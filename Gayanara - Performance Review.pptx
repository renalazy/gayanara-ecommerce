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4"/>
  </p:notesMasterIdLst>
  <p:sldIdLst>
    <p:sldId id="256" r:id="rId2"/>
    <p:sldId id="314" r:id="rId3"/>
    <p:sldId id="315" r:id="rId4"/>
    <p:sldId id="316" r:id="rId5"/>
    <p:sldId id="270" r:id="rId6"/>
    <p:sldId id="317" r:id="rId7"/>
    <p:sldId id="318" r:id="rId8"/>
    <p:sldId id="319" r:id="rId9"/>
    <p:sldId id="320" r:id="rId10"/>
    <p:sldId id="321" r:id="rId11"/>
    <p:sldId id="289" r:id="rId12"/>
    <p:sldId id="322" r:id="rId13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15"/>
    </p:embeddedFont>
    <p:embeddedFont>
      <p:font typeface="Figtree" pitchFamily="2" charset="0"/>
      <p:regular r:id="rId16"/>
      <p:bold r:id="rId17"/>
      <p:italic r:id="rId18"/>
      <p:boldItalic r:id="rId19"/>
    </p:embeddedFont>
    <p:embeddedFont>
      <p:font typeface="Figtree ExtraBold" pitchFamily="2" charset="0"/>
      <p:bold r:id="rId20"/>
      <p:italic r:id="rId21"/>
      <p:boldItalic r:id="rId22"/>
    </p:embeddedFont>
    <p:embeddedFont>
      <p:font typeface="Fredoka One" panose="02000000000000000000" pitchFamily="2" charset="77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1D09-333D-4F0C-A991-1BECBDCC5F5F}">
  <a:tblStyle styleId="{3CDD1D09-333D-4F0C-A991-1BECBDCC5F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0"/>
    <p:restoredTop sz="94641"/>
  </p:normalViewPr>
  <p:slideViewPr>
    <p:cSldViewPr snapToGrid="0">
      <p:cViewPr>
        <p:scale>
          <a:sx n="176" d="100"/>
          <a:sy n="176" d="100"/>
        </p:scale>
        <p:origin x="752" y="1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1709fecf1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1709fecf1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7">
          <a:extLst>
            <a:ext uri="{FF2B5EF4-FFF2-40B4-BE49-F238E27FC236}">
              <a16:creationId xmlns:a16="http://schemas.microsoft.com/office/drawing/2014/main" id="{91AB1E29-BCF4-4379-139E-D1649ED85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" name="Google Shape;3368;g172447137a6_0_157:notes">
            <a:extLst>
              <a:ext uri="{FF2B5EF4-FFF2-40B4-BE49-F238E27FC236}">
                <a16:creationId xmlns:a16="http://schemas.microsoft.com/office/drawing/2014/main" id="{0A3C3768-52CF-29E4-BF4C-94AB05DA8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9" name="Google Shape;3369;g172447137a6_0_157:notes">
            <a:extLst>
              <a:ext uri="{FF2B5EF4-FFF2-40B4-BE49-F238E27FC236}">
                <a16:creationId xmlns:a16="http://schemas.microsoft.com/office/drawing/2014/main" id="{5D6FE0D6-DFC8-DD8D-FC89-1EC130102C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3295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9">
          <a:extLst>
            <a:ext uri="{FF2B5EF4-FFF2-40B4-BE49-F238E27FC236}">
              <a16:creationId xmlns:a16="http://schemas.microsoft.com/office/drawing/2014/main" id="{BCFB1322-9321-0ACB-7F8E-93637E243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0" name="Google Shape;3280;g172447137a6_0_176:notes">
            <a:extLst>
              <a:ext uri="{FF2B5EF4-FFF2-40B4-BE49-F238E27FC236}">
                <a16:creationId xmlns:a16="http://schemas.microsoft.com/office/drawing/2014/main" id="{F76EE724-C9E9-96FF-9574-1D3EE95A14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1" name="Google Shape;3281;g172447137a6_0_176:notes">
            <a:extLst>
              <a:ext uri="{FF2B5EF4-FFF2-40B4-BE49-F238E27FC236}">
                <a16:creationId xmlns:a16="http://schemas.microsoft.com/office/drawing/2014/main" id="{0FCE90F6-3402-D864-3F8A-C932518414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7629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9">
          <a:extLst>
            <a:ext uri="{FF2B5EF4-FFF2-40B4-BE49-F238E27FC236}">
              <a16:creationId xmlns:a16="http://schemas.microsoft.com/office/drawing/2014/main" id="{D836E1F5-F77B-FCB0-EA5E-5674CB2B1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Google Shape;4100;g172e3ccc15f_0_7:notes">
            <a:extLst>
              <a:ext uri="{FF2B5EF4-FFF2-40B4-BE49-F238E27FC236}">
                <a16:creationId xmlns:a16="http://schemas.microsoft.com/office/drawing/2014/main" id="{5268AAF8-74E5-B596-0A9A-D9295D05CD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1" name="Google Shape;4101;g172e3ccc15f_0_7:notes">
            <a:extLst>
              <a:ext uri="{FF2B5EF4-FFF2-40B4-BE49-F238E27FC236}">
                <a16:creationId xmlns:a16="http://schemas.microsoft.com/office/drawing/2014/main" id="{551575F0-0289-C461-1144-EB42E472F9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6513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Google Shape;3087;g172447137a6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8" name="Google Shape;3088;g172447137a6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0">
          <a:extLst>
            <a:ext uri="{FF2B5EF4-FFF2-40B4-BE49-F238E27FC236}">
              <a16:creationId xmlns:a16="http://schemas.microsoft.com/office/drawing/2014/main" id="{5FA8A716-EB84-8B93-FF8B-1AE3CF50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1" name="Google Shape;4171;g172e3ccc15f_0_16:notes">
            <a:extLst>
              <a:ext uri="{FF2B5EF4-FFF2-40B4-BE49-F238E27FC236}">
                <a16:creationId xmlns:a16="http://schemas.microsoft.com/office/drawing/2014/main" id="{81FF13FB-4D19-3F13-D874-57DB142DFF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2" name="Google Shape;4172;g172e3ccc15f_0_16:notes">
            <a:extLst>
              <a:ext uri="{FF2B5EF4-FFF2-40B4-BE49-F238E27FC236}">
                <a16:creationId xmlns:a16="http://schemas.microsoft.com/office/drawing/2014/main" id="{DA1A0576-8AF5-45BA-EA94-981458E73B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5313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4">
          <a:extLst>
            <a:ext uri="{FF2B5EF4-FFF2-40B4-BE49-F238E27FC236}">
              <a16:creationId xmlns:a16="http://schemas.microsoft.com/office/drawing/2014/main" id="{366B1D8B-5DD6-DD50-3336-DF8E91912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5" name="Google Shape;3915;g172447137a6_0_322:notes">
            <a:extLst>
              <a:ext uri="{FF2B5EF4-FFF2-40B4-BE49-F238E27FC236}">
                <a16:creationId xmlns:a16="http://schemas.microsoft.com/office/drawing/2014/main" id="{1E678F89-3A83-8A6E-A340-51953349D4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6" name="Google Shape;3916;g172447137a6_0_322:notes">
            <a:extLst>
              <a:ext uri="{FF2B5EF4-FFF2-40B4-BE49-F238E27FC236}">
                <a16:creationId xmlns:a16="http://schemas.microsoft.com/office/drawing/2014/main" id="{93882041-611B-887F-2920-2B4FB1B03E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701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7">
          <a:extLst>
            <a:ext uri="{FF2B5EF4-FFF2-40B4-BE49-F238E27FC236}">
              <a16:creationId xmlns:a16="http://schemas.microsoft.com/office/drawing/2014/main" id="{96E2C41D-B195-CDF3-D893-FEA43F99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g172447137a6_0_72:notes">
            <a:extLst>
              <a:ext uri="{FF2B5EF4-FFF2-40B4-BE49-F238E27FC236}">
                <a16:creationId xmlns:a16="http://schemas.microsoft.com/office/drawing/2014/main" id="{CE9CCCD3-FAEE-376C-E7BB-9B1DEEE45B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9" name="Google Shape;2209;g172447137a6_0_72:notes">
            <a:extLst>
              <a:ext uri="{FF2B5EF4-FFF2-40B4-BE49-F238E27FC236}">
                <a16:creationId xmlns:a16="http://schemas.microsoft.com/office/drawing/2014/main" id="{7DA82515-A76F-71BC-70F1-ABB71F88D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1700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4">
          <a:extLst>
            <a:ext uri="{FF2B5EF4-FFF2-40B4-BE49-F238E27FC236}">
              <a16:creationId xmlns:a16="http://schemas.microsoft.com/office/drawing/2014/main" id="{2C59FA2F-3186-3A40-7067-569CB2FE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5" name="Google Shape;3915;g172447137a6_0_322:notes">
            <a:extLst>
              <a:ext uri="{FF2B5EF4-FFF2-40B4-BE49-F238E27FC236}">
                <a16:creationId xmlns:a16="http://schemas.microsoft.com/office/drawing/2014/main" id="{86A939E3-C384-F6F8-8B5D-47CE25A091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6" name="Google Shape;3916;g172447137a6_0_322:notes">
            <a:extLst>
              <a:ext uri="{FF2B5EF4-FFF2-40B4-BE49-F238E27FC236}">
                <a16:creationId xmlns:a16="http://schemas.microsoft.com/office/drawing/2014/main" id="{76BC2335-CF7A-A07A-7B9B-53EDC77D9C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2675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1">
          <a:extLst>
            <a:ext uri="{FF2B5EF4-FFF2-40B4-BE49-F238E27FC236}">
              <a16:creationId xmlns:a16="http://schemas.microsoft.com/office/drawing/2014/main" id="{A3AD5842-DC4F-4B40-0E14-FDE7484B8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2" name="Google Shape;3812;g172447137a6_0_294:notes">
            <a:extLst>
              <a:ext uri="{FF2B5EF4-FFF2-40B4-BE49-F238E27FC236}">
                <a16:creationId xmlns:a16="http://schemas.microsoft.com/office/drawing/2014/main" id="{0F044921-5E19-FFDB-50E3-DB83C0345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3" name="Google Shape;3813;g172447137a6_0_294:notes">
            <a:extLst>
              <a:ext uri="{FF2B5EF4-FFF2-40B4-BE49-F238E27FC236}">
                <a16:creationId xmlns:a16="http://schemas.microsoft.com/office/drawing/2014/main" id="{90B7BD92-5824-B375-387D-2A4AE13F52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8515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6" name="Google Shape;4566;g1724783bf30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7" name="Google Shape;4567;g1724783bf30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7">
          <a:extLst>
            <a:ext uri="{FF2B5EF4-FFF2-40B4-BE49-F238E27FC236}">
              <a16:creationId xmlns:a16="http://schemas.microsoft.com/office/drawing/2014/main" id="{7C465C80-0262-AD73-6F32-298730250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" name="Google Shape;5488;g172447137a6_0_186:notes">
            <a:extLst>
              <a:ext uri="{FF2B5EF4-FFF2-40B4-BE49-F238E27FC236}">
                <a16:creationId xmlns:a16="http://schemas.microsoft.com/office/drawing/2014/main" id="{FF3EC603-1CA7-3B1D-3730-EF2A631A0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9" name="Google Shape;5489;g172447137a6_0_186:notes">
            <a:extLst>
              <a:ext uri="{FF2B5EF4-FFF2-40B4-BE49-F238E27FC236}">
                <a16:creationId xmlns:a16="http://schemas.microsoft.com/office/drawing/2014/main" id="{B992D9D5-80E2-2092-8BC5-7FD478D38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0000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518693">
            <a:off x="-1529068" y="-2480785"/>
            <a:ext cx="4341237" cy="3971959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697125" y="2894800"/>
            <a:ext cx="4341251" cy="3971973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66350" y="577975"/>
            <a:ext cx="5804400" cy="17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666350" y="2295075"/>
            <a:ext cx="2042400" cy="667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/>
          <p:nvPr/>
        </p:nvSpPr>
        <p:spPr>
          <a:xfrm rot="-1381455">
            <a:off x="-1954988" y="-2155626"/>
            <a:ext cx="4439231" cy="4061665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/>
          <p:nvPr/>
        </p:nvSpPr>
        <p:spPr>
          <a:xfrm rot="-3006316">
            <a:off x="7025604" y="3770705"/>
            <a:ext cx="3403590" cy="3114114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"/>
          <p:cNvSpPr/>
          <p:nvPr/>
        </p:nvSpPr>
        <p:spPr>
          <a:xfrm rot="7140032">
            <a:off x="7484293" y="-965147"/>
            <a:ext cx="1889219" cy="2697906"/>
          </a:xfrm>
          <a:custGeom>
            <a:avLst/>
            <a:gdLst/>
            <a:ahLst/>
            <a:cxnLst/>
            <a:rect l="l" t="t" r="r" b="b"/>
            <a:pathLst>
              <a:path w="16242" h="20422" extrusionOk="0">
                <a:moveTo>
                  <a:pt x="11339" y="0"/>
                </a:moveTo>
                <a:cubicBezTo>
                  <a:pt x="10562" y="0"/>
                  <a:pt x="9680" y="147"/>
                  <a:pt x="8700" y="480"/>
                </a:cubicBezTo>
                <a:cubicBezTo>
                  <a:pt x="3259" y="2330"/>
                  <a:pt x="502" y="7434"/>
                  <a:pt x="328" y="10845"/>
                </a:cubicBezTo>
                <a:cubicBezTo>
                  <a:pt x="0" y="17474"/>
                  <a:pt x="4971" y="20421"/>
                  <a:pt x="8833" y="20421"/>
                </a:cubicBezTo>
                <a:cubicBezTo>
                  <a:pt x="9330" y="20421"/>
                  <a:pt x="9808" y="20373"/>
                  <a:pt x="10255" y="20277"/>
                </a:cubicBezTo>
                <a:cubicBezTo>
                  <a:pt x="14170" y="19430"/>
                  <a:pt x="15051" y="15898"/>
                  <a:pt x="14111" y="13462"/>
                </a:cubicBezTo>
                <a:cubicBezTo>
                  <a:pt x="13171" y="11031"/>
                  <a:pt x="13079" y="8681"/>
                  <a:pt x="14820" y="5589"/>
                </a:cubicBezTo>
                <a:cubicBezTo>
                  <a:pt x="16242" y="3050"/>
                  <a:pt x="14876" y="0"/>
                  <a:pt x="11339" y="0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8" name="Google Shape;318;p17"/>
          <p:cNvGrpSpPr/>
          <p:nvPr/>
        </p:nvGrpSpPr>
        <p:grpSpPr>
          <a:xfrm>
            <a:off x="7428400" y="261172"/>
            <a:ext cx="537760" cy="547651"/>
            <a:chOff x="2921650" y="2601500"/>
            <a:chExt cx="237275" cy="241650"/>
          </a:xfrm>
        </p:grpSpPr>
        <p:sp>
          <p:nvSpPr>
            <p:cNvPr id="319" name="Google Shape;319;p17"/>
            <p:cNvSpPr/>
            <p:nvPr/>
          </p:nvSpPr>
          <p:spPr>
            <a:xfrm>
              <a:off x="2930650" y="2615000"/>
              <a:ext cx="226275" cy="226250"/>
            </a:xfrm>
            <a:custGeom>
              <a:avLst/>
              <a:gdLst/>
              <a:ahLst/>
              <a:cxnLst/>
              <a:rect l="l" t="t" r="r" b="b"/>
              <a:pathLst>
                <a:path w="9051" h="9050" extrusionOk="0">
                  <a:moveTo>
                    <a:pt x="4526" y="1"/>
                  </a:moveTo>
                  <a:cubicBezTo>
                    <a:pt x="2031" y="1"/>
                    <a:pt x="1" y="2025"/>
                    <a:pt x="1" y="4525"/>
                  </a:cubicBezTo>
                  <a:cubicBezTo>
                    <a:pt x="1" y="7026"/>
                    <a:pt x="2031" y="9050"/>
                    <a:pt x="4526" y="9050"/>
                  </a:cubicBezTo>
                  <a:cubicBezTo>
                    <a:pt x="7025" y="9050"/>
                    <a:pt x="9050" y="7026"/>
                    <a:pt x="9050" y="4525"/>
                  </a:cubicBezTo>
                  <a:cubicBezTo>
                    <a:pt x="9050" y="2025"/>
                    <a:pt x="7025" y="1"/>
                    <a:pt x="4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7"/>
            <p:cNvSpPr/>
            <p:nvPr/>
          </p:nvSpPr>
          <p:spPr>
            <a:xfrm>
              <a:off x="2928750" y="2612950"/>
              <a:ext cx="230175" cy="230200"/>
            </a:xfrm>
            <a:custGeom>
              <a:avLst/>
              <a:gdLst/>
              <a:ahLst/>
              <a:cxnLst/>
              <a:rect l="l" t="t" r="r" b="b"/>
              <a:pathLst>
                <a:path w="9207" h="9208" extrusionOk="0">
                  <a:moveTo>
                    <a:pt x="4602" y="163"/>
                  </a:moveTo>
                  <a:cubicBezTo>
                    <a:pt x="7055" y="163"/>
                    <a:pt x="9044" y="2158"/>
                    <a:pt x="9044" y="4607"/>
                  </a:cubicBezTo>
                  <a:cubicBezTo>
                    <a:pt x="9044" y="7055"/>
                    <a:pt x="7055" y="9050"/>
                    <a:pt x="4602" y="9050"/>
                  </a:cubicBezTo>
                  <a:cubicBezTo>
                    <a:pt x="2153" y="9050"/>
                    <a:pt x="158" y="7055"/>
                    <a:pt x="158" y="4607"/>
                  </a:cubicBezTo>
                  <a:cubicBezTo>
                    <a:pt x="158" y="2158"/>
                    <a:pt x="2153" y="163"/>
                    <a:pt x="4602" y="163"/>
                  </a:cubicBezTo>
                  <a:close/>
                  <a:moveTo>
                    <a:pt x="4602" y="0"/>
                  </a:moveTo>
                  <a:cubicBezTo>
                    <a:pt x="2066" y="0"/>
                    <a:pt x="0" y="2066"/>
                    <a:pt x="0" y="4607"/>
                  </a:cubicBezTo>
                  <a:cubicBezTo>
                    <a:pt x="0" y="7142"/>
                    <a:pt x="2066" y="9207"/>
                    <a:pt x="4602" y="9207"/>
                  </a:cubicBezTo>
                  <a:cubicBezTo>
                    <a:pt x="7142" y="9207"/>
                    <a:pt x="9207" y="7142"/>
                    <a:pt x="9207" y="4607"/>
                  </a:cubicBezTo>
                  <a:cubicBezTo>
                    <a:pt x="9207" y="2066"/>
                    <a:pt x="7142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7"/>
            <p:cNvSpPr/>
            <p:nvPr/>
          </p:nvSpPr>
          <p:spPr>
            <a:xfrm>
              <a:off x="2923700" y="2603550"/>
              <a:ext cx="226075" cy="226075"/>
            </a:xfrm>
            <a:custGeom>
              <a:avLst/>
              <a:gdLst/>
              <a:ahLst/>
              <a:cxnLst/>
              <a:rect l="l" t="t" r="r" b="b"/>
              <a:pathLst>
                <a:path w="9043" h="9043" extrusionOk="0">
                  <a:moveTo>
                    <a:pt x="4518" y="1"/>
                  </a:moveTo>
                  <a:cubicBezTo>
                    <a:pt x="2025" y="1"/>
                    <a:pt x="1" y="2025"/>
                    <a:pt x="1" y="4525"/>
                  </a:cubicBezTo>
                  <a:cubicBezTo>
                    <a:pt x="1" y="7019"/>
                    <a:pt x="2025" y="9043"/>
                    <a:pt x="4518" y="9043"/>
                  </a:cubicBezTo>
                  <a:cubicBezTo>
                    <a:pt x="7019" y="9043"/>
                    <a:pt x="9043" y="7019"/>
                    <a:pt x="9043" y="4525"/>
                  </a:cubicBezTo>
                  <a:cubicBezTo>
                    <a:pt x="9043" y="2025"/>
                    <a:pt x="7019" y="1"/>
                    <a:pt x="45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7"/>
            <p:cNvSpPr/>
            <p:nvPr/>
          </p:nvSpPr>
          <p:spPr>
            <a:xfrm>
              <a:off x="2921650" y="2601500"/>
              <a:ext cx="230175" cy="230175"/>
            </a:xfrm>
            <a:custGeom>
              <a:avLst/>
              <a:gdLst/>
              <a:ahLst/>
              <a:cxnLst/>
              <a:rect l="l" t="t" r="r" b="b"/>
              <a:pathLst>
                <a:path w="9207" h="9207" extrusionOk="0">
                  <a:moveTo>
                    <a:pt x="4600" y="163"/>
                  </a:moveTo>
                  <a:cubicBezTo>
                    <a:pt x="7055" y="163"/>
                    <a:pt x="9044" y="2153"/>
                    <a:pt x="9044" y="4607"/>
                  </a:cubicBezTo>
                  <a:cubicBezTo>
                    <a:pt x="9044" y="7055"/>
                    <a:pt x="7055" y="9044"/>
                    <a:pt x="4600" y="9044"/>
                  </a:cubicBezTo>
                  <a:cubicBezTo>
                    <a:pt x="2153" y="9044"/>
                    <a:pt x="158" y="7055"/>
                    <a:pt x="158" y="4607"/>
                  </a:cubicBezTo>
                  <a:cubicBezTo>
                    <a:pt x="158" y="2153"/>
                    <a:pt x="2153" y="163"/>
                    <a:pt x="4600" y="163"/>
                  </a:cubicBezTo>
                  <a:close/>
                  <a:moveTo>
                    <a:pt x="4600" y="0"/>
                  </a:moveTo>
                  <a:cubicBezTo>
                    <a:pt x="2066" y="0"/>
                    <a:pt x="0" y="2066"/>
                    <a:pt x="0" y="4607"/>
                  </a:cubicBezTo>
                  <a:cubicBezTo>
                    <a:pt x="0" y="7141"/>
                    <a:pt x="2066" y="9207"/>
                    <a:pt x="4600" y="9207"/>
                  </a:cubicBezTo>
                  <a:cubicBezTo>
                    <a:pt x="7141" y="9207"/>
                    <a:pt x="9207" y="7141"/>
                    <a:pt x="9207" y="4607"/>
                  </a:cubicBezTo>
                  <a:cubicBezTo>
                    <a:pt x="9207" y="2066"/>
                    <a:pt x="7141" y="0"/>
                    <a:pt x="4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7"/>
            <p:cNvSpPr/>
            <p:nvPr/>
          </p:nvSpPr>
          <p:spPr>
            <a:xfrm>
              <a:off x="2958200" y="2638050"/>
              <a:ext cx="157100" cy="157100"/>
            </a:xfrm>
            <a:custGeom>
              <a:avLst/>
              <a:gdLst/>
              <a:ahLst/>
              <a:cxnLst/>
              <a:rect l="l" t="t" r="r" b="b"/>
              <a:pathLst>
                <a:path w="6284" h="6284" extrusionOk="0">
                  <a:moveTo>
                    <a:pt x="3138" y="0"/>
                  </a:moveTo>
                  <a:cubicBezTo>
                    <a:pt x="1405" y="0"/>
                    <a:pt x="0" y="1411"/>
                    <a:pt x="0" y="3145"/>
                  </a:cubicBezTo>
                  <a:cubicBezTo>
                    <a:pt x="0" y="4873"/>
                    <a:pt x="1405" y="6283"/>
                    <a:pt x="3138" y="6283"/>
                  </a:cubicBezTo>
                  <a:cubicBezTo>
                    <a:pt x="4873" y="6283"/>
                    <a:pt x="6283" y="4873"/>
                    <a:pt x="6283" y="3145"/>
                  </a:cubicBezTo>
                  <a:cubicBezTo>
                    <a:pt x="6283" y="1411"/>
                    <a:pt x="4873" y="0"/>
                    <a:pt x="31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7"/>
            <p:cNvSpPr/>
            <p:nvPr/>
          </p:nvSpPr>
          <p:spPr>
            <a:xfrm>
              <a:off x="2956175" y="2636025"/>
              <a:ext cx="161000" cy="161125"/>
            </a:xfrm>
            <a:custGeom>
              <a:avLst/>
              <a:gdLst/>
              <a:ahLst/>
              <a:cxnLst/>
              <a:rect l="l" t="t" r="r" b="b"/>
              <a:pathLst>
                <a:path w="6440" h="6445" extrusionOk="0">
                  <a:moveTo>
                    <a:pt x="3219" y="163"/>
                  </a:moveTo>
                  <a:cubicBezTo>
                    <a:pt x="4908" y="163"/>
                    <a:pt x="6282" y="1537"/>
                    <a:pt x="6282" y="3226"/>
                  </a:cubicBezTo>
                  <a:cubicBezTo>
                    <a:pt x="6282" y="4908"/>
                    <a:pt x="4908" y="6282"/>
                    <a:pt x="3219" y="6282"/>
                  </a:cubicBezTo>
                  <a:cubicBezTo>
                    <a:pt x="1532" y="6282"/>
                    <a:pt x="163" y="4908"/>
                    <a:pt x="163" y="3226"/>
                  </a:cubicBezTo>
                  <a:cubicBezTo>
                    <a:pt x="163" y="1537"/>
                    <a:pt x="1532" y="163"/>
                    <a:pt x="3219" y="163"/>
                  </a:cubicBezTo>
                  <a:close/>
                  <a:moveTo>
                    <a:pt x="3219" y="0"/>
                  </a:moveTo>
                  <a:cubicBezTo>
                    <a:pt x="1444" y="0"/>
                    <a:pt x="0" y="1444"/>
                    <a:pt x="0" y="3226"/>
                  </a:cubicBezTo>
                  <a:cubicBezTo>
                    <a:pt x="0" y="5001"/>
                    <a:pt x="1444" y="6445"/>
                    <a:pt x="3219" y="6445"/>
                  </a:cubicBezTo>
                  <a:cubicBezTo>
                    <a:pt x="4994" y="6445"/>
                    <a:pt x="6439" y="5001"/>
                    <a:pt x="6439" y="3226"/>
                  </a:cubicBezTo>
                  <a:cubicBezTo>
                    <a:pt x="6439" y="1444"/>
                    <a:pt x="4994" y="0"/>
                    <a:pt x="3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7"/>
            <p:cNvSpPr/>
            <p:nvPr/>
          </p:nvSpPr>
          <p:spPr>
            <a:xfrm>
              <a:off x="2988950" y="2668950"/>
              <a:ext cx="95425" cy="95275"/>
            </a:xfrm>
            <a:custGeom>
              <a:avLst/>
              <a:gdLst/>
              <a:ahLst/>
              <a:cxnLst/>
              <a:rect l="l" t="t" r="r" b="b"/>
              <a:pathLst>
                <a:path w="3817" h="3811" extrusionOk="0">
                  <a:moveTo>
                    <a:pt x="1908" y="0"/>
                  </a:moveTo>
                  <a:cubicBezTo>
                    <a:pt x="858" y="0"/>
                    <a:pt x="1" y="853"/>
                    <a:pt x="1" y="1909"/>
                  </a:cubicBezTo>
                  <a:cubicBezTo>
                    <a:pt x="1" y="2959"/>
                    <a:pt x="858" y="3811"/>
                    <a:pt x="1908" y="3811"/>
                  </a:cubicBezTo>
                  <a:cubicBezTo>
                    <a:pt x="2965" y="3811"/>
                    <a:pt x="3817" y="2959"/>
                    <a:pt x="3817" y="1909"/>
                  </a:cubicBezTo>
                  <a:cubicBezTo>
                    <a:pt x="3817" y="853"/>
                    <a:pt x="2965" y="0"/>
                    <a:pt x="19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7"/>
            <p:cNvSpPr/>
            <p:nvPr/>
          </p:nvSpPr>
          <p:spPr>
            <a:xfrm>
              <a:off x="2987050" y="2666900"/>
              <a:ext cx="99400" cy="99400"/>
            </a:xfrm>
            <a:custGeom>
              <a:avLst/>
              <a:gdLst/>
              <a:ahLst/>
              <a:cxnLst/>
              <a:rect l="l" t="t" r="r" b="b"/>
              <a:pathLst>
                <a:path w="3976" h="3976" extrusionOk="0">
                  <a:moveTo>
                    <a:pt x="1984" y="158"/>
                  </a:moveTo>
                  <a:cubicBezTo>
                    <a:pt x="2994" y="158"/>
                    <a:pt x="3812" y="982"/>
                    <a:pt x="3812" y="1991"/>
                  </a:cubicBezTo>
                  <a:cubicBezTo>
                    <a:pt x="3812" y="2994"/>
                    <a:pt x="2994" y="3818"/>
                    <a:pt x="1984" y="3818"/>
                  </a:cubicBezTo>
                  <a:cubicBezTo>
                    <a:pt x="982" y="3818"/>
                    <a:pt x="158" y="2994"/>
                    <a:pt x="158" y="1991"/>
                  </a:cubicBezTo>
                  <a:cubicBezTo>
                    <a:pt x="158" y="982"/>
                    <a:pt x="982" y="158"/>
                    <a:pt x="1984" y="158"/>
                  </a:cubicBezTo>
                  <a:close/>
                  <a:moveTo>
                    <a:pt x="1984" y="0"/>
                  </a:moveTo>
                  <a:cubicBezTo>
                    <a:pt x="889" y="0"/>
                    <a:pt x="0" y="894"/>
                    <a:pt x="0" y="1991"/>
                  </a:cubicBezTo>
                  <a:cubicBezTo>
                    <a:pt x="0" y="3081"/>
                    <a:pt x="889" y="3975"/>
                    <a:pt x="1984" y="3975"/>
                  </a:cubicBezTo>
                  <a:cubicBezTo>
                    <a:pt x="3081" y="3975"/>
                    <a:pt x="3975" y="3081"/>
                    <a:pt x="3975" y="1991"/>
                  </a:cubicBezTo>
                  <a:cubicBezTo>
                    <a:pt x="3975" y="894"/>
                    <a:pt x="3081" y="0"/>
                    <a:pt x="1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7"/>
            <p:cNvSpPr/>
            <p:nvPr/>
          </p:nvSpPr>
          <p:spPr>
            <a:xfrm>
              <a:off x="3009250" y="2689100"/>
              <a:ext cx="54975" cy="54975"/>
            </a:xfrm>
            <a:custGeom>
              <a:avLst/>
              <a:gdLst/>
              <a:ahLst/>
              <a:cxnLst/>
              <a:rect l="l" t="t" r="r" b="b"/>
              <a:pathLst>
                <a:path w="2199" h="2199" extrusionOk="0">
                  <a:moveTo>
                    <a:pt x="1096" y="563"/>
                  </a:moveTo>
                  <a:cubicBezTo>
                    <a:pt x="1393" y="563"/>
                    <a:pt x="1636" y="801"/>
                    <a:pt x="1636" y="1103"/>
                  </a:cubicBezTo>
                  <a:cubicBezTo>
                    <a:pt x="1636" y="1398"/>
                    <a:pt x="1393" y="1636"/>
                    <a:pt x="1096" y="1636"/>
                  </a:cubicBezTo>
                  <a:cubicBezTo>
                    <a:pt x="801" y="1636"/>
                    <a:pt x="557" y="1398"/>
                    <a:pt x="557" y="1103"/>
                  </a:cubicBezTo>
                  <a:cubicBezTo>
                    <a:pt x="557" y="801"/>
                    <a:pt x="801" y="563"/>
                    <a:pt x="1096" y="563"/>
                  </a:cubicBezTo>
                  <a:close/>
                  <a:moveTo>
                    <a:pt x="1096" y="1"/>
                  </a:moveTo>
                  <a:cubicBezTo>
                    <a:pt x="493" y="1"/>
                    <a:pt x="1" y="493"/>
                    <a:pt x="1" y="1103"/>
                  </a:cubicBezTo>
                  <a:cubicBezTo>
                    <a:pt x="1" y="1706"/>
                    <a:pt x="493" y="2199"/>
                    <a:pt x="1096" y="2199"/>
                  </a:cubicBezTo>
                  <a:cubicBezTo>
                    <a:pt x="1706" y="2199"/>
                    <a:pt x="2199" y="1706"/>
                    <a:pt x="2199" y="1103"/>
                  </a:cubicBezTo>
                  <a:cubicBezTo>
                    <a:pt x="2199" y="493"/>
                    <a:pt x="1706" y="1"/>
                    <a:pt x="10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7"/>
            <p:cNvSpPr/>
            <p:nvPr/>
          </p:nvSpPr>
          <p:spPr>
            <a:xfrm>
              <a:off x="3007225" y="2687075"/>
              <a:ext cx="59025" cy="59025"/>
            </a:xfrm>
            <a:custGeom>
              <a:avLst/>
              <a:gdLst/>
              <a:ahLst/>
              <a:cxnLst/>
              <a:rect l="l" t="t" r="r" b="b"/>
              <a:pathLst>
                <a:path w="2361" h="2361" extrusionOk="0">
                  <a:moveTo>
                    <a:pt x="1177" y="719"/>
                  </a:moveTo>
                  <a:cubicBezTo>
                    <a:pt x="1433" y="719"/>
                    <a:pt x="1637" y="928"/>
                    <a:pt x="1637" y="1184"/>
                  </a:cubicBezTo>
                  <a:cubicBezTo>
                    <a:pt x="1637" y="1433"/>
                    <a:pt x="1433" y="1642"/>
                    <a:pt x="1177" y="1642"/>
                  </a:cubicBezTo>
                  <a:cubicBezTo>
                    <a:pt x="928" y="1642"/>
                    <a:pt x="719" y="1433"/>
                    <a:pt x="719" y="1184"/>
                  </a:cubicBezTo>
                  <a:cubicBezTo>
                    <a:pt x="719" y="928"/>
                    <a:pt x="928" y="719"/>
                    <a:pt x="1177" y="719"/>
                  </a:cubicBezTo>
                  <a:close/>
                  <a:moveTo>
                    <a:pt x="1177" y="563"/>
                  </a:moveTo>
                  <a:cubicBezTo>
                    <a:pt x="842" y="563"/>
                    <a:pt x="563" y="842"/>
                    <a:pt x="563" y="1184"/>
                  </a:cubicBezTo>
                  <a:cubicBezTo>
                    <a:pt x="563" y="1520"/>
                    <a:pt x="842" y="1798"/>
                    <a:pt x="1177" y="1798"/>
                  </a:cubicBezTo>
                  <a:cubicBezTo>
                    <a:pt x="1520" y="1798"/>
                    <a:pt x="1798" y="1520"/>
                    <a:pt x="1798" y="1184"/>
                  </a:cubicBezTo>
                  <a:cubicBezTo>
                    <a:pt x="1798" y="842"/>
                    <a:pt x="1520" y="563"/>
                    <a:pt x="1177" y="563"/>
                  </a:cubicBezTo>
                  <a:close/>
                  <a:moveTo>
                    <a:pt x="1177" y="162"/>
                  </a:moveTo>
                  <a:cubicBezTo>
                    <a:pt x="1741" y="162"/>
                    <a:pt x="2199" y="620"/>
                    <a:pt x="2199" y="1184"/>
                  </a:cubicBezTo>
                  <a:cubicBezTo>
                    <a:pt x="2199" y="1741"/>
                    <a:pt x="1741" y="2199"/>
                    <a:pt x="1177" y="2199"/>
                  </a:cubicBezTo>
                  <a:cubicBezTo>
                    <a:pt x="615" y="2199"/>
                    <a:pt x="157" y="1741"/>
                    <a:pt x="157" y="1184"/>
                  </a:cubicBezTo>
                  <a:cubicBezTo>
                    <a:pt x="157" y="620"/>
                    <a:pt x="615" y="162"/>
                    <a:pt x="1177" y="162"/>
                  </a:cubicBezTo>
                  <a:close/>
                  <a:moveTo>
                    <a:pt x="1177" y="1"/>
                  </a:moveTo>
                  <a:cubicBezTo>
                    <a:pt x="528" y="1"/>
                    <a:pt x="1" y="528"/>
                    <a:pt x="1" y="1184"/>
                  </a:cubicBezTo>
                  <a:cubicBezTo>
                    <a:pt x="1" y="1833"/>
                    <a:pt x="528" y="2361"/>
                    <a:pt x="1177" y="2361"/>
                  </a:cubicBezTo>
                  <a:cubicBezTo>
                    <a:pt x="1827" y="2361"/>
                    <a:pt x="2361" y="1833"/>
                    <a:pt x="2361" y="1184"/>
                  </a:cubicBezTo>
                  <a:cubicBezTo>
                    <a:pt x="2361" y="528"/>
                    <a:pt x="1827" y="1"/>
                    <a:pt x="1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7"/>
            <p:cNvSpPr/>
            <p:nvPr/>
          </p:nvSpPr>
          <p:spPr>
            <a:xfrm>
              <a:off x="2957925" y="2627375"/>
              <a:ext cx="80650" cy="92075"/>
            </a:xfrm>
            <a:custGeom>
              <a:avLst/>
              <a:gdLst/>
              <a:ahLst/>
              <a:cxnLst/>
              <a:rect l="l" t="t" r="r" b="b"/>
              <a:pathLst>
                <a:path w="3226" h="3683" extrusionOk="0">
                  <a:moveTo>
                    <a:pt x="125" y="1"/>
                  </a:moveTo>
                  <a:cubicBezTo>
                    <a:pt x="99" y="1"/>
                    <a:pt x="73" y="9"/>
                    <a:pt x="52" y="28"/>
                  </a:cubicBezTo>
                  <a:cubicBezTo>
                    <a:pt x="6" y="68"/>
                    <a:pt x="0" y="138"/>
                    <a:pt x="40" y="184"/>
                  </a:cubicBezTo>
                  <a:lnTo>
                    <a:pt x="3017" y="3642"/>
                  </a:lnTo>
                  <a:cubicBezTo>
                    <a:pt x="3039" y="3670"/>
                    <a:pt x="3068" y="3682"/>
                    <a:pt x="3103" y="3682"/>
                  </a:cubicBezTo>
                  <a:cubicBezTo>
                    <a:pt x="3127" y="3682"/>
                    <a:pt x="3156" y="3677"/>
                    <a:pt x="3173" y="3653"/>
                  </a:cubicBezTo>
                  <a:cubicBezTo>
                    <a:pt x="3219" y="3618"/>
                    <a:pt x="3226" y="3543"/>
                    <a:pt x="3184" y="3496"/>
                  </a:cubicBezTo>
                  <a:lnTo>
                    <a:pt x="209" y="39"/>
                  </a:lnTo>
                  <a:cubicBezTo>
                    <a:pt x="187" y="14"/>
                    <a:pt x="156" y="1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7"/>
            <p:cNvSpPr/>
            <p:nvPr/>
          </p:nvSpPr>
          <p:spPr>
            <a:xfrm>
              <a:off x="2936575" y="2606400"/>
              <a:ext cx="30775" cy="30025"/>
            </a:xfrm>
            <a:custGeom>
              <a:avLst/>
              <a:gdLst/>
              <a:ahLst/>
              <a:cxnLst/>
              <a:rect l="l" t="t" r="r" b="b"/>
              <a:pathLst>
                <a:path w="1231" h="1201" extrusionOk="0">
                  <a:moveTo>
                    <a:pt x="899" y="0"/>
                  </a:moveTo>
                  <a:cubicBezTo>
                    <a:pt x="892" y="0"/>
                    <a:pt x="885" y="1"/>
                    <a:pt x="878" y="2"/>
                  </a:cubicBezTo>
                  <a:cubicBezTo>
                    <a:pt x="819" y="13"/>
                    <a:pt x="779" y="72"/>
                    <a:pt x="790" y="136"/>
                  </a:cubicBezTo>
                  <a:lnTo>
                    <a:pt x="929" y="814"/>
                  </a:lnTo>
                  <a:cubicBezTo>
                    <a:pt x="934" y="835"/>
                    <a:pt x="912" y="855"/>
                    <a:pt x="892" y="855"/>
                  </a:cubicBezTo>
                  <a:cubicBezTo>
                    <a:pt x="889" y="855"/>
                    <a:pt x="886" y="855"/>
                    <a:pt x="883" y="854"/>
                  </a:cubicBezTo>
                  <a:lnTo>
                    <a:pt x="164" y="588"/>
                  </a:lnTo>
                  <a:cubicBezTo>
                    <a:pt x="150" y="583"/>
                    <a:pt x="136" y="580"/>
                    <a:pt x="122" y="580"/>
                  </a:cubicBezTo>
                  <a:cubicBezTo>
                    <a:pt x="78" y="580"/>
                    <a:pt x="37" y="608"/>
                    <a:pt x="19" y="652"/>
                  </a:cubicBezTo>
                  <a:cubicBezTo>
                    <a:pt x="1" y="709"/>
                    <a:pt x="30" y="773"/>
                    <a:pt x="88" y="797"/>
                  </a:cubicBezTo>
                  <a:lnTo>
                    <a:pt x="1178" y="1197"/>
                  </a:lnTo>
                  <a:cubicBezTo>
                    <a:pt x="1184" y="1199"/>
                    <a:pt x="1189" y="1200"/>
                    <a:pt x="1194" y="1200"/>
                  </a:cubicBezTo>
                  <a:cubicBezTo>
                    <a:pt x="1216" y="1200"/>
                    <a:pt x="1230" y="1181"/>
                    <a:pt x="1226" y="1162"/>
                  </a:cubicBezTo>
                  <a:lnTo>
                    <a:pt x="1010" y="88"/>
                  </a:lnTo>
                  <a:cubicBezTo>
                    <a:pt x="1000" y="38"/>
                    <a:pt x="953" y="0"/>
                    <a:pt x="8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2935300" y="2604875"/>
              <a:ext cx="33500" cy="33050"/>
            </a:xfrm>
            <a:custGeom>
              <a:avLst/>
              <a:gdLst/>
              <a:ahLst/>
              <a:cxnLst/>
              <a:rect l="l" t="t" r="r" b="b"/>
              <a:pathLst>
                <a:path w="1340" h="1322" extrusionOk="0">
                  <a:moveTo>
                    <a:pt x="940" y="122"/>
                  </a:moveTo>
                  <a:cubicBezTo>
                    <a:pt x="957" y="122"/>
                    <a:pt x="969" y="122"/>
                    <a:pt x="980" y="127"/>
                  </a:cubicBezTo>
                  <a:cubicBezTo>
                    <a:pt x="991" y="138"/>
                    <a:pt x="998" y="149"/>
                    <a:pt x="1004" y="162"/>
                  </a:cubicBezTo>
                  <a:lnTo>
                    <a:pt x="1213" y="1188"/>
                  </a:lnTo>
                  <a:lnTo>
                    <a:pt x="156" y="800"/>
                  </a:lnTo>
                  <a:cubicBezTo>
                    <a:pt x="145" y="794"/>
                    <a:pt x="134" y="788"/>
                    <a:pt x="128" y="776"/>
                  </a:cubicBezTo>
                  <a:cubicBezTo>
                    <a:pt x="121" y="759"/>
                    <a:pt x="121" y="748"/>
                    <a:pt x="128" y="736"/>
                  </a:cubicBezTo>
                  <a:cubicBezTo>
                    <a:pt x="134" y="724"/>
                    <a:pt x="139" y="713"/>
                    <a:pt x="156" y="706"/>
                  </a:cubicBezTo>
                  <a:cubicBezTo>
                    <a:pt x="163" y="701"/>
                    <a:pt x="169" y="701"/>
                    <a:pt x="174" y="701"/>
                  </a:cubicBezTo>
                  <a:cubicBezTo>
                    <a:pt x="180" y="701"/>
                    <a:pt x="185" y="701"/>
                    <a:pt x="191" y="706"/>
                  </a:cubicBezTo>
                  <a:lnTo>
                    <a:pt x="911" y="968"/>
                  </a:lnTo>
                  <a:cubicBezTo>
                    <a:pt x="922" y="972"/>
                    <a:pt x="934" y="974"/>
                    <a:pt x="945" y="974"/>
                  </a:cubicBezTo>
                  <a:cubicBezTo>
                    <a:pt x="968" y="974"/>
                    <a:pt x="990" y="966"/>
                    <a:pt x="1009" y="950"/>
                  </a:cubicBezTo>
                  <a:cubicBezTo>
                    <a:pt x="1033" y="933"/>
                    <a:pt x="1044" y="898"/>
                    <a:pt x="1039" y="864"/>
                  </a:cubicBezTo>
                  <a:lnTo>
                    <a:pt x="899" y="184"/>
                  </a:lnTo>
                  <a:cubicBezTo>
                    <a:pt x="899" y="156"/>
                    <a:pt x="916" y="127"/>
                    <a:pt x="940" y="122"/>
                  </a:cubicBezTo>
                  <a:close/>
                  <a:moveTo>
                    <a:pt x="953" y="0"/>
                  </a:moveTo>
                  <a:cubicBezTo>
                    <a:pt x="941" y="0"/>
                    <a:pt x="929" y="2"/>
                    <a:pt x="916" y="5"/>
                  </a:cubicBezTo>
                  <a:cubicBezTo>
                    <a:pt x="824" y="23"/>
                    <a:pt x="766" y="115"/>
                    <a:pt x="783" y="208"/>
                  </a:cubicBezTo>
                  <a:lnTo>
                    <a:pt x="911" y="840"/>
                  </a:lnTo>
                  <a:lnTo>
                    <a:pt x="238" y="591"/>
                  </a:lnTo>
                  <a:cubicBezTo>
                    <a:pt x="218" y="584"/>
                    <a:pt x="199" y="581"/>
                    <a:pt x="180" y="581"/>
                  </a:cubicBezTo>
                  <a:cubicBezTo>
                    <a:pt x="153" y="581"/>
                    <a:pt x="128" y="587"/>
                    <a:pt x="105" y="596"/>
                  </a:cubicBezTo>
                  <a:cubicBezTo>
                    <a:pt x="64" y="614"/>
                    <a:pt x="29" y="649"/>
                    <a:pt x="17" y="695"/>
                  </a:cubicBezTo>
                  <a:cubicBezTo>
                    <a:pt x="0" y="736"/>
                    <a:pt x="0" y="783"/>
                    <a:pt x="17" y="823"/>
                  </a:cubicBezTo>
                  <a:cubicBezTo>
                    <a:pt x="41" y="864"/>
                    <a:pt x="75" y="898"/>
                    <a:pt x="116" y="915"/>
                  </a:cubicBezTo>
                  <a:lnTo>
                    <a:pt x="1213" y="1316"/>
                  </a:lnTo>
                  <a:cubicBezTo>
                    <a:pt x="1218" y="1322"/>
                    <a:pt x="1229" y="1322"/>
                    <a:pt x="1242" y="1322"/>
                  </a:cubicBezTo>
                  <a:cubicBezTo>
                    <a:pt x="1264" y="1322"/>
                    <a:pt x="1288" y="1316"/>
                    <a:pt x="1305" y="1298"/>
                  </a:cubicBezTo>
                  <a:cubicBezTo>
                    <a:pt x="1328" y="1276"/>
                    <a:pt x="1339" y="1241"/>
                    <a:pt x="1334" y="1206"/>
                  </a:cubicBezTo>
                  <a:lnTo>
                    <a:pt x="1119" y="138"/>
                  </a:lnTo>
                  <a:cubicBezTo>
                    <a:pt x="1114" y="92"/>
                    <a:pt x="1085" y="58"/>
                    <a:pt x="1044" y="28"/>
                  </a:cubicBezTo>
                  <a:cubicBezTo>
                    <a:pt x="1019" y="11"/>
                    <a:pt x="987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7"/>
            <p:cNvSpPr/>
            <p:nvPr/>
          </p:nvSpPr>
          <p:spPr>
            <a:xfrm>
              <a:off x="2944575" y="2615675"/>
              <a:ext cx="30750" cy="30025"/>
            </a:xfrm>
            <a:custGeom>
              <a:avLst/>
              <a:gdLst/>
              <a:ahLst/>
              <a:cxnLst/>
              <a:rect l="l" t="t" r="r" b="b"/>
              <a:pathLst>
                <a:path w="1230" h="1201" extrusionOk="0">
                  <a:moveTo>
                    <a:pt x="904" y="1"/>
                  </a:moveTo>
                  <a:cubicBezTo>
                    <a:pt x="897" y="1"/>
                    <a:pt x="889" y="1"/>
                    <a:pt x="882" y="3"/>
                  </a:cubicBezTo>
                  <a:cubicBezTo>
                    <a:pt x="818" y="14"/>
                    <a:pt x="783" y="72"/>
                    <a:pt x="794" y="135"/>
                  </a:cubicBezTo>
                  <a:lnTo>
                    <a:pt x="928" y="814"/>
                  </a:lnTo>
                  <a:cubicBezTo>
                    <a:pt x="933" y="834"/>
                    <a:pt x="919" y="852"/>
                    <a:pt x="897" y="852"/>
                  </a:cubicBezTo>
                  <a:cubicBezTo>
                    <a:pt x="893" y="852"/>
                    <a:pt x="887" y="851"/>
                    <a:pt x="882" y="849"/>
                  </a:cubicBezTo>
                  <a:lnTo>
                    <a:pt x="162" y="588"/>
                  </a:lnTo>
                  <a:cubicBezTo>
                    <a:pt x="149" y="582"/>
                    <a:pt x="136" y="580"/>
                    <a:pt x="123" y="580"/>
                  </a:cubicBezTo>
                  <a:cubicBezTo>
                    <a:pt x="78" y="580"/>
                    <a:pt x="36" y="608"/>
                    <a:pt x="18" y="652"/>
                  </a:cubicBezTo>
                  <a:cubicBezTo>
                    <a:pt x="1" y="710"/>
                    <a:pt x="29" y="774"/>
                    <a:pt x="87" y="796"/>
                  </a:cubicBezTo>
                  <a:lnTo>
                    <a:pt x="1177" y="1197"/>
                  </a:lnTo>
                  <a:cubicBezTo>
                    <a:pt x="1183" y="1199"/>
                    <a:pt x="1188" y="1200"/>
                    <a:pt x="1192" y="1200"/>
                  </a:cubicBezTo>
                  <a:cubicBezTo>
                    <a:pt x="1214" y="1200"/>
                    <a:pt x="1229" y="1181"/>
                    <a:pt x="1225" y="1157"/>
                  </a:cubicBezTo>
                  <a:lnTo>
                    <a:pt x="1010" y="89"/>
                  </a:lnTo>
                  <a:cubicBezTo>
                    <a:pt x="999" y="38"/>
                    <a:pt x="954" y="1"/>
                    <a:pt x="9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7"/>
            <p:cNvSpPr/>
            <p:nvPr/>
          </p:nvSpPr>
          <p:spPr>
            <a:xfrm>
              <a:off x="2943250" y="2614175"/>
              <a:ext cx="33700" cy="33050"/>
            </a:xfrm>
            <a:custGeom>
              <a:avLst/>
              <a:gdLst/>
              <a:ahLst/>
              <a:cxnLst/>
              <a:rect l="l" t="t" r="r" b="b"/>
              <a:pathLst>
                <a:path w="1348" h="1322" extrusionOk="0">
                  <a:moveTo>
                    <a:pt x="957" y="118"/>
                  </a:moveTo>
                  <a:cubicBezTo>
                    <a:pt x="965" y="118"/>
                    <a:pt x="973" y="122"/>
                    <a:pt x="981" y="125"/>
                  </a:cubicBezTo>
                  <a:cubicBezTo>
                    <a:pt x="994" y="138"/>
                    <a:pt x="1005" y="149"/>
                    <a:pt x="1005" y="160"/>
                  </a:cubicBezTo>
                  <a:lnTo>
                    <a:pt x="1214" y="1188"/>
                  </a:lnTo>
                  <a:lnTo>
                    <a:pt x="1214" y="1188"/>
                  </a:lnTo>
                  <a:lnTo>
                    <a:pt x="158" y="799"/>
                  </a:lnTo>
                  <a:cubicBezTo>
                    <a:pt x="146" y="794"/>
                    <a:pt x="135" y="787"/>
                    <a:pt x="129" y="776"/>
                  </a:cubicBezTo>
                  <a:cubicBezTo>
                    <a:pt x="123" y="759"/>
                    <a:pt x="123" y="746"/>
                    <a:pt x="129" y="735"/>
                  </a:cubicBezTo>
                  <a:cubicBezTo>
                    <a:pt x="135" y="717"/>
                    <a:pt x="146" y="712"/>
                    <a:pt x="158" y="706"/>
                  </a:cubicBezTo>
                  <a:cubicBezTo>
                    <a:pt x="164" y="700"/>
                    <a:pt x="169" y="700"/>
                    <a:pt x="175" y="700"/>
                  </a:cubicBezTo>
                  <a:lnTo>
                    <a:pt x="199" y="700"/>
                  </a:lnTo>
                  <a:lnTo>
                    <a:pt x="917" y="968"/>
                  </a:lnTo>
                  <a:cubicBezTo>
                    <a:pt x="927" y="971"/>
                    <a:pt x="937" y="973"/>
                    <a:pt x="947" y="973"/>
                  </a:cubicBezTo>
                  <a:cubicBezTo>
                    <a:pt x="969" y="973"/>
                    <a:pt x="991" y="966"/>
                    <a:pt x="1010" y="950"/>
                  </a:cubicBezTo>
                  <a:cubicBezTo>
                    <a:pt x="1034" y="926"/>
                    <a:pt x="1045" y="891"/>
                    <a:pt x="1040" y="863"/>
                  </a:cubicBezTo>
                  <a:lnTo>
                    <a:pt x="906" y="178"/>
                  </a:lnTo>
                  <a:cubicBezTo>
                    <a:pt x="900" y="167"/>
                    <a:pt x="906" y="155"/>
                    <a:pt x="911" y="144"/>
                  </a:cubicBezTo>
                  <a:cubicBezTo>
                    <a:pt x="917" y="132"/>
                    <a:pt x="930" y="120"/>
                    <a:pt x="946" y="120"/>
                  </a:cubicBezTo>
                  <a:cubicBezTo>
                    <a:pt x="950" y="118"/>
                    <a:pt x="953" y="118"/>
                    <a:pt x="957" y="118"/>
                  </a:cubicBezTo>
                  <a:close/>
                  <a:moveTo>
                    <a:pt x="957" y="0"/>
                  </a:moveTo>
                  <a:cubicBezTo>
                    <a:pt x="946" y="0"/>
                    <a:pt x="935" y="1"/>
                    <a:pt x="924" y="4"/>
                  </a:cubicBezTo>
                  <a:cubicBezTo>
                    <a:pt x="877" y="10"/>
                    <a:pt x="836" y="39"/>
                    <a:pt x="813" y="74"/>
                  </a:cubicBezTo>
                  <a:cubicBezTo>
                    <a:pt x="785" y="114"/>
                    <a:pt x="778" y="160"/>
                    <a:pt x="790" y="208"/>
                  </a:cubicBezTo>
                  <a:lnTo>
                    <a:pt x="917" y="840"/>
                  </a:lnTo>
                  <a:lnTo>
                    <a:pt x="239" y="590"/>
                  </a:lnTo>
                  <a:cubicBezTo>
                    <a:pt x="222" y="583"/>
                    <a:pt x="203" y="579"/>
                    <a:pt x="184" y="579"/>
                  </a:cubicBezTo>
                  <a:cubicBezTo>
                    <a:pt x="159" y="579"/>
                    <a:pt x="132" y="586"/>
                    <a:pt x="105" y="596"/>
                  </a:cubicBezTo>
                  <a:cubicBezTo>
                    <a:pt x="65" y="613"/>
                    <a:pt x="36" y="648"/>
                    <a:pt x="19" y="695"/>
                  </a:cubicBezTo>
                  <a:cubicBezTo>
                    <a:pt x="1" y="735"/>
                    <a:pt x="1" y="781"/>
                    <a:pt x="25" y="822"/>
                  </a:cubicBezTo>
                  <a:cubicBezTo>
                    <a:pt x="41" y="863"/>
                    <a:pt x="76" y="898"/>
                    <a:pt x="117" y="909"/>
                  </a:cubicBezTo>
                  <a:lnTo>
                    <a:pt x="1214" y="1316"/>
                  </a:lnTo>
                  <a:cubicBezTo>
                    <a:pt x="1225" y="1321"/>
                    <a:pt x="1237" y="1321"/>
                    <a:pt x="1243" y="1321"/>
                  </a:cubicBezTo>
                  <a:cubicBezTo>
                    <a:pt x="1265" y="1321"/>
                    <a:pt x="1289" y="1316"/>
                    <a:pt x="1307" y="1298"/>
                  </a:cubicBezTo>
                  <a:cubicBezTo>
                    <a:pt x="1335" y="1274"/>
                    <a:pt x="1347" y="1239"/>
                    <a:pt x="1342" y="1204"/>
                  </a:cubicBezTo>
                  <a:lnTo>
                    <a:pt x="1120" y="138"/>
                  </a:lnTo>
                  <a:cubicBezTo>
                    <a:pt x="1115" y="91"/>
                    <a:pt x="1085" y="56"/>
                    <a:pt x="1051" y="28"/>
                  </a:cubicBezTo>
                  <a:cubicBezTo>
                    <a:pt x="1021" y="11"/>
                    <a:pt x="988" y="0"/>
                    <a:pt x="9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4" name="Google Shape;334;p17"/>
          <p:cNvGrpSpPr/>
          <p:nvPr/>
        </p:nvGrpSpPr>
        <p:grpSpPr>
          <a:xfrm rot="375283">
            <a:off x="8063143" y="746597"/>
            <a:ext cx="112118" cy="105008"/>
            <a:chOff x="-1622839" y="4549431"/>
            <a:chExt cx="141542" cy="132566"/>
          </a:xfrm>
        </p:grpSpPr>
        <p:sp>
          <p:nvSpPr>
            <p:cNvPr id="335" name="Google Shape;335;p17"/>
            <p:cNvSpPr/>
            <p:nvPr/>
          </p:nvSpPr>
          <p:spPr>
            <a:xfrm>
              <a:off x="-1616225" y="4555572"/>
              <a:ext cx="132188" cy="120377"/>
            </a:xfrm>
            <a:custGeom>
              <a:avLst/>
              <a:gdLst/>
              <a:ahLst/>
              <a:cxnLst/>
              <a:rect l="l" t="t" r="r" b="b"/>
              <a:pathLst>
                <a:path w="1399" h="1274" extrusionOk="0">
                  <a:moveTo>
                    <a:pt x="709" y="1"/>
                  </a:moveTo>
                  <a:cubicBezTo>
                    <a:pt x="657" y="1"/>
                    <a:pt x="604" y="7"/>
                    <a:pt x="552" y="21"/>
                  </a:cubicBezTo>
                  <a:cubicBezTo>
                    <a:pt x="209" y="102"/>
                    <a:pt x="1" y="444"/>
                    <a:pt x="81" y="787"/>
                  </a:cubicBezTo>
                  <a:cubicBezTo>
                    <a:pt x="150" y="1079"/>
                    <a:pt x="414" y="1274"/>
                    <a:pt x="699" y="1274"/>
                  </a:cubicBezTo>
                  <a:cubicBezTo>
                    <a:pt x="748" y="1274"/>
                    <a:pt x="797" y="1268"/>
                    <a:pt x="847" y="1256"/>
                  </a:cubicBezTo>
                  <a:cubicBezTo>
                    <a:pt x="1189" y="1169"/>
                    <a:pt x="1398" y="827"/>
                    <a:pt x="1318" y="485"/>
                  </a:cubicBezTo>
                  <a:cubicBezTo>
                    <a:pt x="1248" y="195"/>
                    <a:pt x="992" y="1"/>
                    <a:pt x="7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7"/>
            <p:cNvSpPr/>
            <p:nvPr/>
          </p:nvSpPr>
          <p:spPr>
            <a:xfrm>
              <a:off x="-1622839" y="4549431"/>
              <a:ext cx="141542" cy="132566"/>
            </a:xfrm>
            <a:custGeom>
              <a:avLst/>
              <a:gdLst/>
              <a:ahLst/>
              <a:cxnLst/>
              <a:rect l="l" t="t" r="r" b="b"/>
              <a:pathLst>
                <a:path w="1498" h="1403" extrusionOk="0">
                  <a:moveTo>
                    <a:pt x="772" y="132"/>
                  </a:moveTo>
                  <a:cubicBezTo>
                    <a:pt x="877" y="132"/>
                    <a:pt x="975" y="161"/>
                    <a:pt x="1067" y="213"/>
                  </a:cubicBezTo>
                  <a:cubicBezTo>
                    <a:pt x="1195" y="295"/>
                    <a:pt x="1289" y="416"/>
                    <a:pt x="1323" y="568"/>
                  </a:cubicBezTo>
                  <a:cubicBezTo>
                    <a:pt x="1364" y="712"/>
                    <a:pt x="1335" y="868"/>
                    <a:pt x="1259" y="996"/>
                  </a:cubicBezTo>
                  <a:cubicBezTo>
                    <a:pt x="1179" y="1130"/>
                    <a:pt x="1051" y="1222"/>
                    <a:pt x="906" y="1257"/>
                  </a:cubicBezTo>
                  <a:cubicBezTo>
                    <a:pt x="860" y="1268"/>
                    <a:pt x="814" y="1274"/>
                    <a:pt x="769" y="1274"/>
                  </a:cubicBezTo>
                  <a:cubicBezTo>
                    <a:pt x="512" y="1274"/>
                    <a:pt x="279" y="1095"/>
                    <a:pt x="215" y="834"/>
                  </a:cubicBezTo>
                  <a:cubicBezTo>
                    <a:pt x="140" y="533"/>
                    <a:pt x="331" y="220"/>
                    <a:pt x="633" y="143"/>
                  </a:cubicBezTo>
                  <a:cubicBezTo>
                    <a:pt x="679" y="137"/>
                    <a:pt x="726" y="132"/>
                    <a:pt x="772" y="132"/>
                  </a:cubicBezTo>
                  <a:close/>
                  <a:moveTo>
                    <a:pt x="777" y="0"/>
                  </a:moveTo>
                  <a:cubicBezTo>
                    <a:pt x="720" y="0"/>
                    <a:pt x="662" y="7"/>
                    <a:pt x="604" y="22"/>
                  </a:cubicBezTo>
                  <a:cubicBezTo>
                    <a:pt x="226" y="108"/>
                    <a:pt x="1" y="491"/>
                    <a:pt x="87" y="868"/>
                  </a:cubicBezTo>
                  <a:cubicBezTo>
                    <a:pt x="169" y="1187"/>
                    <a:pt x="453" y="1403"/>
                    <a:pt x="772" y="1403"/>
                  </a:cubicBezTo>
                  <a:cubicBezTo>
                    <a:pt x="824" y="1403"/>
                    <a:pt x="882" y="1396"/>
                    <a:pt x="935" y="1385"/>
                  </a:cubicBezTo>
                  <a:cubicBezTo>
                    <a:pt x="1115" y="1339"/>
                    <a:pt x="1271" y="1229"/>
                    <a:pt x="1369" y="1066"/>
                  </a:cubicBezTo>
                  <a:cubicBezTo>
                    <a:pt x="1468" y="903"/>
                    <a:pt x="1497" y="718"/>
                    <a:pt x="1450" y="538"/>
                  </a:cubicBezTo>
                  <a:cubicBezTo>
                    <a:pt x="1404" y="352"/>
                    <a:pt x="1294" y="201"/>
                    <a:pt x="1137" y="103"/>
                  </a:cubicBezTo>
                  <a:cubicBezTo>
                    <a:pt x="1026" y="35"/>
                    <a:pt x="903" y="0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" name="Google Shape;337;p17"/>
          <p:cNvGrpSpPr/>
          <p:nvPr/>
        </p:nvGrpSpPr>
        <p:grpSpPr>
          <a:xfrm>
            <a:off x="8528141" y="857408"/>
            <a:ext cx="100956" cy="103473"/>
            <a:chOff x="8003766" y="381721"/>
            <a:chExt cx="100956" cy="103473"/>
          </a:xfrm>
        </p:grpSpPr>
        <p:sp>
          <p:nvSpPr>
            <p:cNvPr id="338" name="Google Shape;338;p17"/>
            <p:cNvSpPr/>
            <p:nvPr/>
          </p:nvSpPr>
          <p:spPr>
            <a:xfrm flipH="1">
              <a:off x="8008006" y="386174"/>
              <a:ext cx="94596" cy="94604"/>
            </a:xfrm>
            <a:custGeom>
              <a:avLst/>
              <a:gdLst/>
              <a:ahLst/>
              <a:cxnLst/>
              <a:rect l="l" t="t" r="r" b="b"/>
              <a:pathLst>
                <a:path w="2722" h="2528" extrusionOk="0">
                  <a:moveTo>
                    <a:pt x="1358" y="0"/>
                  </a:moveTo>
                  <a:cubicBezTo>
                    <a:pt x="738" y="0"/>
                    <a:pt x="199" y="440"/>
                    <a:pt x="104" y="1077"/>
                  </a:cubicBezTo>
                  <a:cubicBezTo>
                    <a:pt x="0" y="1763"/>
                    <a:pt x="478" y="2409"/>
                    <a:pt x="1167" y="2513"/>
                  </a:cubicBezTo>
                  <a:cubicBezTo>
                    <a:pt x="1232" y="2523"/>
                    <a:pt x="1297" y="2528"/>
                    <a:pt x="1360" y="2528"/>
                  </a:cubicBezTo>
                  <a:cubicBezTo>
                    <a:pt x="1973" y="2528"/>
                    <a:pt x="2508" y="2088"/>
                    <a:pt x="2603" y="1450"/>
                  </a:cubicBezTo>
                  <a:cubicBezTo>
                    <a:pt x="2721" y="761"/>
                    <a:pt x="2244" y="119"/>
                    <a:pt x="1555" y="15"/>
                  </a:cubicBezTo>
                  <a:cubicBezTo>
                    <a:pt x="1489" y="5"/>
                    <a:pt x="1423" y="0"/>
                    <a:pt x="13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7"/>
            <p:cNvSpPr/>
            <p:nvPr/>
          </p:nvSpPr>
          <p:spPr>
            <a:xfrm flipH="1">
              <a:off x="8003766" y="381721"/>
              <a:ext cx="100956" cy="103473"/>
            </a:xfrm>
            <a:custGeom>
              <a:avLst/>
              <a:gdLst/>
              <a:ahLst/>
              <a:cxnLst/>
              <a:rect l="l" t="t" r="r" b="b"/>
              <a:pathLst>
                <a:path w="2905" h="2765" extrusionOk="0">
                  <a:moveTo>
                    <a:pt x="1422" y="223"/>
                  </a:moveTo>
                  <a:cubicBezTo>
                    <a:pt x="1483" y="223"/>
                    <a:pt x="1526" y="223"/>
                    <a:pt x="1587" y="238"/>
                  </a:cubicBezTo>
                  <a:cubicBezTo>
                    <a:pt x="2229" y="342"/>
                    <a:pt x="2664" y="927"/>
                    <a:pt x="2560" y="1555"/>
                  </a:cubicBezTo>
                  <a:cubicBezTo>
                    <a:pt x="2478" y="2128"/>
                    <a:pt x="1972" y="2540"/>
                    <a:pt x="1407" y="2540"/>
                  </a:cubicBezTo>
                  <a:cubicBezTo>
                    <a:pt x="1353" y="2540"/>
                    <a:pt x="1298" y="2536"/>
                    <a:pt x="1242" y="2528"/>
                  </a:cubicBezTo>
                  <a:cubicBezTo>
                    <a:pt x="944" y="2481"/>
                    <a:pt x="675" y="2316"/>
                    <a:pt x="481" y="2061"/>
                  </a:cubicBezTo>
                  <a:cubicBezTo>
                    <a:pt x="302" y="1824"/>
                    <a:pt x="226" y="1508"/>
                    <a:pt x="270" y="1211"/>
                  </a:cubicBezTo>
                  <a:cubicBezTo>
                    <a:pt x="316" y="895"/>
                    <a:pt x="481" y="625"/>
                    <a:pt x="736" y="446"/>
                  </a:cubicBezTo>
                  <a:cubicBezTo>
                    <a:pt x="930" y="299"/>
                    <a:pt x="1167" y="223"/>
                    <a:pt x="1422" y="223"/>
                  </a:cubicBezTo>
                  <a:close/>
                  <a:moveTo>
                    <a:pt x="1430" y="1"/>
                  </a:moveTo>
                  <a:cubicBezTo>
                    <a:pt x="748" y="1"/>
                    <a:pt x="156" y="486"/>
                    <a:pt x="61" y="1182"/>
                  </a:cubicBezTo>
                  <a:cubicBezTo>
                    <a:pt x="0" y="1541"/>
                    <a:pt x="90" y="1900"/>
                    <a:pt x="302" y="2198"/>
                  </a:cubicBezTo>
                  <a:cubicBezTo>
                    <a:pt x="524" y="2496"/>
                    <a:pt x="840" y="2689"/>
                    <a:pt x="1214" y="2750"/>
                  </a:cubicBezTo>
                  <a:cubicBezTo>
                    <a:pt x="1275" y="2750"/>
                    <a:pt x="1346" y="2765"/>
                    <a:pt x="1422" y="2765"/>
                  </a:cubicBezTo>
                  <a:cubicBezTo>
                    <a:pt x="2082" y="2765"/>
                    <a:pt x="2678" y="2273"/>
                    <a:pt x="2782" y="1584"/>
                  </a:cubicBezTo>
                  <a:cubicBezTo>
                    <a:pt x="2904" y="837"/>
                    <a:pt x="2380" y="134"/>
                    <a:pt x="1634" y="15"/>
                  </a:cubicBezTo>
                  <a:cubicBezTo>
                    <a:pt x="1565" y="6"/>
                    <a:pt x="1497" y="1"/>
                    <a:pt x="1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" name="Google Shape;340;p17"/>
          <p:cNvGrpSpPr/>
          <p:nvPr/>
        </p:nvGrpSpPr>
        <p:grpSpPr>
          <a:xfrm>
            <a:off x="8180652" y="1154684"/>
            <a:ext cx="49453" cy="51868"/>
            <a:chOff x="8108302" y="1196184"/>
            <a:chExt cx="49453" cy="51868"/>
          </a:xfrm>
        </p:grpSpPr>
        <p:sp>
          <p:nvSpPr>
            <p:cNvPr id="341" name="Google Shape;341;p17"/>
            <p:cNvSpPr/>
            <p:nvPr/>
          </p:nvSpPr>
          <p:spPr>
            <a:xfrm flipH="1">
              <a:off x="8110318" y="1200488"/>
              <a:ext cx="45804" cy="43522"/>
            </a:xfrm>
            <a:custGeom>
              <a:avLst/>
              <a:gdLst/>
              <a:ahLst/>
              <a:cxnLst/>
              <a:rect l="l" t="t" r="r" b="b"/>
              <a:pathLst>
                <a:path w="1318" h="1163" extrusionOk="0">
                  <a:moveTo>
                    <a:pt x="651" y="1"/>
                  </a:moveTo>
                  <a:cubicBezTo>
                    <a:pt x="535" y="1"/>
                    <a:pt x="417" y="34"/>
                    <a:pt x="313" y="104"/>
                  </a:cubicBezTo>
                  <a:cubicBezTo>
                    <a:pt x="61" y="301"/>
                    <a:pt x="0" y="660"/>
                    <a:pt x="194" y="929"/>
                  </a:cubicBezTo>
                  <a:cubicBezTo>
                    <a:pt x="310" y="1080"/>
                    <a:pt x="486" y="1162"/>
                    <a:pt x="663" y="1162"/>
                  </a:cubicBezTo>
                  <a:cubicBezTo>
                    <a:pt x="781" y="1162"/>
                    <a:pt x="900" y="1126"/>
                    <a:pt x="1002" y="1048"/>
                  </a:cubicBezTo>
                  <a:cubicBezTo>
                    <a:pt x="1257" y="854"/>
                    <a:pt x="1318" y="495"/>
                    <a:pt x="1120" y="240"/>
                  </a:cubicBezTo>
                  <a:cubicBezTo>
                    <a:pt x="1010" y="84"/>
                    <a:pt x="833" y="1"/>
                    <a:pt x="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7"/>
            <p:cNvSpPr/>
            <p:nvPr/>
          </p:nvSpPr>
          <p:spPr>
            <a:xfrm flipH="1">
              <a:off x="8108302" y="1196184"/>
              <a:ext cx="49453" cy="51868"/>
            </a:xfrm>
            <a:custGeom>
              <a:avLst/>
              <a:gdLst/>
              <a:ahLst/>
              <a:cxnLst/>
              <a:rect l="l" t="t" r="r" b="b"/>
              <a:pathLst>
                <a:path w="1423" h="1386" extrusionOk="0">
                  <a:moveTo>
                    <a:pt x="704" y="219"/>
                  </a:moveTo>
                  <a:cubicBezTo>
                    <a:pt x="855" y="219"/>
                    <a:pt x="988" y="294"/>
                    <a:pt x="1078" y="416"/>
                  </a:cubicBezTo>
                  <a:cubicBezTo>
                    <a:pt x="1153" y="520"/>
                    <a:pt x="1185" y="639"/>
                    <a:pt x="1167" y="757"/>
                  </a:cubicBezTo>
                  <a:cubicBezTo>
                    <a:pt x="1153" y="894"/>
                    <a:pt x="1078" y="998"/>
                    <a:pt x="988" y="1073"/>
                  </a:cubicBezTo>
                  <a:cubicBezTo>
                    <a:pt x="901" y="1136"/>
                    <a:pt x="804" y="1166"/>
                    <a:pt x="695" y="1166"/>
                  </a:cubicBezTo>
                  <a:cubicBezTo>
                    <a:pt x="674" y="1166"/>
                    <a:pt x="652" y="1165"/>
                    <a:pt x="629" y="1163"/>
                  </a:cubicBezTo>
                  <a:cubicBezTo>
                    <a:pt x="511" y="1134"/>
                    <a:pt x="406" y="1073"/>
                    <a:pt x="331" y="969"/>
                  </a:cubicBezTo>
                  <a:cubicBezTo>
                    <a:pt x="256" y="865"/>
                    <a:pt x="227" y="743"/>
                    <a:pt x="241" y="625"/>
                  </a:cubicBezTo>
                  <a:cubicBezTo>
                    <a:pt x="256" y="506"/>
                    <a:pt x="331" y="384"/>
                    <a:pt x="435" y="309"/>
                  </a:cubicBezTo>
                  <a:cubicBezTo>
                    <a:pt x="511" y="251"/>
                    <a:pt x="615" y="219"/>
                    <a:pt x="704" y="219"/>
                  </a:cubicBezTo>
                  <a:close/>
                  <a:moveTo>
                    <a:pt x="696" y="0"/>
                  </a:moveTo>
                  <a:cubicBezTo>
                    <a:pt x="558" y="0"/>
                    <a:pt x="419" y="42"/>
                    <a:pt x="302" y="129"/>
                  </a:cubicBezTo>
                  <a:cubicBezTo>
                    <a:pt x="152" y="251"/>
                    <a:pt x="47" y="416"/>
                    <a:pt x="33" y="596"/>
                  </a:cubicBezTo>
                  <a:cubicBezTo>
                    <a:pt x="1" y="775"/>
                    <a:pt x="47" y="955"/>
                    <a:pt x="152" y="1102"/>
                  </a:cubicBezTo>
                  <a:cubicBezTo>
                    <a:pt x="288" y="1281"/>
                    <a:pt x="496" y="1385"/>
                    <a:pt x="704" y="1385"/>
                  </a:cubicBezTo>
                  <a:cubicBezTo>
                    <a:pt x="855" y="1385"/>
                    <a:pt x="988" y="1342"/>
                    <a:pt x="1110" y="1253"/>
                  </a:cubicBezTo>
                  <a:cubicBezTo>
                    <a:pt x="1257" y="1149"/>
                    <a:pt x="1365" y="983"/>
                    <a:pt x="1394" y="804"/>
                  </a:cubicBezTo>
                  <a:cubicBezTo>
                    <a:pt x="1422" y="625"/>
                    <a:pt x="1379" y="431"/>
                    <a:pt x="1257" y="280"/>
                  </a:cubicBezTo>
                  <a:cubicBezTo>
                    <a:pt x="1122" y="99"/>
                    <a:pt x="909" y="0"/>
                    <a:pt x="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3" name="Google Shape;343;p17"/>
          <p:cNvSpPr txBox="1">
            <a:spLocks noGrp="1"/>
          </p:cNvSpPr>
          <p:nvPr>
            <p:ph type="subTitle" idx="1"/>
          </p:nvPr>
        </p:nvSpPr>
        <p:spPr>
          <a:xfrm>
            <a:off x="720000" y="2764536"/>
            <a:ext cx="2336400" cy="41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4" name="Google Shape;344;p17"/>
          <p:cNvSpPr txBox="1">
            <a:spLocks noGrp="1"/>
          </p:cNvSpPr>
          <p:nvPr>
            <p:ph type="subTitle" idx="2"/>
          </p:nvPr>
        </p:nvSpPr>
        <p:spPr>
          <a:xfrm>
            <a:off x="720000" y="3086060"/>
            <a:ext cx="2336400" cy="8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7"/>
          <p:cNvSpPr txBox="1">
            <a:spLocks noGrp="1"/>
          </p:cNvSpPr>
          <p:nvPr>
            <p:ph type="subTitle" idx="3"/>
          </p:nvPr>
        </p:nvSpPr>
        <p:spPr>
          <a:xfrm>
            <a:off x="3403800" y="3086060"/>
            <a:ext cx="2336400" cy="8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7"/>
          <p:cNvSpPr txBox="1">
            <a:spLocks noGrp="1"/>
          </p:cNvSpPr>
          <p:nvPr>
            <p:ph type="subTitle" idx="4"/>
          </p:nvPr>
        </p:nvSpPr>
        <p:spPr>
          <a:xfrm>
            <a:off x="6087600" y="3086060"/>
            <a:ext cx="2336400" cy="8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7"/>
          <p:cNvSpPr txBox="1">
            <a:spLocks noGrp="1"/>
          </p:cNvSpPr>
          <p:nvPr>
            <p:ph type="subTitle" idx="5"/>
          </p:nvPr>
        </p:nvSpPr>
        <p:spPr>
          <a:xfrm>
            <a:off x="3403800" y="2764536"/>
            <a:ext cx="2336400" cy="41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9" name="Google Shape;349;p17"/>
          <p:cNvSpPr txBox="1">
            <a:spLocks noGrp="1"/>
          </p:cNvSpPr>
          <p:nvPr>
            <p:ph type="subTitle" idx="6"/>
          </p:nvPr>
        </p:nvSpPr>
        <p:spPr>
          <a:xfrm>
            <a:off x="6087600" y="2764536"/>
            <a:ext cx="2336400" cy="41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50" name="Google Shape;350;p17"/>
          <p:cNvGrpSpPr/>
          <p:nvPr/>
        </p:nvGrpSpPr>
        <p:grpSpPr>
          <a:xfrm>
            <a:off x="8180648" y="278168"/>
            <a:ext cx="392704" cy="405080"/>
            <a:chOff x="-4011463" y="4778467"/>
            <a:chExt cx="925316" cy="954701"/>
          </a:xfrm>
        </p:grpSpPr>
        <p:sp>
          <p:nvSpPr>
            <p:cNvPr id="351" name="Google Shape;351;p17"/>
            <p:cNvSpPr/>
            <p:nvPr/>
          </p:nvSpPr>
          <p:spPr>
            <a:xfrm>
              <a:off x="-3999935" y="4824671"/>
              <a:ext cx="910482" cy="902356"/>
            </a:xfrm>
            <a:custGeom>
              <a:avLst/>
              <a:gdLst/>
              <a:ahLst/>
              <a:cxnLst/>
              <a:rect l="l" t="t" r="r" b="b"/>
              <a:pathLst>
                <a:path w="9636" h="9550" extrusionOk="0">
                  <a:moveTo>
                    <a:pt x="4821" y="2671"/>
                  </a:moveTo>
                  <a:cubicBezTo>
                    <a:pt x="5062" y="2671"/>
                    <a:pt x="5307" y="2712"/>
                    <a:pt x="5546" y="2799"/>
                  </a:cubicBezTo>
                  <a:cubicBezTo>
                    <a:pt x="6654" y="3200"/>
                    <a:pt x="7222" y="4418"/>
                    <a:pt x="6822" y="5526"/>
                  </a:cubicBezTo>
                  <a:cubicBezTo>
                    <a:pt x="6508" y="6389"/>
                    <a:pt x="5688" y="6929"/>
                    <a:pt x="4818" y="6929"/>
                  </a:cubicBezTo>
                  <a:cubicBezTo>
                    <a:pt x="4578" y="6929"/>
                    <a:pt x="4334" y="6888"/>
                    <a:pt x="4096" y="6801"/>
                  </a:cubicBezTo>
                  <a:cubicBezTo>
                    <a:pt x="2988" y="6396"/>
                    <a:pt x="2419" y="5178"/>
                    <a:pt x="2820" y="4075"/>
                  </a:cubicBezTo>
                  <a:cubicBezTo>
                    <a:pt x="3133" y="3208"/>
                    <a:pt x="3952" y="2671"/>
                    <a:pt x="4821" y="2671"/>
                  </a:cubicBezTo>
                  <a:close/>
                  <a:moveTo>
                    <a:pt x="6052" y="0"/>
                  </a:moveTo>
                  <a:cubicBezTo>
                    <a:pt x="5920" y="0"/>
                    <a:pt x="5794" y="82"/>
                    <a:pt x="5749" y="218"/>
                  </a:cubicBezTo>
                  <a:lnTo>
                    <a:pt x="5419" y="1117"/>
                  </a:lnTo>
                  <a:cubicBezTo>
                    <a:pt x="5219" y="1084"/>
                    <a:pt x="5018" y="1067"/>
                    <a:pt x="4819" y="1067"/>
                  </a:cubicBezTo>
                  <a:cubicBezTo>
                    <a:pt x="4503" y="1067"/>
                    <a:pt x="4190" y="1108"/>
                    <a:pt x="3888" y="1187"/>
                  </a:cubicBezTo>
                  <a:lnTo>
                    <a:pt x="3481" y="316"/>
                  </a:lnTo>
                  <a:cubicBezTo>
                    <a:pt x="3427" y="199"/>
                    <a:pt x="3312" y="127"/>
                    <a:pt x="3188" y="127"/>
                  </a:cubicBezTo>
                  <a:cubicBezTo>
                    <a:pt x="3141" y="127"/>
                    <a:pt x="3092" y="138"/>
                    <a:pt x="3045" y="161"/>
                  </a:cubicBezTo>
                  <a:lnTo>
                    <a:pt x="2408" y="456"/>
                  </a:lnTo>
                  <a:cubicBezTo>
                    <a:pt x="2245" y="531"/>
                    <a:pt x="2175" y="729"/>
                    <a:pt x="2252" y="891"/>
                  </a:cubicBezTo>
                  <a:lnTo>
                    <a:pt x="2657" y="1762"/>
                  </a:lnTo>
                  <a:cubicBezTo>
                    <a:pt x="2245" y="2057"/>
                    <a:pt x="1891" y="2440"/>
                    <a:pt x="1625" y="2892"/>
                  </a:cubicBezTo>
                  <a:lnTo>
                    <a:pt x="720" y="2562"/>
                  </a:lnTo>
                  <a:cubicBezTo>
                    <a:pt x="685" y="2550"/>
                    <a:pt x="648" y="2544"/>
                    <a:pt x="612" y="2544"/>
                  </a:cubicBezTo>
                  <a:cubicBezTo>
                    <a:pt x="477" y="2544"/>
                    <a:pt x="348" y="2626"/>
                    <a:pt x="303" y="2758"/>
                  </a:cubicBezTo>
                  <a:lnTo>
                    <a:pt x="59" y="3420"/>
                  </a:lnTo>
                  <a:cubicBezTo>
                    <a:pt x="1" y="3594"/>
                    <a:pt x="87" y="3780"/>
                    <a:pt x="255" y="3843"/>
                  </a:cubicBezTo>
                  <a:lnTo>
                    <a:pt x="1160" y="4169"/>
                  </a:lnTo>
                  <a:cubicBezTo>
                    <a:pt x="1074" y="4691"/>
                    <a:pt x="1103" y="5213"/>
                    <a:pt x="1224" y="5700"/>
                  </a:cubicBezTo>
                  <a:lnTo>
                    <a:pt x="360" y="6105"/>
                  </a:lnTo>
                  <a:cubicBezTo>
                    <a:pt x="191" y="6182"/>
                    <a:pt x="122" y="6378"/>
                    <a:pt x="198" y="6541"/>
                  </a:cubicBezTo>
                  <a:lnTo>
                    <a:pt x="499" y="7179"/>
                  </a:lnTo>
                  <a:cubicBezTo>
                    <a:pt x="554" y="7301"/>
                    <a:pt x="674" y="7372"/>
                    <a:pt x="798" y="7372"/>
                  </a:cubicBezTo>
                  <a:cubicBezTo>
                    <a:pt x="844" y="7372"/>
                    <a:pt x="891" y="7362"/>
                    <a:pt x="935" y="7341"/>
                  </a:cubicBezTo>
                  <a:lnTo>
                    <a:pt x="1805" y="6935"/>
                  </a:lnTo>
                  <a:cubicBezTo>
                    <a:pt x="2100" y="7347"/>
                    <a:pt x="2477" y="7701"/>
                    <a:pt x="2935" y="7968"/>
                  </a:cubicBezTo>
                  <a:lnTo>
                    <a:pt x="2605" y="8867"/>
                  </a:lnTo>
                  <a:cubicBezTo>
                    <a:pt x="2547" y="9041"/>
                    <a:pt x="2635" y="9227"/>
                    <a:pt x="2802" y="9291"/>
                  </a:cubicBezTo>
                  <a:lnTo>
                    <a:pt x="3463" y="9529"/>
                  </a:lnTo>
                  <a:cubicBezTo>
                    <a:pt x="3500" y="9543"/>
                    <a:pt x="3539" y="9550"/>
                    <a:pt x="3577" y="9550"/>
                  </a:cubicBezTo>
                  <a:cubicBezTo>
                    <a:pt x="3710" y="9550"/>
                    <a:pt x="3838" y="9466"/>
                    <a:pt x="3888" y="9331"/>
                  </a:cubicBezTo>
                  <a:lnTo>
                    <a:pt x="4212" y="8432"/>
                  </a:lnTo>
                  <a:cubicBezTo>
                    <a:pt x="4414" y="8465"/>
                    <a:pt x="4615" y="8482"/>
                    <a:pt x="4814" y="8482"/>
                  </a:cubicBezTo>
                  <a:cubicBezTo>
                    <a:pt x="5130" y="8482"/>
                    <a:pt x="5441" y="8441"/>
                    <a:pt x="5743" y="8362"/>
                  </a:cubicBezTo>
                  <a:lnTo>
                    <a:pt x="6150" y="9232"/>
                  </a:lnTo>
                  <a:cubicBezTo>
                    <a:pt x="6205" y="9351"/>
                    <a:pt x="6323" y="9420"/>
                    <a:pt x="6447" y="9420"/>
                  </a:cubicBezTo>
                  <a:cubicBezTo>
                    <a:pt x="6493" y="9420"/>
                    <a:pt x="6540" y="9410"/>
                    <a:pt x="6584" y="9389"/>
                  </a:cubicBezTo>
                  <a:lnTo>
                    <a:pt x="7222" y="9093"/>
                  </a:lnTo>
                  <a:cubicBezTo>
                    <a:pt x="7385" y="9018"/>
                    <a:pt x="7460" y="8820"/>
                    <a:pt x="7379" y="8658"/>
                  </a:cubicBezTo>
                  <a:lnTo>
                    <a:pt x="6973" y="7788"/>
                  </a:lnTo>
                  <a:cubicBezTo>
                    <a:pt x="7385" y="7492"/>
                    <a:pt x="7744" y="7109"/>
                    <a:pt x="8011" y="6657"/>
                  </a:cubicBezTo>
                  <a:lnTo>
                    <a:pt x="8911" y="6982"/>
                  </a:lnTo>
                  <a:cubicBezTo>
                    <a:pt x="8948" y="6996"/>
                    <a:pt x="8986" y="7003"/>
                    <a:pt x="9024" y="7003"/>
                  </a:cubicBezTo>
                  <a:cubicBezTo>
                    <a:pt x="9157" y="7003"/>
                    <a:pt x="9283" y="6921"/>
                    <a:pt x="9328" y="6790"/>
                  </a:cubicBezTo>
                  <a:lnTo>
                    <a:pt x="9572" y="6123"/>
                  </a:lnTo>
                  <a:cubicBezTo>
                    <a:pt x="9636" y="5955"/>
                    <a:pt x="9543" y="5770"/>
                    <a:pt x="9374" y="5706"/>
                  </a:cubicBezTo>
                  <a:lnTo>
                    <a:pt x="8475" y="5381"/>
                  </a:lnTo>
                  <a:cubicBezTo>
                    <a:pt x="8557" y="4859"/>
                    <a:pt x="8533" y="4337"/>
                    <a:pt x="8405" y="3850"/>
                  </a:cubicBezTo>
                  <a:lnTo>
                    <a:pt x="9275" y="3443"/>
                  </a:lnTo>
                  <a:cubicBezTo>
                    <a:pt x="9438" y="3363"/>
                    <a:pt x="9508" y="3170"/>
                    <a:pt x="9433" y="3008"/>
                  </a:cubicBezTo>
                  <a:lnTo>
                    <a:pt x="9136" y="2370"/>
                  </a:lnTo>
                  <a:cubicBezTo>
                    <a:pt x="9077" y="2247"/>
                    <a:pt x="8960" y="2177"/>
                    <a:pt x="8836" y="2177"/>
                  </a:cubicBezTo>
                  <a:cubicBezTo>
                    <a:pt x="8789" y="2177"/>
                    <a:pt x="8742" y="2187"/>
                    <a:pt x="8696" y="2207"/>
                  </a:cubicBezTo>
                  <a:lnTo>
                    <a:pt x="7832" y="2614"/>
                  </a:lnTo>
                  <a:cubicBezTo>
                    <a:pt x="7535" y="2202"/>
                    <a:pt x="7152" y="1848"/>
                    <a:pt x="6700" y="1581"/>
                  </a:cubicBezTo>
                  <a:lnTo>
                    <a:pt x="7026" y="683"/>
                  </a:lnTo>
                  <a:cubicBezTo>
                    <a:pt x="7090" y="509"/>
                    <a:pt x="7002" y="322"/>
                    <a:pt x="6828" y="258"/>
                  </a:cubicBezTo>
                  <a:lnTo>
                    <a:pt x="6167" y="21"/>
                  </a:lnTo>
                  <a:cubicBezTo>
                    <a:pt x="6129" y="7"/>
                    <a:pt x="6090" y="0"/>
                    <a:pt x="60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-4003242" y="4818435"/>
              <a:ext cx="917096" cy="914733"/>
            </a:xfrm>
            <a:custGeom>
              <a:avLst/>
              <a:gdLst/>
              <a:ahLst/>
              <a:cxnLst/>
              <a:rect l="l" t="t" r="r" b="b"/>
              <a:pathLst>
                <a:path w="9706" h="9681" extrusionOk="0">
                  <a:moveTo>
                    <a:pt x="4855" y="2800"/>
                  </a:moveTo>
                  <a:cubicBezTo>
                    <a:pt x="5092" y="2800"/>
                    <a:pt x="5330" y="2841"/>
                    <a:pt x="5558" y="2923"/>
                  </a:cubicBezTo>
                  <a:cubicBezTo>
                    <a:pt x="6630" y="3312"/>
                    <a:pt x="7182" y="4501"/>
                    <a:pt x="6793" y="5568"/>
                  </a:cubicBezTo>
                  <a:cubicBezTo>
                    <a:pt x="6489" y="6405"/>
                    <a:pt x="5696" y="6928"/>
                    <a:pt x="4853" y="6928"/>
                  </a:cubicBezTo>
                  <a:cubicBezTo>
                    <a:pt x="4621" y="6928"/>
                    <a:pt x="4385" y="6889"/>
                    <a:pt x="4154" y="6805"/>
                  </a:cubicBezTo>
                  <a:cubicBezTo>
                    <a:pt x="3080" y="6415"/>
                    <a:pt x="2530" y="5231"/>
                    <a:pt x="2919" y="4160"/>
                  </a:cubicBezTo>
                  <a:cubicBezTo>
                    <a:pt x="3104" y="3643"/>
                    <a:pt x="3481" y="3231"/>
                    <a:pt x="3980" y="2998"/>
                  </a:cubicBezTo>
                  <a:cubicBezTo>
                    <a:pt x="4258" y="2866"/>
                    <a:pt x="4557" y="2800"/>
                    <a:pt x="4855" y="2800"/>
                  </a:cubicBezTo>
                  <a:close/>
                  <a:moveTo>
                    <a:pt x="4852" y="2670"/>
                  </a:moveTo>
                  <a:cubicBezTo>
                    <a:pt x="4536" y="2670"/>
                    <a:pt x="4221" y="2739"/>
                    <a:pt x="3928" y="2877"/>
                  </a:cubicBezTo>
                  <a:cubicBezTo>
                    <a:pt x="3394" y="3126"/>
                    <a:pt x="2994" y="3568"/>
                    <a:pt x="2796" y="4118"/>
                  </a:cubicBezTo>
                  <a:cubicBezTo>
                    <a:pt x="2384" y="5255"/>
                    <a:pt x="2970" y="6514"/>
                    <a:pt x="4108" y="6926"/>
                  </a:cubicBezTo>
                  <a:cubicBezTo>
                    <a:pt x="4351" y="7013"/>
                    <a:pt x="4606" y="7059"/>
                    <a:pt x="4855" y="7059"/>
                  </a:cubicBezTo>
                  <a:cubicBezTo>
                    <a:pt x="5749" y="7059"/>
                    <a:pt x="6596" y="6503"/>
                    <a:pt x="6916" y="5614"/>
                  </a:cubicBezTo>
                  <a:cubicBezTo>
                    <a:pt x="7327" y="4478"/>
                    <a:pt x="6742" y="3220"/>
                    <a:pt x="5604" y="2802"/>
                  </a:cubicBezTo>
                  <a:cubicBezTo>
                    <a:pt x="5359" y="2714"/>
                    <a:pt x="5105" y="2670"/>
                    <a:pt x="4852" y="2670"/>
                  </a:cubicBezTo>
                  <a:close/>
                  <a:moveTo>
                    <a:pt x="6098" y="131"/>
                  </a:moveTo>
                  <a:cubicBezTo>
                    <a:pt x="6125" y="131"/>
                    <a:pt x="6152" y="135"/>
                    <a:pt x="6178" y="144"/>
                  </a:cubicBezTo>
                  <a:lnTo>
                    <a:pt x="6839" y="388"/>
                  </a:lnTo>
                  <a:cubicBezTo>
                    <a:pt x="6978" y="435"/>
                    <a:pt x="7048" y="586"/>
                    <a:pt x="7002" y="725"/>
                  </a:cubicBezTo>
                  <a:lnTo>
                    <a:pt x="6672" y="1624"/>
                  </a:lnTo>
                  <a:cubicBezTo>
                    <a:pt x="6660" y="1654"/>
                    <a:pt x="6672" y="1688"/>
                    <a:pt x="6700" y="1705"/>
                  </a:cubicBezTo>
                  <a:cubicBezTo>
                    <a:pt x="7141" y="1960"/>
                    <a:pt x="7513" y="2302"/>
                    <a:pt x="7808" y="2720"/>
                  </a:cubicBezTo>
                  <a:cubicBezTo>
                    <a:pt x="7824" y="2736"/>
                    <a:pt x="7842" y="2746"/>
                    <a:pt x="7862" y="2746"/>
                  </a:cubicBezTo>
                  <a:cubicBezTo>
                    <a:pt x="7871" y="2746"/>
                    <a:pt x="7881" y="2744"/>
                    <a:pt x="7890" y="2738"/>
                  </a:cubicBezTo>
                  <a:lnTo>
                    <a:pt x="8760" y="2332"/>
                  </a:lnTo>
                  <a:cubicBezTo>
                    <a:pt x="8795" y="2316"/>
                    <a:pt x="8832" y="2309"/>
                    <a:pt x="8868" y="2309"/>
                  </a:cubicBezTo>
                  <a:cubicBezTo>
                    <a:pt x="8969" y="2309"/>
                    <a:pt x="9065" y="2365"/>
                    <a:pt x="9109" y="2460"/>
                  </a:cubicBezTo>
                  <a:lnTo>
                    <a:pt x="9409" y="3097"/>
                  </a:lnTo>
                  <a:cubicBezTo>
                    <a:pt x="9468" y="3231"/>
                    <a:pt x="9415" y="3387"/>
                    <a:pt x="9283" y="3451"/>
                  </a:cubicBezTo>
                  <a:lnTo>
                    <a:pt x="8412" y="3857"/>
                  </a:lnTo>
                  <a:cubicBezTo>
                    <a:pt x="8383" y="3869"/>
                    <a:pt x="8371" y="3898"/>
                    <a:pt x="8378" y="3933"/>
                  </a:cubicBezTo>
                  <a:cubicBezTo>
                    <a:pt x="8504" y="4425"/>
                    <a:pt x="8528" y="4931"/>
                    <a:pt x="8440" y="5435"/>
                  </a:cubicBezTo>
                  <a:cubicBezTo>
                    <a:pt x="8440" y="5464"/>
                    <a:pt x="8458" y="5493"/>
                    <a:pt x="8488" y="5504"/>
                  </a:cubicBezTo>
                  <a:lnTo>
                    <a:pt x="9387" y="5836"/>
                  </a:lnTo>
                  <a:cubicBezTo>
                    <a:pt x="9457" y="5858"/>
                    <a:pt x="9508" y="5905"/>
                    <a:pt x="9537" y="5969"/>
                  </a:cubicBezTo>
                  <a:cubicBezTo>
                    <a:pt x="9567" y="6032"/>
                    <a:pt x="9567" y="6102"/>
                    <a:pt x="9543" y="6171"/>
                  </a:cubicBezTo>
                  <a:lnTo>
                    <a:pt x="9305" y="6833"/>
                  </a:lnTo>
                  <a:cubicBezTo>
                    <a:pt x="9283" y="6897"/>
                    <a:pt x="9230" y="6949"/>
                    <a:pt x="9166" y="6979"/>
                  </a:cubicBezTo>
                  <a:cubicBezTo>
                    <a:pt x="9132" y="6995"/>
                    <a:pt x="9092" y="7004"/>
                    <a:pt x="9052" y="7004"/>
                  </a:cubicBezTo>
                  <a:cubicBezTo>
                    <a:pt x="9023" y="7004"/>
                    <a:pt x="8995" y="7000"/>
                    <a:pt x="8969" y="6990"/>
                  </a:cubicBezTo>
                  <a:lnTo>
                    <a:pt x="8064" y="6658"/>
                  </a:lnTo>
                  <a:cubicBezTo>
                    <a:pt x="8060" y="6658"/>
                    <a:pt x="8055" y="6657"/>
                    <a:pt x="8050" y="6657"/>
                  </a:cubicBezTo>
                  <a:cubicBezTo>
                    <a:pt x="8026" y="6657"/>
                    <a:pt x="8003" y="6669"/>
                    <a:pt x="7988" y="6688"/>
                  </a:cubicBezTo>
                  <a:cubicBezTo>
                    <a:pt x="7727" y="7129"/>
                    <a:pt x="7385" y="7506"/>
                    <a:pt x="6973" y="7801"/>
                  </a:cubicBezTo>
                  <a:cubicBezTo>
                    <a:pt x="6944" y="7820"/>
                    <a:pt x="6938" y="7854"/>
                    <a:pt x="6951" y="7884"/>
                  </a:cubicBezTo>
                  <a:lnTo>
                    <a:pt x="7356" y="8747"/>
                  </a:lnTo>
                  <a:cubicBezTo>
                    <a:pt x="7385" y="8811"/>
                    <a:pt x="7391" y="8886"/>
                    <a:pt x="7368" y="8950"/>
                  </a:cubicBezTo>
                  <a:cubicBezTo>
                    <a:pt x="7345" y="9014"/>
                    <a:pt x="7292" y="9073"/>
                    <a:pt x="7229" y="9102"/>
                  </a:cubicBezTo>
                  <a:lnTo>
                    <a:pt x="6590" y="9397"/>
                  </a:lnTo>
                  <a:cubicBezTo>
                    <a:pt x="6553" y="9414"/>
                    <a:pt x="6514" y="9423"/>
                    <a:pt x="6476" y="9423"/>
                  </a:cubicBezTo>
                  <a:cubicBezTo>
                    <a:pt x="6448" y="9423"/>
                    <a:pt x="6420" y="9418"/>
                    <a:pt x="6394" y="9408"/>
                  </a:cubicBezTo>
                  <a:cubicBezTo>
                    <a:pt x="6324" y="9386"/>
                    <a:pt x="6271" y="9333"/>
                    <a:pt x="6242" y="9269"/>
                  </a:cubicBezTo>
                  <a:lnTo>
                    <a:pt x="5837" y="8399"/>
                  </a:lnTo>
                  <a:cubicBezTo>
                    <a:pt x="5826" y="8379"/>
                    <a:pt x="5798" y="8363"/>
                    <a:pt x="5771" y="8363"/>
                  </a:cubicBezTo>
                  <a:cubicBezTo>
                    <a:pt x="5768" y="8363"/>
                    <a:pt x="5764" y="8363"/>
                    <a:pt x="5760" y="8364"/>
                  </a:cubicBezTo>
                  <a:cubicBezTo>
                    <a:pt x="5459" y="8442"/>
                    <a:pt x="5154" y="8481"/>
                    <a:pt x="4847" y="8481"/>
                  </a:cubicBezTo>
                  <a:cubicBezTo>
                    <a:pt x="4651" y="8481"/>
                    <a:pt x="4455" y="8465"/>
                    <a:pt x="4258" y="8434"/>
                  </a:cubicBezTo>
                  <a:cubicBezTo>
                    <a:pt x="4255" y="8433"/>
                    <a:pt x="4251" y="8433"/>
                    <a:pt x="4247" y="8433"/>
                  </a:cubicBezTo>
                  <a:cubicBezTo>
                    <a:pt x="4221" y="8433"/>
                    <a:pt x="4193" y="8450"/>
                    <a:pt x="4189" y="8475"/>
                  </a:cubicBezTo>
                  <a:lnTo>
                    <a:pt x="3859" y="9380"/>
                  </a:lnTo>
                  <a:cubicBezTo>
                    <a:pt x="3835" y="9443"/>
                    <a:pt x="3789" y="9496"/>
                    <a:pt x="3725" y="9525"/>
                  </a:cubicBezTo>
                  <a:cubicBezTo>
                    <a:pt x="3688" y="9542"/>
                    <a:pt x="3647" y="9551"/>
                    <a:pt x="3607" y="9551"/>
                  </a:cubicBezTo>
                  <a:cubicBezTo>
                    <a:pt x="3578" y="9551"/>
                    <a:pt x="3549" y="9546"/>
                    <a:pt x="3522" y="9536"/>
                  </a:cubicBezTo>
                  <a:lnTo>
                    <a:pt x="2860" y="9293"/>
                  </a:lnTo>
                  <a:cubicBezTo>
                    <a:pt x="2721" y="9247"/>
                    <a:pt x="2652" y="9095"/>
                    <a:pt x="2704" y="8956"/>
                  </a:cubicBezTo>
                  <a:lnTo>
                    <a:pt x="3029" y="8058"/>
                  </a:lnTo>
                  <a:cubicBezTo>
                    <a:pt x="3040" y="8028"/>
                    <a:pt x="3029" y="7994"/>
                    <a:pt x="3000" y="7975"/>
                  </a:cubicBezTo>
                  <a:cubicBezTo>
                    <a:pt x="2558" y="7721"/>
                    <a:pt x="2188" y="7378"/>
                    <a:pt x="1891" y="6961"/>
                  </a:cubicBezTo>
                  <a:cubicBezTo>
                    <a:pt x="1880" y="6944"/>
                    <a:pt x="1857" y="6931"/>
                    <a:pt x="1840" y="6931"/>
                  </a:cubicBezTo>
                  <a:cubicBezTo>
                    <a:pt x="1827" y="6931"/>
                    <a:pt x="1822" y="6937"/>
                    <a:pt x="1811" y="6937"/>
                  </a:cubicBezTo>
                  <a:lnTo>
                    <a:pt x="941" y="7343"/>
                  </a:lnTo>
                  <a:cubicBezTo>
                    <a:pt x="905" y="7361"/>
                    <a:pt x="867" y="7370"/>
                    <a:pt x="829" y="7370"/>
                  </a:cubicBezTo>
                  <a:cubicBezTo>
                    <a:pt x="730" y="7370"/>
                    <a:pt x="635" y="7314"/>
                    <a:pt x="592" y="7222"/>
                  </a:cubicBezTo>
                  <a:lnTo>
                    <a:pt x="290" y="6583"/>
                  </a:lnTo>
                  <a:cubicBezTo>
                    <a:pt x="261" y="6519"/>
                    <a:pt x="261" y="6444"/>
                    <a:pt x="285" y="6380"/>
                  </a:cubicBezTo>
                  <a:cubicBezTo>
                    <a:pt x="308" y="6317"/>
                    <a:pt x="354" y="6259"/>
                    <a:pt x="418" y="6230"/>
                  </a:cubicBezTo>
                  <a:lnTo>
                    <a:pt x="1289" y="5823"/>
                  </a:lnTo>
                  <a:cubicBezTo>
                    <a:pt x="1318" y="5812"/>
                    <a:pt x="1335" y="5783"/>
                    <a:pt x="1323" y="5748"/>
                  </a:cubicBezTo>
                  <a:cubicBezTo>
                    <a:pt x="1195" y="5255"/>
                    <a:pt x="1173" y="4751"/>
                    <a:pt x="1259" y="4246"/>
                  </a:cubicBezTo>
                  <a:cubicBezTo>
                    <a:pt x="1265" y="4217"/>
                    <a:pt x="1248" y="4187"/>
                    <a:pt x="1219" y="4176"/>
                  </a:cubicBezTo>
                  <a:lnTo>
                    <a:pt x="314" y="3846"/>
                  </a:lnTo>
                  <a:cubicBezTo>
                    <a:pt x="250" y="3823"/>
                    <a:pt x="198" y="3777"/>
                    <a:pt x="164" y="3713"/>
                  </a:cubicBezTo>
                  <a:cubicBezTo>
                    <a:pt x="134" y="3649"/>
                    <a:pt x="134" y="3579"/>
                    <a:pt x="157" y="3509"/>
                  </a:cubicBezTo>
                  <a:lnTo>
                    <a:pt x="395" y="2848"/>
                  </a:lnTo>
                  <a:cubicBezTo>
                    <a:pt x="418" y="2784"/>
                    <a:pt x="470" y="2733"/>
                    <a:pt x="534" y="2703"/>
                  </a:cubicBezTo>
                  <a:cubicBezTo>
                    <a:pt x="570" y="2684"/>
                    <a:pt x="607" y="2675"/>
                    <a:pt x="644" y="2675"/>
                  </a:cubicBezTo>
                  <a:cubicBezTo>
                    <a:pt x="674" y="2675"/>
                    <a:pt x="703" y="2681"/>
                    <a:pt x="732" y="2691"/>
                  </a:cubicBezTo>
                  <a:lnTo>
                    <a:pt x="1637" y="3017"/>
                  </a:lnTo>
                  <a:cubicBezTo>
                    <a:pt x="1644" y="3019"/>
                    <a:pt x="1653" y="3021"/>
                    <a:pt x="1661" y="3021"/>
                  </a:cubicBezTo>
                  <a:cubicBezTo>
                    <a:pt x="1683" y="3021"/>
                    <a:pt x="1704" y="3010"/>
                    <a:pt x="1712" y="2993"/>
                  </a:cubicBezTo>
                  <a:cubicBezTo>
                    <a:pt x="1974" y="2552"/>
                    <a:pt x="2315" y="2176"/>
                    <a:pt x="2727" y="1879"/>
                  </a:cubicBezTo>
                  <a:cubicBezTo>
                    <a:pt x="2756" y="1862"/>
                    <a:pt x="2762" y="1828"/>
                    <a:pt x="2750" y="1798"/>
                  </a:cubicBezTo>
                  <a:lnTo>
                    <a:pt x="2344" y="928"/>
                  </a:lnTo>
                  <a:cubicBezTo>
                    <a:pt x="2315" y="870"/>
                    <a:pt x="2309" y="795"/>
                    <a:pt x="2338" y="731"/>
                  </a:cubicBezTo>
                  <a:cubicBezTo>
                    <a:pt x="2362" y="661"/>
                    <a:pt x="2408" y="609"/>
                    <a:pt x="2472" y="580"/>
                  </a:cubicBezTo>
                  <a:lnTo>
                    <a:pt x="3110" y="284"/>
                  </a:lnTo>
                  <a:cubicBezTo>
                    <a:pt x="3147" y="267"/>
                    <a:pt x="3185" y="258"/>
                    <a:pt x="3225" y="258"/>
                  </a:cubicBezTo>
                  <a:cubicBezTo>
                    <a:pt x="3254" y="258"/>
                    <a:pt x="3283" y="263"/>
                    <a:pt x="3313" y="272"/>
                  </a:cubicBezTo>
                  <a:cubicBezTo>
                    <a:pt x="3377" y="296"/>
                    <a:pt x="3428" y="348"/>
                    <a:pt x="3458" y="412"/>
                  </a:cubicBezTo>
                  <a:lnTo>
                    <a:pt x="3864" y="1282"/>
                  </a:lnTo>
                  <a:cubicBezTo>
                    <a:pt x="3879" y="1302"/>
                    <a:pt x="3903" y="1318"/>
                    <a:pt x="3928" y="1318"/>
                  </a:cubicBezTo>
                  <a:cubicBezTo>
                    <a:pt x="3932" y="1318"/>
                    <a:pt x="3935" y="1317"/>
                    <a:pt x="3939" y="1317"/>
                  </a:cubicBezTo>
                  <a:cubicBezTo>
                    <a:pt x="4240" y="1238"/>
                    <a:pt x="4547" y="1200"/>
                    <a:pt x="4855" y="1200"/>
                  </a:cubicBezTo>
                  <a:cubicBezTo>
                    <a:pt x="5051" y="1200"/>
                    <a:pt x="5247" y="1216"/>
                    <a:pt x="5441" y="1247"/>
                  </a:cubicBezTo>
                  <a:cubicBezTo>
                    <a:pt x="5446" y="1248"/>
                    <a:pt x="5450" y="1248"/>
                    <a:pt x="5455" y="1248"/>
                  </a:cubicBezTo>
                  <a:cubicBezTo>
                    <a:pt x="5484" y="1248"/>
                    <a:pt x="5507" y="1232"/>
                    <a:pt x="5517" y="1207"/>
                  </a:cubicBezTo>
                  <a:lnTo>
                    <a:pt x="5842" y="302"/>
                  </a:lnTo>
                  <a:cubicBezTo>
                    <a:pt x="5865" y="238"/>
                    <a:pt x="5918" y="185"/>
                    <a:pt x="5982" y="157"/>
                  </a:cubicBezTo>
                  <a:cubicBezTo>
                    <a:pt x="6019" y="140"/>
                    <a:pt x="6059" y="131"/>
                    <a:pt x="6098" y="131"/>
                  </a:cubicBezTo>
                  <a:close/>
                  <a:moveTo>
                    <a:pt x="6091" y="0"/>
                  </a:moveTo>
                  <a:cubicBezTo>
                    <a:pt x="6035" y="0"/>
                    <a:pt x="5978" y="12"/>
                    <a:pt x="5923" y="34"/>
                  </a:cubicBezTo>
                  <a:cubicBezTo>
                    <a:pt x="5830" y="80"/>
                    <a:pt x="5755" y="163"/>
                    <a:pt x="5720" y="261"/>
                  </a:cubicBezTo>
                  <a:lnTo>
                    <a:pt x="5412" y="1113"/>
                  </a:lnTo>
                  <a:cubicBezTo>
                    <a:pt x="5224" y="1084"/>
                    <a:pt x="5037" y="1070"/>
                    <a:pt x="4849" y="1070"/>
                  </a:cubicBezTo>
                  <a:cubicBezTo>
                    <a:pt x="4551" y="1070"/>
                    <a:pt x="4255" y="1106"/>
                    <a:pt x="3963" y="1177"/>
                  </a:cubicBezTo>
                  <a:lnTo>
                    <a:pt x="3580" y="353"/>
                  </a:lnTo>
                  <a:cubicBezTo>
                    <a:pt x="3533" y="261"/>
                    <a:pt x="3452" y="185"/>
                    <a:pt x="3353" y="150"/>
                  </a:cubicBezTo>
                  <a:cubicBezTo>
                    <a:pt x="3311" y="135"/>
                    <a:pt x="3269" y="128"/>
                    <a:pt x="3226" y="128"/>
                  </a:cubicBezTo>
                  <a:cubicBezTo>
                    <a:pt x="3167" y="128"/>
                    <a:pt x="3109" y="142"/>
                    <a:pt x="3052" y="168"/>
                  </a:cubicBezTo>
                  <a:lnTo>
                    <a:pt x="2419" y="463"/>
                  </a:lnTo>
                  <a:cubicBezTo>
                    <a:pt x="2322" y="511"/>
                    <a:pt x="2252" y="586"/>
                    <a:pt x="2210" y="685"/>
                  </a:cubicBezTo>
                  <a:cubicBezTo>
                    <a:pt x="2175" y="783"/>
                    <a:pt x="2182" y="893"/>
                    <a:pt x="2228" y="985"/>
                  </a:cubicBezTo>
                  <a:lnTo>
                    <a:pt x="2611" y="1804"/>
                  </a:lnTo>
                  <a:cubicBezTo>
                    <a:pt x="2217" y="2099"/>
                    <a:pt x="1886" y="2460"/>
                    <a:pt x="1631" y="2877"/>
                  </a:cubicBezTo>
                  <a:lnTo>
                    <a:pt x="778" y="2570"/>
                  </a:lnTo>
                  <a:cubicBezTo>
                    <a:pt x="734" y="2554"/>
                    <a:pt x="689" y="2547"/>
                    <a:pt x="644" y="2547"/>
                  </a:cubicBezTo>
                  <a:cubicBezTo>
                    <a:pt x="587" y="2547"/>
                    <a:pt x="531" y="2558"/>
                    <a:pt x="477" y="2581"/>
                  </a:cubicBezTo>
                  <a:cubicBezTo>
                    <a:pt x="384" y="2628"/>
                    <a:pt x="308" y="2709"/>
                    <a:pt x="274" y="2808"/>
                  </a:cubicBezTo>
                  <a:lnTo>
                    <a:pt x="36" y="3469"/>
                  </a:lnTo>
                  <a:cubicBezTo>
                    <a:pt x="1" y="3568"/>
                    <a:pt x="1" y="3672"/>
                    <a:pt x="47" y="3764"/>
                  </a:cubicBezTo>
                  <a:cubicBezTo>
                    <a:pt x="94" y="3863"/>
                    <a:pt x="169" y="3933"/>
                    <a:pt x="268" y="3967"/>
                  </a:cubicBezTo>
                  <a:lnTo>
                    <a:pt x="1120" y="4281"/>
                  </a:lnTo>
                  <a:cubicBezTo>
                    <a:pt x="1045" y="4768"/>
                    <a:pt x="1069" y="5255"/>
                    <a:pt x="1184" y="5731"/>
                  </a:cubicBezTo>
                  <a:lnTo>
                    <a:pt x="366" y="6114"/>
                  </a:lnTo>
                  <a:cubicBezTo>
                    <a:pt x="268" y="6160"/>
                    <a:pt x="198" y="6235"/>
                    <a:pt x="164" y="6334"/>
                  </a:cubicBezTo>
                  <a:cubicBezTo>
                    <a:pt x="129" y="6433"/>
                    <a:pt x="134" y="6543"/>
                    <a:pt x="175" y="6636"/>
                  </a:cubicBezTo>
                  <a:lnTo>
                    <a:pt x="477" y="7274"/>
                  </a:lnTo>
                  <a:cubicBezTo>
                    <a:pt x="540" y="7418"/>
                    <a:pt x="683" y="7503"/>
                    <a:pt x="833" y="7503"/>
                  </a:cubicBezTo>
                  <a:cubicBezTo>
                    <a:pt x="889" y="7503"/>
                    <a:pt x="945" y="7491"/>
                    <a:pt x="999" y="7466"/>
                  </a:cubicBezTo>
                  <a:lnTo>
                    <a:pt x="1816" y="7083"/>
                  </a:lnTo>
                  <a:cubicBezTo>
                    <a:pt x="2106" y="7477"/>
                    <a:pt x="2466" y="7807"/>
                    <a:pt x="2890" y="8063"/>
                  </a:cubicBezTo>
                  <a:lnTo>
                    <a:pt x="2582" y="8910"/>
                  </a:lnTo>
                  <a:cubicBezTo>
                    <a:pt x="2507" y="9118"/>
                    <a:pt x="2611" y="9345"/>
                    <a:pt x="2814" y="9415"/>
                  </a:cubicBezTo>
                  <a:lnTo>
                    <a:pt x="3476" y="9659"/>
                  </a:lnTo>
                  <a:cubicBezTo>
                    <a:pt x="3522" y="9670"/>
                    <a:pt x="3568" y="9681"/>
                    <a:pt x="3609" y="9681"/>
                  </a:cubicBezTo>
                  <a:cubicBezTo>
                    <a:pt x="3666" y="9681"/>
                    <a:pt x="3725" y="9670"/>
                    <a:pt x="3776" y="9641"/>
                  </a:cubicBezTo>
                  <a:cubicBezTo>
                    <a:pt x="3875" y="9600"/>
                    <a:pt x="3945" y="9519"/>
                    <a:pt x="3980" y="9421"/>
                  </a:cubicBezTo>
                  <a:lnTo>
                    <a:pt x="4287" y="8567"/>
                  </a:lnTo>
                  <a:cubicBezTo>
                    <a:pt x="4476" y="8596"/>
                    <a:pt x="4665" y="8611"/>
                    <a:pt x="4854" y="8611"/>
                  </a:cubicBezTo>
                  <a:cubicBezTo>
                    <a:pt x="5152" y="8611"/>
                    <a:pt x="5449" y="8575"/>
                    <a:pt x="5744" y="8503"/>
                  </a:cubicBezTo>
                  <a:lnTo>
                    <a:pt x="6126" y="9327"/>
                  </a:lnTo>
                  <a:cubicBezTo>
                    <a:pt x="6167" y="9421"/>
                    <a:pt x="6248" y="9496"/>
                    <a:pt x="6346" y="9531"/>
                  </a:cubicBezTo>
                  <a:cubicBezTo>
                    <a:pt x="6389" y="9545"/>
                    <a:pt x="6432" y="9553"/>
                    <a:pt x="6475" y="9553"/>
                  </a:cubicBezTo>
                  <a:cubicBezTo>
                    <a:pt x="6534" y="9553"/>
                    <a:pt x="6592" y="9540"/>
                    <a:pt x="6649" y="9512"/>
                  </a:cubicBezTo>
                  <a:lnTo>
                    <a:pt x="7286" y="9217"/>
                  </a:lnTo>
                  <a:cubicBezTo>
                    <a:pt x="7379" y="9171"/>
                    <a:pt x="7455" y="9095"/>
                    <a:pt x="7489" y="8997"/>
                  </a:cubicBezTo>
                  <a:cubicBezTo>
                    <a:pt x="7524" y="8899"/>
                    <a:pt x="7519" y="8789"/>
                    <a:pt x="7473" y="8695"/>
                  </a:cubicBezTo>
                  <a:lnTo>
                    <a:pt x="7090" y="7871"/>
                  </a:lnTo>
                  <a:cubicBezTo>
                    <a:pt x="7489" y="7582"/>
                    <a:pt x="7814" y="7222"/>
                    <a:pt x="8070" y="6805"/>
                  </a:cubicBezTo>
                  <a:lnTo>
                    <a:pt x="8922" y="7111"/>
                  </a:lnTo>
                  <a:cubicBezTo>
                    <a:pt x="8966" y="7126"/>
                    <a:pt x="9012" y="7134"/>
                    <a:pt x="9058" y="7134"/>
                  </a:cubicBezTo>
                  <a:cubicBezTo>
                    <a:pt x="9115" y="7134"/>
                    <a:pt x="9172" y="7122"/>
                    <a:pt x="9224" y="7100"/>
                  </a:cubicBezTo>
                  <a:cubicBezTo>
                    <a:pt x="9317" y="7054"/>
                    <a:pt x="9393" y="6972"/>
                    <a:pt x="9427" y="6874"/>
                  </a:cubicBezTo>
                  <a:lnTo>
                    <a:pt x="9665" y="6213"/>
                  </a:lnTo>
                  <a:cubicBezTo>
                    <a:pt x="9706" y="6114"/>
                    <a:pt x="9700" y="6010"/>
                    <a:pt x="9653" y="5911"/>
                  </a:cubicBezTo>
                  <a:cubicBezTo>
                    <a:pt x="9607" y="5818"/>
                    <a:pt x="9532" y="5748"/>
                    <a:pt x="9433" y="5708"/>
                  </a:cubicBezTo>
                  <a:lnTo>
                    <a:pt x="8579" y="5400"/>
                  </a:lnTo>
                  <a:cubicBezTo>
                    <a:pt x="8656" y="4913"/>
                    <a:pt x="8632" y="4425"/>
                    <a:pt x="8517" y="3951"/>
                  </a:cubicBezTo>
                  <a:lnTo>
                    <a:pt x="9334" y="3568"/>
                  </a:lnTo>
                  <a:cubicBezTo>
                    <a:pt x="9532" y="3475"/>
                    <a:pt x="9618" y="3242"/>
                    <a:pt x="9526" y="3046"/>
                  </a:cubicBezTo>
                  <a:lnTo>
                    <a:pt x="9230" y="2407"/>
                  </a:lnTo>
                  <a:cubicBezTo>
                    <a:pt x="9162" y="2264"/>
                    <a:pt x="9018" y="2179"/>
                    <a:pt x="8871" y="2179"/>
                  </a:cubicBezTo>
                  <a:cubicBezTo>
                    <a:pt x="8816" y="2179"/>
                    <a:pt x="8760" y="2191"/>
                    <a:pt x="8708" y="2216"/>
                  </a:cubicBezTo>
                  <a:lnTo>
                    <a:pt x="7883" y="2599"/>
                  </a:lnTo>
                  <a:cubicBezTo>
                    <a:pt x="7594" y="2203"/>
                    <a:pt x="7235" y="1874"/>
                    <a:pt x="6811" y="1619"/>
                  </a:cubicBezTo>
                  <a:lnTo>
                    <a:pt x="7125" y="765"/>
                  </a:lnTo>
                  <a:cubicBezTo>
                    <a:pt x="7194" y="562"/>
                    <a:pt x="7090" y="337"/>
                    <a:pt x="6887" y="267"/>
                  </a:cubicBezTo>
                  <a:lnTo>
                    <a:pt x="6225" y="23"/>
                  </a:lnTo>
                  <a:cubicBezTo>
                    <a:pt x="6181" y="8"/>
                    <a:pt x="6136" y="0"/>
                    <a:pt x="60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-4008250" y="4784609"/>
              <a:ext cx="910009" cy="902356"/>
            </a:xfrm>
            <a:custGeom>
              <a:avLst/>
              <a:gdLst/>
              <a:ahLst/>
              <a:cxnLst/>
              <a:rect l="l" t="t" r="r" b="b"/>
              <a:pathLst>
                <a:path w="9631" h="9550" extrusionOk="0">
                  <a:moveTo>
                    <a:pt x="4810" y="2620"/>
                  </a:moveTo>
                  <a:cubicBezTo>
                    <a:pt x="5051" y="2620"/>
                    <a:pt x="5296" y="2661"/>
                    <a:pt x="5535" y="2748"/>
                  </a:cubicBezTo>
                  <a:cubicBezTo>
                    <a:pt x="6643" y="3148"/>
                    <a:pt x="7212" y="4371"/>
                    <a:pt x="6811" y="5474"/>
                  </a:cubicBezTo>
                  <a:cubicBezTo>
                    <a:pt x="6499" y="6342"/>
                    <a:pt x="5679" y="6878"/>
                    <a:pt x="4810" y="6878"/>
                  </a:cubicBezTo>
                  <a:cubicBezTo>
                    <a:pt x="4569" y="6878"/>
                    <a:pt x="4324" y="6837"/>
                    <a:pt x="4086" y="6751"/>
                  </a:cubicBezTo>
                  <a:cubicBezTo>
                    <a:pt x="2977" y="6350"/>
                    <a:pt x="2409" y="5126"/>
                    <a:pt x="2809" y="4023"/>
                  </a:cubicBezTo>
                  <a:cubicBezTo>
                    <a:pt x="3123" y="3157"/>
                    <a:pt x="3941" y="2620"/>
                    <a:pt x="4810" y="2620"/>
                  </a:cubicBezTo>
                  <a:close/>
                  <a:moveTo>
                    <a:pt x="6055" y="0"/>
                  </a:moveTo>
                  <a:cubicBezTo>
                    <a:pt x="5921" y="0"/>
                    <a:pt x="5795" y="82"/>
                    <a:pt x="5751" y="213"/>
                  </a:cubicBezTo>
                  <a:lnTo>
                    <a:pt x="5419" y="1118"/>
                  </a:lnTo>
                  <a:cubicBezTo>
                    <a:pt x="5220" y="1084"/>
                    <a:pt x="5019" y="1067"/>
                    <a:pt x="4820" y="1067"/>
                  </a:cubicBezTo>
                  <a:cubicBezTo>
                    <a:pt x="4504" y="1067"/>
                    <a:pt x="4190" y="1109"/>
                    <a:pt x="3888" y="1187"/>
                  </a:cubicBezTo>
                  <a:lnTo>
                    <a:pt x="3481" y="317"/>
                  </a:lnTo>
                  <a:cubicBezTo>
                    <a:pt x="3427" y="195"/>
                    <a:pt x="3307" y="124"/>
                    <a:pt x="3184" y="124"/>
                  </a:cubicBezTo>
                  <a:cubicBezTo>
                    <a:pt x="3138" y="124"/>
                    <a:pt x="3091" y="134"/>
                    <a:pt x="3047" y="154"/>
                  </a:cubicBezTo>
                  <a:lnTo>
                    <a:pt x="2409" y="456"/>
                  </a:lnTo>
                  <a:cubicBezTo>
                    <a:pt x="2246" y="532"/>
                    <a:pt x="2177" y="729"/>
                    <a:pt x="2252" y="891"/>
                  </a:cubicBezTo>
                  <a:lnTo>
                    <a:pt x="2659" y="1761"/>
                  </a:lnTo>
                  <a:cubicBezTo>
                    <a:pt x="2246" y="2057"/>
                    <a:pt x="1893" y="2440"/>
                    <a:pt x="1626" y="2893"/>
                  </a:cubicBezTo>
                  <a:lnTo>
                    <a:pt x="721" y="2561"/>
                  </a:lnTo>
                  <a:cubicBezTo>
                    <a:pt x="686" y="2550"/>
                    <a:pt x="650" y="2544"/>
                    <a:pt x="614" y="2544"/>
                  </a:cubicBezTo>
                  <a:cubicBezTo>
                    <a:pt x="478" y="2544"/>
                    <a:pt x="349" y="2626"/>
                    <a:pt x="303" y="2759"/>
                  </a:cubicBezTo>
                  <a:lnTo>
                    <a:pt x="59" y="3420"/>
                  </a:lnTo>
                  <a:cubicBezTo>
                    <a:pt x="1" y="3594"/>
                    <a:pt x="89" y="3780"/>
                    <a:pt x="257" y="3844"/>
                  </a:cubicBezTo>
                  <a:lnTo>
                    <a:pt x="1162" y="4169"/>
                  </a:lnTo>
                  <a:cubicBezTo>
                    <a:pt x="1074" y="4692"/>
                    <a:pt x="1098" y="5207"/>
                    <a:pt x="1226" y="5701"/>
                  </a:cubicBezTo>
                  <a:lnTo>
                    <a:pt x="356" y="6106"/>
                  </a:lnTo>
                  <a:cubicBezTo>
                    <a:pt x="193" y="6181"/>
                    <a:pt x="123" y="6379"/>
                    <a:pt x="199" y="6542"/>
                  </a:cubicBezTo>
                  <a:lnTo>
                    <a:pt x="501" y="7179"/>
                  </a:lnTo>
                  <a:cubicBezTo>
                    <a:pt x="555" y="7297"/>
                    <a:pt x="670" y="7369"/>
                    <a:pt x="794" y="7369"/>
                  </a:cubicBezTo>
                  <a:cubicBezTo>
                    <a:pt x="841" y="7369"/>
                    <a:pt x="889" y="7359"/>
                    <a:pt x="935" y="7337"/>
                  </a:cubicBezTo>
                  <a:lnTo>
                    <a:pt x="1805" y="6930"/>
                  </a:lnTo>
                  <a:cubicBezTo>
                    <a:pt x="2096" y="7348"/>
                    <a:pt x="2479" y="7701"/>
                    <a:pt x="2931" y="7969"/>
                  </a:cubicBezTo>
                  <a:lnTo>
                    <a:pt x="2606" y="8868"/>
                  </a:lnTo>
                  <a:cubicBezTo>
                    <a:pt x="2542" y="9035"/>
                    <a:pt x="2635" y="9227"/>
                    <a:pt x="2803" y="9291"/>
                  </a:cubicBezTo>
                  <a:lnTo>
                    <a:pt x="3465" y="9529"/>
                  </a:lnTo>
                  <a:cubicBezTo>
                    <a:pt x="3501" y="9543"/>
                    <a:pt x="3538" y="9549"/>
                    <a:pt x="3575" y="9549"/>
                  </a:cubicBezTo>
                  <a:cubicBezTo>
                    <a:pt x="3709" y="9549"/>
                    <a:pt x="3836" y="9464"/>
                    <a:pt x="3882" y="9332"/>
                  </a:cubicBezTo>
                  <a:lnTo>
                    <a:pt x="4212" y="8432"/>
                  </a:lnTo>
                  <a:cubicBezTo>
                    <a:pt x="4412" y="8466"/>
                    <a:pt x="4612" y="8483"/>
                    <a:pt x="4812" y="8483"/>
                  </a:cubicBezTo>
                  <a:cubicBezTo>
                    <a:pt x="5128" y="8483"/>
                    <a:pt x="5441" y="8441"/>
                    <a:pt x="5744" y="8363"/>
                  </a:cubicBezTo>
                  <a:lnTo>
                    <a:pt x="6150" y="9233"/>
                  </a:lnTo>
                  <a:cubicBezTo>
                    <a:pt x="6205" y="9351"/>
                    <a:pt x="6324" y="9420"/>
                    <a:pt x="6448" y="9420"/>
                  </a:cubicBezTo>
                  <a:cubicBezTo>
                    <a:pt x="6494" y="9420"/>
                    <a:pt x="6542" y="9411"/>
                    <a:pt x="6586" y="9390"/>
                  </a:cubicBezTo>
                  <a:lnTo>
                    <a:pt x="7224" y="9094"/>
                  </a:lnTo>
                  <a:cubicBezTo>
                    <a:pt x="7386" y="9013"/>
                    <a:pt x="7456" y="8821"/>
                    <a:pt x="7380" y="8652"/>
                  </a:cubicBezTo>
                  <a:lnTo>
                    <a:pt x="6974" y="7789"/>
                  </a:lnTo>
                  <a:cubicBezTo>
                    <a:pt x="7386" y="7493"/>
                    <a:pt x="7740" y="7110"/>
                    <a:pt x="8006" y="6657"/>
                  </a:cubicBezTo>
                  <a:lnTo>
                    <a:pt x="8911" y="6982"/>
                  </a:lnTo>
                  <a:cubicBezTo>
                    <a:pt x="8949" y="6996"/>
                    <a:pt x="8987" y="7003"/>
                    <a:pt x="9026" y="7003"/>
                  </a:cubicBezTo>
                  <a:cubicBezTo>
                    <a:pt x="9158" y="7003"/>
                    <a:pt x="9284" y="6921"/>
                    <a:pt x="9329" y="6785"/>
                  </a:cubicBezTo>
                  <a:lnTo>
                    <a:pt x="9572" y="6124"/>
                  </a:lnTo>
                  <a:cubicBezTo>
                    <a:pt x="9631" y="5956"/>
                    <a:pt x="9544" y="5764"/>
                    <a:pt x="9376" y="5706"/>
                  </a:cubicBezTo>
                  <a:lnTo>
                    <a:pt x="8471" y="5375"/>
                  </a:lnTo>
                  <a:cubicBezTo>
                    <a:pt x="8557" y="4859"/>
                    <a:pt x="8535" y="4337"/>
                    <a:pt x="8407" y="3849"/>
                  </a:cubicBezTo>
                  <a:lnTo>
                    <a:pt x="9271" y="3444"/>
                  </a:lnTo>
                  <a:cubicBezTo>
                    <a:pt x="9440" y="3362"/>
                    <a:pt x="9510" y="3171"/>
                    <a:pt x="9433" y="3003"/>
                  </a:cubicBezTo>
                  <a:lnTo>
                    <a:pt x="9132" y="2365"/>
                  </a:lnTo>
                  <a:cubicBezTo>
                    <a:pt x="9078" y="2247"/>
                    <a:pt x="8961" y="2178"/>
                    <a:pt x="8837" y="2178"/>
                  </a:cubicBezTo>
                  <a:cubicBezTo>
                    <a:pt x="8790" y="2178"/>
                    <a:pt x="8742" y="2187"/>
                    <a:pt x="8697" y="2208"/>
                  </a:cubicBezTo>
                  <a:lnTo>
                    <a:pt x="7826" y="2614"/>
                  </a:lnTo>
                  <a:cubicBezTo>
                    <a:pt x="7537" y="2202"/>
                    <a:pt x="7154" y="1849"/>
                    <a:pt x="6702" y="1581"/>
                  </a:cubicBezTo>
                  <a:lnTo>
                    <a:pt x="7026" y="676"/>
                  </a:lnTo>
                  <a:cubicBezTo>
                    <a:pt x="7090" y="508"/>
                    <a:pt x="6997" y="323"/>
                    <a:pt x="6830" y="259"/>
                  </a:cubicBezTo>
                  <a:lnTo>
                    <a:pt x="6168" y="21"/>
                  </a:lnTo>
                  <a:cubicBezTo>
                    <a:pt x="6131" y="7"/>
                    <a:pt x="6093" y="0"/>
                    <a:pt x="60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-4011463" y="4778467"/>
              <a:ext cx="916529" cy="914733"/>
            </a:xfrm>
            <a:custGeom>
              <a:avLst/>
              <a:gdLst/>
              <a:ahLst/>
              <a:cxnLst/>
              <a:rect l="l" t="t" r="r" b="b"/>
              <a:pathLst>
                <a:path w="9700" h="9681" extrusionOk="0">
                  <a:moveTo>
                    <a:pt x="4845" y="2749"/>
                  </a:moveTo>
                  <a:cubicBezTo>
                    <a:pt x="5082" y="2749"/>
                    <a:pt x="5320" y="2789"/>
                    <a:pt x="5547" y="2877"/>
                  </a:cubicBezTo>
                  <a:cubicBezTo>
                    <a:pt x="6069" y="3062"/>
                    <a:pt x="6481" y="3440"/>
                    <a:pt x="6712" y="3938"/>
                  </a:cubicBezTo>
                  <a:cubicBezTo>
                    <a:pt x="6950" y="4436"/>
                    <a:pt x="6974" y="5000"/>
                    <a:pt x="6781" y="5515"/>
                  </a:cubicBezTo>
                  <a:cubicBezTo>
                    <a:pt x="6596" y="6037"/>
                    <a:pt x="6219" y="6449"/>
                    <a:pt x="5721" y="6682"/>
                  </a:cubicBezTo>
                  <a:cubicBezTo>
                    <a:pt x="5442" y="6812"/>
                    <a:pt x="5144" y="6878"/>
                    <a:pt x="4845" y="6878"/>
                  </a:cubicBezTo>
                  <a:cubicBezTo>
                    <a:pt x="4608" y="6878"/>
                    <a:pt x="4370" y="6836"/>
                    <a:pt x="4142" y="6752"/>
                  </a:cubicBezTo>
                  <a:cubicBezTo>
                    <a:pt x="3620" y="6566"/>
                    <a:pt x="3209" y="6189"/>
                    <a:pt x="2977" y="5689"/>
                  </a:cubicBezTo>
                  <a:cubicBezTo>
                    <a:pt x="2744" y="5185"/>
                    <a:pt x="2715" y="4628"/>
                    <a:pt x="2907" y="4112"/>
                  </a:cubicBezTo>
                  <a:cubicBezTo>
                    <a:pt x="3092" y="3590"/>
                    <a:pt x="3469" y="3178"/>
                    <a:pt x="3975" y="2947"/>
                  </a:cubicBezTo>
                  <a:cubicBezTo>
                    <a:pt x="4246" y="2813"/>
                    <a:pt x="4548" y="2749"/>
                    <a:pt x="4845" y="2749"/>
                  </a:cubicBezTo>
                  <a:close/>
                  <a:moveTo>
                    <a:pt x="4840" y="2620"/>
                  </a:moveTo>
                  <a:cubicBezTo>
                    <a:pt x="4524" y="2620"/>
                    <a:pt x="4209" y="2689"/>
                    <a:pt x="3916" y="2824"/>
                  </a:cubicBezTo>
                  <a:cubicBezTo>
                    <a:pt x="3389" y="3073"/>
                    <a:pt x="2982" y="3515"/>
                    <a:pt x="2784" y="4066"/>
                  </a:cubicBezTo>
                  <a:cubicBezTo>
                    <a:pt x="2583" y="4617"/>
                    <a:pt x="2610" y="5215"/>
                    <a:pt x="2861" y="5742"/>
                  </a:cubicBezTo>
                  <a:cubicBezTo>
                    <a:pt x="3105" y="6270"/>
                    <a:pt x="3545" y="6676"/>
                    <a:pt x="4096" y="6873"/>
                  </a:cubicBezTo>
                  <a:cubicBezTo>
                    <a:pt x="4340" y="6966"/>
                    <a:pt x="4594" y="7006"/>
                    <a:pt x="4845" y="7006"/>
                  </a:cubicBezTo>
                  <a:cubicBezTo>
                    <a:pt x="5164" y="7006"/>
                    <a:pt x="5477" y="6937"/>
                    <a:pt x="5772" y="6797"/>
                  </a:cubicBezTo>
                  <a:cubicBezTo>
                    <a:pt x="6307" y="6554"/>
                    <a:pt x="6706" y="6114"/>
                    <a:pt x="6904" y="5563"/>
                  </a:cubicBezTo>
                  <a:cubicBezTo>
                    <a:pt x="7107" y="5011"/>
                    <a:pt x="7078" y="4414"/>
                    <a:pt x="6834" y="3886"/>
                  </a:cubicBezTo>
                  <a:cubicBezTo>
                    <a:pt x="6585" y="3352"/>
                    <a:pt x="6144" y="2952"/>
                    <a:pt x="5593" y="2755"/>
                  </a:cubicBezTo>
                  <a:cubicBezTo>
                    <a:pt x="5347" y="2664"/>
                    <a:pt x="5093" y="2620"/>
                    <a:pt x="4840" y="2620"/>
                  </a:cubicBezTo>
                  <a:close/>
                  <a:moveTo>
                    <a:pt x="6087" y="128"/>
                  </a:moveTo>
                  <a:cubicBezTo>
                    <a:pt x="6118" y="128"/>
                    <a:pt x="6150" y="133"/>
                    <a:pt x="6179" y="144"/>
                  </a:cubicBezTo>
                  <a:lnTo>
                    <a:pt x="6840" y="382"/>
                  </a:lnTo>
                  <a:cubicBezTo>
                    <a:pt x="6910" y="411"/>
                    <a:pt x="6961" y="457"/>
                    <a:pt x="6990" y="521"/>
                  </a:cubicBezTo>
                  <a:cubicBezTo>
                    <a:pt x="7020" y="586"/>
                    <a:pt x="7025" y="655"/>
                    <a:pt x="6996" y="725"/>
                  </a:cubicBezTo>
                  <a:lnTo>
                    <a:pt x="6671" y="1624"/>
                  </a:lnTo>
                  <a:cubicBezTo>
                    <a:pt x="6660" y="1652"/>
                    <a:pt x="6671" y="1687"/>
                    <a:pt x="6701" y="1705"/>
                  </a:cubicBezTo>
                  <a:cubicBezTo>
                    <a:pt x="7142" y="1960"/>
                    <a:pt x="7512" y="2302"/>
                    <a:pt x="7809" y="2720"/>
                  </a:cubicBezTo>
                  <a:cubicBezTo>
                    <a:pt x="7820" y="2736"/>
                    <a:pt x="7839" y="2746"/>
                    <a:pt x="7860" y="2746"/>
                  </a:cubicBezTo>
                  <a:cubicBezTo>
                    <a:pt x="7870" y="2746"/>
                    <a:pt x="7880" y="2743"/>
                    <a:pt x="7890" y="2738"/>
                  </a:cubicBezTo>
                  <a:lnTo>
                    <a:pt x="8760" y="2331"/>
                  </a:lnTo>
                  <a:cubicBezTo>
                    <a:pt x="8796" y="2315"/>
                    <a:pt x="8834" y="2308"/>
                    <a:pt x="8872" y="2308"/>
                  </a:cubicBezTo>
                  <a:cubicBezTo>
                    <a:pt x="8971" y="2308"/>
                    <a:pt x="9065" y="2362"/>
                    <a:pt x="9108" y="2459"/>
                  </a:cubicBezTo>
                  <a:lnTo>
                    <a:pt x="9410" y="3097"/>
                  </a:lnTo>
                  <a:cubicBezTo>
                    <a:pt x="9439" y="3161"/>
                    <a:pt x="9439" y="3231"/>
                    <a:pt x="9415" y="3300"/>
                  </a:cubicBezTo>
                  <a:cubicBezTo>
                    <a:pt x="9392" y="3364"/>
                    <a:pt x="9346" y="3416"/>
                    <a:pt x="9282" y="3445"/>
                  </a:cubicBezTo>
                  <a:lnTo>
                    <a:pt x="8412" y="3852"/>
                  </a:lnTo>
                  <a:cubicBezTo>
                    <a:pt x="8382" y="3868"/>
                    <a:pt x="8366" y="3898"/>
                    <a:pt x="8377" y="3927"/>
                  </a:cubicBezTo>
                  <a:cubicBezTo>
                    <a:pt x="8505" y="4425"/>
                    <a:pt x="8527" y="4931"/>
                    <a:pt x="8441" y="5435"/>
                  </a:cubicBezTo>
                  <a:cubicBezTo>
                    <a:pt x="8435" y="5464"/>
                    <a:pt x="8452" y="5493"/>
                    <a:pt x="8487" y="5504"/>
                  </a:cubicBezTo>
                  <a:lnTo>
                    <a:pt x="9386" y="5829"/>
                  </a:lnTo>
                  <a:cubicBezTo>
                    <a:pt x="9450" y="5852"/>
                    <a:pt x="9509" y="5905"/>
                    <a:pt x="9537" y="5968"/>
                  </a:cubicBezTo>
                  <a:cubicBezTo>
                    <a:pt x="9566" y="6032"/>
                    <a:pt x="9566" y="6101"/>
                    <a:pt x="9544" y="6165"/>
                  </a:cubicBezTo>
                  <a:lnTo>
                    <a:pt x="9305" y="6832"/>
                  </a:lnTo>
                  <a:cubicBezTo>
                    <a:pt x="9264" y="6938"/>
                    <a:pt x="9161" y="7004"/>
                    <a:pt x="9053" y="7004"/>
                  </a:cubicBezTo>
                  <a:cubicBezTo>
                    <a:pt x="9025" y="7004"/>
                    <a:pt x="8996" y="6999"/>
                    <a:pt x="8969" y="6990"/>
                  </a:cubicBezTo>
                  <a:lnTo>
                    <a:pt x="8064" y="6658"/>
                  </a:lnTo>
                  <a:cubicBezTo>
                    <a:pt x="8056" y="6655"/>
                    <a:pt x="8048" y="6654"/>
                    <a:pt x="8041" y="6654"/>
                  </a:cubicBezTo>
                  <a:cubicBezTo>
                    <a:pt x="8018" y="6654"/>
                    <a:pt x="7997" y="6666"/>
                    <a:pt x="7988" y="6687"/>
                  </a:cubicBezTo>
                  <a:cubicBezTo>
                    <a:pt x="7727" y="7129"/>
                    <a:pt x="7386" y="7499"/>
                    <a:pt x="6974" y="7801"/>
                  </a:cubicBezTo>
                  <a:cubicBezTo>
                    <a:pt x="6944" y="7819"/>
                    <a:pt x="6939" y="7847"/>
                    <a:pt x="6950" y="7876"/>
                  </a:cubicBezTo>
                  <a:lnTo>
                    <a:pt x="7356" y="8747"/>
                  </a:lnTo>
                  <a:cubicBezTo>
                    <a:pt x="7386" y="8811"/>
                    <a:pt x="7391" y="8880"/>
                    <a:pt x="7368" y="8950"/>
                  </a:cubicBezTo>
                  <a:cubicBezTo>
                    <a:pt x="7338" y="9014"/>
                    <a:pt x="7292" y="9065"/>
                    <a:pt x="7228" y="9100"/>
                  </a:cubicBezTo>
                  <a:lnTo>
                    <a:pt x="6591" y="9397"/>
                  </a:lnTo>
                  <a:cubicBezTo>
                    <a:pt x="6556" y="9413"/>
                    <a:pt x="6519" y="9422"/>
                    <a:pt x="6482" y="9422"/>
                  </a:cubicBezTo>
                  <a:cubicBezTo>
                    <a:pt x="6451" y="9422"/>
                    <a:pt x="6419" y="9416"/>
                    <a:pt x="6387" y="9402"/>
                  </a:cubicBezTo>
                  <a:cubicBezTo>
                    <a:pt x="6323" y="9379"/>
                    <a:pt x="6272" y="9333"/>
                    <a:pt x="6243" y="9269"/>
                  </a:cubicBezTo>
                  <a:lnTo>
                    <a:pt x="5836" y="8398"/>
                  </a:lnTo>
                  <a:cubicBezTo>
                    <a:pt x="5827" y="8374"/>
                    <a:pt x="5801" y="8362"/>
                    <a:pt x="5776" y="8362"/>
                  </a:cubicBezTo>
                  <a:cubicBezTo>
                    <a:pt x="5771" y="8362"/>
                    <a:pt x="5766" y="8363"/>
                    <a:pt x="5761" y="8364"/>
                  </a:cubicBezTo>
                  <a:cubicBezTo>
                    <a:pt x="5460" y="8442"/>
                    <a:pt x="5154" y="8481"/>
                    <a:pt x="4847" y="8481"/>
                  </a:cubicBezTo>
                  <a:cubicBezTo>
                    <a:pt x="4651" y="8481"/>
                    <a:pt x="4455" y="8465"/>
                    <a:pt x="4259" y="8433"/>
                  </a:cubicBezTo>
                  <a:cubicBezTo>
                    <a:pt x="4255" y="8433"/>
                    <a:pt x="4250" y="8432"/>
                    <a:pt x="4246" y="8432"/>
                  </a:cubicBezTo>
                  <a:cubicBezTo>
                    <a:pt x="4217" y="8432"/>
                    <a:pt x="4193" y="8449"/>
                    <a:pt x="4184" y="8474"/>
                  </a:cubicBezTo>
                  <a:lnTo>
                    <a:pt x="3858" y="9373"/>
                  </a:lnTo>
                  <a:cubicBezTo>
                    <a:pt x="3818" y="9481"/>
                    <a:pt x="3717" y="9547"/>
                    <a:pt x="3612" y="9547"/>
                  </a:cubicBezTo>
                  <a:cubicBezTo>
                    <a:pt x="3582" y="9547"/>
                    <a:pt x="3552" y="9542"/>
                    <a:pt x="3522" y="9530"/>
                  </a:cubicBezTo>
                  <a:lnTo>
                    <a:pt x="2861" y="9292"/>
                  </a:lnTo>
                  <a:cubicBezTo>
                    <a:pt x="2722" y="9246"/>
                    <a:pt x="2652" y="9089"/>
                    <a:pt x="2704" y="8955"/>
                  </a:cubicBezTo>
                  <a:lnTo>
                    <a:pt x="3028" y="8050"/>
                  </a:lnTo>
                  <a:cubicBezTo>
                    <a:pt x="3041" y="8021"/>
                    <a:pt x="3028" y="7993"/>
                    <a:pt x="3000" y="7975"/>
                  </a:cubicBezTo>
                  <a:cubicBezTo>
                    <a:pt x="2559" y="7715"/>
                    <a:pt x="2187" y="7372"/>
                    <a:pt x="1892" y="6960"/>
                  </a:cubicBezTo>
                  <a:cubicBezTo>
                    <a:pt x="1880" y="6942"/>
                    <a:pt x="1857" y="6931"/>
                    <a:pt x="1839" y="6931"/>
                  </a:cubicBezTo>
                  <a:cubicBezTo>
                    <a:pt x="1828" y="6931"/>
                    <a:pt x="1817" y="6937"/>
                    <a:pt x="1810" y="6937"/>
                  </a:cubicBezTo>
                  <a:lnTo>
                    <a:pt x="940" y="7343"/>
                  </a:lnTo>
                  <a:cubicBezTo>
                    <a:pt x="904" y="7360"/>
                    <a:pt x="865" y="7369"/>
                    <a:pt x="825" y="7369"/>
                  </a:cubicBezTo>
                  <a:cubicBezTo>
                    <a:pt x="797" y="7369"/>
                    <a:pt x="767" y="7364"/>
                    <a:pt x="738" y="7354"/>
                  </a:cubicBezTo>
                  <a:cubicBezTo>
                    <a:pt x="674" y="7332"/>
                    <a:pt x="621" y="7279"/>
                    <a:pt x="592" y="7215"/>
                  </a:cubicBezTo>
                  <a:lnTo>
                    <a:pt x="291" y="6578"/>
                  </a:lnTo>
                  <a:cubicBezTo>
                    <a:pt x="262" y="6513"/>
                    <a:pt x="262" y="6444"/>
                    <a:pt x="285" y="6380"/>
                  </a:cubicBezTo>
                  <a:cubicBezTo>
                    <a:pt x="308" y="6310"/>
                    <a:pt x="355" y="6259"/>
                    <a:pt x="418" y="6229"/>
                  </a:cubicBezTo>
                  <a:lnTo>
                    <a:pt x="1288" y="5823"/>
                  </a:lnTo>
                  <a:cubicBezTo>
                    <a:pt x="1317" y="5812"/>
                    <a:pt x="1335" y="5777"/>
                    <a:pt x="1323" y="5748"/>
                  </a:cubicBezTo>
                  <a:cubicBezTo>
                    <a:pt x="1196" y="5255"/>
                    <a:pt x="1172" y="4750"/>
                    <a:pt x="1260" y="4246"/>
                  </a:cubicBezTo>
                  <a:cubicBezTo>
                    <a:pt x="1266" y="4216"/>
                    <a:pt x="1242" y="4182"/>
                    <a:pt x="1213" y="4176"/>
                  </a:cubicBezTo>
                  <a:lnTo>
                    <a:pt x="313" y="3845"/>
                  </a:lnTo>
                  <a:cubicBezTo>
                    <a:pt x="251" y="3822"/>
                    <a:pt x="192" y="3775"/>
                    <a:pt x="163" y="3712"/>
                  </a:cubicBezTo>
                  <a:cubicBezTo>
                    <a:pt x="134" y="3648"/>
                    <a:pt x="134" y="3573"/>
                    <a:pt x="157" y="3509"/>
                  </a:cubicBezTo>
                  <a:lnTo>
                    <a:pt x="395" y="2848"/>
                  </a:lnTo>
                  <a:cubicBezTo>
                    <a:pt x="418" y="2784"/>
                    <a:pt x="471" y="2725"/>
                    <a:pt x="535" y="2696"/>
                  </a:cubicBezTo>
                  <a:cubicBezTo>
                    <a:pt x="568" y="2681"/>
                    <a:pt x="604" y="2674"/>
                    <a:pt x="639" y="2674"/>
                  </a:cubicBezTo>
                  <a:cubicBezTo>
                    <a:pt x="670" y="2674"/>
                    <a:pt x="701" y="2680"/>
                    <a:pt x="731" y="2691"/>
                  </a:cubicBezTo>
                  <a:lnTo>
                    <a:pt x="1636" y="3016"/>
                  </a:lnTo>
                  <a:cubicBezTo>
                    <a:pt x="1643" y="3019"/>
                    <a:pt x="1651" y="3021"/>
                    <a:pt x="1659" y="3021"/>
                  </a:cubicBezTo>
                  <a:cubicBezTo>
                    <a:pt x="1682" y="3021"/>
                    <a:pt x="1703" y="3009"/>
                    <a:pt x="1712" y="2987"/>
                  </a:cubicBezTo>
                  <a:cubicBezTo>
                    <a:pt x="1973" y="2551"/>
                    <a:pt x="2315" y="2174"/>
                    <a:pt x="2727" y="1879"/>
                  </a:cubicBezTo>
                  <a:cubicBezTo>
                    <a:pt x="2757" y="1861"/>
                    <a:pt x="2762" y="1826"/>
                    <a:pt x="2750" y="1798"/>
                  </a:cubicBezTo>
                  <a:lnTo>
                    <a:pt x="2345" y="928"/>
                  </a:lnTo>
                  <a:cubicBezTo>
                    <a:pt x="2315" y="864"/>
                    <a:pt x="2310" y="794"/>
                    <a:pt x="2332" y="730"/>
                  </a:cubicBezTo>
                  <a:cubicBezTo>
                    <a:pt x="2361" y="661"/>
                    <a:pt x="2409" y="608"/>
                    <a:pt x="2471" y="580"/>
                  </a:cubicBezTo>
                  <a:lnTo>
                    <a:pt x="3110" y="283"/>
                  </a:lnTo>
                  <a:cubicBezTo>
                    <a:pt x="3145" y="264"/>
                    <a:pt x="3182" y="256"/>
                    <a:pt x="3218" y="256"/>
                  </a:cubicBezTo>
                  <a:cubicBezTo>
                    <a:pt x="3248" y="256"/>
                    <a:pt x="3278" y="262"/>
                    <a:pt x="3307" y="272"/>
                  </a:cubicBezTo>
                  <a:cubicBezTo>
                    <a:pt x="3376" y="295"/>
                    <a:pt x="3429" y="347"/>
                    <a:pt x="3458" y="406"/>
                  </a:cubicBezTo>
                  <a:lnTo>
                    <a:pt x="3863" y="1276"/>
                  </a:lnTo>
                  <a:cubicBezTo>
                    <a:pt x="3873" y="1298"/>
                    <a:pt x="3897" y="1314"/>
                    <a:pt x="3922" y="1314"/>
                  </a:cubicBezTo>
                  <a:cubicBezTo>
                    <a:pt x="3928" y="1314"/>
                    <a:pt x="3934" y="1313"/>
                    <a:pt x="3940" y="1311"/>
                  </a:cubicBezTo>
                  <a:cubicBezTo>
                    <a:pt x="4236" y="1234"/>
                    <a:pt x="4537" y="1195"/>
                    <a:pt x="4839" y="1195"/>
                  </a:cubicBezTo>
                  <a:cubicBezTo>
                    <a:pt x="5039" y="1195"/>
                    <a:pt x="5241" y="1212"/>
                    <a:pt x="5442" y="1247"/>
                  </a:cubicBezTo>
                  <a:cubicBezTo>
                    <a:pt x="5446" y="1247"/>
                    <a:pt x="5451" y="1248"/>
                    <a:pt x="5455" y="1248"/>
                  </a:cubicBezTo>
                  <a:cubicBezTo>
                    <a:pt x="5484" y="1248"/>
                    <a:pt x="5508" y="1231"/>
                    <a:pt x="5517" y="1206"/>
                  </a:cubicBezTo>
                  <a:lnTo>
                    <a:pt x="5842" y="302"/>
                  </a:lnTo>
                  <a:cubicBezTo>
                    <a:pt x="5865" y="237"/>
                    <a:pt x="5917" y="185"/>
                    <a:pt x="5975" y="155"/>
                  </a:cubicBezTo>
                  <a:cubicBezTo>
                    <a:pt x="6010" y="136"/>
                    <a:pt x="6049" y="128"/>
                    <a:pt x="6087" y="128"/>
                  </a:cubicBezTo>
                  <a:close/>
                  <a:moveTo>
                    <a:pt x="6089" y="0"/>
                  </a:moveTo>
                  <a:cubicBezTo>
                    <a:pt x="6031" y="0"/>
                    <a:pt x="5975" y="12"/>
                    <a:pt x="5924" y="34"/>
                  </a:cubicBezTo>
                  <a:cubicBezTo>
                    <a:pt x="5831" y="80"/>
                    <a:pt x="5755" y="162"/>
                    <a:pt x="5721" y="260"/>
                  </a:cubicBezTo>
                  <a:lnTo>
                    <a:pt x="5413" y="1108"/>
                  </a:lnTo>
                  <a:cubicBezTo>
                    <a:pt x="5222" y="1080"/>
                    <a:pt x="5032" y="1066"/>
                    <a:pt x="4842" y="1066"/>
                  </a:cubicBezTo>
                  <a:cubicBezTo>
                    <a:pt x="4546" y="1066"/>
                    <a:pt x="4250" y="1100"/>
                    <a:pt x="3957" y="1172"/>
                  </a:cubicBezTo>
                  <a:lnTo>
                    <a:pt x="3574" y="353"/>
                  </a:lnTo>
                  <a:cubicBezTo>
                    <a:pt x="3533" y="260"/>
                    <a:pt x="3453" y="185"/>
                    <a:pt x="3354" y="150"/>
                  </a:cubicBezTo>
                  <a:cubicBezTo>
                    <a:pt x="3310" y="134"/>
                    <a:pt x="3266" y="127"/>
                    <a:pt x="3221" y="127"/>
                  </a:cubicBezTo>
                  <a:cubicBezTo>
                    <a:pt x="3164" y="127"/>
                    <a:pt x="3107" y="139"/>
                    <a:pt x="3052" y="162"/>
                  </a:cubicBezTo>
                  <a:lnTo>
                    <a:pt x="2414" y="463"/>
                  </a:lnTo>
                  <a:cubicBezTo>
                    <a:pt x="2321" y="503"/>
                    <a:pt x="2251" y="586"/>
                    <a:pt x="2211" y="684"/>
                  </a:cubicBezTo>
                  <a:cubicBezTo>
                    <a:pt x="2176" y="782"/>
                    <a:pt x="2182" y="886"/>
                    <a:pt x="2228" y="985"/>
                  </a:cubicBezTo>
                  <a:lnTo>
                    <a:pt x="2610" y="1804"/>
                  </a:lnTo>
                  <a:cubicBezTo>
                    <a:pt x="2216" y="2093"/>
                    <a:pt x="1887" y="2459"/>
                    <a:pt x="1630" y="2877"/>
                  </a:cubicBezTo>
                  <a:lnTo>
                    <a:pt x="778" y="2569"/>
                  </a:lnTo>
                  <a:cubicBezTo>
                    <a:pt x="732" y="2553"/>
                    <a:pt x="685" y="2545"/>
                    <a:pt x="638" y="2545"/>
                  </a:cubicBezTo>
                  <a:cubicBezTo>
                    <a:pt x="584" y="2545"/>
                    <a:pt x="529" y="2556"/>
                    <a:pt x="476" y="2581"/>
                  </a:cubicBezTo>
                  <a:cubicBezTo>
                    <a:pt x="383" y="2626"/>
                    <a:pt x="308" y="2703"/>
                    <a:pt x="273" y="2800"/>
                  </a:cubicBezTo>
                  <a:lnTo>
                    <a:pt x="35" y="3462"/>
                  </a:lnTo>
                  <a:cubicBezTo>
                    <a:pt x="0" y="3561"/>
                    <a:pt x="0" y="3671"/>
                    <a:pt x="47" y="3764"/>
                  </a:cubicBezTo>
                  <a:cubicBezTo>
                    <a:pt x="93" y="3863"/>
                    <a:pt x="169" y="3932"/>
                    <a:pt x="267" y="3967"/>
                  </a:cubicBezTo>
                  <a:lnTo>
                    <a:pt x="1121" y="4280"/>
                  </a:lnTo>
                  <a:cubicBezTo>
                    <a:pt x="1044" y="4762"/>
                    <a:pt x="1068" y="5249"/>
                    <a:pt x="1183" y="5731"/>
                  </a:cubicBezTo>
                  <a:lnTo>
                    <a:pt x="366" y="6114"/>
                  </a:lnTo>
                  <a:cubicBezTo>
                    <a:pt x="267" y="6160"/>
                    <a:pt x="198" y="6235"/>
                    <a:pt x="163" y="6334"/>
                  </a:cubicBezTo>
                  <a:cubicBezTo>
                    <a:pt x="128" y="6433"/>
                    <a:pt x="128" y="6543"/>
                    <a:pt x="174" y="6636"/>
                  </a:cubicBezTo>
                  <a:lnTo>
                    <a:pt x="471" y="7274"/>
                  </a:lnTo>
                  <a:cubicBezTo>
                    <a:pt x="517" y="7367"/>
                    <a:pt x="599" y="7442"/>
                    <a:pt x="696" y="7477"/>
                  </a:cubicBezTo>
                  <a:cubicBezTo>
                    <a:pt x="740" y="7492"/>
                    <a:pt x="784" y="7500"/>
                    <a:pt x="829" y="7500"/>
                  </a:cubicBezTo>
                  <a:cubicBezTo>
                    <a:pt x="886" y="7500"/>
                    <a:pt x="943" y="7488"/>
                    <a:pt x="998" y="7464"/>
                  </a:cubicBezTo>
                  <a:lnTo>
                    <a:pt x="1817" y="7076"/>
                  </a:lnTo>
                  <a:cubicBezTo>
                    <a:pt x="2106" y="7477"/>
                    <a:pt x="2466" y="7801"/>
                    <a:pt x="2889" y="8056"/>
                  </a:cubicBezTo>
                  <a:lnTo>
                    <a:pt x="2576" y="8909"/>
                  </a:lnTo>
                  <a:cubicBezTo>
                    <a:pt x="2506" y="9113"/>
                    <a:pt x="2610" y="9338"/>
                    <a:pt x="2814" y="9413"/>
                  </a:cubicBezTo>
                  <a:lnTo>
                    <a:pt x="3475" y="9657"/>
                  </a:lnTo>
                  <a:cubicBezTo>
                    <a:pt x="3522" y="9670"/>
                    <a:pt x="3568" y="9681"/>
                    <a:pt x="3609" y="9681"/>
                  </a:cubicBezTo>
                  <a:cubicBezTo>
                    <a:pt x="3772" y="9681"/>
                    <a:pt x="3922" y="9576"/>
                    <a:pt x="3980" y="9420"/>
                  </a:cubicBezTo>
                  <a:lnTo>
                    <a:pt x="4288" y="8567"/>
                  </a:lnTo>
                  <a:cubicBezTo>
                    <a:pt x="4477" y="8596"/>
                    <a:pt x="4666" y="8611"/>
                    <a:pt x="4854" y="8611"/>
                  </a:cubicBezTo>
                  <a:cubicBezTo>
                    <a:pt x="5151" y="8611"/>
                    <a:pt x="5447" y="8574"/>
                    <a:pt x="5737" y="8503"/>
                  </a:cubicBezTo>
                  <a:lnTo>
                    <a:pt x="6126" y="9327"/>
                  </a:lnTo>
                  <a:cubicBezTo>
                    <a:pt x="6167" y="9420"/>
                    <a:pt x="6248" y="9490"/>
                    <a:pt x="6347" y="9525"/>
                  </a:cubicBezTo>
                  <a:cubicBezTo>
                    <a:pt x="6391" y="9543"/>
                    <a:pt x="6437" y="9552"/>
                    <a:pt x="6482" y="9552"/>
                  </a:cubicBezTo>
                  <a:cubicBezTo>
                    <a:pt x="6538" y="9552"/>
                    <a:pt x="6594" y="9538"/>
                    <a:pt x="6648" y="9512"/>
                  </a:cubicBezTo>
                  <a:lnTo>
                    <a:pt x="7287" y="9217"/>
                  </a:lnTo>
                  <a:cubicBezTo>
                    <a:pt x="7379" y="9170"/>
                    <a:pt x="7448" y="9095"/>
                    <a:pt x="7490" y="8996"/>
                  </a:cubicBezTo>
                  <a:cubicBezTo>
                    <a:pt x="7525" y="8898"/>
                    <a:pt x="7518" y="8787"/>
                    <a:pt x="7472" y="8695"/>
                  </a:cubicBezTo>
                  <a:lnTo>
                    <a:pt x="7089" y="7871"/>
                  </a:lnTo>
                  <a:cubicBezTo>
                    <a:pt x="7483" y="7581"/>
                    <a:pt x="7814" y="7221"/>
                    <a:pt x="8069" y="6797"/>
                  </a:cubicBezTo>
                  <a:lnTo>
                    <a:pt x="8923" y="7111"/>
                  </a:lnTo>
                  <a:cubicBezTo>
                    <a:pt x="8965" y="7125"/>
                    <a:pt x="9009" y="7132"/>
                    <a:pt x="9052" y="7132"/>
                  </a:cubicBezTo>
                  <a:cubicBezTo>
                    <a:pt x="9214" y="7132"/>
                    <a:pt x="9367" y="7033"/>
                    <a:pt x="9427" y="6873"/>
                  </a:cubicBezTo>
                  <a:lnTo>
                    <a:pt x="9665" y="6211"/>
                  </a:lnTo>
                  <a:cubicBezTo>
                    <a:pt x="9699" y="6114"/>
                    <a:pt x="9699" y="6009"/>
                    <a:pt x="9654" y="5911"/>
                  </a:cubicBezTo>
                  <a:cubicBezTo>
                    <a:pt x="9606" y="5817"/>
                    <a:pt x="9531" y="5742"/>
                    <a:pt x="9432" y="5707"/>
                  </a:cubicBezTo>
                  <a:lnTo>
                    <a:pt x="8580" y="5400"/>
                  </a:lnTo>
                  <a:cubicBezTo>
                    <a:pt x="8655" y="4912"/>
                    <a:pt x="8632" y="4425"/>
                    <a:pt x="8516" y="3949"/>
                  </a:cubicBezTo>
                  <a:lnTo>
                    <a:pt x="9335" y="3566"/>
                  </a:lnTo>
                  <a:cubicBezTo>
                    <a:pt x="9432" y="3520"/>
                    <a:pt x="9502" y="3440"/>
                    <a:pt x="9537" y="3341"/>
                  </a:cubicBezTo>
                  <a:cubicBezTo>
                    <a:pt x="9571" y="3242"/>
                    <a:pt x="9571" y="3137"/>
                    <a:pt x="9525" y="3044"/>
                  </a:cubicBezTo>
                  <a:lnTo>
                    <a:pt x="9230" y="2407"/>
                  </a:lnTo>
                  <a:cubicBezTo>
                    <a:pt x="9163" y="2263"/>
                    <a:pt x="9019" y="2178"/>
                    <a:pt x="8869" y="2178"/>
                  </a:cubicBezTo>
                  <a:cubicBezTo>
                    <a:pt x="8813" y="2178"/>
                    <a:pt x="8755" y="2190"/>
                    <a:pt x="8701" y="2216"/>
                  </a:cubicBezTo>
                  <a:lnTo>
                    <a:pt x="7884" y="2599"/>
                  </a:lnTo>
                  <a:cubicBezTo>
                    <a:pt x="7594" y="2203"/>
                    <a:pt x="7234" y="1873"/>
                    <a:pt x="6811" y="1617"/>
                  </a:cubicBezTo>
                  <a:lnTo>
                    <a:pt x="7118" y="765"/>
                  </a:lnTo>
                  <a:cubicBezTo>
                    <a:pt x="7159" y="666"/>
                    <a:pt x="7153" y="562"/>
                    <a:pt x="7107" y="463"/>
                  </a:cubicBezTo>
                  <a:cubicBezTo>
                    <a:pt x="7060" y="371"/>
                    <a:pt x="6985" y="302"/>
                    <a:pt x="6886" y="260"/>
                  </a:cubicBezTo>
                  <a:lnTo>
                    <a:pt x="6225" y="23"/>
                  </a:lnTo>
                  <a:cubicBezTo>
                    <a:pt x="6181" y="8"/>
                    <a:pt x="6134" y="0"/>
                    <a:pt x="60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"/>
          <p:cNvSpPr/>
          <p:nvPr/>
        </p:nvSpPr>
        <p:spPr>
          <a:xfrm rot="-518693">
            <a:off x="-1271443" y="-1529685"/>
            <a:ext cx="4341237" cy="3971959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6557075" y="2576250"/>
            <a:ext cx="4341251" cy="3971973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493" name="Google Shape;493;p21"/>
          <p:cNvSpPr txBox="1">
            <a:spLocks noGrp="1"/>
          </p:cNvSpPr>
          <p:nvPr>
            <p:ph type="title" hasCustomPrompt="1"/>
          </p:nvPr>
        </p:nvSpPr>
        <p:spPr>
          <a:xfrm>
            <a:off x="1284000" y="616188"/>
            <a:ext cx="6576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94" name="Google Shape;494;p21"/>
          <p:cNvSpPr txBox="1">
            <a:spLocks noGrp="1"/>
          </p:cNvSpPr>
          <p:nvPr>
            <p:ph type="subTitle" idx="1"/>
          </p:nvPr>
        </p:nvSpPr>
        <p:spPr>
          <a:xfrm>
            <a:off x="1284000" y="1169813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21"/>
          <p:cNvSpPr txBox="1">
            <a:spLocks noGrp="1"/>
          </p:cNvSpPr>
          <p:nvPr>
            <p:ph type="title" idx="2" hasCustomPrompt="1"/>
          </p:nvPr>
        </p:nvSpPr>
        <p:spPr>
          <a:xfrm>
            <a:off x="1284000" y="2072325"/>
            <a:ext cx="6576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96" name="Google Shape;496;p21"/>
          <p:cNvSpPr txBox="1">
            <a:spLocks noGrp="1"/>
          </p:cNvSpPr>
          <p:nvPr>
            <p:ph type="subTitle" idx="3"/>
          </p:nvPr>
        </p:nvSpPr>
        <p:spPr>
          <a:xfrm>
            <a:off x="1284000" y="2625950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1"/>
          <p:cNvSpPr txBox="1">
            <a:spLocks noGrp="1"/>
          </p:cNvSpPr>
          <p:nvPr>
            <p:ph type="title" idx="4" hasCustomPrompt="1"/>
          </p:nvPr>
        </p:nvSpPr>
        <p:spPr>
          <a:xfrm>
            <a:off x="1284000" y="3528475"/>
            <a:ext cx="6576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98" name="Google Shape;498;p21"/>
          <p:cNvSpPr txBox="1">
            <a:spLocks noGrp="1"/>
          </p:cNvSpPr>
          <p:nvPr>
            <p:ph type="subTitle" idx="5"/>
          </p:nvPr>
        </p:nvSpPr>
        <p:spPr>
          <a:xfrm>
            <a:off x="1284000" y="4082100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2"/>
          <p:cNvSpPr txBox="1">
            <a:spLocks noGrp="1"/>
          </p:cNvSpPr>
          <p:nvPr>
            <p:ph type="subTitle" idx="1"/>
          </p:nvPr>
        </p:nvSpPr>
        <p:spPr>
          <a:xfrm>
            <a:off x="720000" y="1212525"/>
            <a:ext cx="4430700" cy="33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1" name="Google Shape;50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22"/>
          <p:cNvSpPr/>
          <p:nvPr/>
        </p:nvSpPr>
        <p:spPr>
          <a:xfrm rot="-3300882">
            <a:off x="5716978" y="2071480"/>
            <a:ext cx="5348688" cy="4893724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3"/>
          <p:cNvSpPr/>
          <p:nvPr/>
        </p:nvSpPr>
        <p:spPr>
          <a:xfrm rot="7140016">
            <a:off x="-685947" y="2009007"/>
            <a:ext cx="3289097" cy="4697008"/>
          </a:xfrm>
          <a:custGeom>
            <a:avLst/>
            <a:gdLst/>
            <a:ahLst/>
            <a:cxnLst/>
            <a:rect l="l" t="t" r="r" b="b"/>
            <a:pathLst>
              <a:path w="16242" h="20422" extrusionOk="0">
                <a:moveTo>
                  <a:pt x="11339" y="0"/>
                </a:moveTo>
                <a:cubicBezTo>
                  <a:pt x="10562" y="0"/>
                  <a:pt x="9680" y="147"/>
                  <a:pt x="8700" y="480"/>
                </a:cubicBezTo>
                <a:cubicBezTo>
                  <a:pt x="3259" y="2330"/>
                  <a:pt x="502" y="7434"/>
                  <a:pt x="328" y="10845"/>
                </a:cubicBezTo>
                <a:cubicBezTo>
                  <a:pt x="0" y="17474"/>
                  <a:pt x="4971" y="20421"/>
                  <a:pt x="8833" y="20421"/>
                </a:cubicBezTo>
                <a:cubicBezTo>
                  <a:pt x="9330" y="20421"/>
                  <a:pt x="9808" y="20373"/>
                  <a:pt x="10255" y="20277"/>
                </a:cubicBezTo>
                <a:cubicBezTo>
                  <a:pt x="14170" y="19430"/>
                  <a:pt x="15051" y="15898"/>
                  <a:pt x="14111" y="13462"/>
                </a:cubicBezTo>
                <a:cubicBezTo>
                  <a:pt x="13171" y="11031"/>
                  <a:pt x="13079" y="8681"/>
                  <a:pt x="14820" y="5589"/>
                </a:cubicBezTo>
                <a:cubicBezTo>
                  <a:pt x="16242" y="3050"/>
                  <a:pt x="14876" y="0"/>
                  <a:pt x="11339" y="0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3"/>
          <p:cNvSpPr/>
          <p:nvPr/>
        </p:nvSpPr>
        <p:spPr>
          <a:xfrm rot="7140032">
            <a:off x="7484293" y="-965147"/>
            <a:ext cx="1889219" cy="2697906"/>
          </a:xfrm>
          <a:custGeom>
            <a:avLst/>
            <a:gdLst/>
            <a:ahLst/>
            <a:cxnLst/>
            <a:rect l="l" t="t" r="r" b="b"/>
            <a:pathLst>
              <a:path w="16242" h="20422" extrusionOk="0">
                <a:moveTo>
                  <a:pt x="11339" y="0"/>
                </a:moveTo>
                <a:cubicBezTo>
                  <a:pt x="10562" y="0"/>
                  <a:pt x="9680" y="147"/>
                  <a:pt x="8700" y="480"/>
                </a:cubicBezTo>
                <a:cubicBezTo>
                  <a:pt x="3259" y="2330"/>
                  <a:pt x="502" y="7434"/>
                  <a:pt x="328" y="10845"/>
                </a:cubicBezTo>
                <a:cubicBezTo>
                  <a:pt x="0" y="17474"/>
                  <a:pt x="4971" y="20421"/>
                  <a:pt x="8833" y="20421"/>
                </a:cubicBezTo>
                <a:cubicBezTo>
                  <a:pt x="9330" y="20421"/>
                  <a:pt x="9808" y="20373"/>
                  <a:pt x="10255" y="20277"/>
                </a:cubicBezTo>
                <a:cubicBezTo>
                  <a:pt x="14170" y="19430"/>
                  <a:pt x="15051" y="15898"/>
                  <a:pt x="14111" y="13462"/>
                </a:cubicBezTo>
                <a:cubicBezTo>
                  <a:pt x="13171" y="11031"/>
                  <a:pt x="13079" y="8681"/>
                  <a:pt x="14820" y="5589"/>
                </a:cubicBezTo>
                <a:cubicBezTo>
                  <a:pt x="16242" y="3050"/>
                  <a:pt x="14876" y="0"/>
                  <a:pt x="11339" y="0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6" name="Google Shape;506;p23"/>
          <p:cNvGrpSpPr/>
          <p:nvPr/>
        </p:nvGrpSpPr>
        <p:grpSpPr>
          <a:xfrm>
            <a:off x="7858282" y="325514"/>
            <a:ext cx="839504" cy="1081584"/>
            <a:chOff x="7858282" y="325514"/>
            <a:chExt cx="839504" cy="1081584"/>
          </a:xfrm>
        </p:grpSpPr>
        <p:grpSp>
          <p:nvGrpSpPr>
            <p:cNvPr id="507" name="Google Shape;507;p23"/>
            <p:cNvGrpSpPr/>
            <p:nvPr/>
          </p:nvGrpSpPr>
          <p:grpSpPr>
            <a:xfrm>
              <a:off x="8160025" y="859447"/>
              <a:ext cx="537760" cy="547651"/>
              <a:chOff x="2921650" y="2601500"/>
              <a:chExt cx="237275" cy="241650"/>
            </a:xfrm>
          </p:grpSpPr>
          <p:sp>
            <p:nvSpPr>
              <p:cNvPr id="508" name="Google Shape;508;p23"/>
              <p:cNvSpPr/>
              <p:nvPr/>
            </p:nvSpPr>
            <p:spPr>
              <a:xfrm>
                <a:off x="2930650" y="2615000"/>
                <a:ext cx="226275" cy="226250"/>
              </a:xfrm>
              <a:custGeom>
                <a:avLst/>
                <a:gdLst/>
                <a:ahLst/>
                <a:cxnLst/>
                <a:rect l="l" t="t" r="r" b="b"/>
                <a:pathLst>
                  <a:path w="9051" h="9050" extrusionOk="0">
                    <a:moveTo>
                      <a:pt x="4526" y="1"/>
                    </a:moveTo>
                    <a:cubicBezTo>
                      <a:pt x="2031" y="1"/>
                      <a:pt x="1" y="2025"/>
                      <a:pt x="1" y="4525"/>
                    </a:cubicBezTo>
                    <a:cubicBezTo>
                      <a:pt x="1" y="7026"/>
                      <a:pt x="2031" y="9050"/>
                      <a:pt x="4526" y="9050"/>
                    </a:cubicBezTo>
                    <a:cubicBezTo>
                      <a:pt x="7025" y="9050"/>
                      <a:pt x="9050" y="7026"/>
                      <a:pt x="9050" y="4525"/>
                    </a:cubicBezTo>
                    <a:cubicBezTo>
                      <a:pt x="9050" y="2025"/>
                      <a:pt x="7025" y="1"/>
                      <a:pt x="45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/>
              <p:cNvSpPr/>
              <p:nvPr/>
            </p:nvSpPr>
            <p:spPr>
              <a:xfrm>
                <a:off x="2928750" y="2612950"/>
                <a:ext cx="230175" cy="230200"/>
              </a:xfrm>
              <a:custGeom>
                <a:avLst/>
                <a:gdLst/>
                <a:ahLst/>
                <a:cxnLst/>
                <a:rect l="l" t="t" r="r" b="b"/>
                <a:pathLst>
                  <a:path w="9207" h="9208" extrusionOk="0">
                    <a:moveTo>
                      <a:pt x="4602" y="163"/>
                    </a:moveTo>
                    <a:cubicBezTo>
                      <a:pt x="7055" y="163"/>
                      <a:pt x="9044" y="2158"/>
                      <a:pt x="9044" y="4607"/>
                    </a:cubicBezTo>
                    <a:cubicBezTo>
                      <a:pt x="9044" y="7055"/>
                      <a:pt x="7055" y="9050"/>
                      <a:pt x="4602" y="9050"/>
                    </a:cubicBezTo>
                    <a:cubicBezTo>
                      <a:pt x="2153" y="9050"/>
                      <a:pt x="158" y="7055"/>
                      <a:pt x="158" y="4607"/>
                    </a:cubicBezTo>
                    <a:cubicBezTo>
                      <a:pt x="158" y="2158"/>
                      <a:pt x="2153" y="163"/>
                      <a:pt x="4602" y="163"/>
                    </a:cubicBezTo>
                    <a:close/>
                    <a:moveTo>
                      <a:pt x="4602" y="0"/>
                    </a:moveTo>
                    <a:cubicBezTo>
                      <a:pt x="2066" y="0"/>
                      <a:pt x="0" y="2066"/>
                      <a:pt x="0" y="4607"/>
                    </a:cubicBezTo>
                    <a:cubicBezTo>
                      <a:pt x="0" y="7142"/>
                      <a:pt x="2066" y="9207"/>
                      <a:pt x="4602" y="9207"/>
                    </a:cubicBezTo>
                    <a:cubicBezTo>
                      <a:pt x="7142" y="9207"/>
                      <a:pt x="9207" y="7142"/>
                      <a:pt x="9207" y="4607"/>
                    </a:cubicBezTo>
                    <a:cubicBezTo>
                      <a:pt x="9207" y="2066"/>
                      <a:pt x="7142" y="0"/>
                      <a:pt x="4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/>
              <p:cNvSpPr/>
              <p:nvPr/>
            </p:nvSpPr>
            <p:spPr>
              <a:xfrm>
                <a:off x="2923700" y="2603550"/>
                <a:ext cx="226075" cy="226075"/>
              </a:xfrm>
              <a:custGeom>
                <a:avLst/>
                <a:gdLst/>
                <a:ahLst/>
                <a:cxnLst/>
                <a:rect l="l" t="t" r="r" b="b"/>
                <a:pathLst>
                  <a:path w="9043" h="9043" extrusionOk="0">
                    <a:moveTo>
                      <a:pt x="4518" y="1"/>
                    </a:moveTo>
                    <a:cubicBezTo>
                      <a:pt x="2025" y="1"/>
                      <a:pt x="1" y="2025"/>
                      <a:pt x="1" y="4525"/>
                    </a:cubicBezTo>
                    <a:cubicBezTo>
                      <a:pt x="1" y="7019"/>
                      <a:pt x="2025" y="9043"/>
                      <a:pt x="4518" y="9043"/>
                    </a:cubicBezTo>
                    <a:cubicBezTo>
                      <a:pt x="7019" y="9043"/>
                      <a:pt x="9043" y="7019"/>
                      <a:pt x="9043" y="4525"/>
                    </a:cubicBezTo>
                    <a:cubicBezTo>
                      <a:pt x="9043" y="2025"/>
                      <a:pt x="7019" y="1"/>
                      <a:pt x="45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/>
              <p:cNvSpPr/>
              <p:nvPr/>
            </p:nvSpPr>
            <p:spPr>
              <a:xfrm>
                <a:off x="2921650" y="2601500"/>
                <a:ext cx="230175" cy="230175"/>
              </a:xfrm>
              <a:custGeom>
                <a:avLst/>
                <a:gdLst/>
                <a:ahLst/>
                <a:cxnLst/>
                <a:rect l="l" t="t" r="r" b="b"/>
                <a:pathLst>
                  <a:path w="9207" h="9207" extrusionOk="0">
                    <a:moveTo>
                      <a:pt x="4600" y="163"/>
                    </a:moveTo>
                    <a:cubicBezTo>
                      <a:pt x="7055" y="163"/>
                      <a:pt x="9044" y="2153"/>
                      <a:pt x="9044" y="4607"/>
                    </a:cubicBezTo>
                    <a:cubicBezTo>
                      <a:pt x="9044" y="7055"/>
                      <a:pt x="7055" y="9044"/>
                      <a:pt x="4600" y="9044"/>
                    </a:cubicBezTo>
                    <a:cubicBezTo>
                      <a:pt x="2153" y="9044"/>
                      <a:pt x="158" y="7055"/>
                      <a:pt x="158" y="4607"/>
                    </a:cubicBezTo>
                    <a:cubicBezTo>
                      <a:pt x="158" y="2153"/>
                      <a:pt x="2153" y="163"/>
                      <a:pt x="4600" y="163"/>
                    </a:cubicBezTo>
                    <a:close/>
                    <a:moveTo>
                      <a:pt x="4600" y="0"/>
                    </a:moveTo>
                    <a:cubicBezTo>
                      <a:pt x="2066" y="0"/>
                      <a:pt x="0" y="2066"/>
                      <a:pt x="0" y="4607"/>
                    </a:cubicBezTo>
                    <a:cubicBezTo>
                      <a:pt x="0" y="7141"/>
                      <a:pt x="2066" y="9207"/>
                      <a:pt x="4600" y="9207"/>
                    </a:cubicBezTo>
                    <a:cubicBezTo>
                      <a:pt x="7141" y="9207"/>
                      <a:pt x="9207" y="7141"/>
                      <a:pt x="9207" y="4607"/>
                    </a:cubicBezTo>
                    <a:cubicBezTo>
                      <a:pt x="9207" y="2066"/>
                      <a:pt x="7141" y="0"/>
                      <a:pt x="46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/>
              <p:cNvSpPr/>
              <p:nvPr/>
            </p:nvSpPr>
            <p:spPr>
              <a:xfrm>
                <a:off x="2958200" y="2638050"/>
                <a:ext cx="157100" cy="15710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6284" extrusionOk="0">
                    <a:moveTo>
                      <a:pt x="3138" y="0"/>
                    </a:moveTo>
                    <a:cubicBezTo>
                      <a:pt x="1405" y="0"/>
                      <a:pt x="0" y="1411"/>
                      <a:pt x="0" y="3145"/>
                    </a:cubicBezTo>
                    <a:cubicBezTo>
                      <a:pt x="0" y="4873"/>
                      <a:pt x="1405" y="6283"/>
                      <a:pt x="3138" y="6283"/>
                    </a:cubicBezTo>
                    <a:cubicBezTo>
                      <a:pt x="4873" y="6283"/>
                      <a:pt x="6283" y="4873"/>
                      <a:pt x="6283" y="3145"/>
                    </a:cubicBezTo>
                    <a:cubicBezTo>
                      <a:pt x="6283" y="1411"/>
                      <a:pt x="4873" y="0"/>
                      <a:pt x="31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/>
              <p:cNvSpPr/>
              <p:nvPr/>
            </p:nvSpPr>
            <p:spPr>
              <a:xfrm>
                <a:off x="2956175" y="2636025"/>
                <a:ext cx="161000" cy="161125"/>
              </a:xfrm>
              <a:custGeom>
                <a:avLst/>
                <a:gdLst/>
                <a:ahLst/>
                <a:cxnLst/>
                <a:rect l="l" t="t" r="r" b="b"/>
                <a:pathLst>
                  <a:path w="6440" h="6445" extrusionOk="0">
                    <a:moveTo>
                      <a:pt x="3219" y="163"/>
                    </a:moveTo>
                    <a:cubicBezTo>
                      <a:pt x="4908" y="163"/>
                      <a:pt x="6282" y="1537"/>
                      <a:pt x="6282" y="3226"/>
                    </a:cubicBezTo>
                    <a:cubicBezTo>
                      <a:pt x="6282" y="4908"/>
                      <a:pt x="4908" y="6282"/>
                      <a:pt x="3219" y="6282"/>
                    </a:cubicBezTo>
                    <a:cubicBezTo>
                      <a:pt x="1532" y="6282"/>
                      <a:pt x="163" y="4908"/>
                      <a:pt x="163" y="3226"/>
                    </a:cubicBezTo>
                    <a:cubicBezTo>
                      <a:pt x="163" y="1537"/>
                      <a:pt x="1532" y="163"/>
                      <a:pt x="3219" y="163"/>
                    </a:cubicBezTo>
                    <a:close/>
                    <a:moveTo>
                      <a:pt x="3219" y="0"/>
                    </a:moveTo>
                    <a:cubicBezTo>
                      <a:pt x="1444" y="0"/>
                      <a:pt x="0" y="1444"/>
                      <a:pt x="0" y="3226"/>
                    </a:cubicBezTo>
                    <a:cubicBezTo>
                      <a:pt x="0" y="5001"/>
                      <a:pt x="1444" y="6445"/>
                      <a:pt x="3219" y="6445"/>
                    </a:cubicBezTo>
                    <a:cubicBezTo>
                      <a:pt x="4994" y="6445"/>
                      <a:pt x="6439" y="5001"/>
                      <a:pt x="6439" y="3226"/>
                    </a:cubicBezTo>
                    <a:cubicBezTo>
                      <a:pt x="6439" y="1444"/>
                      <a:pt x="4994" y="0"/>
                      <a:pt x="32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/>
              <p:cNvSpPr/>
              <p:nvPr/>
            </p:nvSpPr>
            <p:spPr>
              <a:xfrm>
                <a:off x="2988950" y="2668950"/>
                <a:ext cx="9542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3817" h="3811" extrusionOk="0">
                    <a:moveTo>
                      <a:pt x="1908" y="0"/>
                    </a:moveTo>
                    <a:cubicBezTo>
                      <a:pt x="858" y="0"/>
                      <a:pt x="1" y="853"/>
                      <a:pt x="1" y="1909"/>
                    </a:cubicBezTo>
                    <a:cubicBezTo>
                      <a:pt x="1" y="2959"/>
                      <a:pt x="858" y="3811"/>
                      <a:pt x="1908" y="3811"/>
                    </a:cubicBezTo>
                    <a:cubicBezTo>
                      <a:pt x="2965" y="3811"/>
                      <a:pt x="3817" y="2959"/>
                      <a:pt x="3817" y="1909"/>
                    </a:cubicBezTo>
                    <a:cubicBezTo>
                      <a:pt x="3817" y="853"/>
                      <a:pt x="2965" y="0"/>
                      <a:pt x="19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/>
              <p:cNvSpPr/>
              <p:nvPr/>
            </p:nvSpPr>
            <p:spPr>
              <a:xfrm>
                <a:off x="2987050" y="2666900"/>
                <a:ext cx="99400" cy="99400"/>
              </a:xfrm>
              <a:custGeom>
                <a:avLst/>
                <a:gdLst/>
                <a:ahLst/>
                <a:cxnLst/>
                <a:rect l="l" t="t" r="r" b="b"/>
                <a:pathLst>
                  <a:path w="3976" h="3976" extrusionOk="0">
                    <a:moveTo>
                      <a:pt x="1984" y="158"/>
                    </a:moveTo>
                    <a:cubicBezTo>
                      <a:pt x="2994" y="158"/>
                      <a:pt x="3812" y="982"/>
                      <a:pt x="3812" y="1991"/>
                    </a:cubicBezTo>
                    <a:cubicBezTo>
                      <a:pt x="3812" y="2994"/>
                      <a:pt x="2994" y="3818"/>
                      <a:pt x="1984" y="3818"/>
                    </a:cubicBezTo>
                    <a:cubicBezTo>
                      <a:pt x="982" y="3818"/>
                      <a:pt x="158" y="2994"/>
                      <a:pt x="158" y="1991"/>
                    </a:cubicBezTo>
                    <a:cubicBezTo>
                      <a:pt x="158" y="982"/>
                      <a:pt x="982" y="158"/>
                      <a:pt x="1984" y="158"/>
                    </a:cubicBezTo>
                    <a:close/>
                    <a:moveTo>
                      <a:pt x="1984" y="0"/>
                    </a:moveTo>
                    <a:cubicBezTo>
                      <a:pt x="889" y="0"/>
                      <a:pt x="0" y="894"/>
                      <a:pt x="0" y="1991"/>
                    </a:cubicBezTo>
                    <a:cubicBezTo>
                      <a:pt x="0" y="3081"/>
                      <a:pt x="889" y="3975"/>
                      <a:pt x="1984" y="3975"/>
                    </a:cubicBezTo>
                    <a:cubicBezTo>
                      <a:pt x="3081" y="3975"/>
                      <a:pt x="3975" y="3081"/>
                      <a:pt x="3975" y="1991"/>
                    </a:cubicBezTo>
                    <a:cubicBezTo>
                      <a:pt x="3975" y="894"/>
                      <a:pt x="3081" y="0"/>
                      <a:pt x="19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/>
              <p:cNvSpPr/>
              <p:nvPr/>
            </p:nvSpPr>
            <p:spPr>
              <a:xfrm>
                <a:off x="3009250" y="2689100"/>
                <a:ext cx="54975" cy="54975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2199" extrusionOk="0">
                    <a:moveTo>
                      <a:pt x="1096" y="563"/>
                    </a:moveTo>
                    <a:cubicBezTo>
                      <a:pt x="1393" y="563"/>
                      <a:pt x="1636" y="801"/>
                      <a:pt x="1636" y="1103"/>
                    </a:cubicBezTo>
                    <a:cubicBezTo>
                      <a:pt x="1636" y="1398"/>
                      <a:pt x="1393" y="1636"/>
                      <a:pt x="1096" y="1636"/>
                    </a:cubicBezTo>
                    <a:cubicBezTo>
                      <a:pt x="801" y="1636"/>
                      <a:pt x="557" y="1398"/>
                      <a:pt x="557" y="1103"/>
                    </a:cubicBezTo>
                    <a:cubicBezTo>
                      <a:pt x="557" y="801"/>
                      <a:pt x="801" y="563"/>
                      <a:pt x="1096" y="563"/>
                    </a:cubicBezTo>
                    <a:close/>
                    <a:moveTo>
                      <a:pt x="1096" y="1"/>
                    </a:moveTo>
                    <a:cubicBezTo>
                      <a:pt x="493" y="1"/>
                      <a:pt x="1" y="493"/>
                      <a:pt x="1" y="1103"/>
                    </a:cubicBezTo>
                    <a:cubicBezTo>
                      <a:pt x="1" y="1706"/>
                      <a:pt x="493" y="2199"/>
                      <a:pt x="1096" y="2199"/>
                    </a:cubicBezTo>
                    <a:cubicBezTo>
                      <a:pt x="1706" y="2199"/>
                      <a:pt x="2199" y="1706"/>
                      <a:pt x="2199" y="1103"/>
                    </a:cubicBezTo>
                    <a:cubicBezTo>
                      <a:pt x="2199" y="493"/>
                      <a:pt x="1706" y="1"/>
                      <a:pt x="109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/>
              <p:cNvSpPr/>
              <p:nvPr/>
            </p:nvSpPr>
            <p:spPr>
              <a:xfrm>
                <a:off x="3007225" y="2687075"/>
                <a:ext cx="59025" cy="59025"/>
              </a:xfrm>
              <a:custGeom>
                <a:avLst/>
                <a:gdLst/>
                <a:ahLst/>
                <a:cxnLst/>
                <a:rect l="l" t="t" r="r" b="b"/>
                <a:pathLst>
                  <a:path w="2361" h="2361" extrusionOk="0">
                    <a:moveTo>
                      <a:pt x="1177" y="719"/>
                    </a:moveTo>
                    <a:cubicBezTo>
                      <a:pt x="1433" y="719"/>
                      <a:pt x="1637" y="928"/>
                      <a:pt x="1637" y="1184"/>
                    </a:cubicBezTo>
                    <a:cubicBezTo>
                      <a:pt x="1637" y="1433"/>
                      <a:pt x="1433" y="1642"/>
                      <a:pt x="1177" y="1642"/>
                    </a:cubicBezTo>
                    <a:cubicBezTo>
                      <a:pt x="928" y="1642"/>
                      <a:pt x="719" y="1433"/>
                      <a:pt x="719" y="1184"/>
                    </a:cubicBezTo>
                    <a:cubicBezTo>
                      <a:pt x="719" y="928"/>
                      <a:pt x="928" y="719"/>
                      <a:pt x="1177" y="719"/>
                    </a:cubicBezTo>
                    <a:close/>
                    <a:moveTo>
                      <a:pt x="1177" y="563"/>
                    </a:moveTo>
                    <a:cubicBezTo>
                      <a:pt x="842" y="563"/>
                      <a:pt x="563" y="842"/>
                      <a:pt x="563" y="1184"/>
                    </a:cubicBezTo>
                    <a:cubicBezTo>
                      <a:pt x="563" y="1520"/>
                      <a:pt x="842" y="1798"/>
                      <a:pt x="1177" y="1798"/>
                    </a:cubicBezTo>
                    <a:cubicBezTo>
                      <a:pt x="1520" y="1798"/>
                      <a:pt x="1798" y="1520"/>
                      <a:pt x="1798" y="1184"/>
                    </a:cubicBezTo>
                    <a:cubicBezTo>
                      <a:pt x="1798" y="842"/>
                      <a:pt x="1520" y="563"/>
                      <a:pt x="1177" y="563"/>
                    </a:cubicBezTo>
                    <a:close/>
                    <a:moveTo>
                      <a:pt x="1177" y="162"/>
                    </a:moveTo>
                    <a:cubicBezTo>
                      <a:pt x="1741" y="162"/>
                      <a:pt x="2199" y="620"/>
                      <a:pt x="2199" y="1184"/>
                    </a:cubicBezTo>
                    <a:cubicBezTo>
                      <a:pt x="2199" y="1741"/>
                      <a:pt x="1741" y="2199"/>
                      <a:pt x="1177" y="2199"/>
                    </a:cubicBezTo>
                    <a:cubicBezTo>
                      <a:pt x="615" y="2199"/>
                      <a:pt x="157" y="1741"/>
                      <a:pt x="157" y="1184"/>
                    </a:cubicBezTo>
                    <a:cubicBezTo>
                      <a:pt x="157" y="620"/>
                      <a:pt x="615" y="162"/>
                      <a:pt x="1177" y="162"/>
                    </a:cubicBezTo>
                    <a:close/>
                    <a:moveTo>
                      <a:pt x="1177" y="1"/>
                    </a:moveTo>
                    <a:cubicBezTo>
                      <a:pt x="528" y="1"/>
                      <a:pt x="1" y="528"/>
                      <a:pt x="1" y="1184"/>
                    </a:cubicBezTo>
                    <a:cubicBezTo>
                      <a:pt x="1" y="1833"/>
                      <a:pt x="528" y="2361"/>
                      <a:pt x="1177" y="2361"/>
                    </a:cubicBezTo>
                    <a:cubicBezTo>
                      <a:pt x="1827" y="2361"/>
                      <a:pt x="2361" y="1833"/>
                      <a:pt x="2361" y="1184"/>
                    </a:cubicBezTo>
                    <a:cubicBezTo>
                      <a:pt x="2361" y="528"/>
                      <a:pt x="1827" y="1"/>
                      <a:pt x="1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/>
              <p:cNvSpPr/>
              <p:nvPr/>
            </p:nvSpPr>
            <p:spPr>
              <a:xfrm>
                <a:off x="2957925" y="2627375"/>
                <a:ext cx="80650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226" h="3683" extrusionOk="0">
                    <a:moveTo>
                      <a:pt x="125" y="1"/>
                    </a:moveTo>
                    <a:cubicBezTo>
                      <a:pt x="99" y="1"/>
                      <a:pt x="73" y="9"/>
                      <a:pt x="52" y="28"/>
                    </a:cubicBezTo>
                    <a:cubicBezTo>
                      <a:pt x="6" y="68"/>
                      <a:pt x="0" y="138"/>
                      <a:pt x="40" y="184"/>
                    </a:cubicBezTo>
                    <a:lnTo>
                      <a:pt x="3017" y="3642"/>
                    </a:lnTo>
                    <a:cubicBezTo>
                      <a:pt x="3039" y="3670"/>
                      <a:pt x="3068" y="3682"/>
                      <a:pt x="3103" y="3682"/>
                    </a:cubicBezTo>
                    <a:cubicBezTo>
                      <a:pt x="3127" y="3682"/>
                      <a:pt x="3156" y="3677"/>
                      <a:pt x="3173" y="3653"/>
                    </a:cubicBezTo>
                    <a:cubicBezTo>
                      <a:pt x="3219" y="3618"/>
                      <a:pt x="3226" y="3543"/>
                      <a:pt x="3184" y="3496"/>
                    </a:cubicBezTo>
                    <a:lnTo>
                      <a:pt x="209" y="39"/>
                    </a:lnTo>
                    <a:cubicBezTo>
                      <a:pt x="187" y="14"/>
                      <a:pt x="156" y="1"/>
                      <a:pt x="1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/>
              <p:cNvSpPr/>
              <p:nvPr/>
            </p:nvSpPr>
            <p:spPr>
              <a:xfrm>
                <a:off x="2936575" y="2606400"/>
                <a:ext cx="30775" cy="30025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1201" extrusionOk="0">
                    <a:moveTo>
                      <a:pt x="899" y="0"/>
                    </a:moveTo>
                    <a:cubicBezTo>
                      <a:pt x="892" y="0"/>
                      <a:pt x="885" y="1"/>
                      <a:pt x="878" y="2"/>
                    </a:cubicBezTo>
                    <a:cubicBezTo>
                      <a:pt x="819" y="13"/>
                      <a:pt x="779" y="72"/>
                      <a:pt x="790" y="136"/>
                    </a:cubicBezTo>
                    <a:lnTo>
                      <a:pt x="929" y="814"/>
                    </a:lnTo>
                    <a:cubicBezTo>
                      <a:pt x="934" y="835"/>
                      <a:pt x="912" y="855"/>
                      <a:pt x="892" y="855"/>
                    </a:cubicBezTo>
                    <a:cubicBezTo>
                      <a:pt x="889" y="855"/>
                      <a:pt x="886" y="855"/>
                      <a:pt x="883" y="854"/>
                    </a:cubicBezTo>
                    <a:lnTo>
                      <a:pt x="164" y="588"/>
                    </a:lnTo>
                    <a:cubicBezTo>
                      <a:pt x="150" y="583"/>
                      <a:pt x="136" y="580"/>
                      <a:pt x="122" y="580"/>
                    </a:cubicBezTo>
                    <a:cubicBezTo>
                      <a:pt x="78" y="580"/>
                      <a:pt x="37" y="608"/>
                      <a:pt x="19" y="652"/>
                    </a:cubicBezTo>
                    <a:cubicBezTo>
                      <a:pt x="1" y="709"/>
                      <a:pt x="30" y="773"/>
                      <a:pt x="88" y="797"/>
                    </a:cubicBezTo>
                    <a:lnTo>
                      <a:pt x="1178" y="1197"/>
                    </a:lnTo>
                    <a:cubicBezTo>
                      <a:pt x="1184" y="1199"/>
                      <a:pt x="1189" y="1200"/>
                      <a:pt x="1194" y="1200"/>
                    </a:cubicBezTo>
                    <a:cubicBezTo>
                      <a:pt x="1216" y="1200"/>
                      <a:pt x="1230" y="1181"/>
                      <a:pt x="1226" y="1162"/>
                    </a:cubicBezTo>
                    <a:lnTo>
                      <a:pt x="1010" y="88"/>
                    </a:lnTo>
                    <a:cubicBezTo>
                      <a:pt x="1000" y="38"/>
                      <a:pt x="953" y="0"/>
                      <a:pt x="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/>
              <p:cNvSpPr/>
              <p:nvPr/>
            </p:nvSpPr>
            <p:spPr>
              <a:xfrm>
                <a:off x="2935300" y="2604875"/>
                <a:ext cx="3350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322" extrusionOk="0">
                    <a:moveTo>
                      <a:pt x="940" y="122"/>
                    </a:moveTo>
                    <a:cubicBezTo>
                      <a:pt x="957" y="122"/>
                      <a:pt x="969" y="122"/>
                      <a:pt x="980" y="127"/>
                    </a:cubicBezTo>
                    <a:cubicBezTo>
                      <a:pt x="991" y="138"/>
                      <a:pt x="998" y="149"/>
                      <a:pt x="1004" y="162"/>
                    </a:cubicBezTo>
                    <a:lnTo>
                      <a:pt x="1213" y="1188"/>
                    </a:lnTo>
                    <a:lnTo>
                      <a:pt x="156" y="800"/>
                    </a:lnTo>
                    <a:cubicBezTo>
                      <a:pt x="145" y="794"/>
                      <a:pt x="134" y="788"/>
                      <a:pt x="128" y="776"/>
                    </a:cubicBezTo>
                    <a:cubicBezTo>
                      <a:pt x="121" y="759"/>
                      <a:pt x="121" y="748"/>
                      <a:pt x="128" y="736"/>
                    </a:cubicBezTo>
                    <a:cubicBezTo>
                      <a:pt x="134" y="724"/>
                      <a:pt x="139" y="713"/>
                      <a:pt x="156" y="706"/>
                    </a:cubicBezTo>
                    <a:cubicBezTo>
                      <a:pt x="163" y="701"/>
                      <a:pt x="169" y="701"/>
                      <a:pt x="174" y="701"/>
                    </a:cubicBezTo>
                    <a:cubicBezTo>
                      <a:pt x="180" y="701"/>
                      <a:pt x="185" y="701"/>
                      <a:pt x="191" y="706"/>
                    </a:cubicBezTo>
                    <a:lnTo>
                      <a:pt x="911" y="968"/>
                    </a:lnTo>
                    <a:cubicBezTo>
                      <a:pt x="922" y="972"/>
                      <a:pt x="934" y="974"/>
                      <a:pt x="945" y="974"/>
                    </a:cubicBezTo>
                    <a:cubicBezTo>
                      <a:pt x="968" y="974"/>
                      <a:pt x="990" y="966"/>
                      <a:pt x="1009" y="950"/>
                    </a:cubicBezTo>
                    <a:cubicBezTo>
                      <a:pt x="1033" y="933"/>
                      <a:pt x="1044" y="898"/>
                      <a:pt x="1039" y="864"/>
                    </a:cubicBezTo>
                    <a:lnTo>
                      <a:pt x="899" y="184"/>
                    </a:lnTo>
                    <a:cubicBezTo>
                      <a:pt x="899" y="156"/>
                      <a:pt x="916" y="127"/>
                      <a:pt x="940" y="122"/>
                    </a:cubicBezTo>
                    <a:close/>
                    <a:moveTo>
                      <a:pt x="953" y="0"/>
                    </a:moveTo>
                    <a:cubicBezTo>
                      <a:pt x="941" y="0"/>
                      <a:pt x="929" y="2"/>
                      <a:pt x="916" y="5"/>
                    </a:cubicBezTo>
                    <a:cubicBezTo>
                      <a:pt x="824" y="23"/>
                      <a:pt x="766" y="115"/>
                      <a:pt x="783" y="208"/>
                    </a:cubicBezTo>
                    <a:lnTo>
                      <a:pt x="911" y="840"/>
                    </a:lnTo>
                    <a:lnTo>
                      <a:pt x="238" y="591"/>
                    </a:lnTo>
                    <a:cubicBezTo>
                      <a:pt x="218" y="584"/>
                      <a:pt x="199" y="581"/>
                      <a:pt x="180" y="581"/>
                    </a:cubicBezTo>
                    <a:cubicBezTo>
                      <a:pt x="153" y="581"/>
                      <a:pt x="128" y="587"/>
                      <a:pt x="105" y="596"/>
                    </a:cubicBezTo>
                    <a:cubicBezTo>
                      <a:pt x="64" y="614"/>
                      <a:pt x="29" y="649"/>
                      <a:pt x="17" y="695"/>
                    </a:cubicBezTo>
                    <a:cubicBezTo>
                      <a:pt x="0" y="736"/>
                      <a:pt x="0" y="783"/>
                      <a:pt x="17" y="823"/>
                    </a:cubicBezTo>
                    <a:cubicBezTo>
                      <a:pt x="41" y="864"/>
                      <a:pt x="75" y="898"/>
                      <a:pt x="116" y="915"/>
                    </a:cubicBezTo>
                    <a:lnTo>
                      <a:pt x="1213" y="1316"/>
                    </a:lnTo>
                    <a:cubicBezTo>
                      <a:pt x="1218" y="1322"/>
                      <a:pt x="1229" y="1322"/>
                      <a:pt x="1242" y="1322"/>
                    </a:cubicBezTo>
                    <a:cubicBezTo>
                      <a:pt x="1264" y="1322"/>
                      <a:pt x="1288" y="1316"/>
                      <a:pt x="1305" y="1298"/>
                    </a:cubicBezTo>
                    <a:cubicBezTo>
                      <a:pt x="1328" y="1276"/>
                      <a:pt x="1339" y="1241"/>
                      <a:pt x="1334" y="1206"/>
                    </a:cubicBezTo>
                    <a:lnTo>
                      <a:pt x="1119" y="138"/>
                    </a:lnTo>
                    <a:cubicBezTo>
                      <a:pt x="1114" y="92"/>
                      <a:pt x="1085" y="58"/>
                      <a:pt x="1044" y="28"/>
                    </a:cubicBezTo>
                    <a:cubicBezTo>
                      <a:pt x="1019" y="11"/>
                      <a:pt x="987" y="0"/>
                      <a:pt x="9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/>
              <p:cNvSpPr/>
              <p:nvPr/>
            </p:nvSpPr>
            <p:spPr>
              <a:xfrm>
                <a:off x="2944575" y="2615675"/>
                <a:ext cx="30750" cy="30025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201" extrusionOk="0">
                    <a:moveTo>
                      <a:pt x="904" y="1"/>
                    </a:moveTo>
                    <a:cubicBezTo>
                      <a:pt x="897" y="1"/>
                      <a:pt x="889" y="1"/>
                      <a:pt x="882" y="3"/>
                    </a:cubicBezTo>
                    <a:cubicBezTo>
                      <a:pt x="818" y="14"/>
                      <a:pt x="783" y="72"/>
                      <a:pt x="794" y="135"/>
                    </a:cubicBezTo>
                    <a:lnTo>
                      <a:pt x="928" y="814"/>
                    </a:lnTo>
                    <a:cubicBezTo>
                      <a:pt x="933" y="834"/>
                      <a:pt x="919" y="852"/>
                      <a:pt x="897" y="852"/>
                    </a:cubicBezTo>
                    <a:cubicBezTo>
                      <a:pt x="893" y="852"/>
                      <a:pt x="887" y="851"/>
                      <a:pt x="882" y="849"/>
                    </a:cubicBezTo>
                    <a:lnTo>
                      <a:pt x="162" y="588"/>
                    </a:lnTo>
                    <a:cubicBezTo>
                      <a:pt x="149" y="582"/>
                      <a:pt x="136" y="580"/>
                      <a:pt x="123" y="580"/>
                    </a:cubicBezTo>
                    <a:cubicBezTo>
                      <a:pt x="78" y="580"/>
                      <a:pt x="36" y="608"/>
                      <a:pt x="18" y="652"/>
                    </a:cubicBezTo>
                    <a:cubicBezTo>
                      <a:pt x="1" y="710"/>
                      <a:pt x="29" y="774"/>
                      <a:pt x="87" y="796"/>
                    </a:cubicBezTo>
                    <a:lnTo>
                      <a:pt x="1177" y="1197"/>
                    </a:lnTo>
                    <a:cubicBezTo>
                      <a:pt x="1183" y="1199"/>
                      <a:pt x="1188" y="1200"/>
                      <a:pt x="1192" y="1200"/>
                    </a:cubicBezTo>
                    <a:cubicBezTo>
                      <a:pt x="1214" y="1200"/>
                      <a:pt x="1229" y="1181"/>
                      <a:pt x="1225" y="1157"/>
                    </a:cubicBezTo>
                    <a:lnTo>
                      <a:pt x="1010" y="89"/>
                    </a:lnTo>
                    <a:cubicBezTo>
                      <a:pt x="999" y="38"/>
                      <a:pt x="954" y="1"/>
                      <a:pt x="90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/>
              <p:cNvSpPr/>
              <p:nvPr/>
            </p:nvSpPr>
            <p:spPr>
              <a:xfrm>
                <a:off x="2943250" y="2614175"/>
                <a:ext cx="3370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322" extrusionOk="0">
                    <a:moveTo>
                      <a:pt x="957" y="118"/>
                    </a:moveTo>
                    <a:cubicBezTo>
                      <a:pt x="965" y="118"/>
                      <a:pt x="973" y="122"/>
                      <a:pt x="981" y="125"/>
                    </a:cubicBezTo>
                    <a:cubicBezTo>
                      <a:pt x="994" y="138"/>
                      <a:pt x="1005" y="149"/>
                      <a:pt x="1005" y="160"/>
                    </a:cubicBezTo>
                    <a:lnTo>
                      <a:pt x="1214" y="1188"/>
                    </a:lnTo>
                    <a:lnTo>
                      <a:pt x="1214" y="1188"/>
                    </a:lnTo>
                    <a:lnTo>
                      <a:pt x="158" y="799"/>
                    </a:lnTo>
                    <a:cubicBezTo>
                      <a:pt x="146" y="794"/>
                      <a:pt x="135" y="787"/>
                      <a:pt x="129" y="776"/>
                    </a:cubicBezTo>
                    <a:cubicBezTo>
                      <a:pt x="123" y="759"/>
                      <a:pt x="123" y="746"/>
                      <a:pt x="129" y="735"/>
                    </a:cubicBezTo>
                    <a:cubicBezTo>
                      <a:pt x="135" y="717"/>
                      <a:pt x="146" y="712"/>
                      <a:pt x="158" y="706"/>
                    </a:cubicBezTo>
                    <a:cubicBezTo>
                      <a:pt x="164" y="700"/>
                      <a:pt x="169" y="700"/>
                      <a:pt x="175" y="700"/>
                    </a:cubicBezTo>
                    <a:lnTo>
                      <a:pt x="199" y="700"/>
                    </a:lnTo>
                    <a:lnTo>
                      <a:pt x="917" y="968"/>
                    </a:lnTo>
                    <a:cubicBezTo>
                      <a:pt x="927" y="971"/>
                      <a:pt x="937" y="973"/>
                      <a:pt x="947" y="973"/>
                    </a:cubicBezTo>
                    <a:cubicBezTo>
                      <a:pt x="969" y="973"/>
                      <a:pt x="991" y="966"/>
                      <a:pt x="1010" y="950"/>
                    </a:cubicBezTo>
                    <a:cubicBezTo>
                      <a:pt x="1034" y="926"/>
                      <a:pt x="1045" y="891"/>
                      <a:pt x="1040" y="863"/>
                    </a:cubicBezTo>
                    <a:lnTo>
                      <a:pt x="906" y="178"/>
                    </a:lnTo>
                    <a:cubicBezTo>
                      <a:pt x="900" y="167"/>
                      <a:pt x="906" y="155"/>
                      <a:pt x="911" y="144"/>
                    </a:cubicBezTo>
                    <a:cubicBezTo>
                      <a:pt x="917" y="132"/>
                      <a:pt x="930" y="120"/>
                      <a:pt x="946" y="120"/>
                    </a:cubicBezTo>
                    <a:cubicBezTo>
                      <a:pt x="950" y="118"/>
                      <a:pt x="953" y="118"/>
                      <a:pt x="957" y="118"/>
                    </a:cubicBezTo>
                    <a:close/>
                    <a:moveTo>
                      <a:pt x="957" y="0"/>
                    </a:moveTo>
                    <a:cubicBezTo>
                      <a:pt x="946" y="0"/>
                      <a:pt x="935" y="1"/>
                      <a:pt x="924" y="4"/>
                    </a:cubicBezTo>
                    <a:cubicBezTo>
                      <a:pt x="877" y="10"/>
                      <a:pt x="836" y="39"/>
                      <a:pt x="813" y="74"/>
                    </a:cubicBezTo>
                    <a:cubicBezTo>
                      <a:pt x="785" y="114"/>
                      <a:pt x="778" y="160"/>
                      <a:pt x="790" y="208"/>
                    </a:cubicBezTo>
                    <a:lnTo>
                      <a:pt x="917" y="840"/>
                    </a:lnTo>
                    <a:lnTo>
                      <a:pt x="239" y="590"/>
                    </a:lnTo>
                    <a:cubicBezTo>
                      <a:pt x="222" y="583"/>
                      <a:pt x="203" y="579"/>
                      <a:pt x="184" y="579"/>
                    </a:cubicBezTo>
                    <a:cubicBezTo>
                      <a:pt x="159" y="579"/>
                      <a:pt x="132" y="586"/>
                      <a:pt x="105" y="596"/>
                    </a:cubicBezTo>
                    <a:cubicBezTo>
                      <a:pt x="65" y="613"/>
                      <a:pt x="36" y="648"/>
                      <a:pt x="19" y="695"/>
                    </a:cubicBezTo>
                    <a:cubicBezTo>
                      <a:pt x="1" y="735"/>
                      <a:pt x="1" y="781"/>
                      <a:pt x="25" y="822"/>
                    </a:cubicBezTo>
                    <a:cubicBezTo>
                      <a:pt x="41" y="863"/>
                      <a:pt x="76" y="898"/>
                      <a:pt x="117" y="909"/>
                    </a:cubicBezTo>
                    <a:lnTo>
                      <a:pt x="1214" y="1316"/>
                    </a:lnTo>
                    <a:cubicBezTo>
                      <a:pt x="1225" y="1321"/>
                      <a:pt x="1237" y="1321"/>
                      <a:pt x="1243" y="1321"/>
                    </a:cubicBezTo>
                    <a:cubicBezTo>
                      <a:pt x="1265" y="1321"/>
                      <a:pt x="1289" y="1316"/>
                      <a:pt x="1307" y="1298"/>
                    </a:cubicBezTo>
                    <a:cubicBezTo>
                      <a:pt x="1335" y="1274"/>
                      <a:pt x="1347" y="1239"/>
                      <a:pt x="1342" y="1204"/>
                    </a:cubicBezTo>
                    <a:lnTo>
                      <a:pt x="1120" y="138"/>
                    </a:lnTo>
                    <a:cubicBezTo>
                      <a:pt x="1115" y="91"/>
                      <a:pt x="1085" y="56"/>
                      <a:pt x="1051" y="28"/>
                    </a:cubicBezTo>
                    <a:cubicBezTo>
                      <a:pt x="1021" y="11"/>
                      <a:pt x="988" y="0"/>
                      <a:pt x="9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3" name="Google Shape;523;p23"/>
            <p:cNvGrpSpPr/>
            <p:nvPr/>
          </p:nvGrpSpPr>
          <p:grpSpPr>
            <a:xfrm>
              <a:off x="8230109" y="329213"/>
              <a:ext cx="398996" cy="411572"/>
              <a:chOff x="-4011463" y="4778467"/>
              <a:chExt cx="925316" cy="954701"/>
            </a:xfrm>
          </p:grpSpPr>
          <p:sp>
            <p:nvSpPr>
              <p:cNvPr id="524" name="Google Shape;524;p23"/>
              <p:cNvSpPr/>
              <p:nvPr/>
            </p:nvSpPr>
            <p:spPr>
              <a:xfrm>
                <a:off x="-3999935" y="4824671"/>
                <a:ext cx="910482" cy="902356"/>
              </a:xfrm>
              <a:custGeom>
                <a:avLst/>
                <a:gdLst/>
                <a:ahLst/>
                <a:cxnLst/>
                <a:rect l="l" t="t" r="r" b="b"/>
                <a:pathLst>
                  <a:path w="9636" h="9550" extrusionOk="0">
                    <a:moveTo>
                      <a:pt x="4821" y="2671"/>
                    </a:moveTo>
                    <a:cubicBezTo>
                      <a:pt x="5062" y="2671"/>
                      <a:pt x="5307" y="2712"/>
                      <a:pt x="5546" y="2799"/>
                    </a:cubicBezTo>
                    <a:cubicBezTo>
                      <a:pt x="6654" y="3200"/>
                      <a:pt x="7222" y="4418"/>
                      <a:pt x="6822" y="5526"/>
                    </a:cubicBezTo>
                    <a:cubicBezTo>
                      <a:pt x="6508" y="6389"/>
                      <a:pt x="5688" y="6929"/>
                      <a:pt x="4818" y="6929"/>
                    </a:cubicBezTo>
                    <a:cubicBezTo>
                      <a:pt x="4578" y="6929"/>
                      <a:pt x="4334" y="6888"/>
                      <a:pt x="4096" y="6801"/>
                    </a:cubicBezTo>
                    <a:cubicBezTo>
                      <a:pt x="2988" y="6396"/>
                      <a:pt x="2419" y="5178"/>
                      <a:pt x="2820" y="4075"/>
                    </a:cubicBezTo>
                    <a:cubicBezTo>
                      <a:pt x="3133" y="3208"/>
                      <a:pt x="3952" y="2671"/>
                      <a:pt x="4821" y="2671"/>
                    </a:cubicBezTo>
                    <a:close/>
                    <a:moveTo>
                      <a:pt x="6052" y="0"/>
                    </a:moveTo>
                    <a:cubicBezTo>
                      <a:pt x="5920" y="0"/>
                      <a:pt x="5794" y="82"/>
                      <a:pt x="5749" y="218"/>
                    </a:cubicBezTo>
                    <a:lnTo>
                      <a:pt x="5419" y="1117"/>
                    </a:lnTo>
                    <a:cubicBezTo>
                      <a:pt x="5219" y="1084"/>
                      <a:pt x="5018" y="1067"/>
                      <a:pt x="4819" y="1067"/>
                    </a:cubicBezTo>
                    <a:cubicBezTo>
                      <a:pt x="4503" y="1067"/>
                      <a:pt x="4190" y="1108"/>
                      <a:pt x="3888" y="1187"/>
                    </a:cubicBezTo>
                    <a:lnTo>
                      <a:pt x="3481" y="316"/>
                    </a:lnTo>
                    <a:cubicBezTo>
                      <a:pt x="3427" y="199"/>
                      <a:pt x="3312" y="127"/>
                      <a:pt x="3188" y="127"/>
                    </a:cubicBezTo>
                    <a:cubicBezTo>
                      <a:pt x="3141" y="127"/>
                      <a:pt x="3092" y="138"/>
                      <a:pt x="3045" y="161"/>
                    </a:cubicBezTo>
                    <a:lnTo>
                      <a:pt x="2408" y="456"/>
                    </a:lnTo>
                    <a:cubicBezTo>
                      <a:pt x="2245" y="531"/>
                      <a:pt x="2175" y="729"/>
                      <a:pt x="2252" y="891"/>
                    </a:cubicBezTo>
                    <a:lnTo>
                      <a:pt x="2657" y="1762"/>
                    </a:lnTo>
                    <a:cubicBezTo>
                      <a:pt x="2245" y="2057"/>
                      <a:pt x="1891" y="2440"/>
                      <a:pt x="1625" y="2892"/>
                    </a:cubicBezTo>
                    <a:lnTo>
                      <a:pt x="720" y="2562"/>
                    </a:lnTo>
                    <a:cubicBezTo>
                      <a:pt x="685" y="2550"/>
                      <a:pt x="648" y="2544"/>
                      <a:pt x="612" y="2544"/>
                    </a:cubicBezTo>
                    <a:cubicBezTo>
                      <a:pt x="477" y="2544"/>
                      <a:pt x="348" y="2626"/>
                      <a:pt x="303" y="2758"/>
                    </a:cubicBezTo>
                    <a:lnTo>
                      <a:pt x="59" y="3420"/>
                    </a:lnTo>
                    <a:cubicBezTo>
                      <a:pt x="1" y="3594"/>
                      <a:pt x="87" y="3780"/>
                      <a:pt x="255" y="3843"/>
                    </a:cubicBezTo>
                    <a:lnTo>
                      <a:pt x="1160" y="4169"/>
                    </a:lnTo>
                    <a:cubicBezTo>
                      <a:pt x="1074" y="4691"/>
                      <a:pt x="1103" y="5213"/>
                      <a:pt x="1224" y="5700"/>
                    </a:cubicBezTo>
                    <a:lnTo>
                      <a:pt x="360" y="6105"/>
                    </a:lnTo>
                    <a:cubicBezTo>
                      <a:pt x="191" y="6182"/>
                      <a:pt x="122" y="6378"/>
                      <a:pt x="198" y="6541"/>
                    </a:cubicBezTo>
                    <a:lnTo>
                      <a:pt x="499" y="7179"/>
                    </a:lnTo>
                    <a:cubicBezTo>
                      <a:pt x="554" y="7301"/>
                      <a:pt x="674" y="7372"/>
                      <a:pt x="798" y="7372"/>
                    </a:cubicBezTo>
                    <a:cubicBezTo>
                      <a:pt x="844" y="7372"/>
                      <a:pt x="891" y="7362"/>
                      <a:pt x="935" y="7341"/>
                    </a:cubicBezTo>
                    <a:lnTo>
                      <a:pt x="1805" y="6935"/>
                    </a:lnTo>
                    <a:cubicBezTo>
                      <a:pt x="2100" y="7347"/>
                      <a:pt x="2477" y="7701"/>
                      <a:pt x="2935" y="7968"/>
                    </a:cubicBezTo>
                    <a:lnTo>
                      <a:pt x="2605" y="8867"/>
                    </a:lnTo>
                    <a:cubicBezTo>
                      <a:pt x="2547" y="9041"/>
                      <a:pt x="2635" y="9227"/>
                      <a:pt x="2802" y="9291"/>
                    </a:cubicBezTo>
                    <a:lnTo>
                      <a:pt x="3463" y="9529"/>
                    </a:lnTo>
                    <a:cubicBezTo>
                      <a:pt x="3500" y="9543"/>
                      <a:pt x="3539" y="9550"/>
                      <a:pt x="3577" y="9550"/>
                    </a:cubicBezTo>
                    <a:cubicBezTo>
                      <a:pt x="3710" y="9550"/>
                      <a:pt x="3838" y="9466"/>
                      <a:pt x="3888" y="9331"/>
                    </a:cubicBezTo>
                    <a:lnTo>
                      <a:pt x="4212" y="8432"/>
                    </a:lnTo>
                    <a:cubicBezTo>
                      <a:pt x="4414" y="8465"/>
                      <a:pt x="4615" y="8482"/>
                      <a:pt x="4814" y="8482"/>
                    </a:cubicBezTo>
                    <a:cubicBezTo>
                      <a:pt x="5130" y="8482"/>
                      <a:pt x="5441" y="8441"/>
                      <a:pt x="5743" y="8362"/>
                    </a:cubicBezTo>
                    <a:lnTo>
                      <a:pt x="6150" y="9232"/>
                    </a:lnTo>
                    <a:cubicBezTo>
                      <a:pt x="6205" y="9351"/>
                      <a:pt x="6323" y="9420"/>
                      <a:pt x="6447" y="9420"/>
                    </a:cubicBezTo>
                    <a:cubicBezTo>
                      <a:pt x="6493" y="9420"/>
                      <a:pt x="6540" y="9410"/>
                      <a:pt x="6584" y="9389"/>
                    </a:cubicBezTo>
                    <a:lnTo>
                      <a:pt x="7222" y="9093"/>
                    </a:lnTo>
                    <a:cubicBezTo>
                      <a:pt x="7385" y="9018"/>
                      <a:pt x="7460" y="8820"/>
                      <a:pt x="7379" y="8658"/>
                    </a:cubicBezTo>
                    <a:lnTo>
                      <a:pt x="6973" y="7788"/>
                    </a:lnTo>
                    <a:cubicBezTo>
                      <a:pt x="7385" y="7492"/>
                      <a:pt x="7744" y="7109"/>
                      <a:pt x="8011" y="6657"/>
                    </a:cubicBezTo>
                    <a:lnTo>
                      <a:pt x="8911" y="6982"/>
                    </a:lnTo>
                    <a:cubicBezTo>
                      <a:pt x="8948" y="6996"/>
                      <a:pt x="8986" y="7003"/>
                      <a:pt x="9024" y="7003"/>
                    </a:cubicBezTo>
                    <a:cubicBezTo>
                      <a:pt x="9157" y="7003"/>
                      <a:pt x="9283" y="6921"/>
                      <a:pt x="9328" y="6790"/>
                    </a:cubicBezTo>
                    <a:lnTo>
                      <a:pt x="9572" y="6123"/>
                    </a:lnTo>
                    <a:cubicBezTo>
                      <a:pt x="9636" y="5955"/>
                      <a:pt x="9543" y="5770"/>
                      <a:pt x="9374" y="5706"/>
                    </a:cubicBezTo>
                    <a:lnTo>
                      <a:pt x="8475" y="5381"/>
                    </a:lnTo>
                    <a:cubicBezTo>
                      <a:pt x="8557" y="4859"/>
                      <a:pt x="8533" y="4337"/>
                      <a:pt x="8405" y="3850"/>
                    </a:cubicBezTo>
                    <a:lnTo>
                      <a:pt x="9275" y="3443"/>
                    </a:lnTo>
                    <a:cubicBezTo>
                      <a:pt x="9438" y="3363"/>
                      <a:pt x="9508" y="3170"/>
                      <a:pt x="9433" y="3008"/>
                    </a:cubicBezTo>
                    <a:lnTo>
                      <a:pt x="9136" y="2370"/>
                    </a:lnTo>
                    <a:cubicBezTo>
                      <a:pt x="9077" y="2247"/>
                      <a:pt x="8960" y="2177"/>
                      <a:pt x="8836" y="2177"/>
                    </a:cubicBezTo>
                    <a:cubicBezTo>
                      <a:pt x="8789" y="2177"/>
                      <a:pt x="8742" y="2187"/>
                      <a:pt x="8696" y="2207"/>
                    </a:cubicBezTo>
                    <a:lnTo>
                      <a:pt x="7832" y="2614"/>
                    </a:lnTo>
                    <a:cubicBezTo>
                      <a:pt x="7535" y="2202"/>
                      <a:pt x="7152" y="1848"/>
                      <a:pt x="6700" y="1581"/>
                    </a:cubicBezTo>
                    <a:lnTo>
                      <a:pt x="7026" y="683"/>
                    </a:lnTo>
                    <a:cubicBezTo>
                      <a:pt x="7090" y="509"/>
                      <a:pt x="7002" y="322"/>
                      <a:pt x="6828" y="258"/>
                    </a:cubicBezTo>
                    <a:lnTo>
                      <a:pt x="6167" y="21"/>
                    </a:lnTo>
                    <a:cubicBezTo>
                      <a:pt x="6129" y="7"/>
                      <a:pt x="6090" y="0"/>
                      <a:pt x="60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/>
              <p:cNvSpPr/>
              <p:nvPr/>
            </p:nvSpPr>
            <p:spPr>
              <a:xfrm>
                <a:off x="-4003242" y="4818435"/>
                <a:ext cx="917096" cy="914733"/>
              </a:xfrm>
              <a:custGeom>
                <a:avLst/>
                <a:gdLst/>
                <a:ahLst/>
                <a:cxnLst/>
                <a:rect l="l" t="t" r="r" b="b"/>
                <a:pathLst>
                  <a:path w="9706" h="9681" extrusionOk="0">
                    <a:moveTo>
                      <a:pt x="4855" y="2800"/>
                    </a:moveTo>
                    <a:cubicBezTo>
                      <a:pt x="5092" y="2800"/>
                      <a:pt x="5330" y="2841"/>
                      <a:pt x="5558" y="2923"/>
                    </a:cubicBezTo>
                    <a:cubicBezTo>
                      <a:pt x="6630" y="3312"/>
                      <a:pt x="7182" y="4501"/>
                      <a:pt x="6793" y="5568"/>
                    </a:cubicBezTo>
                    <a:cubicBezTo>
                      <a:pt x="6489" y="6405"/>
                      <a:pt x="5696" y="6928"/>
                      <a:pt x="4853" y="6928"/>
                    </a:cubicBezTo>
                    <a:cubicBezTo>
                      <a:pt x="4621" y="6928"/>
                      <a:pt x="4385" y="6889"/>
                      <a:pt x="4154" y="6805"/>
                    </a:cubicBezTo>
                    <a:cubicBezTo>
                      <a:pt x="3080" y="6415"/>
                      <a:pt x="2530" y="5231"/>
                      <a:pt x="2919" y="4160"/>
                    </a:cubicBezTo>
                    <a:cubicBezTo>
                      <a:pt x="3104" y="3643"/>
                      <a:pt x="3481" y="3231"/>
                      <a:pt x="3980" y="2998"/>
                    </a:cubicBezTo>
                    <a:cubicBezTo>
                      <a:pt x="4258" y="2866"/>
                      <a:pt x="4557" y="2800"/>
                      <a:pt x="4855" y="2800"/>
                    </a:cubicBezTo>
                    <a:close/>
                    <a:moveTo>
                      <a:pt x="4852" y="2670"/>
                    </a:moveTo>
                    <a:cubicBezTo>
                      <a:pt x="4536" y="2670"/>
                      <a:pt x="4221" y="2739"/>
                      <a:pt x="3928" y="2877"/>
                    </a:cubicBezTo>
                    <a:cubicBezTo>
                      <a:pt x="3394" y="3126"/>
                      <a:pt x="2994" y="3568"/>
                      <a:pt x="2796" y="4118"/>
                    </a:cubicBezTo>
                    <a:cubicBezTo>
                      <a:pt x="2384" y="5255"/>
                      <a:pt x="2970" y="6514"/>
                      <a:pt x="4108" y="6926"/>
                    </a:cubicBezTo>
                    <a:cubicBezTo>
                      <a:pt x="4351" y="7013"/>
                      <a:pt x="4606" y="7059"/>
                      <a:pt x="4855" y="7059"/>
                    </a:cubicBezTo>
                    <a:cubicBezTo>
                      <a:pt x="5749" y="7059"/>
                      <a:pt x="6596" y="6503"/>
                      <a:pt x="6916" y="5614"/>
                    </a:cubicBezTo>
                    <a:cubicBezTo>
                      <a:pt x="7327" y="4478"/>
                      <a:pt x="6742" y="3220"/>
                      <a:pt x="5604" y="2802"/>
                    </a:cubicBezTo>
                    <a:cubicBezTo>
                      <a:pt x="5359" y="2714"/>
                      <a:pt x="5105" y="2670"/>
                      <a:pt x="4852" y="2670"/>
                    </a:cubicBezTo>
                    <a:close/>
                    <a:moveTo>
                      <a:pt x="6098" y="131"/>
                    </a:moveTo>
                    <a:cubicBezTo>
                      <a:pt x="6125" y="131"/>
                      <a:pt x="6152" y="135"/>
                      <a:pt x="6178" y="144"/>
                    </a:cubicBezTo>
                    <a:lnTo>
                      <a:pt x="6839" y="388"/>
                    </a:lnTo>
                    <a:cubicBezTo>
                      <a:pt x="6978" y="435"/>
                      <a:pt x="7048" y="586"/>
                      <a:pt x="7002" y="725"/>
                    </a:cubicBezTo>
                    <a:lnTo>
                      <a:pt x="6672" y="1624"/>
                    </a:lnTo>
                    <a:cubicBezTo>
                      <a:pt x="6660" y="1654"/>
                      <a:pt x="6672" y="1688"/>
                      <a:pt x="6700" y="1705"/>
                    </a:cubicBezTo>
                    <a:cubicBezTo>
                      <a:pt x="7141" y="1960"/>
                      <a:pt x="7513" y="2302"/>
                      <a:pt x="7808" y="2720"/>
                    </a:cubicBezTo>
                    <a:cubicBezTo>
                      <a:pt x="7824" y="2736"/>
                      <a:pt x="7842" y="2746"/>
                      <a:pt x="7862" y="2746"/>
                    </a:cubicBezTo>
                    <a:cubicBezTo>
                      <a:pt x="7871" y="2746"/>
                      <a:pt x="7881" y="2744"/>
                      <a:pt x="7890" y="2738"/>
                    </a:cubicBezTo>
                    <a:lnTo>
                      <a:pt x="8760" y="2332"/>
                    </a:lnTo>
                    <a:cubicBezTo>
                      <a:pt x="8795" y="2316"/>
                      <a:pt x="8832" y="2309"/>
                      <a:pt x="8868" y="2309"/>
                    </a:cubicBezTo>
                    <a:cubicBezTo>
                      <a:pt x="8969" y="2309"/>
                      <a:pt x="9065" y="2365"/>
                      <a:pt x="9109" y="2460"/>
                    </a:cubicBezTo>
                    <a:lnTo>
                      <a:pt x="9409" y="3097"/>
                    </a:lnTo>
                    <a:cubicBezTo>
                      <a:pt x="9468" y="3231"/>
                      <a:pt x="9415" y="3387"/>
                      <a:pt x="9283" y="3451"/>
                    </a:cubicBezTo>
                    <a:lnTo>
                      <a:pt x="8412" y="3857"/>
                    </a:lnTo>
                    <a:cubicBezTo>
                      <a:pt x="8383" y="3869"/>
                      <a:pt x="8371" y="3898"/>
                      <a:pt x="8378" y="3933"/>
                    </a:cubicBezTo>
                    <a:cubicBezTo>
                      <a:pt x="8504" y="4425"/>
                      <a:pt x="8528" y="4931"/>
                      <a:pt x="8440" y="5435"/>
                    </a:cubicBezTo>
                    <a:cubicBezTo>
                      <a:pt x="8440" y="5464"/>
                      <a:pt x="8458" y="5493"/>
                      <a:pt x="8488" y="5504"/>
                    </a:cubicBezTo>
                    <a:lnTo>
                      <a:pt x="9387" y="5836"/>
                    </a:lnTo>
                    <a:cubicBezTo>
                      <a:pt x="9457" y="5858"/>
                      <a:pt x="9508" y="5905"/>
                      <a:pt x="9537" y="5969"/>
                    </a:cubicBezTo>
                    <a:cubicBezTo>
                      <a:pt x="9567" y="6032"/>
                      <a:pt x="9567" y="6102"/>
                      <a:pt x="9543" y="6171"/>
                    </a:cubicBezTo>
                    <a:lnTo>
                      <a:pt x="9305" y="6833"/>
                    </a:lnTo>
                    <a:cubicBezTo>
                      <a:pt x="9283" y="6897"/>
                      <a:pt x="9230" y="6949"/>
                      <a:pt x="9166" y="6979"/>
                    </a:cubicBezTo>
                    <a:cubicBezTo>
                      <a:pt x="9132" y="6995"/>
                      <a:pt x="9092" y="7004"/>
                      <a:pt x="9052" y="7004"/>
                    </a:cubicBezTo>
                    <a:cubicBezTo>
                      <a:pt x="9023" y="7004"/>
                      <a:pt x="8995" y="7000"/>
                      <a:pt x="8969" y="6990"/>
                    </a:cubicBezTo>
                    <a:lnTo>
                      <a:pt x="8064" y="6658"/>
                    </a:lnTo>
                    <a:cubicBezTo>
                      <a:pt x="8060" y="6658"/>
                      <a:pt x="8055" y="6657"/>
                      <a:pt x="8050" y="6657"/>
                    </a:cubicBezTo>
                    <a:cubicBezTo>
                      <a:pt x="8026" y="6657"/>
                      <a:pt x="8003" y="6669"/>
                      <a:pt x="7988" y="6688"/>
                    </a:cubicBezTo>
                    <a:cubicBezTo>
                      <a:pt x="7727" y="7129"/>
                      <a:pt x="7385" y="7506"/>
                      <a:pt x="6973" y="7801"/>
                    </a:cubicBezTo>
                    <a:cubicBezTo>
                      <a:pt x="6944" y="7820"/>
                      <a:pt x="6938" y="7854"/>
                      <a:pt x="6951" y="7884"/>
                    </a:cubicBezTo>
                    <a:lnTo>
                      <a:pt x="7356" y="8747"/>
                    </a:lnTo>
                    <a:cubicBezTo>
                      <a:pt x="7385" y="8811"/>
                      <a:pt x="7391" y="8886"/>
                      <a:pt x="7368" y="8950"/>
                    </a:cubicBezTo>
                    <a:cubicBezTo>
                      <a:pt x="7345" y="9014"/>
                      <a:pt x="7292" y="9073"/>
                      <a:pt x="7229" y="9102"/>
                    </a:cubicBezTo>
                    <a:lnTo>
                      <a:pt x="6590" y="9397"/>
                    </a:lnTo>
                    <a:cubicBezTo>
                      <a:pt x="6553" y="9414"/>
                      <a:pt x="6514" y="9423"/>
                      <a:pt x="6476" y="9423"/>
                    </a:cubicBezTo>
                    <a:cubicBezTo>
                      <a:pt x="6448" y="9423"/>
                      <a:pt x="6420" y="9418"/>
                      <a:pt x="6394" y="9408"/>
                    </a:cubicBezTo>
                    <a:cubicBezTo>
                      <a:pt x="6324" y="9386"/>
                      <a:pt x="6271" y="9333"/>
                      <a:pt x="6242" y="9269"/>
                    </a:cubicBezTo>
                    <a:lnTo>
                      <a:pt x="5837" y="8399"/>
                    </a:lnTo>
                    <a:cubicBezTo>
                      <a:pt x="5826" y="8379"/>
                      <a:pt x="5798" y="8363"/>
                      <a:pt x="5771" y="8363"/>
                    </a:cubicBezTo>
                    <a:cubicBezTo>
                      <a:pt x="5768" y="8363"/>
                      <a:pt x="5764" y="8363"/>
                      <a:pt x="5760" y="8364"/>
                    </a:cubicBezTo>
                    <a:cubicBezTo>
                      <a:pt x="5459" y="8442"/>
                      <a:pt x="5154" y="8481"/>
                      <a:pt x="4847" y="8481"/>
                    </a:cubicBezTo>
                    <a:cubicBezTo>
                      <a:pt x="4651" y="8481"/>
                      <a:pt x="4455" y="8465"/>
                      <a:pt x="4258" y="8434"/>
                    </a:cubicBezTo>
                    <a:cubicBezTo>
                      <a:pt x="4255" y="8433"/>
                      <a:pt x="4251" y="8433"/>
                      <a:pt x="4247" y="8433"/>
                    </a:cubicBezTo>
                    <a:cubicBezTo>
                      <a:pt x="4221" y="8433"/>
                      <a:pt x="4193" y="8450"/>
                      <a:pt x="4189" y="8475"/>
                    </a:cubicBezTo>
                    <a:lnTo>
                      <a:pt x="3859" y="9380"/>
                    </a:lnTo>
                    <a:cubicBezTo>
                      <a:pt x="3835" y="9443"/>
                      <a:pt x="3789" y="9496"/>
                      <a:pt x="3725" y="9525"/>
                    </a:cubicBezTo>
                    <a:cubicBezTo>
                      <a:pt x="3688" y="9542"/>
                      <a:pt x="3647" y="9551"/>
                      <a:pt x="3607" y="9551"/>
                    </a:cubicBezTo>
                    <a:cubicBezTo>
                      <a:pt x="3578" y="9551"/>
                      <a:pt x="3549" y="9546"/>
                      <a:pt x="3522" y="9536"/>
                    </a:cubicBezTo>
                    <a:lnTo>
                      <a:pt x="2860" y="9293"/>
                    </a:lnTo>
                    <a:cubicBezTo>
                      <a:pt x="2721" y="9247"/>
                      <a:pt x="2652" y="9095"/>
                      <a:pt x="2704" y="8956"/>
                    </a:cubicBezTo>
                    <a:lnTo>
                      <a:pt x="3029" y="8058"/>
                    </a:lnTo>
                    <a:cubicBezTo>
                      <a:pt x="3040" y="8028"/>
                      <a:pt x="3029" y="7994"/>
                      <a:pt x="3000" y="7975"/>
                    </a:cubicBezTo>
                    <a:cubicBezTo>
                      <a:pt x="2558" y="7721"/>
                      <a:pt x="2188" y="7378"/>
                      <a:pt x="1891" y="6961"/>
                    </a:cubicBezTo>
                    <a:cubicBezTo>
                      <a:pt x="1880" y="6944"/>
                      <a:pt x="1857" y="6931"/>
                      <a:pt x="1840" y="6931"/>
                    </a:cubicBezTo>
                    <a:cubicBezTo>
                      <a:pt x="1827" y="6931"/>
                      <a:pt x="1822" y="6937"/>
                      <a:pt x="1811" y="6937"/>
                    </a:cubicBezTo>
                    <a:lnTo>
                      <a:pt x="941" y="7343"/>
                    </a:lnTo>
                    <a:cubicBezTo>
                      <a:pt x="905" y="7361"/>
                      <a:pt x="867" y="7370"/>
                      <a:pt x="829" y="7370"/>
                    </a:cubicBezTo>
                    <a:cubicBezTo>
                      <a:pt x="730" y="7370"/>
                      <a:pt x="635" y="7314"/>
                      <a:pt x="592" y="7222"/>
                    </a:cubicBezTo>
                    <a:lnTo>
                      <a:pt x="290" y="6583"/>
                    </a:lnTo>
                    <a:cubicBezTo>
                      <a:pt x="261" y="6519"/>
                      <a:pt x="261" y="6444"/>
                      <a:pt x="285" y="6380"/>
                    </a:cubicBezTo>
                    <a:cubicBezTo>
                      <a:pt x="308" y="6317"/>
                      <a:pt x="354" y="6259"/>
                      <a:pt x="418" y="6230"/>
                    </a:cubicBezTo>
                    <a:lnTo>
                      <a:pt x="1289" y="5823"/>
                    </a:lnTo>
                    <a:cubicBezTo>
                      <a:pt x="1318" y="5812"/>
                      <a:pt x="1335" y="5783"/>
                      <a:pt x="1323" y="5748"/>
                    </a:cubicBezTo>
                    <a:cubicBezTo>
                      <a:pt x="1195" y="5255"/>
                      <a:pt x="1173" y="4751"/>
                      <a:pt x="1259" y="4246"/>
                    </a:cubicBezTo>
                    <a:cubicBezTo>
                      <a:pt x="1265" y="4217"/>
                      <a:pt x="1248" y="4187"/>
                      <a:pt x="1219" y="4176"/>
                    </a:cubicBezTo>
                    <a:lnTo>
                      <a:pt x="314" y="3846"/>
                    </a:lnTo>
                    <a:cubicBezTo>
                      <a:pt x="250" y="3823"/>
                      <a:pt x="198" y="3777"/>
                      <a:pt x="164" y="3713"/>
                    </a:cubicBezTo>
                    <a:cubicBezTo>
                      <a:pt x="134" y="3649"/>
                      <a:pt x="134" y="3579"/>
                      <a:pt x="157" y="3509"/>
                    </a:cubicBezTo>
                    <a:lnTo>
                      <a:pt x="395" y="2848"/>
                    </a:lnTo>
                    <a:cubicBezTo>
                      <a:pt x="418" y="2784"/>
                      <a:pt x="470" y="2733"/>
                      <a:pt x="534" y="2703"/>
                    </a:cubicBezTo>
                    <a:cubicBezTo>
                      <a:pt x="570" y="2684"/>
                      <a:pt x="607" y="2675"/>
                      <a:pt x="644" y="2675"/>
                    </a:cubicBezTo>
                    <a:cubicBezTo>
                      <a:pt x="674" y="2675"/>
                      <a:pt x="703" y="2681"/>
                      <a:pt x="732" y="2691"/>
                    </a:cubicBezTo>
                    <a:lnTo>
                      <a:pt x="1637" y="3017"/>
                    </a:lnTo>
                    <a:cubicBezTo>
                      <a:pt x="1644" y="3019"/>
                      <a:pt x="1653" y="3021"/>
                      <a:pt x="1661" y="3021"/>
                    </a:cubicBezTo>
                    <a:cubicBezTo>
                      <a:pt x="1683" y="3021"/>
                      <a:pt x="1704" y="3010"/>
                      <a:pt x="1712" y="2993"/>
                    </a:cubicBezTo>
                    <a:cubicBezTo>
                      <a:pt x="1974" y="2552"/>
                      <a:pt x="2315" y="2176"/>
                      <a:pt x="2727" y="1879"/>
                    </a:cubicBezTo>
                    <a:cubicBezTo>
                      <a:pt x="2756" y="1862"/>
                      <a:pt x="2762" y="1828"/>
                      <a:pt x="2750" y="1798"/>
                    </a:cubicBezTo>
                    <a:lnTo>
                      <a:pt x="2344" y="928"/>
                    </a:lnTo>
                    <a:cubicBezTo>
                      <a:pt x="2315" y="870"/>
                      <a:pt x="2309" y="795"/>
                      <a:pt x="2338" y="731"/>
                    </a:cubicBezTo>
                    <a:cubicBezTo>
                      <a:pt x="2362" y="661"/>
                      <a:pt x="2408" y="609"/>
                      <a:pt x="2472" y="580"/>
                    </a:cubicBezTo>
                    <a:lnTo>
                      <a:pt x="3110" y="284"/>
                    </a:lnTo>
                    <a:cubicBezTo>
                      <a:pt x="3147" y="267"/>
                      <a:pt x="3185" y="258"/>
                      <a:pt x="3225" y="258"/>
                    </a:cubicBezTo>
                    <a:cubicBezTo>
                      <a:pt x="3254" y="258"/>
                      <a:pt x="3283" y="263"/>
                      <a:pt x="3313" y="272"/>
                    </a:cubicBezTo>
                    <a:cubicBezTo>
                      <a:pt x="3377" y="296"/>
                      <a:pt x="3428" y="348"/>
                      <a:pt x="3458" y="412"/>
                    </a:cubicBezTo>
                    <a:lnTo>
                      <a:pt x="3864" y="1282"/>
                    </a:lnTo>
                    <a:cubicBezTo>
                      <a:pt x="3879" y="1302"/>
                      <a:pt x="3903" y="1318"/>
                      <a:pt x="3928" y="1318"/>
                    </a:cubicBezTo>
                    <a:cubicBezTo>
                      <a:pt x="3932" y="1318"/>
                      <a:pt x="3935" y="1317"/>
                      <a:pt x="3939" y="1317"/>
                    </a:cubicBezTo>
                    <a:cubicBezTo>
                      <a:pt x="4240" y="1238"/>
                      <a:pt x="4547" y="1200"/>
                      <a:pt x="4855" y="1200"/>
                    </a:cubicBezTo>
                    <a:cubicBezTo>
                      <a:pt x="5051" y="1200"/>
                      <a:pt x="5247" y="1216"/>
                      <a:pt x="5441" y="1247"/>
                    </a:cubicBezTo>
                    <a:cubicBezTo>
                      <a:pt x="5446" y="1248"/>
                      <a:pt x="5450" y="1248"/>
                      <a:pt x="5455" y="1248"/>
                    </a:cubicBezTo>
                    <a:cubicBezTo>
                      <a:pt x="5484" y="1248"/>
                      <a:pt x="5507" y="1232"/>
                      <a:pt x="5517" y="1207"/>
                    </a:cubicBezTo>
                    <a:lnTo>
                      <a:pt x="5842" y="302"/>
                    </a:lnTo>
                    <a:cubicBezTo>
                      <a:pt x="5865" y="238"/>
                      <a:pt x="5918" y="185"/>
                      <a:pt x="5982" y="157"/>
                    </a:cubicBezTo>
                    <a:cubicBezTo>
                      <a:pt x="6019" y="140"/>
                      <a:pt x="6059" y="131"/>
                      <a:pt x="6098" y="131"/>
                    </a:cubicBezTo>
                    <a:close/>
                    <a:moveTo>
                      <a:pt x="6091" y="0"/>
                    </a:moveTo>
                    <a:cubicBezTo>
                      <a:pt x="6035" y="0"/>
                      <a:pt x="5978" y="12"/>
                      <a:pt x="5923" y="34"/>
                    </a:cubicBezTo>
                    <a:cubicBezTo>
                      <a:pt x="5830" y="80"/>
                      <a:pt x="5755" y="163"/>
                      <a:pt x="5720" y="261"/>
                    </a:cubicBezTo>
                    <a:lnTo>
                      <a:pt x="5412" y="1113"/>
                    </a:lnTo>
                    <a:cubicBezTo>
                      <a:pt x="5224" y="1084"/>
                      <a:pt x="5037" y="1070"/>
                      <a:pt x="4849" y="1070"/>
                    </a:cubicBezTo>
                    <a:cubicBezTo>
                      <a:pt x="4551" y="1070"/>
                      <a:pt x="4255" y="1106"/>
                      <a:pt x="3963" y="1177"/>
                    </a:cubicBezTo>
                    <a:lnTo>
                      <a:pt x="3580" y="353"/>
                    </a:lnTo>
                    <a:cubicBezTo>
                      <a:pt x="3533" y="261"/>
                      <a:pt x="3452" y="185"/>
                      <a:pt x="3353" y="150"/>
                    </a:cubicBezTo>
                    <a:cubicBezTo>
                      <a:pt x="3311" y="135"/>
                      <a:pt x="3269" y="128"/>
                      <a:pt x="3226" y="128"/>
                    </a:cubicBezTo>
                    <a:cubicBezTo>
                      <a:pt x="3167" y="128"/>
                      <a:pt x="3109" y="142"/>
                      <a:pt x="3052" y="168"/>
                    </a:cubicBezTo>
                    <a:lnTo>
                      <a:pt x="2419" y="463"/>
                    </a:lnTo>
                    <a:cubicBezTo>
                      <a:pt x="2322" y="511"/>
                      <a:pt x="2252" y="586"/>
                      <a:pt x="2210" y="685"/>
                    </a:cubicBezTo>
                    <a:cubicBezTo>
                      <a:pt x="2175" y="783"/>
                      <a:pt x="2182" y="893"/>
                      <a:pt x="2228" y="985"/>
                    </a:cubicBezTo>
                    <a:lnTo>
                      <a:pt x="2611" y="1804"/>
                    </a:lnTo>
                    <a:cubicBezTo>
                      <a:pt x="2217" y="2099"/>
                      <a:pt x="1886" y="2460"/>
                      <a:pt x="1631" y="2877"/>
                    </a:cubicBezTo>
                    <a:lnTo>
                      <a:pt x="778" y="2570"/>
                    </a:lnTo>
                    <a:cubicBezTo>
                      <a:pt x="734" y="2554"/>
                      <a:pt x="689" y="2547"/>
                      <a:pt x="644" y="2547"/>
                    </a:cubicBezTo>
                    <a:cubicBezTo>
                      <a:pt x="587" y="2547"/>
                      <a:pt x="531" y="2558"/>
                      <a:pt x="477" y="2581"/>
                    </a:cubicBezTo>
                    <a:cubicBezTo>
                      <a:pt x="384" y="2628"/>
                      <a:pt x="308" y="2709"/>
                      <a:pt x="274" y="2808"/>
                    </a:cubicBezTo>
                    <a:lnTo>
                      <a:pt x="36" y="3469"/>
                    </a:lnTo>
                    <a:cubicBezTo>
                      <a:pt x="1" y="3568"/>
                      <a:pt x="1" y="3672"/>
                      <a:pt x="47" y="3764"/>
                    </a:cubicBezTo>
                    <a:cubicBezTo>
                      <a:pt x="94" y="3863"/>
                      <a:pt x="169" y="3933"/>
                      <a:pt x="268" y="3967"/>
                    </a:cubicBezTo>
                    <a:lnTo>
                      <a:pt x="1120" y="4281"/>
                    </a:lnTo>
                    <a:cubicBezTo>
                      <a:pt x="1045" y="4768"/>
                      <a:pt x="1069" y="5255"/>
                      <a:pt x="1184" y="5731"/>
                    </a:cubicBezTo>
                    <a:lnTo>
                      <a:pt x="366" y="6114"/>
                    </a:lnTo>
                    <a:cubicBezTo>
                      <a:pt x="268" y="6160"/>
                      <a:pt x="198" y="6235"/>
                      <a:pt x="164" y="6334"/>
                    </a:cubicBezTo>
                    <a:cubicBezTo>
                      <a:pt x="129" y="6433"/>
                      <a:pt x="134" y="6543"/>
                      <a:pt x="175" y="6636"/>
                    </a:cubicBezTo>
                    <a:lnTo>
                      <a:pt x="477" y="7274"/>
                    </a:lnTo>
                    <a:cubicBezTo>
                      <a:pt x="540" y="7418"/>
                      <a:pt x="683" y="7503"/>
                      <a:pt x="833" y="7503"/>
                    </a:cubicBezTo>
                    <a:cubicBezTo>
                      <a:pt x="889" y="7503"/>
                      <a:pt x="945" y="7491"/>
                      <a:pt x="999" y="7466"/>
                    </a:cubicBezTo>
                    <a:lnTo>
                      <a:pt x="1816" y="7083"/>
                    </a:lnTo>
                    <a:cubicBezTo>
                      <a:pt x="2106" y="7477"/>
                      <a:pt x="2466" y="7807"/>
                      <a:pt x="2890" y="8063"/>
                    </a:cubicBezTo>
                    <a:lnTo>
                      <a:pt x="2582" y="8910"/>
                    </a:lnTo>
                    <a:cubicBezTo>
                      <a:pt x="2507" y="9118"/>
                      <a:pt x="2611" y="9345"/>
                      <a:pt x="2814" y="9415"/>
                    </a:cubicBezTo>
                    <a:lnTo>
                      <a:pt x="3476" y="9659"/>
                    </a:lnTo>
                    <a:cubicBezTo>
                      <a:pt x="3522" y="9670"/>
                      <a:pt x="3568" y="9681"/>
                      <a:pt x="3609" y="9681"/>
                    </a:cubicBezTo>
                    <a:cubicBezTo>
                      <a:pt x="3666" y="9681"/>
                      <a:pt x="3725" y="9670"/>
                      <a:pt x="3776" y="9641"/>
                    </a:cubicBezTo>
                    <a:cubicBezTo>
                      <a:pt x="3875" y="9600"/>
                      <a:pt x="3945" y="9519"/>
                      <a:pt x="3980" y="9421"/>
                    </a:cubicBezTo>
                    <a:lnTo>
                      <a:pt x="4287" y="8567"/>
                    </a:lnTo>
                    <a:cubicBezTo>
                      <a:pt x="4476" y="8596"/>
                      <a:pt x="4665" y="8611"/>
                      <a:pt x="4854" y="8611"/>
                    </a:cubicBezTo>
                    <a:cubicBezTo>
                      <a:pt x="5152" y="8611"/>
                      <a:pt x="5449" y="8575"/>
                      <a:pt x="5744" y="8503"/>
                    </a:cubicBezTo>
                    <a:lnTo>
                      <a:pt x="6126" y="9327"/>
                    </a:lnTo>
                    <a:cubicBezTo>
                      <a:pt x="6167" y="9421"/>
                      <a:pt x="6248" y="9496"/>
                      <a:pt x="6346" y="9531"/>
                    </a:cubicBezTo>
                    <a:cubicBezTo>
                      <a:pt x="6389" y="9545"/>
                      <a:pt x="6432" y="9553"/>
                      <a:pt x="6475" y="9553"/>
                    </a:cubicBezTo>
                    <a:cubicBezTo>
                      <a:pt x="6534" y="9553"/>
                      <a:pt x="6592" y="9540"/>
                      <a:pt x="6649" y="9512"/>
                    </a:cubicBezTo>
                    <a:lnTo>
                      <a:pt x="7286" y="9217"/>
                    </a:lnTo>
                    <a:cubicBezTo>
                      <a:pt x="7379" y="9171"/>
                      <a:pt x="7455" y="9095"/>
                      <a:pt x="7489" y="8997"/>
                    </a:cubicBezTo>
                    <a:cubicBezTo>
                      <a:pt x="7524" y="8899"/>
                      <a:pt x="7519" y="8789"/>
                      <a:pt x="7473" y="8695"/>
                    </a:cubicBezTo>
                    <a:lnTo>
                      <a:pt x="7090" y="7871"/>
                    </a:lnTo>
                    <a:cubicBezTo>
                      <a:pt x="7489" y="7582"/>
                      <a:pt x="7814" y="7222"/>
                      <a:pt x="8070" y="6805"/>
                    </a:cubicBezTo>
                    <a:lnTo>
                      <a:pt x="8922" y="7111"/>
                    </a:lnTo>
                    <a:cubicBezTo>
                      <a:pt x="8966" y="7126"/>
                      <a:pt x="9012" y="7134"/>
                      <a:pt x="9058" y="7134"/>
                    </a:cubicBezTo>
                    <a:cubicBezTo>
                      <a:pt x="9115" y="7134"/>
                      <a:pt x="9172" y="7122"/>
                      <a:pt x="9224" y="7100"/>
                    </a:cubicBezTo>
                    <a:cubicBezTo>
                      <a:pt x="9317" y="7054"/>
                      <a:pt x="9393" y="6972"/>
                      <a:pt x="9427" y="6874"/>
                    </a:cubicBezTo>
                    <a:lnTo>
                      <a:pt x="9665" y="6213"/>
                    </a:lnTo>
                    <a:cubicBezTo>
                      <a:pt x="9706" y="6114"/>
                      <a:pt x="9700" y="6010"/>
                      <a:pt x="9653" y="5911"/>
                    </a:cubicBezTo>
                    <a:cubicBezTo>
                      <a:pt x="9607" y="5818"/>
                      <a:pt x="9532" y="5748"/>
                      <a:pt x="9433" y="5708"/>
                    </a:cubicBezTo>
                    <a:lnTo>
                      <a:pt x="8579" y="5400"/>
                    </a:lnTo>
                    <a:cubicBezTo>
                      <a:pt x="8656" y="4913"/>
                      <a:pt x="8632" y="4425"/>
                      <a:pt x="8517" y="3951"/>
                    </a:cubicBezTo>
                    <a:lnTo>
                      <a:pt x="9334" y="3568"/>
                    </a:lnTo>
                    <a:cubicBezTo>
                      <a:pt x="9532" y="3475"/>
                      <a:pt x="9618" y="3242"/>
                      <a:pt x="9526" y="3046"/>
                    </a:cubicBezTo>
                    <a:lnTo>
                      <a:pt x="9230" y="2407"/>
                    </a:lnTo>
                    <a:cubicBezTo>
                      <a:pt x="9162" y="2264"/>
                      <a:pt x="9018" y="2179"/>
                      <a:pt x="8871" y="2179"/>
                    </a:cubicBezTo>
                    <a:cubicBezTo>
                      <a:pt x="8816" y="2179"/>
                      <a:pt x="8760" y="2191"/>
                      <a:pt x="8708" y="2216"/>
                    </a:cubicBezTo>
                    <a:lnTo>
                      <a:pt x="7883" y="2599"/>
                    </a:lnTo>
                    <a:cubicBezTo>
                      <a:pt x="7594" y="2203"/>
                      <a:pt x="7235" y="1874"/>
                      <a:pt x="6811" y="1619"/>
                    </a:cubicBezTo>
                    <a:lnTo>
                      <a:pt x="7125" y="765"/>
                    </a:lnTo>
                    <a:cubicBezTo>
                      <a:pt x="7194" y="562"/>
                      <a:pt x="7090" y="337"/>
                      <a:pt x="6887" y="267"/>
                    </a:cubicBezTo>
                    <a:lnTo>
                      <a:pt x="6225" y="23"/>
                    </a:lnTo>
                    <a:cubicBezTo>
                      <a:pt x="6181" y="8"/>
                      <a:pt x="6136" y="0"/>
                      <a:pt x="6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-4008250" y="4784609"/>
                <a:ext cx="910009" cy="902356"/>
              </a:xfrm>
              <a:custGeom>
                <a:avLst/>
                <a:gdLst/>
                <a:ahLst/>
                <a:cxnLst/>
                <a:rect l="l" t="t" r="r" b="b"/>
                <a:pathLst>
                  <a:path w="9631" h="9550" extrusionOk="0">
                    <a:moveTo>
                      <a:pt x="4810" y="2620"/>
                    </a:moveTo>
                    <a:cubicBezTo>
                      <a:pt x="5051" y="2620"/>
                      <a:pt x="5296" y="2661"/>
                      <a:pt x="5535" y="2748"/>
                    </a:cubicBezTo>
                    <a:cubicBezTo>
                      <a:pt x="6643" y="3148"/>
                      <a:pt x="7212" y="4371"/>
                      <a:pt x="6811" y="5474"/>
                    </a:cubicBezTo>
                    <a:cubicBezTo>
                      <a:pt x="6499" y="6342"/>
                      <a:pt x="5679" y="6878"/>
                      <a:pt x="4810" y="6878"/>
                    </a:cubicBezTo>
                    <a:cubicBezTo>
                      <a:pt x="4569" y="6878"/>
                      <a:pt x="4324" y="6837"/>
                      <a:pt x="4086" y="6751"/>
                    </a:cubicBezTo>
                    <a:cubicBezTo>
                      <a:pt x="2977" y="6350"/>
                      <a:pt x="2409" y="5126"/>
                      <a:pt x="2809" y="4023"/>
                    </a:cubicBezTo>
                    <a:cubicBezTo>
                      <a:pt x="3123" y="3157"/>
                      <a:pt x="3941" y="2620"/>
                      <a:pt x="4810" y="2620"/>
                    </a:cubicBezTo>
                    <a:close/>
                    <a:moveTo>
                      <a:pt x="6055" y="0"/>
                    </a:moveTo>
                    <a:cubicBezTo>
                      <a:pt x="5921" y="0"/>
                      <a:pt x="5795" y="82"/>
                      <a:pt x="5751" y="213"/>
                    </a:cubicBezTo>
                    <a:lnTo>
                      <a:pt x="5419" y="1118"/>
                    </a:lnTo>
                    <a:cubicBezTo>
                      <a:pt x="5220" y="1084"/>
                      <a:pt x="5019" y="1067"/>
                      <a:pt x="4820" y="1067"/>
                    </a:cubicBezTo>
                    <a:cubicBezTo>
                      <a:pt x="4504" y="1067"/>
                      <a:pt x="4190" y="1109"/>
                      <a:pt x="3888" y="1187"/>
                    </a:cubicBezTo>
                    <a:lnTo>
                      <a:pt x="3481" y="317"/>
                    </a:lnTo>
                    <a:cubicBezTo>
                      <a:pt x="3427" y="195"/>
                      <a:pt x="3307" y="124"/>
                      <a:pt x="3184" y="124"/>
                    </a:cubicBezTo>
                    <a:cubicBezTo>
                      <a:pt x="3138" y="124"/>
                      <a:pt x="3091" y="134"/>
                      <a:pt x="3047" y="154"/>
                    </a:cubicBezTo>
                    <a:lnTo>
                      <a:pt x="2409" y="456"/>
                    </a:lnTo>
                    <a:cubicBezTo>
                      <a:pt x="2246" y="532"/>
                      <a:pt x="2177" y="729"/>
                      <a:pt x="2252" y="891"/>
                    </a:cubicBezTo>
                    <a:lnTo>
                      <a:pt x="2659" y="1761"/>
                    </a:lnTo>
                    <a:cubicBezTo>
                      <a:pt x="2246" y="2057"/>
                      <a:pt x="1893" y="2440"/>
                      <a:pt x="1626" y="2893"/>
                    </a:cubicBezTo>
                    <a:lnTo>
                      <a:pt x="721" y="2561"/>
                    </a:lnTo>
                    <a:cubicBezTo>
                      <a:pt x="686" y="2550"/>
                      <a:pt x="650" y="2544"/>
                      <a:pt x="614" y="2544"/>
                    </a:cubicBezTo>
                    <a:cubicBezTo>
                      <a:pt x="478" y="2544"/>
                      <a:pt x="349" y="2626"/>
                      <a:pt x="303" y="2759"/>
                    </a:cubicBezTo>
                    <a:lnTo>
                      <a:pt x="59" y="3420"/>
                    </a:lnTo>
                    <a:cubicBezTo>
                      <a:pt x="1" y="3594"/>
                      <a:pt x="89" y="3780"/>
                      <a:pt x="257" y="3844"/>
                    </a:cubicBezTo>
                    <a:lnTo>
                      <a:pt x="1162" y="4169"/>
                    </a:lnTo>
                    <a:cubicBezTo>
                      <a:pt x="1074" y="4692"/>
                      <a:pt x="1098" y="5207"/>
                      <a:pt x="1226" y="5701"/>
                    </a:cubicBezTo>
                    <a:lnTo>
                      <a:pt x="356" y="6106"/>
                    </a:lnTo>
                    <a:cubicBezTo>
                      <a:pt x="193" y="6181"/>
                      <a:pt x="123" y="6379"/>
                      <a:pt x="199" y="6542"/>
                    </a:cubicBezTo>
                    <a:lnTo>
                      <a:pt x="501" y="7179"/>
                    </a:lnTo>
                    <a:cubicBezTo>
                      <a:pt x="555" y="7297"/>
                      <a:pt x="670" y="7369"/>
                      <a:pt x="794" y="7369"/>
                    </a:cubicBezTo>
                    <a:cubicBezTo>
                      <a:pt x="841" y="7369"/>
                      <a:pt x="889" y="7359"/>
                      <a:pt x="935" y="7337"/>
                    </a:cubicBezTo>
                    <a:lnTo>
                      <a:pt x="1805" y="6930"/>
                    </a:lnTo>
                    <a:cubicBezTo>
                      <a:pt x="2096" y="7348"/>
                      <a:pt x="2479" y="7701"/>
                      <a:pt x="2931" y="7969"/>
                    </a:cubicBezTo>
                    <a:lnTo>
                      <a:pt x="2606" y="8868"/>
                    </a:lnTo>
                    <a:cubicBezTo>
                      <a:pt x="2542" y="9035"/>
                      <a:pt x="2635" y="9227"/>
                      <a:pt x="2803" y="9291"/>
                    </a:cubicBezTo>
                    <a:lnTo>
                      <a:pt x="3465" y="9529"/>
                    </a:lnTo>
                    <a:cubicBezTo>
                      <a:pt x="3501" y="9543"/>
                      <a:pt x="3538" y="9549"/>
                      <a:pt x="3575" y="9549"/>
                    </a:cubicBezTo>
                    <a:cubicBezTo>
                      <a:pt x="3709" y="9549"/>
                      <a:pt x="3836" y="9464"/>
                      <a:pt x="3882" y="9332"/>
                    </a:cubicBezTo>
                    <a:lnTo>
                      <a:pt x="4212" y="8432"/>
                    </a:lnTo>
                    <a:cubicBezTo>
                      <a:pt x="4412" y="8466"/>
                      <a:pt x="4612" y="8483"/>
                      <a:pt x="4812" y="8483"/>
                    </a:cubicBezTo>
                    <a:cubicBezTo>
                      <a:pt x="5128" y="8483"/>
                      <a:pt x="5441" y="8441"/>
                      <a:pt x="5744" y="8363"/>
                    </a:cubicBezTo>
                    <a:lnTo>
                      <a:pt x="6150" y="9233"/>
                    </a:lnTo>
                    <a:cubicBezTo>
                      <a:pt x="6205" y="9351"/>
                      <a:pt x="6324" y="9420"/>
                      <a:pt x="6448" y="9420"/>
                    </a:cubicBezTo>
                    <a:cubicBezTo>
                      <a:pt x="6494" y="9420"/>
                      <a:pt x="6542" y="9411"/>
                      <a:pt x="6586" y="9390"/>
                    </a:cubicBezTo>
                    <a:lnTo>
                      <a:pt x="7224" y="9094"/>
                    </a:lnTo>
                    <a:cubicBezTo>
                      <a:pt x="7386" y="9013"/>
                      <a:pt x="7456" y="8821"/>
                      <a:pt x="7380" y="8652"/>
                    </a:cubicBezTo>
                    <a:lnTo>
                      <a:pt x="6974" y="7789"/>
                    </a:lnTo>
                    <a:cubicBezTo>
                      <a:pt x="7386" y="7493"/>
                      <a:pt x="7740" y="7110"/>
                      <a:pt x="8006" y="6657"/>
                    </a:cubicBezTo>
                    <a:lnTo>
                      <a:pt x="8911" y="6982"/>
                    </a:lnTo>
                    <a:cubicBezTo>
                      <a:pt x="8949" y="6996"/>
                      <a:pt x="8987" y="7003"/>
                      <a:pt x="9026" y="7003"/>
                    </a:cubicBezTo>
                    <a:cubicBezTo>
                      <a:pt x="9158" y="7003"/>
                      <a:pt x="9284" y="6921"/>
                      <a:pt x="9329" y="6785"/>
                    </a:cubicBezTo>
                    <a:lnTo>
                      <a:pt x="9572" y="6124"/>
                    </a:lnTo>
                    <a:cubicBezTo>
                      <a:pt x="9631" y="5956"/>
                      <a:pt x="9544" y="5764"/>
                      <a:pt x="9376" y="5706"/>
                    </a:cubicBezTo>
                    <a:lnTo>
                      <a:pt x="8471" y="5375"/>
                    </a:lnTo>
                    <a:cubicBezTo>
                      <a:pt x="8557" y="4859"/>
                      <a:pt x="8535" y="4337"/>
                      <a:pt x="8407" y="3849"/>
                    </a:cubicBezTo>
                    <a:lnTo>
                      <a:pt x="9271" y="3444"/>
                    </a:lnTo>
                    <a:cubicBezTo>
                      <a:pt x="9440" y="3362"/>
                      <a:pt x="9510" y="3171"/>
                      <a:pt x="9433" y="3003"/>
                    </a:cubicBezTo>
                    <a:lnTo>
                      <a:pt x="9132" y="2365"/>
                    </a:lnTo>
                    <a:cubicBezTo>
                      <a:pt x="9078" y="2247"/>
                      <a:pt x="8961" y="2178"/>
                      <a:pt x="8837" y="2178"/>
                    </a:cubicBezTo>
                    <a:cubicBezTo>
                      <a:pt x="8790" y="2178"/>
                      <a:pt x="8742" y="2187"/>
                      <a:pt x="8697" y="2208"/>
                    </a:cubicBezTo>
                    <a:lnTo>
                      <a:pt x="7826" y="2614"/>
                    </a:lnTo>
                    <a:cubicBezTo>
                      <a:pt x="7537" y="2202"/>
                      <a:pt x="7154" y="1849"/>
                      <a:pt x="6702" y="1581"/>
                    </a:cubicBezTo>
                    <a:lnTo>
                      <a:pt x="7026" y="676"/>
                    </a:lnTo>
                    <a:cubicBezTo>
                      <a:pt x="7090" y="508"/>
                      <a:pt x="6997" y="323"/>
                      <a:pt x="6830" y="259"/>
                    </a:cubicBezTo>
                    <a:lnTo>
                      <a:pt x="6168" y="21"/>
                    </a:lnTo>
                    <a:cubicBezTo>
                      <a:pt x="6131" y="7"/>
                      <a:pt x="6093" y="0"/>
                      <a:pt x="60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>
                <a:off x="-4011463" y="4778467"/>
                <a:ext cx="916529" cy="914733"/>
              </a:xfrm>
              <a:custGeom>
                <a:avLst/>
                <a:gdLst/>
                <a:ahLst/>
                <a:cxnLst/>
                <a:rect l="l" t="t" r="r" b="b"/>
                <a:pathLst>
                  <a:path w="9700" h="9681" extrusionOk="0">
                    <a:moveTo>
                      <a:pt x="4845" y="2749"/>
                    </a:moveTo>
                    <a:cubicBezTo>
                      <a:pt x="5082" y="2749"/>
                      <a:pt x="5320" y="2789"/>
                      <a:pt x="5547" y="2877"/>
                    </a:cubicBezTo>
                    <a:cubicBezTo>
                      <a:pt x="6069" y="3062"/>
                      <a:pt x="6481" y="3440"/>
                      <a:pt x="6712" y="3938"/>
                    </a:cubicBezTo>
                    <a:cubicBezTo>
                      <a:pt x="6950" y="4436"/>
                      <a:pt x="6974" y="5000"/>
                      <a:pt x="6781" y="5515"/>
                    </a:cubicBezTo>
                    <a:cubicBezTo>
                      <a:pt x="6596" y="6037"/>
                      <a:pt x="6219" y="6449"/>
                      <a:pt x="5721" y="6682"/>
                    </a:cubicBezTo>
                    <a:cubicBezTo>
                      <a:pt x="5442" y="6812"/>
                      <a:pt x="5144" y="6878"/>
                      <a:pt x="4845" y="6878"/>
                    </a:cubicBezTo>
                    <a:cubicBezTo>
                      <a:pt x="4608" y="6878"/>
                      <a:pt x="4370" y="6836"/>
                      <a:pt x="4142" y="6752"/>
                    </a:cubicBezTo>
                    <a:cubicBezTo>
                      <a:pt x="3620" y="6566"/>
                      <a:pt x="3209" y="6189"/>
                      <a:pt x="2977" y="5689"/>
                    </a:cubicBezTo>
                    <a:cubicBezTo>
                      <a:pt x="2744" y="5185"/>
                      <a:pt x="2715" y="4628"/>
                      <a:pt x="2907" y="4112"/>
                    </a:cubicBezTo>
                    <a:cubicBezTo>
                      <a:pt x="3092" y="3590"/>
                      <a:pt x="3469" y="3178"/>
                      <a:pt x="3975" y="2947"/>
                    </a:cubicBezTo>
                    <a:cubicBezTo>
                      <a:pt x="4246" y="2813"/>
                      <a:pt x="4548" y="2749"/>
                      <a:pt x="4845" y="2749"/>
                    </a:cubicBezTo>
                    <a:close/>
                    <a:moveTo>
                      <a:pt x="4840" y="2620"/>
                    </a:moveTo>
                    <a:cubicBezTo>
                      <a:pt x="4524" y="2620"/>
                      <a:pt x="4209" y="2689"/>
                      <a:pt x="3916" y="2824"/>
                    </a:cubicBezTo>
                    <a:cubicBezTo>
                      <a:pt x="3389" y="3073"/>
                      <a:pt x="2982" y="3515"/>
                      <a:pt x="2784" y="4066"/>
                    </a:cubicBezTo>
                    <a:cubicBezTo>
                      <a:pt x="2583" y="4617"/>
                      <a:pt x="2610" y="5215"/>
                      <a:pt x="2861" y="5742"/>
                    </a:cubicBezTo>
                    <a:cubicBezTo>
                      <a:pt x="3105" y="6270"/>
                      <a:pt x="3545" y="6676"/>
                      <a:pt x="4096" y="6873"/>
                    </a:cubicBezTo>
                    <a:cubicBezTo>
                      <a:pt x="4340" y="6966"/>
                      <a:pt x="4594" y="7006"/>
                      <a:pt x="4845" y="7006"/>
                    </a:cubicBezTo>
                    <a:cubicBezTo>
                      <a:pt x="5164" y="7006"/>
                      <a:pt x="5477" y="6937"/>
                      <a:pt x="5772" y="6797"/>
                    </a:cubicBezTo>
                    <a:cubicBezTo>
                      <a:pt x="6307" y="6554"/>
                      <a:pt x="6706" y="6114"/>
                      <a:pt x="6904" y="5563"/>
                    </a:cubicBezTo>
                    <a:cubicBezTo>
                      <a:pt x="7107" y="5011"/>
                      <a:pt x="7078" y="4414"/>
                      <a:pt x="6834" y="3886"/>
                    </a:cubicBezTo>
                    <a:cubicBezTo>
                      <a:pt x="6585" y="3352"/>
                      <a:pt x="6144" y="2952"/>
                      <a:pt x="5593" y="2755"/>
                    </a:cubicBezTo>
                    <a:cubicBezTo>
                      <a:pt x="5347" y="2664"/>
                      <a:pt x="5093" y="2620"/>
                      <a:pt x="4840" y="2620"/>
                    </a:cubicBezTo>
                    <a:close/>
                    <a:moveTo>
                      <a:pt x="6087" y="128"/>
                    </a:moveTo>
                    <a:cubicBezTo>
                      <a:pt x="6118" y="128"/>
                      <a:pt x="6150" y="133"/>
                      <a:pt x="6179" y="144"/>
                    </a:cubicBezTo>
                    <a:lnTo>
                      <a:pt x="6840" y="382"/>
                    </a:lnTo>
                    <a:cubicBezTo>
                      <a:pt x="6910" y="411"/>
                      <a:pt x="6961" y="457"/>
                      <a:pt x="6990" y="521"/>
                    </a:cubicBezTo>
                    <a:cubicBezTo>
                      <a:pt x="7020" y="586"/>
                      <a:pt x="7025" y="655"/>
                      <a:pt x="6996" y="725"/>
                    </a:cubicBezTo>
                    <a:lnTo>
                      <a:pt x="6671" y="1624"/>
                    </a:lnTo>
                    <a:cubicBezTo>
                      <a:pt x="6660" y="1652"/>
                      <a:pt x="6671" y="1687"/>
                      <a:pt x="6701" y="1705"/>
                    </a:cubicBezTo>
                    <a:cubicBezTo>
                      <a:pt x="7142" y="1960"/>
                      <a:pt x="7512" y="2302"/>
                      <a:pt x="7809" y="2720"/>
                    </a:cubicBezTo>
                    <a:cubicBezTo>
                      <a:pt x="7820" y="2736"/>
                      <a:pt x="7839" y="2746"/>
                      <a:pt x="7860" y="2746"/>
                    </a:cubicBezTo>
                    <a:cubicBezTo>
                      <a:pt x="7870" y="2746"/>
                      <a:pt x="7880" y="2743"/>
                      <a:pt x="7890" y="2738"/>
                    </a:cubicBezTo>
                    <a:lnTo>
                      <a:pt x="8760" y="2331"/>
                    </a:lnTo>
                    <a:cubicBezTo>
                      <a:pt x="8796" y="2315"/>
                      <a:pt x="8834" y="2308"/>
                      <a:pt x="8872" y="2308"/>
                    </a:cubicBezTo>
                    <a:cubicBezTo>
                      <a:pt x="8971" y="2308"/>
                      <a:pt x="9065" y="2362"/>
                      <a:pt x="9108" y="2459"/>
                    </a:cubicBezTo>
                    <a:lnTo>
                      <a:pt x="9410" y="3097"/>
                    </a:lnTo>
                    <a:cubicBezTo>
                      <a:pt x="9439" y="3161"/>
                      <a:pt x="9439" y="3231"/>
                      <a:pt x="9415" y="3300"/>
                    </a:cubicBezTo>
                    <a:cubicBezTo>
                      <a:pt x="9392" y="3364"/>
                      <a:pt x="9346" y="3416"/>
                      <a:pt x="9282" y="3445"/>
                    </a:cubicBezTo>
                    <a:lnTo>
                      <a:pt x="8412" y="3852"/>
                    </a:lnTo>
                    <a:cubicBezTo>
                      <a:pt x="8382" y="3868"/>
                      <a:pt x="8366" y="3898"/>
                      <a:pt x="8377" y="3927"/>
                    </a:cubicBezTo>
                    <a:cubicBezTo>
                      <a:pt x="8505" y="4425"/>
                      <a:pt x="8527" y="4931"/>
                      <a:pt x="8441" y="5435"/>
                    </a:cubicBezTo>
                    <a:cubicBezTo>
                      <a:pt x="8435" y="5464"/>
                      <a:pt x="8452" y="5493"/>
                      <a:pt x="8487" y="5504"/>
                    </a:cubicBezTo>
                    <a:lnTo>
                      <a:pt x="9386" y="5829"/>
                    </a:lnTo>
                    <a:cubicBezTo>
                      <a:pt x="9450" y="5852"/>
                      <a:pt x="9509" y="5905"/>
                      <a:pt x="9537" y="5968"/>
                    </a:cubicBezTo>
                    <a:cubicBezTo>
                      <a:pt x="9566" y="6032"/>
                      <a:pt x="9566" y="6101"/>
                      <a:pt x="9544" y="6165"/>
                    </a:cubicBezTo>
                    <a:lnTo>
                      <a:pt x="9305" y="6832"/>
                    </a:lnTo>
                    <a:cubicBezTo>
                      <a:pt x="9264" y="6938"/>
                      <a:pt x="9161" y="7004"/>
                      <a:pt x="9053" y="7004"/>
                    </a:cubicBezTo>
                    <a:cubicBezTo>
                      <a:pt x="9025" y="7004"/>
                      <a:pt x="8996" y="6999"/>
                      <a:pt x="8969" y="6990"/>
                    </a:cubicBezTo>
                    <a:lnTo>
                      <a:pt x="8064" y="6658"/>
                    </a:lnTo>
                    <a:cubicBezTo>
                      <a:pt x="8056" y="6655"/>
                      <a:pt x="8048" y="6654"/>
                      <a:pt x="8041" y="6654"/>
                    </a:cubicBezTo>
                    <a:cubicBezTo>
                      <a:pt x="8018" y="6654"/>
                      <a:pt x="7997" y="6666"/>
                      <a:pt x="7988" y="6687"/>
                    </a:cubicBezTo>
                    <a:cubicBezTo>
                      <a:pt x="7727" y="7129"/>
                      <a:pt x="7386" y="7499"/>
                      <a:pt x="6974" y="7801"/>
                    </a:cubicBezTo>
                    <a:cubicBezTo>
                      <a:pt x="6944" y="7819"/>
                      <a:pt x="6939" y="7847"/>
                      <a:pt x="6950" y="7876"/>
                    </a:cubicBezTo>
                    <a:lnTo>
                      <a:pt x="7356" y="8747"/>
                    </a:lnTo>
                    <a:cubicBezTo>
                      <a:pt x="7386" y="8811"/>
                      <a:pt x="7391" y="8880"/>
                      <a:pt x="7368" y="8950"/>
                    </a:cubicBezTo>
                    <a:cubicBezTo>
                      <a:pt x="7338" y="9014"/>
                      <a:pt x="7292" y="9065"/>
                      <a:pt x="7228" y="9100"/>
                    </a:cubicBezTo>
                    <a:lnTo>
                      <a:pt x="6591" y="9397"/>
                    </a:lnTo>
                    <a:cubicBezTo>
                      <a:pt x="6556" y="9413"/>
                      <a:pt x="6519" y="9422"/>
                      <a:pt x="6482" y="9422"/>
                    </a:cubicBezTo>
                    <a:cubicBezTo>
                      <a:pt x="6451" y="9422"/>
                      <a:pt x="6419" y="9416"/>
                      <a:pt x="6387" y="9402"/>
                    </a:cubicBezTo>
                    <a:cubicBezTo>
                      <a:pt x="6323" y="9379"/>
                      <a:pt x="6272" y="9333"/>
                      <a:pt x="6243" y="9269"/>
                    </a:cubicBezTo>
                    <a:lnTo>
                      <a:pt x="5836" y="8398"/>
                    </a:lnTo>
                    <a:cubicBezTo>
                      <a:pt x="5827" y="8374"/>
                      <a:pt x="5801" y="8362"/>
                      <a:pt x="5776" y="8362"/>
                    </a:cubicBezTo>
                    <a:cubicBezTo>
                      <a:pt x="5771" y="8362"/>
                      <a:pt x="5766" y="8363"/>
                      <a:pt x="5761" y="8364"/>
                    </a:cubicBezTo>
                    <a:cubicBezTo>
                      <a:pt x="5460" y="8442"/>
                      <a:pt x="5154" y="8481"/>
                      <a:pt x="4847" y="8481"/>
                    </a:cubicBezTo>
                    <a:cubicBezTo>
                      <a:pt x="4651" y="8481"/>
                      <a:pt x="4455" y="8465"/>
                      <a:pt x="4259" y="8433"/>
                    </a:cubicBezTo>
                    <a:cubicBezTo>
                      <a:pt x="4255" y="8433"/>
                      <a:pt x="4250" y="8432"/>
                      <a:pt x="4246" y="8432"/>
                    </a:cubicBezTo>
                    <a:cubicBezTo>
                      <a:pt x="4217" y="8432"/>
                      <a:pt x="4193" y="8449"/>
                      <a:pt x="4184" y="8474"/>
                    </a:cubicBezTo>
                    <a:lnTo>
                      <a:pt x="3858" y="9373"/>
                    </a:lnTo>
                    <a:cubicBezTo>
                      <a:pt x="3818" y="9481"/>
                      <a:pt x="3717" y="9547"/>
                      <a:pt x="3612" y="9547"/>
                    </a:cubicBezTo>
                    <a:cubicBezTo>
                      <a:pt x="3582" y="9547"/>
                      <a:pt x="3552" y="9542"/>
                      <a:pt x="3522" y="9530"/>
                    </a:cubicBezTo>
                    <a:lnTo>
                      <a:pt x="2861" y="9292"/>
                    </a:lnTo>
                    <a:cubicBezTo>
                      <a:pt x="2722" y="9246"/>
                      <a:pt x="2652" y="9089"/>
                      <a:pt x="2704" y="8955"/>
                    </a:cubicBezTo>
                    <a:lnTo>
                      <a:pt x="3028" y="8050"/>
                    </a:lnTo>
                    <a:cubicBezTo>
                      <a:pt x="3041" y="8021"/>
                      <a:pt x="3028" y="7993"/>
                      <a:pt x="3000" y="7975"/>
                    </a:cubicBezTo>
                    <a:cubicBezTo>
                      <a:pt x="2559" y="7715"/>
                      <a:pt x="2187" y="7372"/>
                      <a:pt x="1892" y="6960"/>
                    </a:cubicBezTo>
                    <a:cubicBezTo>
                      <a:pt x="1880" y="6942"/>
                      <a:pt x="1857" y="6931"/>
                      <a:pt x="1839" y="6931"/>
                    </a:cubicBezTo>
                    <a:cubicBezTo>
                      <a:pt x="1828" y="6931"/>
                      <a:pt x="1817" y="6937"/>
                      <a:pt x="1810" y="6937"/>
                    </a:cubicBezTo>
                    <a:lnTo>
                      <a:pt x="940" y="7343"/>
                    </a:lnTo>
                    <a:cubicBezTo>
                      <a:pt x="904" y="7360"/>
                      <a:pt x="865" y="7369"/>
                      <a:pt x="825" y="7369"/>
                    </a:cubicBezTo>
                    <a:cubicBezTo>
                      <a:pt x="797" y="7369"/>
                      <a:pt x="767" y="7364"/>
                      <a:pt x="738" y="7354"/>
                    </a:cubicBezTo>
                    <a:cubicBezTo>
                      <a:pt x="674" y="7332"/>
                      <a:pt x="621" y="7279"/>
                      <a:pt x="592" y="7215"/>
                    </a:cubicBezTo>
                    <a:lnTo>
                      <a:pt x="291" y="6578"/>
                    </a:lnTo>
                    <a:cubicBezTo>
                      <a:pt x="262" y="6513"/>
                      <a:pt x="262" y="6444"/>
                      <a:pt x="285" y="6380"/>
                    </a:cubicBezTo>
                    <a:cubicBezTo>
                      <a:pt x="308" y="6310"/>
                      <a:pt x="355" y="6259"/>
                      <a:pt x="418" y="6229"/>
                    </a:cubicBezTo>
                    <a:lnTo>
                      <a:pt x="1288" y="5823"/>
                    </a:lnTo>
                    <a:cubicBezTo>
                      <a:pt x="1317" y="5812"/>
                      <a:pt x="1335" y="5777"/>
                      <a:pt x="1323" y="5748"/>
                    </a:cubicBezTo>
                    <a:cubicBezTo>
                      <a:pt x="1196" y="5255"/>
                      <a:pt x="1172" y="4750"/>
                      <a:pt x="1260" y="4246"/>
                    </a:cubicBezTo>
                    <a:cubicBezTo>
                      <a:pt x="1266" y="4216"/>
                      <a:pt x="1242" y="4182"/>
                      <a:pt x="1213" y="4176"/>
                    </a:cubicBezTo>
                    <a:lnTo>
                      <a:pt x="313" y="3845"/>
                    </a:lnTo>
                    <a:cubicBezTo>
                      <a:pt x="251" y="3822"/>
                      <a:pt x="192" y="3775"/>
                      <a:pt x="163" y="3712"/>
                    </a:cubicBezTo>
                    <a:cubicBezTo>
                      <a:pt x="134" y="3648"/>
                      <a:pt x="134" y="3573"/>
                      <a:pt x="157" y="3509"/>
                    </a:cubicBezTo>
                    <a:lnTo>
                      <a:pt x="395" y="2848"/>
                    </a:lnTo>
                    <a:cubicBezTo>
                      <a:pt x="418" y="2784"/>
                      <a:pt x="471" y="2725"/>
                      <a:pt x="535" y="2696"/>
                    </a:cubicBezTo>
                    <a:cubicBezTo>
                      <a:pt x="568" y="2681"/>
                      <a:pt x="604" y="2674"/>
                      <a:pt x="639" y="2674"/>
                    </a:cubicBezTo>
                    <a:cubicBezTo>
                      <a:pt x="670" y="2674"/>
                      <a:pt x="701" y="2680"/>
                      <a:pt x="731" y="2691"/>
                    </a:cubicBezTo>
                    <a:lnTo>
                      <a:pt x="1636" y="3016"/>
                    </a:lnTo>
                    <a:cubicBezTo>
                      <a:pt x="1643" y="3019"/>
                      <a:pt x="1651" y="3021"/>
                      <a:pt x="1659" y="3021"/>
                    </a:cubicBezTo>
                    <a:cubicBezTo>
                      <a:pt x="1682" y="3021"/>
                      <a:pt x="1703" y="3009"/>
                      <a:pt x="1712" y="2987"/>
                    </a:cubicBezTo>
                    <a:cubicBezTo>
                      <a:pt x="1973" y="2551"/>
                      <a:pt x="2315" y="2174"/>
                      <a:pt x="2727" y="1879"/>
                    </a:cubicBezTo>
                    <a:cubicBezTo>
                      <a:pt x="2757" y="1861"/>
                      <a:pt x="2762" y="1826"/>
                      <a:pt x="2750" y="1798"/>
                    </a:cubicBezTo>
                    <a:lnTo>
                      <a:pt x="2345" y="928"/>
                    </a:lnTo>
                    <a:cubicBezTo>
                      <a:pt x="2315" y="864"/>
                      <a:pt x="2310" y="794"/>
                      <a:pt x="2332" y="730"/>
                    </a:cubicBezTo>
                    <a:cubicBezTo>
                      <a:pt x="2361" y="661"/>
                      <a:pt x="2409" y="608"/>
                      <a:pt x="2471" y="580"/>
                    </a:cubicBezTo>
                    <a:lnTo>
                      <a:pt x="3110" y="283"/>
                    </a:lnTo>
                    <a:cubicBezTo>
                      <a:pt x="3145" y="264"/>
                      <a:pt x="3182" y="256"/>
                      <a:pt x="3218" y="256"/>
                    </a:cubicBezTo>
                    <a:cubicBezTo>
                      <a:pt x="3248" y="256"/>
                      <a:pt x="3278" y="262"/>
                      <a:pt x="3307" y="272"/>
                    </a:cubicBezTo>
                    <a:cubicBezTo>
                      <a:pt x="3376" y="295"/>
                      <a:pt x="3429" y="347"/>
                      <a:pt x="3458" y="406"/>
                    </a:cubicBezTo>
                    <a:lnTo>
                      <a:pt x="3863" y="1276"/>
                    </a:lnTo>
                    <a:cubicBezTo>
                      <a:pt x="3873" y="1298"/>
                      <a:pt x="3897" y="1314"/>
                      <a:pt x="3922" y="1314"/>
                    </a:cubicBezTo>
                    <a:cubicBezTo>
                      <a:pt x="3928" y="1314"/>
                      <a:pt x="3934" y="1313"/>
                      <a:pt x="3940" y="1311"/>
                    </a:cubicBezTo>
                    <a:cubicBezTo>
                      <a:pt x="4236" y="1234"/>
                      <a:pt x="4537" y="1195"/>
                      <a:pt x="4839" y="1195"/>
                    </a:cubicBezTo>
                    <a:cubicBezTo>
                      <a:pt x="5039" y="1195"/>
                      <a:pt x="5241" y="1212"/>
                      <a:pt x="5442" y="1247"/>
                    </a:cubicBezTo>
                    <a:cubicBezTo>
                      <a:pt x="5446" y="1247"/>
                      <a:pt x="5451" y="1248"/>
                      <a:pt x="5455" y="1248"/>
                    </a:cubicBezTo>
                    <a:cubicBezTo>
                      <a:pt x="5484" y="1248"/>
                      <a:pt x="5508" y="1231"/>
                      <a:pt x="5517" y="1206"/>
                    </a:cubicBezTo>
                    <a:lnTo>
                      <a:pt x="5842" y="302"/>
                    </a:lnTo>
                    <a:cubicBezTo>
                      <a:pt x="5865" y="237"/>
                      <a:pt x="5917" y="185"/>
                      <a:pt x="5975" y="155"/>
                    </a:cubicBezTo>
                    <a:cubicBezTo>
                      <a:pt x="6010" y="136"/>
                      <a:pt x="6049" y="128"/>
                      <a:pt x="6087" y="128"/>
                    </a:cubicBezTo>
                    <a:close/>
                    <a:moveTo>
                      <a:pt x="6089" y="0"/>
                    </a:moveTo>
                    <a:cubicBezTo>
                      <a:pt x="6031" y="0"/>
                      <a:pt x="5975" y="12"/>
                      <a:pt x="5924" y="34"/>
                    </a:cubicBezTo>
                    <a:cubicBezTo>
                      <a:pt x="5831" y="80"/>
                      <a:pt x="5755" y="162"/>
                      <a:pt x="5721" y="260"/>
                    </a:cubicBezTo>
                    <a:lnTo>
                      <a:pt x="5413" y="1108"/>
                    </a:lnTo>
                    <a:cubicBezTo>
                      <a:pt x="5222" y="1080"/>
                      <a:pt x="5032" y="1066"/>
                      <a:pt x="4842" y="1066"/>
                    </a:cubicBezTo>
                    <a:cubicBezTo>
                      <a:pt x="4546" y="1066"/>
                      <a:pt x="4250" y="1100"/>
                      <a:pt x="3957" y="1172"/>
                    </a:cubicBezTo>
                    <a:lnTo>
                      <a:pt x="3574" y="353"/>
                    </a:lnTo>
                    <a:cubicBezTo>
                      <a:pt x="3533" y="260"/>
                      <a:pt x="3453" y="185"/>
                      <a:pt x="3354" y="150"/>
                    </a:cubicBezTo>
                    <a:cubicBezTo>
                      <a:pt x="3310" y="134"/>
                      <a:pt x="3266" y="127"/>
                      <a:pt x="3221" y="127"/>
                    </a:cubicBezTo>
                    <a:cubicBezTo>
                      <a:pt x="3164" y="127"/>
                      <a:pt x="3107" y="139"/>
                      <a:pt x="3052" y="162"/>
                    </a:cubicBezTo>
                    <a:lnTo>
                      <a:pt x="2414" y="463"/>
                    </a:lnTo>
                    <a:cubicBezTo>
                      <a:pt x="2321" y="503"/>
                      <a:pt x="2251" y="586"/>
                      <a:pt x="2211" y="684"/>
                    </a:cubicBezTo>
                    <a:cubicBezTo>
                      <a:pt x="2176" y="782"/>
                      <a:pt x="2182" y="886"/>
                      <a:pt x="2228" y="985"/>
                    </a:cubicBezTo>
                    <a:lnTo>
                      <a:pt x="2610" y="1804"/>
                    </a:lnTo>
                    <a:cubicBezTo>
                      <a:pt x="2216" y="2093"/>
                      <a:pt x="1887" y="2459"/>
                      <a:pt x="1630" y="2877"/>
                    </a:cubicBezTo>
                    <a:lnTo>
                      <a:pt x="778" y="2569"/>
                    </a:lnTo>
                    <a:cubicBezTo>
                      <a:pt x="732" y="2553"/>
                      <a:pt x="685" y="2545"/>
                      <a:pt x="638" y="2545"/>
                    </a:cubicBezTo>
                    <a:cubicBezTo>
                      <a:pt x="584" y="2545"/>
                      <a:pt x="529" y="2556"/>
                      <a:pt x="476" y="2581"/>
                    </a:cubicBezTo>
                    <a:cubicBezTo>
                      <a:pt x="383" y="2626"/>
                      <a:pt x="308" y="2703"/>
                      <a:pt x="273" y="2800"/>
                    </a:cubicBezTo>
                    <a:lnTo>
                      <a:pt x="35" y="3462"/>
                    </a:lnTo>
                    <a:cubicBezTo>
                      <a:pt x="0" y="3561"/>
                      <a:pt x="0" y="3671"/>
                      <a:pt x="47" y="3764"/>
                    </a:cubicBezTo>
                    <a:cubicBezTo>
                      <a:pt x="93" y="3863"/>
                      <a:pt x="169" y="3932"/>
                      <a:pt x="267" y="3967"/>
                    </a:cubicBezTo>
                    <a:lnTo>
                      <a:pt x="1121" y="4280"/>
                    </a:lnTo>
                    <a:cubicBezTo>
                      <a:pt x="1044" y="4762"/>
                      <a:pt x="1068" y="5249"/>
                      <a:pt x="1183" y="5731"/>
                    </a:cubicBezTo>
                    <a:lnTo>
                      <a:pt x="366" y="6114"/>
                    </a:lnTo>
                    <a:cubicBezTo>
                      <a:pt x="267" y="6160"/>
                      <a:pt x="198" y="6235"/>
                      <a:pt x="163" y="6334"/>
                    </a:cubicBezTo>
                    <a:cubicBezTo>
                      <a:pt x="128" y="6433"/>
                      <a:pt x="128" y="6543"/>
                      <a:pt x="174" y="6636"/>
                    </a:cubicBezTo>
                    <a:lnTo>
                      <a:pt x="471" y="7274"/>
                    </a:lnTo>
                    <a:cubicBezTo>
                      <a:pt x="517" y="7367"/>
                      <a:pt x="599" y="7442"/>
                      <a:pt x="696" y="7477"/>
                    </a:cubicBezTo>
                    <a:cubicBezTo>
                      <a:pt x="740" y="7492"/>
                      <a:pt x="784" y="7500"/>
                      <a:pt x="829" y="7500"/>
                    </a:cubicBezTo>
                    <a:cubicBezTo>
                      <a:pt x="886" y="7500"/>
                      <a:pt x="943" y="7488"/>
                      <a:pt x="998" y="7464"/>
                    </a:cubicBezTo>
                    <a:lnTo>
                      <a:pt x="1817" y="7076"/>
                    </a:lnTo>
                    <a:cubicBezTo>
                      <a:pt x="2106" y="7477"/>
                      <a:pt x="2466" y="7801"/>
                      <a:pt x="2889" y="8056"/>
                    </a:cubicBezTo>
                    <a:lnTo>
                      <a:pt x="2576" y="8909"/>
                    </a:lnTo>
                    <a:cubicBezTo>
                      <a:pt x="2506" y="9113"/>
                      <a:pt x="2610" y="9338"/>
                      <a:pt x="2814" y="9413"/>
                    </a:cubicBezTo>
                    <a:lnTo>
                      <a:pt x="3475" y="9657"/>
                    </a:lnTo>
                    <a:cubicBezTo>
                      <a:pt x="3522" y="9670"/>
                      <a:pt x="3568" y="9681"/>
                      <a:pt x="3609" y="9681"/>
                    </a:cubicBezTo>
                    <a:cubicBezTo>
                      <a:pt x="3772" y="9681"/>
                      <a:pt x="3922" y="9576"/>
                      <a:pt x="3980" y="9420"/>
                    </a:cubicBezTo>
                    <a:lnTo>
                      <a:pt x="4288" y="8567"/>
                    </a:lnTo>
                    <a:cubicBezTo>
                      <a:pt x="4477" y="8596"/>
                      <a:pt x="4666" y="8611"/>
                      <a:pt x="4854" y="8611"/>
                    </a:cubicBezTo>
                    <a:cubicBezTo>
                      <a:pt x="5151" y="8611"/>
                      <a:pt x="5447" y="8574"/>
                      <a:pt x="5737" y="8503"/>
                    </a:cubicBezTo>
                    <a:lnTo>
                      <a:pt x="6126" y="9327"/>
                    </a:lnTo>
                    <a:cubicBezTo>
                      <a:pt x="6167" y="9420"/>
                      <a:pt x="6248" y="9490"/>
                      <a:pt x="6347" y="9525"/>
                    </a:cubicBezTo>
                    <a:cubicBezTo>
                      <a:pt x="6391" y="9543"/>
                      <a:pt x="6437" y="9552"/>
                      <a:pt x="6482" y="9552"/>
                    </a:cubicBezTo>
                    <a:cubicBezTo>
                      <a:pt x="6538" y="9552"/>
                      <a:pt x="6594" y="9538"/>
                      <a:pt x="6648" y="9512"/>
                    </a:cubicBezTo>
                    <a:lnTo>
                      <a:pt x="7287" y="9217"/>
                    </a:lnTo>
                    <a:cubicBezTo>
                      <a:pt x="7379" y="9170"/>
                      <a:pt x="7448" y="9095"/>
                      <a:pt x="7490" y="8996"/>
                    </a:cubicBezTo>
                    <a:cubicBezTo>
                      <a:pt x="7525" y="8898"/>
                      <a:pt x="7518" y="8787"/>
                      <a:pt x="7472" y="8695"/>
                    </a:cubicBezTo>
                    <a:lnTo>
                      <a:pt x="7089" y="7871"/>
                    </a:lnTo>
                    <a:cubicBezTo>
                      <a:pt x="7483" y="7581"/>
                      <a:pt x="7814" y="7221"/>
                      <a:pt x="8069" y="6797"/>
                    </a:cubicBezTo>
                    <a:lnTo>
                      <a:pt x="8923" y="7111"/>
                    </a:lnTo>
                    <a:cubicBezTo>
                      <a:pt x="8965" y="7125"/>
                      <a:pt x="9009" y="7132"/>
                      <a:pt x="9052" y="7132"/>
                    </a:cubicBezTo>
                    <a:cubicBezTo>
                      <a:pt x="9214" y="7132"/>
                      <a:pt x="9367" y="7033"/>
                      <a:pt x="9427" y="6873"/>
                    </a:cubicBezTo>
                    <a:lnTo>
                      <a:pt x="9665" y="6211"/>
                    </a:lnTo>
                    <a:cubicBezTo>
                      <a:pt x="9699" y="6114"/>
                      <a:pt x="9699" y="6009"/>
                      <a:pt x="9654" y="5911"/>
                    </a:cubicBezTo>
                    <a:cubicBezTo>
                      <a:pt x="9606" y="5817"/>
                      <a:pt x="9531" y="5742"/>
                      <a:pt x="9432" y="5707"/>
                    </a:cubicBezTo>
                    <a:lnTo>
                      <a:pt x="8580" y="5400"/>
                    </a:lnTo>
                    <a:cubicBezTo>
                      <a:pt x="8655" y="4912"/>
                      <a:pt x="8632" y="4425"/>
                      <a:pt x="8516" y="3949"/>
                    </a:cubicBezTo>
                    <a:lnTo>
                      <a:pt x="9335" y="3566"/>
                    </a:lnTo>
                    <a:cubicBezTo>
                      <a:pt x="9432" y="3520"/>
                      <a:pt x="9502" y="3440"/>
                      <a:pt x="9537" y="3341"/>
                    </a:cubicBezTo>
                    <a:cubicBezTo>
                      <a:pt x="9571" y="3242"/>
                      <a:pt x="9571" y="3137"/>
                      <a:pt x="9525" y="3044"/>
                    </a:cubicBezTo>
                    <a:lnTo>
                      <a:pt x="9230" y="2407"/>
                    </a:lnTo>
                    <a:cubicBezTo>
                      <a:pt x="9163" y="2263"/>
                      <a:pt x="9019" y="2178"/>
                      <a:pt x="8869" y="2178"/>
                    </a:cubicBezTo>
                    <a:cubicBezTo>
                      <a:pt x="8813" y="2178"/>
                      <a:pt x="8755" y="2190"/>
                      <a:pt x="8701" y="2216"/>
                    </a:cubicBezTo>
                    <a:lnTo>
                      <a:pt x="7884" y="2599"/>
                    </a:lnTo>
                    <a:cubicBezTo>
                      <a:pt x="7594" y="2203"/>
                      <a:pt x="7234" y="1873"/>
                      <a:pt x="6811" y="1617"/>
                    </a:cubicBezTo>
                    <a:lnTo>
                      <a:pt x="7118" y="765"/>
                    </a:lnTo>
                    <a:cubicBezTo>
                      <a:pt x="7159" y="666"/>
                      <a:pt x="7153" y="562"/>
                      <a:pt x="7107" y="463"/>
                    </a:cubicBezTo>
                    <a:cubicBezTo>
                      <a:pt x="7060" y="371"/>
                      <a:pt x="6985" y="302"/>
                      <a:pt x="6886" y="260"/>
                    </a:cubicBezTo>
                    <a:lnTo>
                      <a:pt x="6225" y="23"/>
                    </a:lnTo>
                    <a:cubicBezTo>
                      <a:pt x="6181" y="8"/>
                      <a:pt x="6134" y="0"/>
                      <a:pt x="60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23"/>
            <p:cNvGrpSpPr/>
            <p:nvPr/>
          </p:nvGrpSpPr>
          <p:grpSpPr>
            <a:xfrm rot="375283">
              <a:off x="7863668" y="331309"/>
              <a:ext cx="112118" cy="105008"/>
              <a:chOff x="-1622839" y="4549431"/>
              <a:chExt cx="141542" cy="132566"/>
            </a:xfrm>
          </p:grpSpPr>
          <p:sp>
            <p:nvSpPr>
              <p:cNvPr id="529" name="Google Shape;529;p23"/>
              <p:cNvSpPr/>
              <p:nvPr/>
            </p:nvSpPr>
            <p:spPr>
              <a:xfrm>
                <a:off x="-1616225" y="4555572"/>
                <a:ext cx="132188" cy="120377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274" extrusionOk="0">
                    <a:moveTo>
                      <a:pt x="709" y="1"/>
                    </a:moveTo>
                    <a:cubicBezTo>
                      <a:pt x="657" y="1"/>
                      <a:pt x="604" y="7"/>
                      <a:pt x="552" y="21"/>
                    </a:cubicBezTo>
                    <a:cubicBezTo>
                      <a:pt x="209" y="102"/>
                      <a:pt x="1" y="444"/>
                      <a:pt x="81" y="787"/>
                    </a:cubicBezTo>
                    <a:cubicBezTo>
                      <a:pt x="150" y="1079"/>
                      <a:pt x="414" y="1274"/>
                      <a:pt x="699" y="1274"/>
                    </a:cubicBezTo>
                    <a:cubicBezTo>
                      <a:pt x="748" y="1274"/>
                      <a:pt x="797" y="1268"/>
                      <a:pt x="847" y="1256"/>
                    </a:cubicBezTo>
                    <a:cubicBezTo>
                      <a:pt x="1189" y="1169"/>
                      <a:pt x="1398" y="827"/>
                      <a:pt x="1318" y="485"/>
                    </a:cubicBezTo>
                    <a:cubicBezTo>
                      <a:pt x="1248" y="195"/>
                      <a:pt x="992" y="1"/>
                      <a:pt x="7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/>
              <p:cNvSpPr/>
              <p:nvPr/>
            </p:nvSpPr>
            <p:spPr>
              <a:xfrm>
                <a:off x="-1622839" y="4549431"/>
                <a:ext cx="141542" cy="132566"/>
              </a:xfrm>
              <a:custGeom>
                <a:avLst/>
                <a:gdLst/>
                <a:ahLst/>
                <a:cxnLst/>
                <a:rect l="l" t="t" r="r" b="b"/>
                <a:pathLst>
                  <a:path w="1498" h="1403" extrusionOk="0">
                    <a:moveTo>
                      <a:pt x="772" y="132"/>
                    </a:moveTo>
                    <a:cubicBezTo>
                      <a:pt x="877" y="132"/>
                      <a:pt x="975" y="161"/>
                      <a:pt x="1067" y="213"/>
                    </a:cubicBezTo>
                    <a:cubicBezTo>
                      <a:pt x="1195" y="295"/>
                      <a:pt x="1289" y="416"/>
                      <a:pt x="1323" y="568"/>
                    </a:cubicBezTo>
                    <a:cubicBezTo>
                      <a:pt x="1364" y="712"/>
                      <a:pt x="1335" y="868"/>
                      <a:pt x="1259" y="996"/>
                    </a:cubicBezTo>
                    <a:cubicBezTo>
                      <a:pt x="1179" y="1130"/>
                      <a:pt x="1051" y="1222"/>
                      <a:pt x="906" y="1257"/>
                    </a:cubicBezTo>
                    <a:cubicBezTo>
                      <a:pt x="860" y="1268"/>
                      <a:pt x="814" y="1274"/>
                      <a:pt x="769" y="1274"/>
                    </a:cubicBezTo>
                    <a:cubicBezTo>
                      <a:pt x="512" y="1274"/>
                      <a:pt x="279" y="1095"/>
                      <a:pt x="215" y="834"/>
                    </a:cubicBezTo>
                    <a:cubicBezTo>
                      <a:pt x="140" y="533"/>
                      <a:pt x="331" y="220"/>
                      <a:pt x="633" y="143"/>
                    </a:cubicBezTo>
                    <a:cubicBezTo>
                      <a:pt x="679" y="137"/>
                      <a:pt x="726" y="132"/>
                      <a:pt x="772" y="132"/>
                    </a:cubicBezTo>
                    <a:close/>
                    <a:moveTo>
                      <a:pt x="777" y="0"/>
                    </a:moveTo>
                    <a:cubicBezTo>
                      <a:pt x="720" y="0"/>
                      <a:pt x="662" y="7"/>
                      <a:pt x="604" y="22"/>
                    </a:cubicBezTo>
                    <a:cubicBezTo>
                      <a:pt x="226" y="108"/>
                      <a:pt x="1" y="491"/>
                      <a:pt x="87" y="868"/>
                    </a:cubicBezTo>
                    <a:cubicBezTo>
                      <a:pt x="169" y="1187"/>
                      <a:pt x="453" y="1403"/>
                      <a:pt x="772" y="1403"/>
                    </a:cubicBezTo>
                    <a:cubicBezTo>
                      <a:pt x="824" y="1403"/>
                      <a:pt x="882" y="1396"/>
                      <a:pt x="935" y="1385"/>
                    </a:cubicBezTo>
                    <a:cubicBezTo>
                      <a:pt x="1115" y="1339"/>
                      <a:pt x="1271" y="1229"/>
                      <a:pt x="1369" y="1066"/>
                    </a:cubicBezTo>
                    <a:cubicBezTo>
                      <a:pt x="1468" y="903"/>
                      <a:pt x="1497" y="718"/>
                      <a:pt x="1450" y="538"/>
                    </a:cubicBezTo>
                    <a:cubicBezTo>
                      <a:pt x="1404" y="352"/>
                      <a:pt x="1294" y="201"/>
                      <a:pt x="1137" y="103"/>
                    </a:cubicBezTo>
                    <a:cubicBezTo>
                      <a:pt x="1026" y="35"/>
                      <a:pt x="903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1" name="Google Shape;531;p23"/>
            <p:cNvGrpSpPr/>
            <p:nvPr/>
          </p:nvGrpSpPr>
          <p:grpSpPr>
            <a:xfrm>
              <a:off x="7981166" y="586108"/>
              <a:ext cx="100956" cy="103473"/>
              <a:chOff x="8003766" y="381721"/>
              <a:chExt cx="100956" cy="103473"/>
            </a:xfrm>
          </p:grpSpPr>
          <p:sp>
            <p:nvSpPr>
              <p:cNvPr id="532" name="Google Shape;532;p23"/>
              <p:cNvSpPr/>
              <p:nvPr/>
            </p:nvSpPr>
            <p:spPr>
              <a:xfrm flipH="1">
                <a:off x="8008006" y="386174"/>
                <a:ext cx="94596" cy="94604"/>
              </a:xfrm>
              <a:custGeom>
                <a:avLst/>
                <a:gdLst/>
                <a:ahLst/>
                <a:cxnLst/>
                <a:rect l="l" t="t" r="r" b="b"/>
                <a:pathLst>
                  <a:path w="2722" h="2528" extrusionOk="0">
                    <a:moveTo>
                      <a:pt x="1358" y="0"/>
                    </a:moveTo>
                    <a:cubicBezTo>
                      <a:pt x="738" y="0"/>
                      <a:pt x="199" y="440"/>
                      <a:pt x="104" y="1077"/>
                    </a:cubicBezTo>
                    <a:cubicBezTo>
                      <a:pt x="0" y="1763"/>
                      <a:pt x="478" y="2409"/>
                      <a:pt x="1167" y="2513"/>
                    </a:cubicBezTo>
                    <a:cubicBezTo>
                      <a:pt x="1232" y="2523"/>
                      <a:pt x="1297" y="2528"/>
                      <a:pt x="1360" y="2528"/>
                    </a:cubicBezTo>
                    <a:cubicBezTo>
                      <a:pt x="1973" y="2528"/>
                      <a:pt x="2508" y="2088"/>
                      <a:pt x="2603" y="1450"/>
                    </a:cubicBezTo>
                    <a:cubicBezTo>
                      <a:pt x="2721" y="761"/>
                      <a:pt x="2244" y="119"/>
                      <a:pt x="1555" y="15"/>
                    </a:cubicBezTo>
                    <a:cubicBezTo>
                      <a:pt x="1489" y="5"/>
                      <a:pt x="1423" y="0"/>
                      <a:pt x="13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/>
              <p:cNvSpPr/>
              <p:nvPr/>
            </p:nvSpPr>
            <p:spPr>
              <a:xfrm flipH="1">
                <a:off x="8003766" y="381721"/>
                <a:ext cx="100956" cy="103473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765" extrusionOk="0">
                    <a:moveTo>
                      <a:pt x="1422" y="223"/>
                    </a:moveTo>
                    <a:cubicBezTo>
                      <a:pt x="1483" y="223"/>
                      <a:pt x="1526" y="223"/>
                      <a:pt x="1587" y="238"/>
                    </a:cubicBezTo>
                    <a:cubicBezTo>
                      <a:pt x="2229" y="342"/>
                      <a:pt x="2664" y="927"/>
                      <a:pt x="2560" y="1555"/>
                    </a:cubicBezTo>
                    <a:cubicBezTo>
                      <a:pt x="2478" y="2128"/>
                      <a:pt x="1972" y="2540"/>
                      <a:pt x="1407" y="2540"/>
                    </a:cubicBezTo>
                    <a:cubicBezTo>
                      <a:pt x="1353" y="2540"/>
                      <a:pt x="1298" y="2536"/>
                      <a:pt x="1242" y="2528"/>
                    </a:cubicBezTo>
                    <a:cubicBezTo>
                      <a:pt x="944" y="2481"/>
                      <a:pt x="675" y="2316"/>
                      <a:pt x="481" y="2061"/>
                    </a:cubicBezTo>
                    <a:cubicBezTo>
                      <a:pt x="302" y="1824"/>
                      <a:pt x="226" y="1508"/>
                      <a:pt x="270" y="1211"/>
                    </a:cubicBezTo>
                    <a:cubicBezTo>
                      <a:pt x="316" y="895"/>
                      <a:pt x="481" y="625"/>
                      <a:pt x="736" y="446"/>
                    </a:cubicBezTo>
                    <a:cubicBezTo>
                      <a:pt x="930" y="299"/>
                      <a:pt x="1167" y="223"/>
                      <a:pt x="1422" y="223"/>
                    </a:cubicBezTo>
                    <a:close/>
                    <a:moveTo>
                      <a:pt x="1430" y="1"/>
                    </a:moveTo>
                    <a:cubicBezTo>
                      <a:pt x="748" y="1"/>
                      <a:pt x="156" y="486"/>
                      <a:pt x="61" y="1182"/>
                    </a:cubicBezTo>
                    <a:cubicBezTo>
                      <a:pt x="0" y="1541"/>
                      <a:pt x="90" y="1900"/>
                      <a:pt x="302" y="2198"/>
                    </a:cubicBezTo>
                    <a:cubicBezTo>
                      <a:pt x="524" y="2496"/>
                      <a:pt x="840" y="2689"/>
                      <a:pt x="1214" y="2750"/>
                    </a:cubicBezTo>
                    <a:cubicBezTo>
                      <a:pt x="1275" y="2750"/>
                      <a:pt x="1346" y="2765"/>
                      <a:pt x="1422" y="2765"/>
                    </a:cubicBezTo>
                    <a:cubicBezTo>
                      <a:pt x="2082" y="2765"/>
                      <a:pt x="2678" y="2273"/>
                      <a:pt x="2782" y="1584"/>
                    </a:cubicBezTo>
                    <a:cubicBezTo>
                      <a:pt x="2904" y="837"/>
                      <a:pt x="2380" y="134"/>
                      <a:pt x="1634" y="15"/>
                    </a:cubicBezTo>
                    <a:cubicBezTo>
                      <a:pt x="1565" y="6"/>
                      <a:pt x="1497" y="1"/>
                      <a:pt x="1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4" name="Google Shape;534;p23"/>
            <p:cNvGrpSpPr/>
            <p:nvPr/>
          </p:nvGrpSpPr>
          <p:grpSpPr>
            <a:xfrm>
              <a:off x="8629102" y="859459"/>
              <a:ext cx="49453" cy="51868"/>
              <a:chOff x="8108302" y="1196184"/>
              <a:chExt cx="49453" cy="51868"/>
            </a:xfrm>
          </p:grpSpPr>
          <p:sp>
            <p:nvSpPr>
              <p:cNvPr id="535" name="Google Shape;535;p23"/>
              <p:cNvSpPr/>
              <p:nvPr/>
            </p:nvSpPr>
            <p:spPr>
              <a:xfrm flipH="1">
                <a:off x="8110318" y="1200488"/>
                <a:ext cx="45804" cy="43522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163" extrusionOk="0">
                    <a:moveTo>
                      <a:pt x="651" y="1"/>
                    </a:moveTo>
                    <a:cubicBezTo>
                      <a:pt x="535" y="1"/>
                      <a:pt x="417" y="34"/>
                      <a:pt x="313" y="104"/>
                    </a:cubicBezTo>
                    <a:cubicBezTo>
                      <a:pt x="61" y="301"/>
                      <a:pt x="0" y="660"/>
                      <a:pt x="194" y="929"/>
                    </a:cubicBezTo>
                    <a:cubicBezTo>
                      <a:pt x="310" y="1080"/>
                      <a:pt x="486" y="1162"/>
                      <a:pt x="663" y="1162"/>
                    </a:cubicBezTo>
                    <a:cubicBezTo>
                      <a:pt x="781" y="1162"/>
                      <a:pt x="900" y="1126"/>
                      <a:pt x="1002" y="1048"/>
                    </a:cubicBezTo>
                    <a:cubicBezTo>
                      <a:pt x="1257" y="854"/>
                      <a:pt x="1318" y="495"/>
                      <a:pt x="1120" y="240"/>
                    </a:cubicBezTo>
                    <a:cubicBezTo>
                      <a:pt x="1010" y="84"/>
                      <a:pt x="833" y="1"/>
                      <a:pt x="65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/>
              <p:cNvSpPr/>
              <p:nvPr/>
            </p:nvSpPr>
            <p:spPr>
              <a:xfrm flipH="1">
                <a:off x="8108302" y="1196184"/>
                <a:ext cx="49453" cy="51868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386" extrusionOk="0">
                    <a:moveTo>
                      <a:pt x="704" y="219"/>
                    </a:moveTo>
                    <a:cubicBezTo>
                      <a:pt x="855" y="219"/>
                      <a:pt x="988" y="294"/>
                      <a:pt x="1078" y="416"/>
                    </a:cubicBezTo>
                    <a:cubicBezTo>
                      <a:pt x="1153" y="520"/>
                      <a:pt x="1185" y="639"/>
                      <a:pt x="1167" y="757"/>
                    </a:cubicBezTo>
                    <a:cubicBezTo>
                      <a:pt x="1153" y="894"/>
                      <a:pt x="1078" y="998"/>
                      <a:pt x="988" y="1073"/>
                    </a:cubicBezTo>
                    <a:cubicBezTo>
                      <a:pt x="901" y="1136"/>
                      <a:pt x="804" y="1166"/>
                      <a:pt x="695" y="1166"/>
                    </a:cubicBezTo>
                    <a:cubicBezTo>
                      <a:pt x="674" y="1166"/>
                      <a:pt x="652" y="1165"/>
                      <a:pt x="629" y="1163"/>
                    </a:cubicBezTo>
                    <a:cubicBezTo>
                      <a:pt x="511" y="1134"/>
                      <a:pt x="406" y="1073"/>
                      <a:pt x="331" y="969"/>
                    </a:cubicBezTo>
                    <a:cubicBezTo>
                      <a:pt x="256" y="865"/>
                      <a:pt x="227" y="743"/>
                      <a:pt x="241" y="625"/>
                    </a:cubicBezTo>
                    <a:cubicBezTo>
                      <a:pt x="256" y="506"/>
                      <a:pt x="331" y="384"/>
                      <a:pt x="435" y="309"/>
                    </a:cubicBezTo>
                    <a:cubicBezTo>
                      <a:pt x="511" y="251"/>
                      <a:pt x="615" y="219"/>
                      <a:pt x="704" y="219"/>
                    </a:cubicBezTo>
                    <a:close/>
                    <a:moveTo>
                      <a:pt x="696" y="0"/>
                    </a:moveTo>
                    <a:cubicBezTo>
                      <a:pt x="558" y="0"/>
                      <a:pt x="419" y="42"/>
                      <a:pt x="302" y="129"/>
                    </a:cubicBezTo>
                    <a:cubicBezTo>
                      <a:pt x="152" y="251"/>
                      <a:pt x="47" y="416"/>
                      <a:pt x="33" y="596"/>
                    </a:cubicBezTo>
                    <a:cubicBezTo>
                      <a:pt x="1" y="775"/>
                      <a:pt x="47" y="955"/>
                      <a:pt x="152" y="1102"/>
                    </a:cubicBezTo>
                    <a:cubicBezTo>
                      <a:pt x="288" y="1281"/>
                      <a:pt x="496" y="1385"/>
                      <a:pt x="704" y="1385"/>
                    </a:cubicBezTo>
                    <a:cubicBezTo>
                      <a:pt x="855" y="1385"/>
                      <a:pt x="988" y="1342"/>
                      <a:pt x="1110" y="1253"/>
                    </a:cubicBezTo>
                    <a:cubicBezTo>
                      <a:pt x="1257" y="1149"/>
                      <a:pt x="1365" y="983"/>
                      <a:pt x="1394" y="804"/>
                    </a:cubicBezTo>
                    <a:cubicBezTo>
                      <a:pt x="1422" y="625"/>
                      <a:pt x="1379" y="431"/>
                      <a:pt x="1257" y="280"/>
                    </a:cubicBezTo>
                    <a:cubicBezTo>
                      <a:pt x="1122" y="99"/>
                      <a:pt x="909" y="0"/>
                      <a:pt x="6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37" name="Google Shape;537;p23"/>
          <p:cNvSpPr txBox="1">
            <a:spLocks noGrp="1"/>
          </p:cNvSpPr>
          <p:nvPr>
            <p:ph type="subTitle" idx="1"/>
          </p:nvPr>
        </p:nvSpPr>
        <p:spPr>
          <a:xfrm>
            <a:off x="1504375" y="1167125"/>
            <a:ext cx="6155100" cy="12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8" name="Google Shape;538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4"/>
          <p:cNvSpPr/>
          <p:nvPr/>
        </p:nvSpPr>
        <p:spPr>
          <a:xfrm rot="-324011">
            <a:off x="-381292" y="3388801"/>
            <a:ext cx="3851624" cy="3524058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541" name="Google Shape;541;p24"/>
          <p:cNvSpPr txBox="1">
            <a:spLocks noGrp="1"/>
          </p:cNvSpPr>
          <p:nvPr>
            <p:ph type="title"/>
          </p:nvPr>
        </p:nvSpPr>
        <p:spPr>
          <a:xfrm>
            <a:off x="948600" y="1283225"/>
            <a:ext cx="355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24"/>
          <p:cNvSpPr txBox="1">
            <a:spLocks noGrp="1"/>
          </p:cNvSpPr>
          <p:nvPr>
            <p:ph type="subTitle" idx="1"/>
          </p:nvPr>
        </p:nvSpPr>
        <p:spPr>
          <a:xfrm>
            <a:off x="948600" y="1974525"/>
            <a:ext cx="3554100" cy="8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5"/>
          <p:cNvSpPr/>
          <p:nvPr/>
        </p:nvSpPr>
        <p:spPr>
          <a:xfrm rot="-2904778">
            <a:off x="5964729" y="2984559"/>
            <a:ext cx="4341243" cy="3971989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545" name="Google Shape;545;p25"/>
          <p:cNvSpPr txBox="1">
            <a:spLocks noGrp="1"/>
          </p:cNvSpPr>
          <p:nvPr>
            <p:ph type="subTitle" idx="1"/>
          </p:nvPr>
        </p:nvSpPr>
        <p:spPr>
          <a:xfrm>
            <a:off x="5292700" y="1974525"/>
            <a:ext cx="29076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25"/>
          <p:cNvSpPr txBox="1">
            <a:spLocks noGrp="1"/>
          </p:cNvSpPr>
          <p:nvPr>
            <p:ph type="title"/>
          </p:nvPr>
        </p:nvSpPr>
        <p:spPr>
          <a:xfrm>
            <a:off x="5287750" y="1283225"/>
            <a:ext cx="290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3" name="Google Shape;553;p27"/>
          <p:cNvSpPr/>
          <p:nvPr/>
        </p:nvSpPr>
        <p:spPr>
          <a:xfrm rot="-324011">
            <a:off x="-566317" y="3715951"/>
            <a:ext cx="3851624" cy="3524058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554" name="Google Shape;554;p27"/>
          <p:cNvSpPr/>
          <p:nvPr/>
        </p:nvSpPr>
        <p:spPr>
          <a:xfrm rot="3962098">
            <a:off x="6998153" y="-1779217"/>
            <a:ext cx="4439228" cy="4061662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grpSp>
        <p:nvGrpSpPr>
          <p:cNvPr id="555" name="Google Shape;555;p27"/>
          <p:cNvGrpSpPr/>
          <p:nvPr/>
        </p:nvGrpSpPr>
        <p:grpSpPr>
          <a:xfrm rot="375335">
            <a:off x="8905106" y="1840721"/>
            <a:ext cx="92098" cy="86270"/>
            <a:chOff x="-1622839" y="4549431"/>
            <a:chExt cx="141542" cy="132566"/>
          </a:xfrm>
        </p:grpSpPr>
        <p:sp>
          <p:nvSpPr>
            <p:cNvPr id="556" name="Google Shape;556;p27"/>
            <p:cNvSpPr/>
            <p:nvPr/>
          </p:nvSpPr>
          <p:spPr>
            <a:xfrm>
              <a:off x="-1616225" y="4555572"/>
              <a:ext cx="132188" cy="120377"/>
            </a:xfrm>
            <a:custGeom>
              <a:avLst/>
              <a:gdLst/>
              <a:ahLst/>
              <a:cxnLst/>
              <a:rect l="l" t="t" r="r" b="b"/>
              <a:pathLst>
                <a:path w="1399" h="1274" extrusionOk="0">
                  <a:moveTo>
                    <a:pt x="709" y="1"/>
                  </a:moveTo>
                  <a:cubicBezTo>
                    <a:pt x="657" y="1"/>
                    <a:pt x="604" y="7"/>
                    <a:pt x="552" y="21"/>
                  </a:cubicBezTo>
                  <a:cubicBezTo>
                    <a:pt x="209" y="102"/>
                    <a:pt x="1" y="444"/>
                    <a:pt x="81" y="787"/>
                  </a:cubicBezTo>
                  <a:cubicBezTo>
                    <a:pt x="150" y="1079"/>
                    <a:pt x="414" y="1274"/>
                    <a:pt x="699" y="1274"/>
                  </a:cubicBezTo>
                  <a:cubicBezTo>
                    <a:pt x="748" y="1274"/>
                    <a:pt x="797" y="1268"/>
                    <a:pt x="847" y="1256"/>
                  </a:cubicBezTo>
                  <a:cubicBezTo>
                    <a:pt x="1189" y="1169"/>
                    <a:pt x="1398" y="827"/>
                    <a:pt x="1318" y="485"/>
                  </a:cubicBezTo>
                  <a:cubicBezTo>
                    <a:pt x="1248" y="195"/>
                    <a:pt x="992" y="1"/>
                    <a:pt x="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-1622839" y="4549431"/>
              <a:ext cx="141542" cy="132566"/>
            </a:xfrm>
            <a:custGeom>
              <a:avLst/>
              <a:gdLst/>
              <a:ahLst/>
              <a:cxnLst/>
              <a:rect l="l" t="t" r="r" b="b"/>
              <a:pathLst>
                <a:path w="1498" h="1403" extrusionOk="0">
                  <a:moveTo>
                    <a:pt x="772" y="132"/>
                  </a:moveTo>
                  <a:cubicBezTo>
                    <a:pt x="877" y="132"/>
                    <a:pt x="975" y="161"/>
                    <a:pt x="1067" y="213"/>
                  </a:cubicBezTo>
                  <a:cubicBezTo>
                    <a:pt x="1195" y="295"/>
                    <a:pt x="1289" y="416"/>
                    <a:pt x="1323" y="568"/>
                  </a:cubicBezTo>
                  <a:cubicBezTo>
                    <a:pt x="1364" y="712"/>
                    <a:pt x="1335" y="868"/>
                    <a:pt x="1259" y="996"/>
                  </a:cubicBezTo>
                  <a:cubicBezTo>
                    <a:pt x="1179" y="1130"/>
                    <a:pt x="1051" y="1222"/>
                    <a:pt x="906" y="1257"/>
                  </a:cubicBezTo>
                  <a:cubicBezTo>
                    <a:pt x="860" y="1268"/>
                    <a:pt x="814" y="1274"/>
                    <a:pt x="769" y="1274"/>
                  </a:cubicBezTo>
                  <a:cubicBezTo>
                    <a:pt x="512" y="1274"/>
                    <a:pt x="279" y="1095"/>
                    <a:pt x="215" y="834"/>
                  </a:cubicBezTo>
                  <a:cubicBezTo>
                    <a:pt x="140" y="533"/>
                    <a:pt x="331" y="220"/>
                    <a:pt x="633" y="143"/>
                  </a:cubicBezTo>
                  <a:cubicBezTo>
                    <a:pt x="679" y="137"/>
                    <a:pt x="726" y="132"/>
                    <a:pt x="772" y="132"/>
                  </a:cubicBezTo>
                  <a:close/>
                  <a:moveTo>
                    <a:pt x="777" y="0"/>
                  </a:moveTo>
                  <a:cubicBezTo>
                    <a:pt x="720" y="0"/>
                    <a:pt x="662" y="7"/>
                    <a:pt x="604" y="22"/>
                  </a:cubicBezTo>
                  <a:cubicBezTo>
                    <a:pt x="226" y="108"/>
                    <a:pt x="1" y="491"/>
                    <a:pt x="87" y="868"/>
                  </a:cubicBezTo>
                  <a:cubicBezTo>
                    <a:pt x="169" y="1187"/>
                    <a:pt x="453" y="1403"/>
                    <a:pt x="772" y="1403"/>
                  </a:cubicBezTo>
                  <a:cubicBezTo>
                    <a:pt x="824" y="1403"/>
                    <a:pt x="882" y="1396"/>
                    <a:pt x="935" y="1385"/>
                  </a:cubicBezTo>
                  <a:cubicBezTo>
                    <a:pt x="1115" y="1339"/>
                    <a:pt x="1271" y="1229"/>
                    <a:pt x="1369" y="1066"/>
                  </a:cubicBezTo>
                  <a:cubicBezTo>
                    <a:pt x="1468" y="903"/>
                    <a:pt x="1497" y="718"/>
                    <a:pt x="1450" y="538"/>
                  </a:cubicBezTo>
                  <a:cubicBezTo>
                    <a:pt x="1404" y="352"/>
                    <a:pt x="1294" y="201"/>
                    <a:pt x="1137" y="103"/>
                  </a:cubicBezTo>
                  <a:cubicBezTo>
                    <a:pt x="1026" y="35"/>
                    <a:pt x="903" y="0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8" name="Google Shape;558;p27"/>
          <p:cNvGrpSpPr/>
          <p:nvPr/>
        </p:nvGrpSpPr>
        <p:grpSpPr>
          <a:xfrm>
            <a:off x="8335707" y="1131922"/>
            <a:ext cx="619833" cy="631238"/>
            <a:chOff x="2921650" y="2601500"/>
            <a:chExt cx="237275" cy="241650"/>
          </a:xfrm>
        </p:grpSpPr>
        <p:sp>
          <p:nvSpPr>
            <p:cNvPr id="559" name="Google Shape;559;p27"/>
            <p:cNvSpPr/>
            <p:nvPr/>
          </p:nvSpPr>
          <p:spPr>
            <a:xfrm>
              <a:off x="2930650" y="2615000"/>
              <a:ext cx="226275" cy="226250"/>
            </a:xfrm>
            <a:custGeom>
              <a:avLst/>
              <a:gdLst/>
              <a:ahLst/>
              <a:cxnLst/>
              <a:rect l="l" t="t" r="r" b="b"/>
              <a:pathLst>
                <a:path w="9051" h="9050" extrusionOk="0">
                  <a:moveTo>
                    <a:pt x="4526" y="1"/>
                  </a:moveTo>
                  <a:cubicBezTo>
                    <a:pt x="2031" y="1"/>
                    <a:pt x="1" y="2025"/>
                    <a:pt x="1" y="4525"/>
                  </a:cubicBezTo>
                  <a:cubicBezTo>
                    <a:pt x="1" y="7026"/>
                    <a:pt x="2031" y="9050"/>
                    <a:pt x="4526" y="9050"/>
                  </a:cubicBezTo>
                  <a:cubicBezTo>
                    <a:pt x="7025" y="9050"/>
                    <a:pt x="9050" y="7026"/>
                    <a:pt x="9050" y="4525"/>
                  </a:cubicBezTo>
                  <a:cubicBezTo>
                    <a:pt x="9050" y="2025"/>
                    <a:pt x="7025" y="1"/>
                    <a:pt x="4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2928750" y="2612950"/>
              <a:ext cx="230175" cy="230200"/>
            </a:xfrm>
            <a:custGeom>
              <a:avLst/>
              <a:gdLst/>
              <a:ahLst/>
              <a:cxnLst/>
              <a:rect l="l" t="t" r="r" b="b"/>
              <a:pathLst>
                <a:path w="9207" h="9208" extrusionOk="0">
                  <a:moveTo>
                    <a:pt x="4602" y="163"/>
                  </a:moveTo>
                  <a:cubicBezTo>
                    <a:pt x="7055" y="163"/>
                    <a:pt x="9044" y="2158"/>
                    <a:pt x="9044" y="4607"/>
                  </a:cubicBezTo>
                  <a:cubicBezTo>
                    <a:pt x="9044" y="7055"/>
                    <a:pt x="7055" y="9050"/>
                    <a:pt x="4602" y="9050"/>
                  </a:cubicBezTo>
                  <a:cubicBezTo>
                    <a:pt x="2153" y="9050"/>
                    <a:pt x="158" y="7055"/>
                    <a:pt x="158" y="4607"/>
                  </a:cubicBezTo>
                  <a:cubicBezTo>
                    <a:pt x="158" y="2158"/>
                    <a:pt x="2153" y="163"/>
                    <a:pt x="4602" y="163"/>
                  </a:cubicBezTo>
                  <a:close/>
                  <a:moveTo>
                    <a:pt x="4602" y="0"/>
                  </a:moveTo>
                  <a:cubicBezTo>
                    <a:pt x="2066" y="0"/>
                    <a:pt x="0" y="2066"/>
                    <a:pt x="0" y="4607"/>
                  </a:cubicBezTo>
                  <a:cubicBezTo>
                    <a:pt x="0" y="7142"/>
                    <a:pt x="2066" y="9207"/>
                    <a:pt x="4602" y="9207"/>
                  </a:cubicBezTo>
                  <a:cubicBezTo>
                    <a:pt x="7142" y="9207"/>
                    <a:pt x="9207" y="7142"/>
                    <a:pt x="9207" y="4607"/>
                  </a:cubicBezTo>
                  <a:cubicBezTo>
                    <a:pt x="9207" y="2066"/>
                    <a:pt x="7142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7"/>
            <p:cNvSpPr/>
            <p:nvPr/>
          </p:nvSpPr>
          <p:spPr>
            <a:xfrm>
              <a:off x="2923700" y="2603550"/>
              <a:ext cx="226075" cy="226075"/>
            </a:xfrm>
            <a:custGeom>
              <a:avLst/>
              <a:gdLst/>
              <a:ahLst/>
              <a:cxnLst/>
              <a:rect l="l" t="t" r="r" b="b"/>
              <a:pathLst>
                <a:path w="9043" h="9043" extrusionOk="0">
                  <a:moveTo>
                    <a:pt x="4518" y="1"/>
                  </a:moveTo>
                  <a:cubicBezTo>
                    <a:pt x="2025" y="1"/>
                    <a:pt x="1" y="2025"/>
                    <a:pt x="1" y="4525"/>
                  </a:cubicBezTo>
                  <a:cubicBezTo>
                    <a:pt x="1" y="7019"/>
                    <a:pt x="2025" y="9043"/>
                    <a:pt x="4518" y="9043"/>
                  </a:cubicBezTo>
                  <a:cubicBezTo>
                    <a:pt x="7019" y="9043"/>
                    <a:pt x="9043" y="7019"/>
                    <a:pt x="9043" y="4525"/>
                  </a:cubicBezTo>
                  <a:cubicBezTo>
                    <a:pt x="9043" y="2025"/>
                    <a:pt x="7019" y="1"/>
                    <a:pt x="45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7"/>
            <p:cNvSpPr/>
            <p:nvPr/>
          </p:nvSpPr>
          <p:spPr>
            <a:xfrm>
              <a:off x="2921650" y="2601500"/>
              <a:ext cx="230175" cy="230175"/>
            </a:xfrm>
            <a:custGeom>
              <a:avLst/>
              <a:gdLst/>
              <a:ahLst/>
              <a:cxnLst/>
              <a:rect l="l" t="t" r="r" b="b"/>
              <a:pathLst>
                <a:path w="9207" h="9207" extrusionOk="0">
                  <a:moveTo>
                    <a:pt x="4600" y="163"/>
                  </a:moveTo>
                  <a:cubicBezTo>
                    <a:pt x="7055" y="163"/>
                    <a:pt x="9044" y="2153"/>
                    <a:pt x="9044" y="4607"/>
                  </a:cubicBezTo>
                  <a:cubicBezTo>
                    <a:pt x="9044" y="7055"/>
                    <a:pt x="7055" y="9044"/>
                    <a:pt x="4600" y="9044"/>
                  </a:cubicBezTo>
                  <a:cubicBezTo>
                    <a:pt x="2153" y="9044"/>
                    <a:pt x="158" y="7055"/>
                    <a:pt x="158" y="4607"/>
                  </a:cubicBezTo>
                  <a:cubicBezTo>
                    <a:pt x="158" y="2153"/>
                    <a:pt x="2153" y="163"/>
                    <a:pt x="4600" y="163"/>
                  </a:cubicBezTo>
                  <a:close/>
                  <a:moveTo>
                    <a:pt x="4600" y="0"/>
                  </a:moveTo>
                  <a:cubicBezTo>
                    <a:pt x="2066" y="0"/>
                    <a:pt x="0" y="2066"/>
                    <a:pt x="0" y="4607"/>
                  </a:cubicBezTo>
                  <a:cubicBezTo>
                    <a:pt x="0" y="7141"/>
                    <a:pt x="2066" y="9207"/>
                    <a:pt x="4600" y="9207"/>
                  </a:cubicBezTo>
                  <a:cubicBezTo>
                    <a:pt x="7141" y="9207"/>
                    <a:pt x="9207" y="7141"/>
                    <a:pt x="9207" y="4607"/>
                  </a:cubicBezTo>
                  <a:cubicBezTo>
                    <a:pt x="9207" y="2066"/>
                    <a:pt x="7141" y="0"/>
                    <a:pt x="4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7"/>
            <p:cNvSpPr/>
            <p:nvPr/>
          </p:nvSpPr>
          <p:spPr>
            <a:xfrm>
              <a:off x="2958200" y="2638050"/>
              <a:ext cx="157100" cy="157100"/>
            </a:xfrm>
            <a:custGeom>
              <a:avLst/>
              <a:gdLst/>
              <a:ahLst/>
              <a:cxnLst/>
              <a:rect l="l" t="t" r="r" b="b"/>
              <a:pathLst>
                <a:path w="6284" h="6284" extrusionOk="0">
                  <a:moveTo>
                    <a:pt x="3138" y="0"/>
                  </a:moveTo>
                  <a:cubicBezTo>
                    <a:pt x="1405" y="0"/>
                    <a:pt x="0" y="1411"/>
                    <a:pt x="0" y="3145"/>
                  </a:cubicBezTo>
                  <a:cubicBezTo>
                    <a:pt x="0" y="4873"/>
                    <a:pt x="1405" y="6283"/>
                    <a:pt x="3138" y="6283"/>
                  </a:cubicBezTo>
                  <a:cubicBezTo>
                    <a:pt x="4873" y="6283"/>
                    <a:pt x="6283" y="4873"/>
                    <a:pt x="6283" y="3145"/>
                  </a:cubicBezTo>
                  <a:cubicBezTo>
                    <a:pt x="6283" y="1411"/>
                    <a:pt x="4873" y="0"/>
                    <a:pt x="31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7"/>
            <p:cNvSpPr/>
            <p:nvPr/>
          </p:nvSpPr>
          <p:spPr>
            <a:xfrm>
              <a:off x="2956175" y="2636025"/>
              <a:ext cx="161000" cy="161125"/>
            </a:xfrm>
            <a:custGeom>
              <a:avLst/>
              <a:gdLst/>
              <a:ahLst/>
              <a:cxnLst/>
              <a:rect l="l" t="t" r="r" b="b"/>
              <a:pathLst>
                <a:path w="6440" h="6445" extrusionOk="0">
                  <a:moveTo>
                    <a:pt x="3219" y="163"/>
                  </a:moveTo>
                  <a:cubicBezTo>
                    <a:pt x="4908" y="163"/>
                    <a:pt x="6282" y="1537"/>
                    <a:pt x="6282" y="3226"/>
                  </a:cubicBezTo>
                  <a:cubicBezTo>
                    <a:pt x="6282" y="4908"/>
                    <a:pt x="4908" y="6282"/>
                    <a:pt x="3219" y="6282"/>
                  </a:cubicBezTo>
                  <a:cubicBezTo>
                    <a:pt x="1532" y="6282"/>
                    <a:pt x="163" y="4908"/>
                    <a:pt x="163" y="3226"/>
                  </a:cubicBezTo>
                  <a:cubicBezTo>
                    <a:pt x="163" y="1537"/>
                    <a:pt x="1532" y="163"/>
                    <a:pt x="3219" y="163"/>
                  </a:cubicBezTo>
                  <a:close/>
                  <a:moveTo>
                    <a:pt x="3219" y="0"/>
                  </a:moveTo>
                  <a:cubicBezTo>
                    <a:pt x="1444" y="0"/>
                    <a:pt x="0" y="1444"/>
                    <a:pt x="0" y="3226"/>
                  </a:cubicBezTo>
                  <a:cubicBezTo>
                    <a:pt x="0" y="5001"/>
                    <a:pt x="1444" y="6445"/>
                    <a:pt x="3219" y="6445"/>
                  </a:cubicBezTo>
                  <a:cubicBezTo>
                    <a:pt x="4994" y="6445"/>
                    <a:pt x="6439" y="5001"/>
                    <a:pt x="6439" y="3226"/>
                  </a:cubicBezTo>
                  <a:cubicBezTo>
                    <a:pt x="6439" y="1444"/>
                    <a:pt x="4994" y="0"/>
                    <a:pt x="3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7"/>
            <p:cNvSpPr/>
            <p:nvPr/>
          </p:nvSpPr>
          <p:spPr>
            <a:xfrm>
              <a:off x="2988950" y="2668950"/>
              <a:ext cx="95425" cy="95275"/>
            </a:xfrm>
            <a:custGeom>
              <a:avLst/>
              <a:gdLst/>
              <a:ahLst/>
              <a:cxnLst/>
              <a:rect l="l" t="t" r="r" b="b"/>
              <a:pathLst>
                <a:path w="3817" h="3811" extrusionOk="0">
                  <a:moveTo>
                    <a:pt x="1908" y="0"/>
                  </a:moveTo>
                  <a:cubicBezTo>
                    <a:pt x="858" y="0"/>
                    <a:pt x="1" y="853"/>
                    <a:pt x="1" y="1909"/>
                  </a:cubicBezTo>
                  <a:cubicBezTo>
                    <a:pt x="1" y="2959"/>
                    <a:pt x="858" y="3811"/>
                    <a:pt x="1908" y="3811"/>
                  </a:cubicBezTo>
                  <a:cubicBezTo>
                    <a:pt x="2965" y="3811"/>
                    <a:pt x="3817" y="2959"/>
                    <a:pt x="3817" y="1909"/>
                  </a:cubicBezTo>
                  <a:cubicBezTo>
                    <a:pt x="3817" y="853"/>
                    <a:pt x="2965" y="0"/>
                    <a:pt x="19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7"/>
            <p:cNvSpPr/>
            <p:nvPr/>
          </p:nvSpPr>
          <p:spPr>
            <a:xfrm>
              <a:off x="2987050" y="2666900"/>
              <a:ext cx="99400" cy="99400"/>
            </a:xfrm>
            <a:custGeom>
              <a:avLst/>
              <a:gdLst/>
              <a:ahLst/>
              <a:cxnLst/>
              <a:rect l="l" t="t" r="r" b="b"/>
              <a:pathLst>
                <a:path w="3976" h="3976" extrusionOk="0">
                  <a:moveTo>
                    <a:pt x="1984" y="158"/>
                  </a:moveTo>
                  <a:cubicBezTo>
                    <a:pt x="2994" y="158"/>
                    <a:pt x="3812" y="982"/>
                    <a:pt x="3812" y="1991"/>
                  </a:cubicBezTo>
                  <a:cubicBezTo>
                    <a:pt x="3812" y="2994"/>
                    <a:pt x="2994" y="3818"/>
                    <a:pt x="1984" y="3818"/>
                  </a:cubicBezTo>
                  <a:cubicBezTo>
                    <a:pt x="982" y="3818"/>
                    <a:pt x="158" y="2994"/>
                    <a:pt x="158" y="1991"/>
                  </a:cubicBezTo>
                  <a:cubicBezTo>
                    <a:pt x="158" y="982"/>
                    <a:pt x="982" y="158"/>
                    <a:pt x="1984" y="158"/>
                  </a:cubicBezTo>
                  <a:close/>
                  <a:moveTo>
                    <a:pt x="1984" y="0"/>
                  </a:moveTo>
                  <a:cubicBezTo>
                    <a:pt x="889" y="0"/>
                    <a:pt x="0" y="894"/>
                    <a:pt x="0" y="1991"/>
                  </a:cubicBezTo>
                  <a:cubicBezTo>
                    <a:pt x="0" y="3081"/>
                    <a:pt x="889" y="3975"/>
                    <a:pt x="1984" y="3975"/>
                  </a:cubicBezTo>
                  <a:cubicBezTo>
                    <a:pt x="3081" y="3975"/>
                    <a:pt x="3975" y="3081"/>
                    <a:pt x="3975" y="1991"/>
                  </a:cubicBezTo>
                  <a:cubicBezTo>
                    <a:pt x="3975" y="894"/>
                    <a:pt x="3081" y="0"/>
                    <a:pt x="1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7"/>
            <p:cNvSpPr/>
            <p:nvPr/>
          </p:nvSpPr>
          <p:spPr>
            <a:xfrm>
              <a:off x="3009250" y="2689100"/>
              <a:ext cx="54975" cy="54975"/>
            </a:xfrm>
            <a:custGeom>
              <a:avLst/>
              <a:gdLst/>
              <a:ahLst/>
              <a:cxnLst/>
              <a:rect l="l" t="t" r="r" b="b"/>
              <a:pathLst>
                <a:path w="2199" h="2199" extrusionOk="0">
                  <a:moveTo>
                    <a:pt x="1096" y="563"/>
                  </a:moveTo>
                  <a:cubicBezTo>
                    <a:pt x="1393" y="563"/>
                    <a:pt x="1636" y="801"/>
                    <a:pt x="1636" y="1103"/>
                  </a:cubicBezTo>
                  <a:cubicBezTo>
                    <a:pt x="1636" y="1398"/>
                    <a:pt x="1393" y="1636"/>
                    <a:pt x="1096" y="1636"/>
                  </a:cubicBezTo>
                  <a:cubicBezTo>
                    <a:pt x="801" y="1636"/>
                    <a:pt x="557" y="1398"/>
                    <a:pt x="557" y="1103"/>
                  </a:cubicBezTo>
                  <a:cubicBezTo>
                    <a:pt x="557" y="801"/>
                    <a:pt x="801" y="563"/>
                    <a:pt x="1096" y="563"/>
                  </a:cubicBezTo>
                  <a:close/>
                  <a:moveTo>
                    <a:pt x="1096" y="1"/>
                  </a:moveTo>
                  <a:cubicBezTo>
                    <a:pt x="493" y="1"/>
                    <a:pt x="1" y="493"/>
                    <a:pt x="1" y="1103"/>
                  </a:cubicBezTo>
                  <a:cubicBezTo>
                    <a:pt x="1" y="1706"/>
                    <a:pt x="493" y="2199"/>
                    <a:pt x="1096" y="2199"/>
                  </a:cubicBezTo>
                  <a:cubicBezTo>
                    <a:pt x="1706" y="2199"/>
                    <a:pt x="2199" y="1706"/>
                    <a:pt x="2199" y="1103"/>
                  </a:cubicBezTo>
                  <a:cubicBezTo>
                    <a:pt x="2199" y="493"/>
                    <a:pt x="1706" y="1"/>
                    <a:pt x="10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7"/>
            <p:cNvSpPr/>
            <p:nvPr/>
          </p:nvSpPr>
          <p:spPr>
            <a:xfrm>
              <a:off x="3007225" y="2687075"/>
              <a:ext cx="59025" cy="59025"/>
            </a:xfrm>
            <a:custGeom>
              <a:avLst/>
              <a:gdLst/>
              <a:ahLst/>
              <a:cxnLst/>
              <a:rect l="l" t="t" r="r" b="b"/>
              <a:pathLst>
                <a:path w="2361" h="2361" extrusionOk="0">
                  <a:moveTo>
                    <a:pt x="1177" y="719"/>
                  </a:moveTo>
                  <a:cubicBezTo>
                    <a:pt x="1433" y="719"/>
                    <a:pt x="1637" y="928"/>
                    <a:pt x="1637" y="1184"/>
                  </a:cubicBezTo>
                  <a:cubicBezTo>
                    <a:pt x="1637" y="1433"/>
                    <a:pt x="1433" y="1642"/>
                    <a:pt x="1177" y="1642"/>
                  </a:cubicBezTo>
                  <a:cubicBezTo>
                    <a:pt x="928" y="1642"/>
                    <a:pt x="719" y="1433"/>
                    <a:pt x="719" y="1184"/>
                  </a:cubicBezTo>
                  <a:cubicBezTo>
                    <a:pt x="719" y="928"/>
                    <a:pt x="928" y="719"/>
                    <a:pt x="1177" y="719"/>
                  </a:cubicBezTo>
                  <a:close/>
                  <a:moveTo>
                    <a:pt x="1177" y="563"/>
                  </a:moveTo>
                  <a:cubicBezTo>
                    <a:pt x="842" y="563"/>
                    <a:pt x="563" y="842"/>
                    <a:pt x="563" y="1184"/>
                  </a:cubicBezTo>
                  <a:cubicBezTo>
                    <a:pt x="563" y="1520"/>
                    <a:pt x="842" y="1798"/>
                    <a:pt x="1177" y="1798"/>
                  </a:cubicBezTo>
                  <a:cubicBezTo>
                    <a:pt x="1520" y="1798"/>
                    <a:pt x="1798" y="1520"/>
                    <a:pt x="1798" y="1184"/>
                  </a:cubicBezTo>
                  <a:cubicBezTo>
                    <a:pt x="1798" y="842"/>
                    <a:pt x="1520" y="563"/>
                    <a:pt x="1177" y="563"/>
                  </a:cubicBezTo>
                  <a:close/>
                  <a:moveTo>
                    <a:pt x="1177" y="162"/>
                  </a:moveTo>
                  <a:cubicBezTo>
                    <a:pt x="1741" y="162"/>
                    <a:pt x="2199" y="620"/>
                    <a:pt x="2199" y="1184"/>
                  </a:cubicBezTo>
                  <a:cubicBezTo>
                    <a:pt x="2199" y="1741"/>
                    <a:pt x="1741" y="2199"/>
                    <a:pt x="1177" y="2199"/>
                  </a:cubicBezTo>
                  <a:cubicBezTo>
                    <a:pt x="615" y="2199"/>
                    <a:pt x="157" y="1741"/>
                    <a:pt x="157" y="1184"/>
                  </a:cubicBezTo>
                  <a:cubicBezTo>
                    <a:pt x="157" y="620"/>
                    <a:pt x="615" y="162"/>
                    <a:pt x="1177" y="162"/>
                  </a:cubicBezTo>
                  <a:close/>
                  <a:moveTo>
                    <a:pt x="1177" y="1"/>
                  </a:moveTo>
                  <a:cubicBezTo>
                    <a:pt x="528" y="1"/>
                    <a:pt x="1" y="528"/>
                    <a:pt x="1" y="1184"/>
                  </a:cubicBezTo>
                  <a:cubicBezTo>
                    <a:pt x="1" y="1833"/>
                    <a:pt x="528" y="2361"/>
                    <a:pt x="1177" y="2361"/>
                  </a:cubicBezTo>
                  <a:cubicBezTo>
                    <a:pt x="1827" y="2361"/>
                    <a:pt x="2361" y="1833"/>
                    <a:pt x="2361" y="1184"/>
                  </a:cubicBezTo>
                  <a:cubicBezTo>
                    <a:pt x="2361" y="528"/>
                    <a:pt x="1827" y="1"/>
                    <a:pt x="1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7"/>
            <p:cNvSpPr/>
            <p:nvPr/>
          </p:nvSpPr>
          <p:spPr>
            <a:xfrm>
              <a:off x="2957925" y="2627375"/>
              <a:ext cx="80650" cy="92075"/>
            </a:xfrm>
            <a:custGeom>
              <a:avLst/>
              <a:gdLst/>
              <a:ahLst/>
              <a:cxnLst/>
              <a:rect l="l" t="t" r="r" b="b"/>
              <a:pathLst>
                <a:path w="3226" h="3683" extrusionOk="0">
                  <a:moveTo>
                    <a:pt x="125" y="1"/>
                  </a:moveTo>
                  <a:cubicBezTo>
                    <a:pt x="99" y="1"/>
                    <a:pt x="73" y="9"/>
                    <a:pt x="52" y="28"/>
                  </a:cubicBezTo>
                  <a:cubicBezTo>
                    <a:pt x="6" y="68"/>
                    <a:pt x="0" y="138"/>
                    <a:pt x="40" y="184"/>
                  </a:cubicBezTo>
                  <a:lnTo>
                    <a:pt x="3017" y="3642"/>
                  </a:lnTo>
                  <a:cubicBezTo>
                    <a:pt x="3039" y="3670"/>
                    <a:pt x="3068" y="3682"/>
                    <a:pt x="3103" y="3682"/>
                  </a:cubicBezTo>
                  <a:cubicBezTo>
                    <a:pt x="3127" y="3682"/>
                    <a:pt x="3156" y="3677"/>
                    <a:pt x="3173" y="3653"/>
                  </a:cubicBezTo>
                  <a:cubicBezTo>
                    <a:pt x="3219" y="3618"/>
                    <a:pt x="3226" y="3543"/>
                    <a:pt x="3184" y="3496"/>
                  </a:cubicBezTo>
                  <a:lnTo>
                    <a:pt x="209" y="39"/>
                  </a:lnTo>
                  <a:cubicBezTo>
                    <a:pt x="187" y="14"/>
                    <a:pt x="156" y="1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7"/>
            <p:cNvSpPr/>
            <p:nvPr/>
          </p:nvSpPr>
          <p:spPr>
            <a:xfrm>
              <a:off x="2936575" y="2606400"/>
              <a:ext cx="30775" cy="30025"/>
            </a:xfrm>
            <a:custGeom>
              <a:avLst/>
              <a:gdLst/>
              <a:ahLst/>
              <a:cxnLst/>
              <a:rect l="l" t="t" r="r" b="b"/>
              <a:pathLst>
                <a:path w="1231" h="1201" extrusionOk="0">
                  <a:moveTo>
                    <a:pt x="899" y="0"/>
                  </a:moveTo>
                  <a:cubicBezTo>
                    <a:pt x="892" y="0"/>
                    <a:pt x="885" y="1"/>
                    <a:pt x="878" y="2"/>
                  </a:cubicBezTo>
                  <a:cubicBezTo>
                    <a:pt x="819" y="13"/>
                    <a:pt x="779" y="72"/>
                    <a:pt x="790" y="136"/>
                  </a:cubicBezTo>
                  <a:lnTo>
                    <a:pt x="929" y="814"/>
                  </a:lnTo>
                  <a:cubicBezTo>
                    <a:pt x="934" y="835"/>
                    <a:pt x="912" y="855"/>
                    <a:pt x="892" y="855"/>
                  </a:cubicBezTo>
                  <a:cubicBezTo>
                    <a:pt x="889" y="855"/>
                    <a:pt x="886" y="855"/>
                    <a:pt x="883" y="854"/>
                  </a:cubicBezTo>
                  <a:lnTo>
                    <a:pt x="164" y="588"/>
                  </a:lnTo>
                  <a:cubicBezTo>
                    <a:pt x="150" y="583"/>
                    <a:pt x="136" y="580"/>
                    <a:pt x="122" y="580"/>
                  </a:cubicBezTo>
                  <a:cubicBezTo>
                    <a:pt x="78" y="580"/>
                    <a:pt x="37" y="608"/>
                    <a:pt x="19" y="652"/>
                  </a:cubicBezTo>
                  <a:cubicBezTo>
                    <a:pt x="1" y="709"/>
                    <a:pt x="30" y="773"/>
                    <a:pt x="88" y="797"/>
                  </a:cubicBezTo>
                  <a:lnTo>
                    <a:pt x="1178" y="1197"/>
                  </a:lnTo>
                  <a:cubicBezTo>
                    <a:pt x="1184" y="1199"/>
                    <a:pt x="1189" y="1200"/>
                    <a:pt x="1194" y="1200"/>
                  </a:cubicBezTo>
                  <a:cubicBezTo>
                    <a:pt x="1216" y="1200"/>
                    <a:pt x="1230" y="1181"/>
                    <a:pt x="1226" y="1162"/>
                  </a:cubicBezTo>
                  <a:lnTo>
                    <a:pt x="1010" y="88"/>
                  </a:lnTo>
                  <a:cubicBezTo>
                    <a:pt x="1000" y="38"/>
                    <a:pt x="953" y="0"/>
                    <a:pt x="8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7"/>
            <p:cNvSpPr/>
            <p:nvPr/>
          </p:nvSpPr>
          <p:spPr>
            <a:xfrm>
              <a:off x="2935300" y="2604875"/>
              <a:ext cx="33500" cy="33050"/>
            </a:xfrm>
            <a:custGeom>
              <a:avLst/>
              <a:gdLst/>
              <a:ahLst/>
              <a:cxnLst/>
              <a:rect l="l" t="t" r="r" b="b"/>
              <a:pathLst>
                <a:path w="1340" h="1322" extrusionOk="0">
                  <a:moveTo>
                    <a:pt x="940" y="122"/>
                  </a:moveTo>
                  <a:cubicBezTo>
                    <a:pt x="957" y="122"/>
                    <a:pt x="969" y="122"/>
                    <a:pt x="980" y="127"/>
                  </a:cubicBezTo>
                  <a:cubicBezTo>
                    <a:pt x="991" y="138"/>
                    <a:pt x="998" y="149"/>
                    <a:pt x="1004" y="162"/>
                  </a:cubicBezTo>
                  <a:lnTo>
                    <a:pt x="1213" y="1188"/>
                  </a:lnTo>
                  <a:lnTo>
                    <a:pt x="156" y="800"/>
                  </a:lnTo>
                  <a:cubicBezTo>
                    <a:pt x="145" y="794"/>
                    <a:pt x="134" y="788"/>
                    <a:pt x="128" y="776"/>
                  </a:cubicBezTo>
                  <a:cubicBezTo>
                    <a:pt x="121" y="759"/>
                    <a:pt x="121" y="748"/>
                    <a:pt x="128" y="736"/>
                  </a:cubicBezTo>
                  <a:cubicBezTo>
                    <a:pt x="134" y="724"/>
                    <a:pt x="139" y="713"/>
                    <a:pt x="156" y="706"/>
                  </a:cubicBezTo>
                  <a:cubicBezTo>
                    <a:pt x="163" y="701"/>
                    <a:pt x="169" y="701"/>
                    <a:pt x="174" y="701"/>
                  </a:cubicBezTo>
                  <a:cubicBezTo>
                    <a:pt x="180" y="701"/>
                    <a:pt x="185" y="701"/>
                    <a:pt x="191" y="706"/>
                  </a:cubicBezTo>
                  <a:lnTo>
                    <a:pt x="911" y="968"/>
                  </a:lnTo>
                  <a:cubicBezTo>
                    <a:pt x="922" y="972"/>
                    <a:pt x="934" y="974"/>
                    <a:pt x="945" y="974"/>
                  </a:cubicBezTo>
                  <a:cubicBezTo>
                    <a:pt x="968" y="974"/>
                    <a:pt x="990" y="966"/>
                    <a:pt x="1009" y="950"/>
                  </a:cubicBezTo>
                  <a:cubicBezTo>
                    <a:pt x="1033" y="933"/>
                    <a:pt x="1044" y="898"/>
                    <a:pt x="1039" y="864"/>
                  </a:cubicBezTo>
                  <a:lnTo>
                    <a:pt x="899" y="184"/>
                  </a:lnTo>
                  <a:cubicBezTo>
                    <a:pt x="899" y="156"/>
                    <a:pt x="916" y="127"/>
                    <a:pt x="940" y="122"/>
                  </a:cubicBezTo>
                  <a:close/>
                  <a:moveTo>
                    <a:pt x="953" y="0"/>
                  </a:moveTo>
                  <a:cubicBezTo>
                    <a:pt x="941" y="0"/>
                    <a:pt x="929" y="2"/>
                    <a:pt x="916" y="5"/>
                  </a:cubicBezTo>
                  <a:cubicBezTo>
                    <a:pt x="824" y="23"/>
                    <a:pt x="766" y="115"/>
                    <a:pt x="783" y="208"/>
                  </a:cubicBezTo>
                  <a:lnTo>
                    <a:pt x="911" y="840"/>
                  </a:lnTo>
                  <a:lnTo>
                    <a:pt x="238" y="591"/>
                  </a:lnTo>
                  <a:cubicBezTo>
                    <a:pt x="218" y="584"/>
                    <a:pt x="199" y="581"/>
                    <a:pt x="180" y="581"/>
                  </a:cubicBezTo>
                  <a:cubicBezTo>
                    <a:pt x="153" y="581"/>
                    <a:pt x="128" y="587"/>
                    <a:pt x="105" y="596"/>
                  </a:cubicBezTo>
                  <a:cubicBezTo>
                    <a:pt x="64" y="614"/>
                    <a:pt x="29" y="649"/>
                    <a:pt x="17" y="695"/>
                  </a:cubicBezTo>
                  <a:cubicBezTo>
                    <a:pt x="0" y="736"/>
                    <a:pt x="0" y="783"/>
                    <a:pt x="17" y="823"/>
                  </a:cubicBezTo>
                  <a:cubicBezTo>
                    <a:pt x="41" y="864"/>
                    <a:pt x="75" y="898"/>
                    <a:pt x="116" y="915"/>
                  </a:cubicBezTo>
                  <a:lnTo>
                    <a:pt x="1213" y="1316"/>
                  </a:lnTo>
                  <a:cubicBezTo>
                    <a:pt x="1218" y="1322"/>
                    <a:pt x="1229" y="1322"/>
                    <a:pt x="1242" y="1322"/>
                  </a:cubicBezTo>
                  <a:cubicBezTo>
                    <a:pt x="1264" y="1322"/>
                    <a:pt x="1288" y="1316"/>
                    <a:pt x="1305" y="1298"/>
                  </a:cubicBezTo>
                  <a:cubicBezTo>
                    <a:pt x="1328" y="1276"/>
                    <a:pt x="1339" y="1241"/>
                    <a:pt x="1334" y="1206"/>
                  </a:cubicBezTo>
                  <a:lnTo>
                    <a:pt x="1119" y="138"/>
                  </a:lnTo>
                  <a:cubicBezTo>
                    <a:pt x="1114" y="92"/>
                    <a:pt x="1085" y="58"/>
                    <a:pt x="1044" y="28"/>
                  </a:cubicBezTo>
                  <a:cubicBezTo>
                    <a:pt x="1019" y="11"/>
                    <a:pt x="987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7"/>
            <p:cNvSpPr/>
            <p:nvPr/>
          </p:nvSpPr>
          <p:spPr>
            <a:xfrm>
              <a:off x="2944575" y="2615675"/>
              <a:ext cx="30750" cy="30025"/>
            </a:xfrm>
            <a:custGeom>
              <a:avLst/>
              <a:gdLst/>
              <a:ahLst/>
              <a:cxnLst/>
              <a:rect l="l" t="t" r="r" b="b"/>
              <a:pathLst>
                <a:path w="1230" h="1201" extrusionOk="0">
                  <a:moveTo>
                    <a:pt x="904" y="1"/>
                  </a:moveTo>
                  <a:cubicBezTo>
                    <a:pt x="897" y="1"/>
                    <a:pt x="889" y="1"/>
                    <a:pt x="882" y="3"/>
                  </a:cubicBezTo>
                  <a:cubicBezTo>
                    <a:pt x="818" y="14"/>
                    <a:pt x="783" y="72"/>
                    <a:pt x="794" y="135"/>
                  </a:cubicBezTo>
                  <a:lnTo>
                    <a:pt x="928" y="814"/>
                  </a:lnTo>
                  <a:cubicBezTo>
                    <a:pt x="933" y="834"/>
                    <a:pt x="919" y="852"/>
                    <a:pt x="897" y="852"/>
                  </a:cubicBezTo>
                  <a:cubicBezTo>
                    <a:pt x="893" y="852"/>
                    <a:pt x="887" y="851"/>
                    <a:pt x="882" y="849"/>
                  </a:cubicBezTo>
                  <a:lnTo>
                    <a:pt x="162" y="588"/>
                  </a:lnTo>
                  <a:cubicBezTo>
                    <a:pt x="149" y="582"/>
                    <a:pt x="136" y="580"/>
                    <a:pt x="123" y="580"/>
                  </a:cubicBezTo>
                  <a:cubicBezTo>
                    <a:pt x="78" y="580"/>
                    <a:pt x="36" y="608"/>
                    <a:pt x="18" y="652"/>
                  </a:cubicBezTo>
                  <a:cubicBezTo>
                    <a:pt x="1" y="710"/>
                    <a:pt x="29" y="774"/>
                    <a:pt x="87" y="796"/>
                  </a:cubicBezTo>
                  <a:lnTo>
                    <a:pt x="1177" y="1197"/>
                  </a:lnTo>
                  <a:cubicBezTo>
                    <a:pt x="1183" y="1199"/>
                    <a:pt x="1188" y="1200"/>
                    <a:pt x="1192" y="1200"/>
                  </a:cubicBezTo>
                  <a:cubicBezTo>
                    <a:pt x="1214" y="1200"/>
                    <a:pt x="1229" y="1181"/>
                    <a:pt x="1225" y="1157"/>
                  </a:cubicBezTo>
                  <a:lnTo>
                    <a:pt x="1010" y="89"/>
                  </a:lnTo>
                  <a:cubicBezTo>
                    <a:pt x="999" y="38"/>
                    <a:pt x="954" y="1"/>
                    <a:pt x="9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7"/>
            <p:cNvSpPr/>
            <p:nvPr/>
          </p:nvSpPr>
          <p:spPr>
            <a:xfrm>
              <a:off x="2943250" y="2614175"/>
              <a:ext cx="33700" cy="33050"/>
            </a:xfrm>
            <a:custGeom>
              <a:avLst/>
              <a:gdLst/>
              <a:ahLst/>
              <a:cxnLst/>
              <a:rect l="l" t="t" r="r" b="b"/>
              <a:pathLst>
                <a:path w="1348" h="1322" extrusionOk="0">
                  <a:moveTo>
                    <a:pt x="957" y="118"/>
                  </a:moveTo>
                  <a:cubicBezTo>
                    <a:pt x="965" y="118"/>
                    <a:pt x="973" y="122"/>
                    <a:pt x="981" y="125"/>
                  </a:cubicBezTo>
                  <a:cubicBezTo>
                    <a:pt x="994" y="138"/>
                    <a:pt x="1005" y="149"/>
                    <a:pt x="1005" y="160"/>
                  </a:cubicBezTo>
                  <a:lnTo>
                    <a:pt x="1214" y="1188"/>
                  </a:lnTo>
                  <a:lnTo>
                    <a:pt x="1214" y="1188"/>
                  </a:lnTo>
                  <a:lnTo>
                    <a:pt x="158" y="799"/>
                  </a:lnTo>
                  <a:cubicBezTo>
                    <a:pt x="146" y="794"/>
                    <a:pt x="135" y="787"/>
                    <a:pt x="129" y="776"/>
                  </a:cubicBezTo>
                  <a:cubicBezTo>
                    <a:pt x="123" y="759"/>
                    <a:pt x="123" y="746"/>
                    <a:pt x="129" y="735"/>
                  </a:cubicBezTo>
                  <a:cubicBezTo>
                    <a:pt x="135" y="717"/>
                    <a:pt x="146" y="712"/>
                    <a:pt x="158" y="706"/>
                  </a:cubicBezTo>
                  <a:cubicBezTo>
                    <a:pt x="164" y="700"/>
                    <a:pt x="169" y="700"/>
                    <a:pt x="175" y="700"/>
                  </a:cubicBezTo>
                  <a:lnTo>
                    <a:pt x="199" y="700"/>
                  </a:lnTo>
                  <a:lnTo>
                    <a:pt x="917" y="968"/>
                  </a:lnTo>
                  <a:cubicBezTo>
                    <a:pt x="927" y="971"/>
                    <a:pt x="937" y="973"/>
                    <a:pt x="947" y="973"/>
                  </a:cubicBezTo>
                  <a:cubicBezTo>
                    <a:pt x="969" y="973"/>
                    <a:pt x="991" y="966"/>
                    <a:pt x="1010" y="950"/>
                  </a:cubicBezTo>
                  <a:cubicBezTo>
                    <a:pt x="1034" y="926"/>
                    <a:pt x="1045" y="891"/>
                    <a:pt x="1040" y="863"/>
                  </a:cubicBezTo>
                  <a:lnTo>
                    <a:pt x="906" y="178"/>
                  </a:lnTo>
                  <a:cubicBezTo>
                    <a:pt x="900" y="167"/>
                    <a:pt x="906" y="155"/>
                    <a:pt x="911" y="144"/>
                  </a:cubicBezTo>
                  <a:cubicBezTo>
                    <a:pt x="917" y="132"/>
                    <a:pt x="930" y="120"/>
                    <a:pt x="946" y="120"/>
                  </a:cubicBezTo>
                  <a:cubicBezTo>
                    <a:pt x="950" y="118"/>
                    <a:pt x="953" y="118"/>
                    <a:pt x="957" y="118"/>
                  </a:cubicBezTo>
                  <a:close/>
                  <a:moveTo>
                    <a:pt x="957" y="0"/>
                  </a:moveTo>
                  <a:cubicBezTo>
                    <a:pt x="946" y="0"/>
                    <a:pt x="935" y="1"/>
                    <a:pt x="924" y="4"/>
                  </a:cubicBezTo>
                  <a:cubicBezTo>
                    <a:pt x="877" y="10"/>
                    <a:pt x="836" y="39"/>
                    <a:pt x="813" y="74"/>
                  </a:cubicBezTo>
                  <a:cubicBezTo>
                    <a:pt x="785" y="114"/>
                    <a:pt x="778" y="160"/>
                    <a:pt x="790" y="208"/>
                  </a:cubicBezTo>
                  <a:lnTo>
                    <a:pt x="917" y="840"/>
                  </a:lnTo>
                  <a:lnTo>
                    <a:pt x="239" y="590"/>
                  </a:lnTo>
                  <a:cubicBezTo>
                    <a:pt x="222" y="583"/>
                    <a:pt x="203" y="579"/>
                    <a:pt x="184" y="579"/>
                  </a:cubicBezTo>
                  <a:cubicBezTo>
                    <a:pt x="159" y="579"/>
                    <a:pt x="132" y="586"/>
                    <a:pt x="105" y="596"/>
                  </a:cubicBezTo>
                  <a:cubicBezTo>
                    <a:pt x="65" y="613"/>
                    <a:pt x="36" y="648"/>
                    <a:pt x="19" y="695"/>
                  </a:cubicBezTo>
                  <a:cubicBezTo>
                    <a:pt x="1" y="735"/>
                    <a:pt x="1" y="781"/>
                    <a:pt x="25" y="822"/>
                  </a:cubicBezTo>
                  <a:cubicBezTo>
                    <a:pt x="41" y="863"/>
                    <a:pt x="76" y="898"/>
                    <a:pt x="117" y="909"/>
                  </a:cubicBezTo>
                  <a:lnTo>
                    <a:pt x="1214" y="1316"/>
                  </a:lnTo>
                  <a:cubicBezTo>
                    <a:pt x="1225" y="1321"/>
                    <a:pt x="1237" y="1321"/>
                    <a:pt x="1243" y="1321"/>
                  </a:cubicBezTo>
                  <a:cubicBezTo>
                    <a:pt x="1265" y="1321"/>
                    <a:pt x="1289" y="1316"/>
                    <a:pt x="1307" y="1298"/>
                  </a:cubicBezTo>
                  <a:cubicBezTo>
                    <a:pt x="1335" y="1274"/>
                    <a:pt x="1347" y="1239"/>
                    <a:pt x="1342" y="1204"/>
                  </a:cubicBezTo>
                  <a:lnTo>
                    <a:pt x="1120" y="138"/>
                  </a:lnTo>
                  <a:cubicBezTo>
                    <a:pt x="1115" y="91"/>
                    <a:pt x="1085" y="56"/>
                    <a:pt x="1051" y="28"/>
                  </a:cubicBezTo>
                  <a:cubicBezTo>
                    <a:pt x="1021" y="11"/>
                    <a:pt x="988" y="0"/>
                    <a:pt x="9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4" name="Google Shape;574;p27"/>
          <p:cNvGrpSpPr/>
          <p:nvPr/>
        </p:nvGrpSpPr>
        <p:grpSpPr>
          <a:xfrm>
            <a:off x="7999125" y="386663"/>
            <a:ext cx="424874" cy="491048"/>
            <a:chOff x="6963375" y="2029800"/>
            <a:chExt cx="424874" cy="491048"/>
          </a:xfrm>
        </p:grpSpPr>
        <p:sp>
          <p:nvSpPr>
            <p:cNvPr id="575" name="Google Shape;575;p27"/>
            <p:cNvSpPr/>
            <p:nvPr/>
          </p:nvSpPr>
          <p:spPr>
            <a:xfrm>
              <a:off x="6967484" y="2058943"/>
              <a:ext cx="418191" cy="457687"/>
            </a:xfrm>
            <a:custGeom>
              <a:avLst/>
              <a:gdLst/>
              <a:ahLst/>
              <a:cxnLst/>
              <a:rect l="l" t="t" r="r" b="b"/>
              <a:pathLst>
                <a:path w="7634" h="8355" extrusionOk="0">
                  <a:moveTo>
                    <a:pt x="3809" y="0"/>
                  </a:moveTo>
                  <a:cubicBezTo>
                    <a:pt x="1775" y="0"/>
                    <a:pt x="98" y="1616"/>
                    <a:pt x="35" y="3663"/>
                  </a:cubicBezTo>
                  <a:cubicBezTo>
                    <a:pt x="0" y="4875"/>
                    <a:pt x="546" y="5977"/>
                    <a:pt x="1416" y="6691"/>
                  </a:cubicBezTo>
                  <a:lnTo>
                    <a:pt x="1010" y="8355"/>
                  </a:lnTo>
                  <a:lnTo>
                    <a:pt x="1010" y="8355"/>
                  </a:lnTo>
                  <a:lnTo>
                    <a:pt x="2814" y="7410"/>
                  </a:lnTo>
                  <a:cubicBezTo>
                    <a:pt x="3092" y="7485"/>
                    <a:pt x="3387" y="7532"/>
                    <a:pt x="3690" y="7538"/>
                  </a:cubicBezTo>
                  <a:cubicBezTo>
                    <a:pt x="3729" y="7539"/>
                    <a:pt x="3768" y="7540"/>
                    <a:pt x="3808" y="7540"/>
                  </a:cubicBezTo>
                  <a:cubicBezTo>
                    <a:pt x="5838" y="7540"/>
                    <a:pt x="7514" y="5926"/>
                    <a:pt x="7570" y="3883"/>
                  </a:cubicBezTo>
                  <a:cubicBezTo>
                    <a:pt x="7634" y="1801"/>
                    <a:pt x="5992" y="66"/>
                    <a:pt x="3915" y="2"/>
                  </a:cubicBezTo>
                  <a:cubicBezTo>
                    <a:pt x="3880" y="1"/>
                    <a:pt x="3845" y="0"/>
                    <a:pt x="38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7"/>
            <p:cNvSpPr/>
            <p:nvPr/>
          </p:nvSpPr>
          <p:spPr>
            <a:xfrm>
              <a:off x="6963375" y="2054780"/>
              <a:ext cx="424874" cy="466068"/>
            </a:xfrm>
            <a:custGeom>
              <a:avLst/>
              <a:gdLst/>
              <a:ahLst/>
              <a:cxnLst/>
              <a:rect l="l" t="t" r="r" b="b"/>
              <a:pathLst>
                <a:path w="7756" h="8508" extrusionOk="0">
                  <a:moveTo>
                    <a:pt x="3875" y="154"/>
                  </a:moveTo>
                  <a:cubicBezTo>
                    <a:pt x="3915" y="154"/>
                    <a:pt x="3950" y="154"/>
                    <a:pt x="3985" y="160"/>
                  </a:cubicBezTo>
                  <a:cubicBezTo>
                    <a:pt x="4972" y="189"/>
                    <a:pt x="5888" y="594"/>
                    <a:pt x="6566" y="1314"/>
                  </a:cubicBezTo>
                  <a:cubicBezTo>
                    <a:pt x="7239" y="2034"/>
                    <a:pt x="7599" y="2974"/>
                    <a:pt x="7569" y="3954"/>
                  </a:cubicBezTo>
                  <a:cubicBezTo>
                    <a:pt x="7540" y="4939"/>
                    <a:pt x="7129" y="5855"/>
                    <a:pt x="6410" y="6535"/>
                  </a:cubicBezTo>
                  <a:cubicBezTo>
                    <a:pt x="5711" y="7187"/>
                    <a:pt x="4811" y="7540"/>
                    <a:pt x="3858" y="7540"/>
                  </a:cubicBezTo>
                  <a:cubicBezTo>
                    <a:pt x="3829" y="7540"/>
                    <a:pt x="3799" y="7539"/>
                    <a:pt x="3770" y="7539"/>
                  </a:cubicBezTo>
                  <a:cubicBezTo>
                    <a:pt x="3475" y="7526"/>
                    <a:pt x="3184" y="7486"/>
                    <a:pt x="2906" y="7411"/>
                  </a:cubicBezTo>
                  <a:cubicBezTo>
                    <a:pt x="2899" y="7408"/>
                    <a:pt x="2891" y="7407"/>
                    <a:pt x="2882" y="7407"/>
                  </a:cubicBezTo>
                  <a:cubicBezTo>
                    <a:pt x="2870" y="7407"/>
                    <a:pt x="2858" y="7410"/>
                    <a:pt x="2848" y="7416"/>
                  </a:cubicBezTo>
                  <a:lnTo>
                    <a:pt x="1200" y="8281"/>
                  </a:lnTo>
                  <a:lnTo>
                    <a:pt x="1566" y="6784"/>
                  </a:lnTo>
                  <a:cubicBezTo>
                    <a:pt x="1577" y="6755"/>
                    <a:pt x="1566" y="6726"/>
                    <a:pt x="1543" y="6703"/>
                  </a:cubicBezTo>
                  <a:cubicBezTo>
                    <a:pt x="649" y="5972"/>
                    <a:pt x="156" y="4893"/>
                    <a:pt x="185" y="3739"/>
                  </a:cubicBezTo>
                  <a:cubicBezTo>
                    <a:pt x="249" y="1743"/>
                    <a:pt x="1891" y="154"/>
                    <a:pt x="3875" y="154"/>
                  </a:cubicBezTo>
                  <a:close/>
                  <a:moveTo>
                    <a:pt x="3873" y="1"/>
                  </a:moveTo>
                  <a:cubicBezTo>
                    <a:pt x="1802" y="1"/>
                    <a:pt x="91" y="1655"/>
                    <a:pt x="35" y="3732"/>
                  </a:cubicBezTo>
                  <a:cubicBezTo>
                    <a:pt x="0" y="4923"/>
                    <a:pt x="498" y="6029"/>
                    <a:pt x="1403" y="6795"/>
                  </a:cubicBezTo>
                  <a:lnTo>
                    <a:pt x="1009" y="8409"/>
                  </a:lnTo>
                  <a:cubicBezTo>
                    <a:pt x="997" y="8444"/>
                    <a:pt x="1009" y="8473"/>
                    <a:pt x="1032" y="8489"/>
                  </a:cubicBezTo>
                  <a:cubicBezTo>
                    <a:pt x="1050" y="8501"/>
                    <a:pt x="1066" y="8508"/>
                    <a:pt x="1085" y="8508"/>
                  </a:cubicBezTo>
                  <a:cubicBezTo>
                    <a:pt x="1096" y="8508"/>
                    <a:pt x="1108" y="8508"/>
                    <a:pt x="1119" y="8501"/>
                  </a:cubicBezTo>
                  <a:lnTo>
                    <a:pt x="2894" y="7568"/>
                  </a:lnTo>
                  <a:cubicBezTo>
                    <a:pt x="3178" y="7643"/>
                    <a:pt x="3468" y="7683"/>
                    <a:pt x="3765" y="7695"/>
                  </a:cubicBezTo>
                  <a:cubicBezTo>
                    <a:pt x="3802" y="7696"/>
                    <a:pt x="3840" y="7696"/>
                    <a:pt x="3877" y="7696"/>
                  </a:cubicBezTo>
                  <a:cubicBezTo>
                    <a:pt x="4862" y="7696"/>
                    <a:pt x="5799" y="7326"/>
                    <a:pt x="6520" y="6645"/>
                  </a:cubicBezTo>
                  <a:cubicBezTo>
                    <a:pt x="7269" y="5943"/>
                    <a:pt x="7692" y="4985"/>
                    <a:pt x="7727" y="3959"/>
                  </a:cubicBezTo>
                  <a:cubicBezTo>
                    <a:pt x="7756" y="2932"/>
                    <a:pt x="7384" y="1957"/>
                    <a:pt x="6677" y="1210"/>
                  </a:cubicBezTo>
                  <a:cubicBezTo>
                    <a:pt x="5974" y="461"/>
                    <a:pt x="5018" y="32"/>
                    <a:pt x="3990" y="3"/>
                  </a:cubicBezTo>
                  <a:cubicBezTo>
                    <a:pt x="3951" y="1"/>
                    <a:pt x="3912" y="1"/>
                    <a:pt x="38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7"/>
            <p:cNvSpPr/>
            <p:nvPr/>
          </p:nvSpPr>
          <p:spPr>
            <a:xfrm>
              <a:off x="6968360" y="2033909"/>
              <a:ext cx="413206" cy="462179"/>
            </a:xfrm>
            <a:custGeom>
              <a:avLst/>
              <a:gdLst/>
              <a:ahLst/>
              <a:cxnLst/>
              <a:rect l="l" t="t" r="r" b="b"/>
              <a:pathLst>
                <a:path w="7543" h="8437" extrusionOk="0">
                  <a:moveTo>
                    <a:pt x="3772" y="1"/>
                  </a:moveTo>
                  <a:cubicBezTo>
                    <a:pt x="1690" y="1"/>
                    <a:pt x="1" y="1690"/>
                    <a:pt x="1" y="3772"/>
                  </a:cubicBezTo>
                  <a:cubicBezTo>
                    <a:pt x="1" y="4990"/>
                    <a:pt x="581" y="6069"/>
                    <a:pt x="1475" y="6759"/>
                  </a:cubicBezTo>
                  <a:lnTo>
                    <a:pt x="1115" y="8436"/>
                  </a:lnTo>
                  <a:lnTo>
                    <a:pt x="2890" y="7438"/>
                  </a:lnTo>
                  <a:cubicBezTo>
                    <a:pt x="3175" y="7508"/>
                    <a:pt x="3470" y="7542"/>
                    <a:pt x="3772" y="7542"/>
                  </a:cubicBezTo>
                  <a:cubicBezTo>
                    <a:pt x="5855" y="7542"/>
                    <a:pt x="7542" y="5854"/>
                    <a:pt x="7542" y="3772"/>
                  </a:cubicBezTo>
                  <a:cubicBezTo>
                    <a:pt x="7542" y="1690"/>
                    <a:pt x="5855" y="1"/>
                    <a:pt x="37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7"/>
            <p:cNvSpPr/>
            <p:nvPr/>
          </p:nvSpPr>
          <p:spPr>
            <a:xfrm>
              <a:off x="6964251" y="2029800"/>
              <a:ext cx="421751" cy="470396"/>
            </a:xfrm>
            <a:custGeom>
              <a:avLst/>
              <a:gdLst/>
              <a:ahLst/>
              <a:cxnLst/>
              <a:rect l="l" t="t" r="r" b="b"/>
              <a:pathLst>
                <a:path w="7699" h="8587" extrusionOk="0">
                  <a:moveTo>
                    <a:pt x="3847" y="158"/>
                  </a:moveTo>
                  <a:cubicBezTo>
                    <a:pt x="5883" y="158"/>
                    <a:pt x="7542" y="1810"/>
                    <a:pt x="7542" y="3847"/>
                  </a:cubicBezTo>
                  <a:cubicBezTo>
                    <a:pt x="7542" y="5883"/>
                    <a:pt x="5883" y="7542"/>
                    <a:pt x="3847" y="7542"/>
                  </a:cubicBezTo>
                  <a:cubicBezTo>
                    <a:pt x="3556" y="7542"/>
                    <a:pt x="3267" y="7507"/>
                    <a:pt x="2983" y="7438"/>
                  </a:cubicBezTo>
                  <a:cubicBezTo>
                    <a:pt x="2978" y="7436"/>
                    <a:pt x="2972" y="7435"/>
                    <a:pt x="2966" y="7435"/>
                  </a:cubicBezTo>
                  <a:cubicBezTo>
                    <a:pt x="2952" y="7435"/>
                    <a:pt x="2937" y="7439"/>
                    <a:pt x="2924" y="7443"/>
                  </a:cubicBezTo>
                  <a:lnTo>
                    <a:pt x="1301" y="8359"/>
                  </a:lnTo>
                  <a:lnTo>
                    <a:pt x="1625" y="6852"/>
                  </a:lnTo>
                  <a:cubicBezTo>
                    <a:pt x="1631" y="6822"/>
                    <a:pt x="1620" y="6793"/>
                    <a:pt x="1596" y="6776"/>
                  </a:cubicBezTo>
                  <a:cubicBezTo>
                    <a:pt x="680" y="6068"/>
                    <a:pt x="158" y="5001"/>
                    <a:pt x="158" y="3847"/>
                  </a:cubicBezTo>
                  <a:cubicBezTo>
                    <a:pt x="158" y="1810"/>
                    <a:pt x="1811" y="158"/>
                    <a:pt x="3847" y="158"/>
                  </a:cubicBezTo>
                  <a:close/>
                  <a:moveTo>
                    <a:pt x="3847" y="1"/>
                  </a:moveTo>
                  <a:cubicBezTo>
                    <a:pt x="1730" y="1"/>
                    <a:pt x="1" y="1724"/>
                    <a:pt x="1" y="3847"/>
                  </a:cubicBezTo>
                  <a:cubicBezTo>
                    <a:pt x="1" y="5036"/>
                    <a:pt x="535" y="6132"/>
                    <a:pt x="1463" y="6868"/>
                  </a:cubicBezTo>
                  <a:lnTo>
                    <a:pt x="1115" y="8493"/>
                  </a:lnTo>
                  <a:cubicBezTo>
                    <a:pt x="1109" y="8522"/>
                    <a:pt x="1120" y="8557"/>
                    <a:pt x="1144" y="8574"/>
                  </a:cubicBezTo>
                  <a:cubicBezTo>
                    <a:pt x="1155" y="8581"/>
                    <a:pt x="1173" y="8586"/>
                    <a:pt x="1190" y="8586"/>
                  </a:cubicBezTo>
                  <a:cubicBezTo>
                    <a:pt x="1202" y="8586"/>
                    <a:pt x="1219" y="8586"/>
                    <a:pt x="1231" y="8581"/>
                  </a:cubicBezTo>
                  <a:lnTo>
                    <a:pt x="2977" y="7594"/>
                  </a:lnTo>
                  <a:cubicBezTo>
                    <a:pt x="3261" y="7663"/>
                    <a:pt x="3551" y="7698"/>
                    <a:pt x="3847" y="7698"/>
                  </a:cubicBezTo>
                  <a:cubicBezTo>
                    <a:pt x="5970" y="7698"/>
                    <a:pt x="7698" y="5970"/>
                    <a:pt x="7698" y="3847"/>
                  </a:cubicBezTo>
                  <a:cubicBezTo>
                    <a:pt x="7698" y="1724"/>
                    <a:pt x="5970" y="1"/>
                    <a:pt x="3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7"/>
            <p:cNvSpPr/>
            <p:nvPr/>
          </p:nvSpPr>
          <p:spPr>
            <a:xfrm>
              <a:off x="7070744" y="2219559"/>
              <a:ext cx="37853" cy="38182"/>
            </a:xfrm>
            <a:custGeom>
              <a:avLst/>
              <a:gdLst/>
              <a:ahLst/>
              <a:cxnLst/>
              <a:rect l="l" t="t" r="r" b="b"/>
              <a:pathLst>
                <a:path w="691" h="697" extrusionOk="0">
                  <a:moveTo>
                    <a:pt x="348" y="0"/>
                  </a:moveTo>
                  <a:cubicBezTo>
                    <a:pt x="158" y="0"/>
                    <a:pt x="0" y="156"/>
                    <a:pt x="0" y="348"/>
                  </a:cubicBezTo>
                  <a:cubicBezTo>
                    <a:pt x="0" y="539"/>
                    <a:pt x="158" y="697"/>
                    <a:pt x="348" y="697"/>
                  </a:cubicBezTo>
                  <a:cubicBezTo>
                    <a:pt x="540" y="697"/>
                    <a:pt x="691" y="539"/>
                    <a:pt x="691" y="348"/>
                  </a:cubicBezTo>
                  <a:cubicBezTo>
                    <a:pt x="691" y="156"/>
                    <a:pt x="540" y="0"/>
                    <a:pt x="3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7"/>
            <p:cNvSpPr/>
            <p:nvPr/>
          </p:nvSpPr>
          <p:spPr>
            <a:xfrm>
              <a:off x="7066636" y="2215341"/>
              <a:ext cx="46399" cy="46508"/>
            </a:xfrm>
            <a:custGeom>
              <a:avLst/>
              <a:gdLst/>
              <a:ahLst/>
              <a:cxnLst/>
              <a:rect l="l" t="t" r="r" b="b"/>
              <a:pathLst>
                <a:path w="847" h="849" extrusionOk="0">
                  <a:moveTo>
                    <a:pt x="423" y="158"/>
                  </a:moveTo>
                  <a:cubicBezTo>
                    <a:pt x="568" y="158"/>
                    <a:pt x="691" y="274"/>
                    <a:pt x="691" y="425"/>
                  </a:cubicBezTo>
                  <a:cubicBezTo>
                    <a:pt x="691" y="570"/>
                    <a:pt x="568" y="691"/>
                    <a:pt x="423" y="691"/>
                  </a:cubicBezTo>
                  <a:cubicBezTo>
                    <a:pt x="273" y="691"/>
                    <a:pt x="156" y="570"/>
                    <a:pt x="156" y="425"/>
                  </a:cubicBezTo>
                  <a:cubicBezTo>
                    <a:pt x="156" y="274"/>
                    <a:pt x="273" y="158"/>
                    <a:pt x="423" y="158"/>
                  </a:cubicBezTo>
                  <a:close/>
                  <a:moveTo>
                    <a:pt x="423" y="1"/>
                  </a:moveTo>
                  <a:cubicBezTo>
                    <a:pt x="185" y="1"/>
                    <a:pt x="0" y="193"/>
                    <a:pt x="0" y="425"/>
                  </a:cubicBezTo>
                  <a:cubicBezTo>
                    <a:pt x="0" y="657"/>
                    <a:pt x="185" y="849"/>
                    <a:pt x="423" y="849"/>
                  </a:cubicBezTo>
                  <a:cubicBezTo>
                    <a:pt x="656" y="849"/>
                    <a:pt x="847" y="657"/>
                    <a:pt x="847" y="425"/>
                  </a:cubicBezTo>
                  <a:cubicBezTo>
                    <a:pt x="847" y="193"/>
                    <a:pt x="656" y="1"/>
                    <a:pt x="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7"/>
            <p:cNvSpPr/>
            <p:nvPr/>
          </p:nvSpPr>
          <p:spPr>
            <a:xfrm>
              <a:off x="7158119" y="2219559"/>
              <a:ext cx="37908" cy="38182"/>
            </a:xfrm>
            <a:custGeom>
              <a:avLst/>
              <a:gdLst/>
              <a:ahLst/>
              <a:cxnLst/>
              <a:rect l="l" t="t" r="r" b="b"/>
              <a:pathLst>
                <a:path w="692" h="697" extrusionOk="0">
                  <a:moveTo>
                    <a:pt x="349" y="0"/>
                  </a:moveTo>
                  <a:cubicBezTo>
                    <a:pt x="157" y="0"/>
                    <a:pt x="1" y="156"/>
                    <a:pt x="1" y="348"/>
                  </a:cubicBezTo>
                  <a:cubicBezTo>
                    <a:pt x="1" y="539"/>
                    <a:pt x="157" y="697"/>
                    <a:pt x="349" y="697"/>
                  </a:cubicBezTo>
                  <a:cubicBezTo>
                    <a:pt x="539" y="697"/>
                    <a:pt x="691" y="539"/>
                    <a:pt x="691" y="348"/>
                  </a:cubicBezTo>
                  <a:cubicBezTo>
                    <a:pt x="691" y="156"/>
                    <a:pt x="539" y="0"/>
                    <a:pt x="3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7"/>
            <p:cNvSpPr/>
            <p:nvPr/>
          </p:nvSpPr>
          <p:spPr>
            <a:xfrm>
              <a:off x="7153682" y="2215341"/>
              <a:ext cx="46727" cy="46508"/>
            </a:xfrm>
            <a:custGeom>
              <a:avLst/>
              <a:gdLst/>
              <a:ahLst/>
              <a:cxnLst/>
              <a:rect l="l" t="t" r="r" b="b"/>
              <a:pathLst>
                <a:path w="853" h="849" extrusionOk="0">
                  <a:moveTo>
                    <a:pt x="430" y="158"/>
                  </a:moveTo>
                  <a:cubicBezTo>
                    <a:pt x="575" y="158"/>
                    <a:pt x="697" y="274"/>
                    <a:pt x="697" y="425"/>
                  </a:cubicBezTo>
                  <a:cubicBezTo>
                    <a:pt x="697" y="570"/>
                    <a:pt x="575" y="691"/>
                    <a:pt x="430" y="691"/>
                  </a:cubicBezTo>
                  <a:cubicBezTo>
                    <a:pt x="279" y="691"/>
                    <a:pt x="157" y="570"/>
                    <a:pt x="157" y="425"/>
                  </a:cubicBezTo>
                  <a:cubicBezTo>
                    <a:pt x="157" y="274"/>
                    <a:pt x="279" y="158"/>
                    <a:pt x="430" y="158"/>
                  </a:cubicBezTo>
                  <a:close/>
                  <a:moveTo>
                    <a:pt x="430" y="1"/>
                  </a:moveTo>
                  <a:cubicBezTo>
                    <a:pt x="192" y="1"/>
                    <a:pt x="1" y="193"/>
                    <a:pt x="1" y="425"/>
                  </a:cubicBezTo>
                  <a:cubicBezTo>
                    <a:pt x="1" y="657"/>
                    <a:pt x="192" y="849"/>
                    <a:pt x="430" y="849"/>
                  </a:cubicBezTo>
                  <a:cubicBezTo>
                    <a:pt x="662" y="849"/>
                    <a:pt x="853" y="657"/>
                    <a:pt x="853" y="425"/>
                  </a:cubicBezTo>
                  <a:cubicBezTo>
                    <a:pt x="853" y="193"/>
                    <a:pt x="662" y="1"/>
                    <a:pt x="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7"/>
            <p:cNvSpPr/>
            <p:nvPr/>
          </p:nvSpPr>
          <p:spPr>
            <a:xfrm>
              <a:off x="7245548" y="2219559"/>
              <a:ext cx="37853" cy="38182"/>
            </a:xfrm>
            <a:custGeom>
              <a:avLst/>
              <a:gdLst/>
              <a:ahLst/>
              <a:cxnLst/>
              <a:rect l="l" t="t" r="r" b="b"/>
              <a:pathLst>
                <a:path w="691" h="697" extrusionOk="0">
                  <a:moveTo>
                    <a:pt x="343" y="0"/>
                  </a:moveTo>
                  <a:cubicBezTo>
                    <a:pt x="156" y="0"/>
                    <a:pt x="0" y="156"/>
                    <a:pt x="0" y="348"/>
                  </a:cubicBezTo>
                  <a:cubicBezTo>
                    <a:pt x="0" y="539"/>
                    <a:pt x="156" y="697"/>
                    <a:pt x="343" y="697"/>
                  </a:cubicBezTo>
                  <a:cubicBezTo>
                    <a:pt x="533" y="697"/>
                    <a:pt x="691" y="539"/>
                    <a:pt x="691" y="348"/>
                  </a:cubicBezTo>
                  <a:cubicBezTo>
                    <a:pt x="691" y="156"/>
                    <a:pt x="533" y="0"/>
                    <a:pt x="3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7"/>
            <p:cNvSpPr/>
            <p:nvPr/>
          </p:nvSpPr>
          <p:spPr>
            <a:xfrm>
              <a:off x="7241056" y="2215341"/>
              <a:ext cx="46782" cy="46508"/>
            </a:xfrm>
            <a:custGeom>
              <a:avLst/>
              <a:gdLst/>
              <a:ahLst/>
              <a:cxnLst/>
              <a:rect l="l" t="t" r="r" b="b"/>
              <a:pathLst>
                <a:path w="854" h="849" extrusionOk="0">
                  <a:moveTo>
                    <a:pt x="425" y="158"/>
                  </a:moveTo>
                  <a:cubicBezTo>
                    <a:pt x="575" y="158"/>
                    <a:pt x="696" y="274"/>
                    <a:pt x="696" y="425"/>
                  </a:cubicBezTo>
                  <a:cubicBezTo>
                    <a:pt x="696" y="570"/>
                    <a:pt x="575" y="691"/>
                    <a:pt x="425" y="691"/>
                  </a:cubicBezTo>
                  <a:cubicBezTo>
                    <a:pt x="278" y="691"/>
                    <a:pt x="157" y="570"/>
                    <a:pt x="157" y="425"/>
                  </a:cubicBezTo>
                  <a:cubicBezTo>
                    <a:pt x="157" y="274"/>
                    <a:pt x="278" y="158"/>
                    <a:pt x="425" y="158"/>
                  </a:cubicBezTo>
                  <a:close/>
                  <a:moveTo>
                    <a:pt x="425" y="1"/>
                  </a:moveTo>
                  <a:cubicBezTo>
                    <a:pt x="192" y="1"/>
                    <a:pt x="0" y="193"/>
                    <a:pt x="0" y="425"/>
                  </a:cubicBezTo>
                  <a:cubicBezTo>
                    <a:pt x="0" y="657"/>
                    <a:pt x="192" y="849"/>
                    <a:pt x="425" y="849"/>
                  </a:cubicBezTo>
                  <a:cubicBezTo>
                    <a:pt x="661" y="849"/>
                    <a:pt x="853" y="657"/>
                    <a:pt x="853" y="425"/>
                  </a:cubicBezTo>
                  <a:cubicBezTo>
                    <a:pt x="853" y="193"/>
                    <a:pt x="661" y="1"/>
                    <a:pt x="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585;p27"/>
          <p:cNvGrpSpPr/>
          <p:nvPr/>
        </p:nvGrpSpPr>
        <p:grpSpPr>
          <a:xfrm>
            <a:off x="8717091" y="302821"/>
            <a:ext cx="100956" cy="103473"/>
            <a:chOff x="8003766" y="381721"/>
            <a:chExt cx="100956" cy="103473"/>
          </a:xfrm>
        </p:grpSpPr>
        <p:sp>
          <p:nvSpPr>
            <p:cNvPr id="586" name="Google Shape;586;p27"/>
            <p:cNvSpPr/>
            <p:nvPr/>
          </p:nvSpPr>
          <p:spPr>
            <a:xfrm flipH="1">
              <a:off x="8008006" y="386174"/>
              <a:ext cx="94596" cy="94604"/>
            </a:xfrm>
            <a:custGeom>
              <a:avLst/>
              <a:gdLst/>
              <a:ahLst/>
              <a:cxnLst/>
              <a:rect l="l" t="t" r="r" b="b"/>
              <a:pathLst>
                <a:path w="2722" h="2528" extrusionOk="0">
                  <a:moveTo>
                    <a:pt x="1358" y="0"/>
                  </a:moveTo>
                  <a:cubicBezTo>
                    <a:pt x="738" y="0"/>
                    <a:pt x="199" y="440"/>
                    <a:pt x="104" y="1077"/>
                  </a:cubicBezTo>
                  <a:cubicBezTo>
                    <a:pt x="0" y="1763"/>
                    <a:pt x="478" y="2409"/>
                    <a:pt x="1167" y="2513"/>
                  </a:cubicBezTo>
                  <a:cubicBezTo>
                    <a:pt x="1232" y="2523"/>
                    <a:pt x="1297" y="2528"/>
                    <a:pt x="1360" y="2528"/>
                  </a:cubicBezTo>
                  <a:cubicBezTo>
                    <a:pt x="1973" y="2528"/>
                    <a:pt x="2508" y="2088"/>
                    <a:pt x="2603" y="1450"/>
                  </a:cubicBezTo>
                  <a:cubicBezTo>
                    <a:pt x="2721" y="761"/>
                    <a:pt x="2244" y="119"/>
                    <a:pt x="1555" y="15"/>
                  </a:cubicBezTo>
                  <a:cubicBezTo>
                    <a:pt x="1489" y="5"/>
                    <a:pt x="1423" y="0"/>
                    <a:pt x="13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7"/>
            <p:cNvSpPr/>
            <p:nvPr/>
          </p:nvSpPr>
          <p:spPr>
            <a:xfrm flipH="1">
              <a:off x="8003766" y="381721"/>
              <a:ext cx="100956" cy="103473"/>
            </a:xfrm>
            <a:custGeom>
              <a:avLst/>
              <a:gdLst/>
              <a:ahLst/>
              <a:cxnLst/>
              <a:rect l="l" t="t" r="r" b="b"/>
              <a:pathLst>
                <a:path w="2905" h="2765" extrusionOk="0">
                  <a:moveTo>
                    <a:pt x="1422" y="223"/>
                  </a:moveTo>
                  <a:cubicBezTo>
                    <a:pt x="1483" y="223"/>
                    <a:pt x="1526" y="223"/>
                    <a:pt x="1587" y="238"/>
                  </a:cubicBezTo>
                  <a:cubicBezTo>
                    <a:pt x="2229" y="342"/>
                    <a:pt x="2664" y="927"/>
                    <a:pt x="2560" y="1555"/>
                  </a:cubicBezTo>
                  <a:cubicBezTo>
                    <a:pt x="2478" y="2128"/>
                    <a:pt x="1972" y="2540"/>
                    <a:pt x="1407" y="2540"/>
                  </a:cubicBezTo>
                  <a:cubicBezTo>
                    <a:pt x="1353" y="2540"/>
                    <a:pt x="1298" y="2536"/>
                    <a:pt x="1242" y="2528"/>
                  </a:cubicBezTo>
                  <a:cubicBezTo>
                    <a:pt x="944" y="2481"/>
                    <a:pt x="675" y="2316"/>
                    <a:pt x="481" y="2061"/>
                  </a:cubicBezTo>
                  <a:cubicBezTo>
                    <a:pt x="302" y="1824"/>
                    <a:pt x="226" y="1508"/>
                    <a:pt x="270" y="1211"/>
                  </a:cubicBezTo>
                  <a:cubicBezTo>
                    <a:pt x="316" y="895"/>
                    <a:pt x="481" y="625"/>
                    <a:pt x="736" y="446"/>
                  </a:cubicBezTo>
                  <a:cubicBezTo>
                    <a:pt x="930" y="299"/>
                    <a:pt x="1167" y="223"/>
                    <a:pt x="1422" y="223"/>
                  </a:cubicBezTo>
                  <a:close/>
                  <a:moveTo>
                    <a:pt x="1430" y="1"/>
                  </a:moveTo>
                  <a:cubicBezTo>
                    <a:pt x="748" y="1"/>
                    <a:pt x="156" y="486"/>
                    <a:pt x="61" y="1182"/>
                  </a:cubicBezTo>
                  <a:cubicBezTo>
                    <a:pt x="0" y="1541"/>
                    <a:pt x="90" y="1900"/>
                    <a:pt x="302" y="2198"/>
                  </a:cubicBezTo>
                  <a:cubicBezTo>
                    <a:pt x="524" y="2496"/>
                    <a:pt x="840" y="2689"/>
                    <a:pt x="1214" y="2750"/>
                  </a:cubicBezTo>
                  <a:cubicBezTo>
                    <a:pt x="1275" y="2750"/>
                    <a:pt x="1346" y="2765"/>
                    <a:pt x="1422" y="2765"/>
                  </a:cubicBezTo>
                  <a:cubicBezTo>
                    <a:pt x="2082" y="2765"/>
                    <a:pt x="2678" y="2273"/>
                    <a:pt x="2782" y="1584"/>
                  </a:cubicBezTo>
                  <a:cubicBezTo>
                    <a:pt x="2904" y="837"/>
                    <a:pt x="2380" y="134"/>
                    <a:pt x="1634" y="15"/>
                  </a:cubicBezTo>
                  <a:cubicBezTo>
                    <a:pt x="1565" y="6"/>
                    <a:pt x="1497" y="1"/>
                    <a:pt x="1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8" name="Google Shape;588;p27"/>
          <p:cNvGrpSpPr/>
          <p:nvPr/>
        </p:nvGrpSpPr>
        <p:grpSpPr>
          <a:xfrm>
            <a:off x="8086891" y="1132058"/>
            <a:ext cx="100956" cy="103473"/>
            <a:chOff x="8003766" y="381721"/>
            <a:chExt cx="100956" cy="103473"/>
          </a:xfrm>
        </p:grpSpPr>
        <p:sp>
          <p:nvSpPr>
            <p:cNvPr id="589" name="Google Shape;589;p27"/>
            <p:cNvSpPr/>
            <p:nvPr/>
          </p:nvSpPr>
          <p:spPr>
            <a:xfrm flipH="1">
              <a:off x="8008006" y="386174"/>
              <a:ext cx="94596" cy="94604"/>
            </a:xfrm>
            <a:custGeom>
              <a:avLst/>
              <a:gdLst/>
              <a:ahLst/>
              <a:cxnLst/>
              <a:rect l="l" t="t" r="r" b="b"/>
              <a:pathLst>
                <a:path w="2722" h="2528" extrusionOk="0">
                  <a:moveTo>
                    <a:pt x="1358" y="0"/>
                  </a:moveTo>
                  <a:cubicBezTo>
                    <a:pt x="738" y="0"/>
                    <a:pt x="199" y="440"/>
                    <a:pt x="104" y="1077"/>
                  </a:cubicBezTo>
                  <a:cubicBezTo>
                    <a:pt x="0" y="1763"/>
                    <a:pt x="478" y="2409"/>
                    <a:pt x="1167" y="2513"/>
                  </a:cubicBezTo>
                  <a:cubicBezTo>
                    <a:pt x="1232" y="2523"/>
                    <a:pt x="1297" y="2528"/>
                    <a:pt x="1360" y="2528"/>
                  </a:cubicBezTo>
                  <a:cubicBezTo>
                    <a:pt x="1973" y="2528"/>
                    <a:pt x="2508" y="2088"/>
                    <a:pt x="2603" y="1450"/>
                  </a:cubicBezTo>
                  <a:cubicBezTo>
                    <a:pt x="2721" y="761"/>
                    <a:pt x="2244" y="119"/>
                    <a:pt x="1555" y="15"/>
                  </a:cubicBezTo>
                  <a:cubicBezTo>
                    <a:pt x="1489" y="5"/>
                    <a:pt x="1423" y="0"/>
                    <a:pt x="13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7"/>
            <p:cNvSpPr/>
            <p:nvPr/>
          </p:nvSpPr>
          <p:spPr>
            <a:xfrm flipH="1">
              <a:off x="8003766" y="381721"/>
              <a:ext cx="100956" cy="103473"/>
            </a:xfrm>
            <a:custGeom>
              <a:avLst/>
              <a:gdLst/>
              <a:ahLst/>
              <a:cxnLst/>
              <a:rect l="l" t="t" r="r" b="b"/>
              <a:pathLst>
                <a:path w="2905" h="2765" extrusionOk="0">
                  <a:moveTo>
                    <a:pt x="1422" y="223"/>
                  </a:moveTo>
                  <a:cubicBezTo>
                    <a:pt x="1483" y="223"/>
                    <a:pt x="1526" y="223"/>
                    <a:pt x="1587" y="238"/>
                  </a:cubicBezTo>
                  <a:cubicBezTo>
                    <a:pt x="2229" y="342"/>
                    <a:pt x="2664" y="927"/>
                    <a:pt x="2560" y="1555"/>
                  </a:cubicBezTo>
                  <a:cubicBezTo>
                    <a:pt x="2478" y="2128"/>
                    <a:pt x="1972" y="2540"/>
                    <a:pt x="1407" y="2540"/>
                  </a:cubicBezTo>
                  <a:cubicBezTo>
                    <a:pt x="1353" y="2540"/>
                    <a:pt x="1298" y="2536"/>
                    <a:pt x="1242" y="2528"/>
                  </a:cubicBezTo>
                  <a:cubicBezTo>
                    <a:pt x="944" y="2481"/>
                    <a:pt x="675" y="2316"/>
                    <a:pt x="481" y="2061"/>
                  </a:cubicBezTo>
                  <a:cubicBezTo>
                    <a:pt x="302" y="1824"/>
                    <a:pt x="226" y="1508"/>
                    <a:pt x="270" y="1211"/>
                  </a:cubicBezTo>
                  <a:cubicBezTo>
                    <a:pt x="316" y="895"/>
                    <a:pt x="481" y="625"/>
                    <a:pt x="736" y="446"/>
                  </a:cubicBezTo>
                  <a:cubicBezTo>
                    <a:pt x="930" y="299"/>
                    <a:pt x="1167" y="223"/>
                    <a:pt x="1422" y="223"/>
                  </a:cubicBezTo>
                  <a:close/>
                  <a:moveTo>
                    <a:pt x="1430" y="1"/>
                  </a:moveTo>
                  <a:cubicBezTo>
                    <a:pt x="748" y="1"/>
                    <a:pt x="156" y="486"/>
                    <a:pt x="61" y="1182"/>
                  </a:cubicBezTo>
                  <a:cubicBezTo>
                    <a:pt x="0" y="1541"/>
                    <a:pt x="90" y="1900"/>
                    <a:pt x="302" y="2198"/>
                  </a:cubicBezTo>
                  <a:cubicBezTo>
                    <a:pt x="524" y="2496"/>
                    <a:pt x="840" y="2689"/>
                    <a:pt x="1214" y="2750"/>
                  </a:cubicBezTo>
                  <a:cubicBezTo>
                    <a:pt x="1275" y="2750"/>
                    <a:pt x="1346" y="2765"/>
                    <a:pt x="1422" y="2765"/>
                  </a:cubicBezTo>
                  <a:cubicBezTo>
                    <a:pt x="2082" y="2765"/>
                    <a:pt x="2678" y="2273"/>
                    <a:pt x="2782" y="1584"/>
                  </a:cubicBezTo>
                  <a:cubicBezTo>
                    <a:pt x="2904" y="837"/>
                    <a:pt x="2380" y="134"/>
                    <a:pt x="1634" y="15"/>
                  </a:cubicBezTo>
                  <a:cubicBezTo>
                    <a:pt x="1565" y="6"/>
                    <a:pt x="1497" y="1"/>
                    <a:pt x="1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1" name="Google Shape;591;p27"/>
          <p:cNvGrpSpPr/>
          <p:nvPr/>
        </p:nvGrpSpPr>
        <p:grpSpPr>
          <a:xfrm>
            <a:off x="7792677" y="328634"/>
            <a:ext cx="49453" cy="51868"/>
            <a:chOff x="8108302" y="1196184"/>
            <a:chExt cx="49453" cy="51868"/>
          </a:xfrm>
        </p:grpSpPr>
        <p:sp>
          <p:nvSpPr>
            <p:cNvPr id="592" name="Google Shape;592;p27"/>
            <p:cNvSpPr/>
            <p:nvPr/>
          </p:nvSpPr>
          <p:spPr>
            <a:xfrm flipH="1">
              <a:off x="8110318" y="1200488"/>
              <a:ext cx="45804" cy="43522"/>
            </a:xfrm>
            <a:custGeom>
              <a:avLst/>
              <a:gdLst/>
              <a:ahLst/>
              <a:cxnLst/>
              <a:rect l="l" t="t" r="r" b="b"/>
              <a:pathLst>
                <a:path w="1318" h="1163" extrusionOk="0">
                  <a:moveTo>
                    <a:pt x="651" y="1"/>
                  </a:moveTo>
                  <a:cubicBezTo>
                    <a:pt x="535" y="1"/>
                    <a:pt x="417" y="34"/>
                    <a:pt x="313" y="104"/>
                  </a:cubicBezTo>
                  <a:cubicBezTo>
                    <a:pt x="61" y="301"/>
                    <a:pt x="0" y="660"/>
                    <a:pt x="194" y="929"/>
                  </a:cubicBezTo>
                  <a:cubicBezTo>
                    <a:pt x="310" y="1080"/>
                    <a:pt x="486" y="1162"/>
                    <a:pt x="663" y="1162"/>
                  </a:cubicBezTo>
                  <a:cubicBezTo>
                    <a:pt x="781" y="1162"/>
                    <a:pt x="900" y="1126"/>
                    <a:pt x="1002" y="1048"/>
                  </a:cubicBezTo>
                  <a:cubicBezTo>
                    <a:pt x="1257" y="854"/>
                    <a:pt x="1318" y="495"/>
                    <a:pt x="1120" y="240"/>
                  </a:cubicBezTo>
                  <a:cubicBezTo>
                    <a:pt x="1010" y="84"/>
                    <a:pt x="833" y="1"/>
                    <a:pt x="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7"/>
            <p:cNvSpPr/>
            <p:nvPr/>
          </p:nvSpPr>
          <p:spPr>
            <a:xfrm flipH="1">
              <a:off x="8108302" y="1196184"/>
              <a:ext cx="49453" cy="51868"/>
            </a:xfrm>
            <a:custGeom>
              <a:avLst/>
              <a:gdLst/>
              <a:ahLst/>
              <a:cxnLst/>
              <a:rect l="l" t="t" r="r" b="b"/>
              <a:pathLst>
                <a:path w="1423" h="1386" extrusionOk="0">
                  <a:moveTo>
                    <a:pt x="704" y="219"/>
                  </a:moveTo>
                  <a:cubicBezTo>
                    <a:pt x="855" y="219"/>
                    <a:pt x="988" y="294"/>
                    <a:pt x="1078" y="416"/>
                  </a:cubicBezTo>
                  <a:cubicBezTo>
                    <a:pt x="1153" y="520"/>
                    <a:pt x="1185" y="639"/>
                    <a:pt x="1167" y="757"/>
                  </a:cubicBezTo>
                  <a:cubicBezTo>
                    <a:pt x="1153" y="894"/>
                    <a:pt x="1078" y="998"/>
                    <a:pt x="988" y="1073"/>
                  </a:cubicBezTo>
                  <a:cubicBezTo>
                    <a:pt x="901" y="1136"/>
                    <a:pt x="804" y="1166"/>
                    <a:pt x="695" y="1166"/>
                  </a:cubicBezTo>
                  <a:cubicBezTo>
                    <a:pt x="674" y="1166"/>
                    <a:pt x="652" y="1165"/>
                    <a:pt x="629" y="1163"/>
                  </a:cubicBezTo>
                  <a:cubicBezTo>
                    <a:pt x="511" y="1134"/>
                    <a:pt x="406" y="1073"/>
                    <a:pt x="331" y="969"/>
                  </a:cubicBezTo>
                  <a:cubicBezTo>
                    <a:pt x="256" y="865"/>
                    <a:pt x="227" y="743"/>
                    <a:pt x="241" y="625"/>
                  </a:cubicBezTo>
                  <a:cubicBezTo>
                    <a:pt x="256" y="506"/>
                    <a:pt x="331" y="384"/>
                    <a:pt x="435" y="309"/>
                  </a:cubicBezTo>
                  <a:cubicBezTo>
                    <a:pt x="511" y="251"/>
                    <a:pt x="615" y="219"/>
                    <a:pt x="704" y="219"/>
                  </a:cubicBezTo>
                  <a:close/>
                  <a:moveTo>
                    <a:pt x="696" y="0"/>
                  </a:moveTo>
                  <a:cubicBezTo>
                    <a:pt x="558" y="0"/>
                    <a:pt x="419" y="42"/>
                    <a:pt x="302" y="129"/>
                  </a:cubicBezTo>
                  <a:cubicBezTo>
                    <a:pt x="152" y="251"/>
                    <a:pt x="47" y="416"/>
                    <a:pt x="33" y="596"/>
                  </a:cubicBezTo>
                  <a:cubicBezTo>
                    <a:pt x="1" y="775"/>
                    <a:pt x="47" y="955"/>
                    <a:pt x="152" y="1102"/>
                  </a:cubicBezTo>
                  <a:cubicBezTo>
                    <a:pt x="288" y="1281"/>
                    <a:pt x="496" y="1385"/>
                    <a:pt x="704" y="1385"/>
                  </a:cubicBezTo>
                  <a:cubicBezTo>
                    <a:pt x="855" y="1385"/>
                    <a:pt x="988" y="1342"/>
                    <a:pt x="1110" y="1253"/>
                  </a:cubicBezTo>
                  <a:cubicBezTo>
                    <a:pt x="1257" y="1149"/>
                    <a:pt x="1365" y="983"/>
                    <a:pt x="1394" y="804"/>
                  </a:cubicBezTo>
                  <a:cubicBezTo>
                    <a:pt x="1422" y="625"/>
                    <a:pt x="1379" y="431"/>
                    <a:pt x="1257" y="280"/>
                  </a:cubicBezTo>
                  <a:cubicBezTo>
                    <a:pt x="1122" y="99"/>
                    <a:pt x="909" y="0"/>
                    <a:pt x="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4" name="Google Shape;594;p27"/>
          <p:cNvGrpSpPr/>
          <p:nvPr/>
        </p:nvGrpSpPr>
        <p:grpSpPr>
          <a:xfrm>
            <a:off x="8555132" y="638463"/>
            <a:ext cx="424872" cy="420674"/>
            <a:chOff x="2535900" y="2697375"/>
            <a:chExt cx="164475" cy="162875"/>
          </a:xfrm>
        </p:grpSpPr>
        <p:sp>
          <p:nvSpPr>
            <p:cNvPr id="595" name="Google Shape;595;p27"/>
            <p:cNvSpPr/>
            <p:nvPr/>
          </p:nvSpPr>
          <p:spPr>
            <a:xfrm>
              <a:off x="2543150" y="2705125"/>
              <a:ext cx="155050" cy="153175"/>
            </a:xfrm>
            <a:custGeom>
              <a:avLst/>
              <a:gdLst/>
              <a:ahLst/>
              <a:cxnLst/>
              <a:rect l="l" t="t" r="r" b="b"/>
              <a:pathLst>
                <a:path w="6202" h="6127" extrusionOk="0">
                  <a:moveTo>
                    <a:pt x="3102" y="1738"/>
                  </a:moveTo>
                  <a:cubicBezTo>
                    <a:pt x="3345" y="1738"/>
                    <a:pt x="3592" y="1805"/>
                    <a:pt x="3812" y="1946"/>
                  </a:cubicBezTo>
                  <a:cubicBezTo>
                    <a:pt x="4426" y="2342"/>
                    <a:pt x="4607" y="3159"/>
                    <a:pt x="4217" y="3774"/>
                  </a:cubicBezTo>
                  <a:cubicBezTo>
                    <a:pt x="3965" y="4168"/>
                    <a:pt x="3538" y="4383"/>
                    <a:pt x="3103" y="4383"/>
                  </a:cubicBezTo>
                  <a:cubicBezTo>
                    <a:pt x="2859" y="4383"/>
                    <a:pt x="2612" y="4316"/>
                    <a:pt x="2391" y="4174"/>
                  </a:cubicBezTo>
                  <a:cubicBezTo>
                    <a:pt x="1775" y="3785"/>
                    <a:pt x="1590" y="2968"/>
                    <a:pt x="1984" y="2353"/>
                  </a:cubicBezTo>
                  <a:cubicBezTo>
                    <a:pt x="2238" y="1954"/>
                    <a:pt x="2665" y="1738"/>
                    <a:pt x="3102" y="1738"/>
                  </a:cubicBezTo>
                  <a:close/>
                  <a:moveTo>
                    <a:pt x="2514" y="0"/>
                  </a:moveTo>
                  <a:cubicBezTo>
                    <a:pt x="2485" y="0"/>
                    <a:pt x="2455" y="3"/>
                    <a:pt x="2426" y="10"/>
                  </a:cubicBezTo>
                  <a:cubicBezTo>
                    <a:pt x="2206" y="56"/>
                    <a:pt x="2066" y="276"/>
                    <a:pt x="2118" y="497"/>
                  </a:cubicBezTo>
                  <a:lnTo>
                    <a:pt x="2211" y="931"/>
                  </a:lnTo>
                  <a:cubicBezTo>
                    <a:pt x="1915" y="1059"/>
                    <a:pt x="1636" y="1245"/>
                    <a:pt x="1411" y="1494"/>
                  </a:cubicBezTo>
                  <a:lnTo>
                    <a:pt x="1033" y="1256"/>
                  </a:lnTo>
                  <a:cubicBezTo>
                    <a:pt x="964" y="1212"/>
                    <a:pt x="886" y="1191"/>
                    <a:pt x="809" y="1191"/>
                  </a:cubicBezTo>
                  <a:cubicBezTo>
                    <a:pt x="674" y="1191"/>
                    <a:pt x="542" y="1256"/>
                    <a:pt x="465" y="1378"/>
                  </a:cubicBezTo>
                  <a:cubicBezTo>
                    <a:pt x="343" y="1569"/>
                    <a:pt x="401" y="1825"/>
                    <a:pt x="592" y="1946"/>
                  </a:cubicBezTo>
                  <a:lnTo>
                    <a:pt x="969" y="2184"/>
                  </a:lnTo>
                  <a:cubicBezTo>
                    <a:pt x="841" y="2498"/>
                    <a:pt x="784" y="2829"/>
                    <a:pt x="795" y="3153"/>
                  </a:cubicBezTo>
                  <a:lnTo>
                    <a:pt x="361" y="3247"/>
                  </a:lnTo>
                  <a:cubicBezTo>
                    <a:pt x="140" y="3293"/>
                    <a:pt x="0" y="3512"/>
                    <a:pt x="48" y="3734"/>
                  </a:cubicBezTo>
                  <a:cubicBezTo>
                    <a:pt x="93" y="3925"/>
                    <a:pt x="261" y="4056"/>
                    <a:pt x="450" y="4056"/>
                  </a:cubicBezTo>
                  <a:cubicBezTo>
                    <a:pt x="478" y="4056"/>
                    <a:pt x="506" y="4053"/>
                    <a:pt x="535" y="4047"/>
                  </a:cubicBezTo>
                  <a:lnTo>
                    <a:pt x="975" y="3948"/>
                  </a:lnTo>
                  <a:cubicBezTo>
                    <a:pt x="1097" y="4249"/>
                    <a:pt x="1288" y="4527"/>
                    <a:pt x="1532" y="4754"/>
                  </a:cubicBezTo>
                  <a:lnTo>
                    <a:pt x="1294" y="5132"/>
                  </a:lnTo>
                  <a:cubicBezTo>
                    <a:pt x="1173" y="5322"/>
                    <a:pt x="1224" y="5572"/>
                    <a:pt x="1416" y="5694"/>
                  </a:cubicBezTo>
                  <a:cubicBezTo>
                    <a:pt x="1485" y="5738"/>
                    <a:pt x="1563" y="5759"/>
                    <a:pt x="1640" y="5759"/>
                  </a:cubicBezTo>
                  <a:cubicBezTo>
                    <a:pt x="1775" y="5759"/>
                    <a:pt x="1907" y="5694"/>
                    <a:pt x="1984" y="5572"/>
                  </a:cubicBezTo>
                  <a:lnTo>
                    <a:pt x="2222" y="5196"/>
                  </a:lnTo>
                  <a:cubicBezTo>
                    <a:pt x="2510" y="5312"/>
                    <a:pt x="2814" y="5371"/>
                    <a:pt x="3113" y="5371"/>
                  </a:cubicBezTo>
                  <a:cubicBezTo>
                    <a:pt x="3139" y="5371"/>
                    <a:pt x="3165" y="5371"/>
                    <a:pt x="3191" y="5370"/>
                  </a:cubicBezTo>
                  <a:lnTo>
                    <a:pt x="3284" y="5804"/>
                  </a:lnTo>
                  <a:cubicBezTo>
                    <a:pt x="3329" y="5996"/>
                    <a:pt x="3498" y="6126"/>
                    <a:pt x="3687" y="6126"/>
                  </a:cubicBezTo>
                  <a:cubicBezTo>
                    <a:pt x="3715" y="6126"/>
                    <a:pt x="3743" y="6123"/>
                    <a:pt x="3772" y="6117"/>
                  </a:cubicBezTo>
                  <a:cubicBezTo>
                    <a:pt x="3992" y="6066"/>
                    <a:pt x="4137" y="5844"/>
                    <a:pt x="4085" y="5624"/>
                  </a:cubicBezTo>
                  <a:lnTo>
                    <a:pt x="3992" y="5189"/>
                  </a:lnTo>
                  <a:cubicBezTo>
                    <a:pt x="4287" y="5068"/>
                    <a:pt x="4565" y="4875"/>
                    <a:pt x="4792" y="4626"/>
                  </a:cubicBezTo>
                  <a:lnTo>
                    <a:pt x="5170" y="4870"/>
                  </a:lnTo>
                  <a:cubicBezTo>
                    <a:pt x="5237" y="4913"/>
                    <a:pt x="5313" y="4934"/>
                    <a:pt x="5389" y="4934"/>
                  </a:cubicBezTo>
                  <a:cubicBezTo>
                    <a:pt x="5525" y="4934"/>
                    <a:pt x="5659" y="4866"/>
                    <a:pt x="5738" y="4743"/>
                  </a:cubicBezTo>
                  <a:cubicBezTo>
                    <a:pt x="5860" y="4557"/>
                    <a:pt x="5802" y="4302"/>
                    <a:pt x="5609" y="4179"/>
                  </a:cubicBezTo>
                  <a:lnTo>
                    <a:pt x="5234" y="3936"/>
                  </a:lnTo>
                  <a:cubicBezTo>
                    <a:pt x="5360" y="3629"/>
                    <a:pt x="5419" y="3298"/>
                    <a:pt x="5408" y="2974"/>
                  </a:cubicBezTo>
                  <a:lnTo>
                    <a:pt x="5842" y="2880"/>
                  </a:lnTo>
                  <a:cubicBezTo>
                    <a:pt x="6062" y="2829"/>
                    <a:pt x="6201" y="2608"/>
                    <a:pt x="6155" y="2388"/>
                  </a:cubicBezTo>
                  <a:cubicBezTo>
                    <a:pt x="6111" y="2199"/>
                    <a:pt x="5945" y="2069"/>
                    <a:pt x="5757" y="2069"/>
                  </a:cubicBezTo>
                  <a:cubicBezTo>
                    <a:pt x="5726" y="2069"/>
                    <a:pt x="5694" y="2073"/>
                    <a:pt x="5662" y="2080"/>
                  </a:cubicBezTo>
                  <a:lnTo>
                    <a:pt x="5227" y="2173"/>
                  </a:lnTo>
                  <a:cubicBezTo>
                    <a:pt x="5105" y="1877"/>
                    <a:pt x="4913" y="1598"/>
                    <a:pt x="4670" y="1373"/>
                  </a:cubicBezTo>
                  <a:lnTo>
                    <a:pt x="4908" y="995"/>
                  </a:lnTo>
                  <a:cubicBezTo>
                    <a:pt x="5030" y="803"/>
                    <a:pt x="4972" y="549"/>
                    <a:pt x="4787" y="427"/>
                  </a:cubicBezTo>
                  <a:cubicBezTo>
                    <a:pt x="4718" y="384"/>
                    <a:pt x="4642" y="363"/>
                    <a:pt x="4567" y="363"/>
                  </a:cubicBezTo>
                  <a:cubicBezTo>
                    <a:pt x="4430" y="363"/>
                    <a:pt x="4296" y="431"/>
                    <a:pt x="4217" y="554"/>
                  </a:cubicBezTo>
                  <a:lnTo>
                    <a:pt x="3981" y="931"/>
                  </a:lnTo>
                  <a:cubicBezTo>
                    <a:pt x="3695" y="809"/>
                    <a:pt x="3394" y="756"/>
                    <a:pt x="3097" y="756"/>
                  </a:cubicBezTo>
                  <a:cubicBezTo>
                    <a:pt x="3069" y="756"/>
                    <a:pt x="3040" y="756"/>
                    <a:pt x="3012" y="757"/>
                  </a:cubicBezTo>
                  <a:lnTo>
                    <a:pt x="2918" y="323"/>
                  </a:lnTo>
                  <a:cubicBezTo>
                    <a:pt x="2874" y="131"/>
                    <a:pt x="2705" y="0"/>
                    <a:pt x="25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7"/>
            <p:cNvSpPr/>
            <p:nvPr/>
          </p:nvSpPr>
          <p:spPr>
            <a:xfrm>
              <a:off x="2541725" y="2703150"/>
              <a:ext cx="158650" cy="157100"/>
            </a:xfrm>
            <a:custGeom>
              <a:avLst/>
              <a:gdLst/>
              <a:ahLst/>
              <a:cxnLst/>
              <a:rect l="l" t="t" r="r" b="b"/>
              <a:pathLst>
                <a:path w="6346" h="6284" extrusionOk="0">
                  <a:moveTo>
                    <a:pt x="3161" y="1899"/>
                  </a:moveTo>
                  <a:cubicBezTo>
                    <a:pt x="3387" y="1899"/>
                    <a:pt x="3620" y="1961"/>
                    <a:pt x="3829" y="2095"/>
                  </a:cubicBezTo>
                  <a:cubicBezTo>
                    <a:pt x="4107" y="2274"/>
                    <a:pt x="4298" y="2547"/>
                    <a:pt x="4373" y="2873"/>
                  </a:cubicBezTo>
                  <a:cubicBezTo>
                    <a:pt x="4443" y="3197"/>
                    <a:pt x="4386" y="3527"/>
                    <a:pt x="4205" y="3813"/>
                  </a:cubicBezTo>
                  <a:cubicBezTo>
                    <a:pt x="4025" y="4091"/>
                    <a:pt x="3747" y="4282"/>
                    <a:pt x="3428" y="4357"/>
                  </a:cubicBezTo>
                  <a:cubicBezTo>
                    <a:pt x="3338" y="4376"/>
                    <a:pt x="3248" y="4386"/>
                    <a:pt x="3158" y="4386"/>
                  </a:cubicBezTo>
                  <a:cubicBezTo>
                    <a:pt x="2922" y="4386"/>
                    <a:pt x="2690" y="4320"/>
                    <a:pt x="2488" y="4189"/>
                  </a:cubicBezTo>
                  <a:cubicBezTo>
                    <a:pt x="2210" y="4009"/>
                    <a:pt x="2019" y="3731"/>
                    <a:pt x="1942" y="3406"/>
                  </a:cubicBezTo>
                  <a:cubicBezTo>
                    <a:pt x="1873" y="3088"/>
                    <a:pt x="1931" y="2751"/>
                    <a:pt x="2111" y="2472"/>
                  </a:cubicBezTo>
                  <a:cubicBezTo>
                    <a:pt x="2349" y="2100"/>
                    <a:pt x="2750" y="1899"/>
                    <a:pt x="3161" y="1899"/>
                  </a:cubicBezTo>
                  <a:close/>
                  <a:moveTo>
                    <a:pt x="3158" y="1740"/>
                  </a:moveTo>
                  <a:cubicBezTo>
                    <a:pt x="2694" y="1740"/>
                    <a:pt x="2242" y="1969"/>
                    <a:pt x="1977" y="2386"/>
                  </a:cubicBezTo>
                  <a:cubicBezTo>
                    <a:pt x="1775" y="2705"/>
                    <a:pt x="1706" y="3075"/>
                    <a:pt x="1786" y="3441"/>
                  </a:cubicBezTo>
                  <a:cubicBezTo>
                    <a:pt x="1867" y="3806"/>
                    <a:pt x="2089" y="4119"/>
                    <a:pt x="2402" y="4322"/>
                  </a:cubicBezTo>
                  <a:cubicBezTo>
                    <a:pt x="2633" y="4467"/>
                    <a:pt x="2889" y="4544"/>
                    <a:pt x="3155" y="4544"/>
                  </a:cubicBezTo>
                  <a:cubicBezTo>
                    <a:pt x="3254" y="4544"/>
                    <a:pt x="3358" y="4531"/>
                    <a:pt x="3457" y="4509"/>
                  </a:cubicBezTo>
                  <a:cubicBezTo>
                    <a:pt x="3829" y="4432"/>
                    <a:pt x="4135" y="4212"/>
                    <a:pt x="4338" y="3894"/>
                  </a:cubicBezTo>
                  <a:cubicBezTo>
                    <a:pt x="4542" y="3580"/>
                    <a:pt x="4606" y="3203"/>
                    <a:pt x="4530" y="2838"/>
                  </a:cubicBezTo>
                  <a:cubicBezTo>
                    <a:pt x="4448" y="2472"/>
                    <a:pt x="4228" y="2159"/>
                    <a:pt x="3915" y="1961"/>
                  </a:cubicBezTo>
                  <a:cubicBezTo>
                    <a:pt x="3680" y="1812"/>
                    <a:pt x="3417" y="1740"/>
                    <a:pt x="3158" y="1740"/>
                  </a:cubicBezTo>
                  <a:close/>
                  <a:moveTo>
                    <a:pt x="2574" y="161"/>
                  </a:moveTo>
                  <a:cubicBezTo>
                    <a:pt x="2726" y="161"/>
                    <a:pt x="2860" y="264"/>
                    <a:pt x="2895" y="419"/>
                  </a:cubicBezTo>
                  <a:lnTo>
                    <a:pt x="2993" y="854"/>
                  </a:lnTo>
                  <a:cubicBezTo>
                    <a:pt x="2998" y="891"/>
                    <a:pt x="3027" y="918"/>
                    <a:pt x="3062" y="918"/>
                  </a:cubicBezTo>
                  <a:cubicBezTo>
                    <a:pt x="3066" y="918"/>
                    <a:pt x="3070" y="918"/>
                    <a:pt x="3074" y="917"/>
                  </a:cubicBezTo>
                  <a:cubicBezTo>
                    <a:pt x="3102" y="916"/>
                    <a:pt x="3129" y="916"/>
                    <a:pt x="3157" y="916"/>
                  </a:cubicBezTo>
                  <a:cubicBezTo>
                    <a:pt x="3447" y="916"/>
                    <a:pt x="3732" y="969"/>
                    <a:pt x="4003" y="1080"/>
                  </a:cubicBezTo>
                  <a:cubicBezTo>
                    <a:pt x="4014" y="1086"/>
                    <a:pt x="4025" y="1088"/>
                    <a:pt x="4037" y="1088"/>
                  </a:cubicBezTo>
                  <a:cubicBezTo>
                    <a:pt x="4063" y="1088"/>
                    <a:pt x="4089" y="1075"/>
                    <a:pt x="4100" y="1051"/>
                  </a:cubicBezTo>
                  <a:lnTo>
                    <a:pt x="4344" y="673"/>
                  </a:lnTo>
                  <a:cubicBezTo>
                    <a:pt x="4391" y="598"/>
                    <a:pt x="4461" y="547"/>
                    <a:pt x="4547" y="529"/>
                  </a:cubicBezTo>
                  <a:cubicBezTo>
                    <a:pt x="4569" y="524"/>
                    <a:pt x="4591" y="522"/>
                    <a:pt x="4613" y="522"/>
                  </a:cubicBezTo>
                  <a:cubicBezTo>
                    <a:pt x="4678" y="522"/>
                    <a:pt x="4740" y="541"/>
                    <a:pt x="4796" y="576"/>
                  </a:cubicBezTo>
                  <a:cubicBezTo>
                    <a:pt x="4873" y="622"/>
                    <a:pt x="4924" y="697"/>
                    <a:pt x="4943" y="778"/>
                  </a:cubicBezTo>
                  <a:cubicBezTo>
                    <a:pt x="4959" y="866"/>
                    <a:pt x="4948" y="959"/>
                    <a:pt x="4895" y="1028"/>
                  </a:cubicBezTo>
                  <a:lnTo>
                    <a:pt x="4657" y="1404"/>
                  </a:lnTo>
                  <a:cubicBezTo>
                    <a:pt x="4635" y="1439"/>
                    <a:pt x="4640" y="1481"/>
                    <a:pt x="4670" y="1509"/>
                  </a:cubicBezTo>
                  <a:cubicBezTo>
                    <a:pt x="4908" y="1725"/>
                    <a:pt x="5087" y="1985"/>
                    <a:pt x="5214" y="2281"/>
                  </a:cubicBezTo>
                  <a:cubicBezTo>
                    <a:pt x="5225" y="2317"/>
                    <a:pt x="5257" y="2334"/>
                    <a:pt x="5289" y="2334"/>
                  </a:cubicBezTo>
                  <a:cubicBezTo>
                    <a:pt x="5293" y="2334"/>
                    <a:pt x="5297" y="2334"/>
                    <a:pt x="5302" y="2333"/>
                  </a:cubicBezTo>
                  <a:lnTo>
                    <a:pt x="5736" y="2234"/>
                  </a:lnTo>
                  <a:cubicBezTo>
                    <a:pt x="5761" y="2229"/>
                    <a:pt x="5785" y="2226"/>
                    <a:pt x="5809" y="2226"/>
                  </a:cubicBezTo>
                  <a:cubicBezTo>
                    <a:pt x="5962" y="2226"/>
                    <a:pt x="6097" y="2333"/>
                    <a:pt x="6131" y="2483"/>
                  </a:cubicBezTo>
                  <a:cubicBezTo>
                    <a:pt x="6172" y="2664"/>
                    <a:pt x="6062" y="2838"/>
                    <a:pt x="5882" y="2879"/>
                  </a:cubicBezTo>
                  <a:lnTo>
                    <a:pt x="5446" y="2978"/>
                  </a:lnTo>
                  <a:cubicBezTo>
                    <a:pt x="5406" y="2983"/>
                    <a:pt x="5382" y="3018"/>
                    <a:pt x="5382" y="3058"/>
                  </a:cubicBezTo>
                  <a:cubicBezTo>
                    <a:pt x="5395" y="3377"/>
                    <a:pt x="5337" y="3690"/>
                    <a:pt x="5214" y="3987"/>
                  </a:cubicBezTo>
                  <a:cubicBezTo>
                    <a:pt x="5203" y="4022"/>
                    <a:pt x="5214" y="4062"/>
                    <a:pt x="5249" y="4084"/>
                  </a:cubicBezTo>
                  <a:lnTo>
                    <a:pt x="5626" y="4322"/>
                  </a:lnTo>
                  <a:cubicBezTo>
                    <a:pt x="5696" y="4375"/>
                    <a:pt x="5749" y="4445"/>
                    <a:pt x="5771" y="4531"/>
                  </a:cubicBezTo>
                  <a:cubicBezTo>
                    <a:pt x="5789" y="4619"/>
                    <a:pt x="5771" y="4705"/>
                    <a:pt x="5725" y="4780"/>
                  </a:cubicBezTo>
                  <a:cubicBezTo>
                    <a:pt x="5662" y="4878"/>
                    <a:pt x="5555" y="4932"/>
                    <a:pt x="5446" y="4932"/>
                  </a:cubicBezTo>
                  <a:cubicBezTo>
                    <a:pt x="5385" y="4932"/>
                    <a:pt x="5323" y="4915"/>
                    <a:pt x="5267" y="4879"/>
                  </a:cubicBezTo>
                  <a:lnTo>
                    <a:pt x="4890" y="4641"/>
                  </a:lnTo>
                  <a:cubicBezTo>
                    <a:pt x="4878" y="4632"/>
                    <a:pt x="4864" y="4628"/>
                    <a:pt x="4849" y="4628"/>
                  </a:cubicBezTo>
                  <a:cubicBezTo>
                    <a:pt x="4829" y="4628"/>
                    <a:pt x="4808" y="4637"/>
                    <a:pt x="4791" y="4654"/>
                  </a:cubicBezTo>
                  <a:cubicBezTo>
                    <a:pt x="4571" y="4892"/>
                    <a:pt x="4309" y="5071"/>
                    <a:pt x="4014" y="5193"/>
                  </a:cubicBezTo>
                  <a:cubicBezTo>
                    <a:pt x="3979" y="5211"/>
                    <a:pt x="3961" y="5251"/>
                    <a:pt x="3968" y="5286"/>
                  </a:cubicBezTo>
                  <a:lnTo>
                    <a:pt x="4065" y="5720"/>
                  </a:lnTo>
                  <a:cubicBezTo>
                    <a:pt x="4084" y="5808"/>
                    <a:pt x="4065" y="5894"/>
                    <a:pt x="4019" y="5971"/>
                  </a:cubicBezTo>
                  <a:cubicBezTo>
                    <a:pt x="3974" y="6046"/>
                    <a:pt x="3898" y="6097"/>
                    <a:pt x="3811" y="6116"/>
                  </a:cubicBezTo>
                  <a:cubicBezTo>
                    <a:pt x="3788" y="6120"/>
                    <a:pt x="3764" y="6123"/>
                    <a:pt x="3741" y="6123"/>
                  </a:cubicBezTo>
                  <a:cubicBezTo>
                    <a:pt x="3679" y="6123"/>
                    <a:pt x="3617" y="6106"/>
                    <a:pt x="3567" y="6068"/>
                  </a:cubicBezTo>
                  <a:cubicBezTo>
                    <a:pt x="3492" y="6022"/>
                    <a:pt x="3439" y="5953"/>
                    <a:pt x="3422" y="5866"/>
                  </a:cubicBezTo>
                  <a:lnTo>
                    <a:pt x="3323" y="5431"/>
                  </a:lnTo>
                  <a:cubicBezTo>
                    <a:pt x="3318" y="5390"/>
                    <a:pt x="3283" y="5367"/>
                    <a:pt x="3248" y="5367"/>
                  </a:cubicBezTo>
                  <a:lnTo>
                    <a:pt x="3243" y="5367"/>
                  </a:lnTo>
                  <a:cubicBezTo>
                    <a:pt x="3214" y="5368"/>
                    <a:pt x="3186" y="5368"/>
                    <a:pt x="3158" y="5368"/>
                  </a:cubicBezTo>
                  <a:cubicBezTo>
                    <a:pt x="2868" y="5368"/>
                    <a:pt x="2584" y="5310"/>
                    <a:pt x="2314" y="5198"/>
                  </a:cubicBezTo>
                  <a:cubicBezTo>
                    <a:pt x="2305" y="5195"/>
                    <a:pt x="2296" y="5194"/>
                    <a:pt x="2287" y="5194"/>
                  </a:cubicBezTo>
                  <a:cubicBezTo>
                    <a:pt x="2258" y="5194"/>
                    <a:pt x="2229" y="5207"/>
                    <a:pt x="2215" y="5233"/>
                  </a:cubicBezTo>
                  <a:lnTo>
                    <a:pt x="1972" y="5605"/>
                  </a:lnTo>
                  <a:cubicBezTo>
                    <a:pt x="1908" y="5706"/>
                    <a:pt x="1802" y="5761"/>
                    <a:pt x="1693" y="5761"/>
                  </a:cubicBezTo>
                  <a:cubicBezTo>
                    <a:pt x="1634" y="5761"/>
                    <a:pt x="1573" y="5744"/>
                    <a:pt x="1519" y="5709"/>
                  </a:cubicBezTo>
                  <a:cubicBezTo>
                    <a:pt x="1363" y="5610"/>
                    <a:pt x="1323" y="5407"/>
                    <a:pt x="1415" y="5251"/>
                  </a:cubicBezTo>
                  <a:lnTo>
                    <a:pt x="1658" y="4874"/>
                  </a:lnTo>
                  <a:cubicBezTo>
                    <a:pt x="1676" y="4844"/>
                    <a:pt x="1676" y="4799"/>
                    <a:pt x="1647" y="4775"/>
                  </a:cubicBezTo>
                  <a:cubicBezTo>
                    <a:pt x="1409" y="4555"/>
                    <a:pt x="1230" y="4293"/>
                    <a:pt x="1101" y="3998"/>
                  </a:cubicBezTo>
                  <a:cubicBezTo>
                    <a:pt x="1092" y="3968"/>
                    <a:pt x="1061" y="3951"/>
                    <a:pt x="1030" y="3951"/>
                  </a:cubicBezTo>
                  <a:cubicBezTo>
                    <a:pt x="1025" y="3951"/>
                    <a:pt x="1020" y="3951"/>
                    <a:pt x="1015" y="3952"/>
                  </a:cubicBezTo>
                  <a:lnTo>
                    <a:pt x="574" y="4050"/>
                  </a:lnTo>
                  <a:cubicBezTo>
                    <a:pt x="553" y="4054"/>
                    <a:pt x="531" y="4056"/>
                    <a:pt x="510" y="4056"/>
                  </a:cubicBezTo>
                  <a:cubicBezTo>
                    <a:pt x="447" y="4056"/>
                    <a:pt x="382" y="4038"/>
                    <a:pt x="330" y="4004"/>
                  </a:cubicBezTo>
                  <a:cubicBezTo>
                    <a:pt x="255" y="3958"/>
                    <a:pt x="202" y="3882"/>
                    <a:pt x="185" y="3795"/>
                  </a:cubicBezTo>
                  <a:cubicBezTo>
                    <a:pt x="162" y="3708"/>
                    <a:pt x="180" y="3621"/>
                    <a:pt x="226" y="3546"/>
                  </a:cubicBezTo>
                  <a:cubicBezTo>
                    <a:pt x="272" y="3476"/>
                    <a:pt x="348" y="3423"/>
                    <a:pt x="435" y="3406"/>
                  </a:cubicBezTo>
                  <a:lnTo>
                    <a:pt x="870" y="3307"/>
                  </a:lnTo>
                  <a:cubicBezTo>
                    <a:pt x="911" y="3302"/>
                    <a:pt x="933" y="3267"/>
                    <a:pt x="933" y="3227"/>
                  </a:cubicBezTo>
                  <a:cubicBezTo>
                    <a:pt x="922" y="2908"/>
                    <a:pt x="975" y="2595"/>
                    <a:pt x="1096" y="2293"/>
                  </a:cubicBezTo>
                  <a:cubicBezTo>
                    <a:pt x="1114" y="2258"/>
                    <a:pt x="1101" y="2217"/>
                    <a:pt x="1067" y="2199"/>
                  </a:cubicBezTo>
                  <a:lnTo>
                    <a:pt x="689" y="1956"/>
                  </a:lnTo>
                  <a:cubicBezTo>
                    <a:pt x="614" y="1910"/>
                    <a:pt x="568" y="1835"/>
                    <a:pt x="545" y="1747"/>
                  </a:cubicBezTo>
                  <a:cubicBezTo>
                    <a:pt x="528" y="1666"/>
                    <a:pt x="545" y="1573"/>
                    <a:pt x="592" y="1503"/>
                  </a:cubicBezTo>
                  <a:cubicBezTo>
                    <a:pt x="638" y="1428"/>
                    <a:pt x="713" y="1377"/>
                    <a:pt x="801" y="1358"/>
                  </a:cubicBezTo>
                  <a:cubicBezTo>
                    <a:pt x="826" y="1351"/>
                    <a:pt x="852" y="1348"/>
                    <a:pt x="878" y="1348"/>
                  </a:cubicBezTo>
                  <a:cubicBezTo>
                    <a:pt x="938" y="1348"/>
                    <a:pt x="996" y="1367"/>
                    <a:pt x="1044" y="1399"/>
                  </a:cubicBezTo>
                  <a:lnTo>
                    <a:pt x="1420" y="1642"/>
                  </a:lnTo>
                  <a:cubicBezTo>
                    <a:pt x="1434" y="1650"/>
                    <a:pt x="1449" y="1653"/>
                    <a:pt x="1464" y="1653"/>
                  </a:cubicBezTo>
                  <a:cubicBezTo>
                    <a:pt x="1486" y="1653"/>
                    <a:pt x="1508" y="1645"/>
                    <a:pt x="1525" y="1631"/>
                  </a:cubicBezTo>
                  <a:cubicBezTo>
                    <a:pt x="1740" y="1393"/>
                    <a:pt x="2001" y="1208"/>
                    <a:pt x="2303" y="1086"/>
                  </a:cubicBezTo>
                  <a:cubicBezTo>
                    <a:pt x="2338" y="1074"/>
                    <a:pt x="2354" y="1034"/>
                    <a:pt x="2349" y="999"/>
                  </a:cubicBezTo>
                  <a:lnTo>
                    <a:pt x="2250" y="558"/>
                  </a:lnTo>
                  <a:cubicBezTo>
                    <a:pt x="2233" y="472"/>
                    <a:pt x="2250" y="384"/>
                    <a:pt x="2297" y="309"/>
                  </a:cubicBezTo>
                  <a:cubicBezTo>
                    <a:pt x="2343" y="239"/>
                    <a:pt x="2418" y="186"/>
                    <a:pt x="2499" y="169"/>
                  </a:cubicBezTo>
                  <a:cubicBezTo>
                    <a:pt x="2524" y="164"/>
                    <a:pt x="2550" y="161"/>
                    <a:pt x="2574" y="161"/>
                  </a:cubicBezTo>
                  <a:close/>
                  <a:moveTo>
                    <a:pt x="2577" y="1"/>
                  </a:moveTo>
                  <a:cubicBezTo>
                    <a:pt x="2542" y="1"/>
                    <a:pt x="2507" y="4"/>
                    <a:pt x="2471" y="12"/>
                  </a:cubicBezTo>
                  <a:cubicBezTo>
                    <a:pt x="2338" y="41"/>
                    <a:pt x="2233" y="117"/>
                    <a:pt x="2164" y="228"/>
                  </a:cubicBezTo>
                  <a:cubicBezTo>
                    <a:pt x="2089" y="338"/>
                    <a:pt x="2065" y="465"/>
                    <a:pt x="2094" y="593"/>
                  </a:cubicBezTo>
                  <a:lnTo>
                    <a:pt x="2175" y="964"/>
                  </a:lnTo>
                  <a:cubicBezTo>
                    <a:pt x="1902" y="1086"/>
                    <a:pt x="1664" y="1260"/>
                    <a:pt x="1455" y="1468"/>
                  </a:cubicBezTo>
                  <a:lnTo>
                    <a:pt x="1131" y="1265"/>
                  </a:lnTo>
                  <a:cubicBezTo>
                    <a:pt x="1052" y="1216"/>
                    <a:pt x="965" y="1190"/>
                    <a:pt x="875" y="1190"/>
                  </a:cubicBezTo>
                  <a:cubicBezTo>
                    <a:pt x="839" y="1190"/>
                    <a:pt x="802" y="1194"/>
                    <a:pt x="766" y="1202"/>
                  </a:cubicBezTo>
                  <a:cubicBezTo>
                    <a:pt x="638" y="1230"/>
                    <a:pt x="528" y="1307"/>
                    <a:pt x="458" y="1417"/>
                  </a:cubicBezTo>
                  <a:cubicBezTo>
                    <a:pt x="389" y="1527"/>
                    <a:pt x="365" y="1655"/>
                    <a:pt x="389" y="1782"/>
                  </a:cubicBezTo>
                  <a:cubicBezTo>
                    <a:pt x="418" y="1910"/>
                    <a:pt x="493" y="2020"/>
                    <a:pt x="603" y="2089"/>
                  </a:cubicBezTo>
                  <a:lnTo>
                    <a:pt x="927" y="2298"/>
                  </a:lnTo>
                  <a:cubicBezTo>
                    <a:pt x="817" y="2577"/>
                    <a:pt x="772" y="2866"/>
                    <a:pt x="772" y="3168"/>
                  </a:cubicBezTo>
                  <a:lnTo>
                    <a:pt x="400" y="3249"/>
                  </a:lnTo>
                  <a:cubicBezTo>
                    <a:pt x="272" y="3278"/>
                    <a:pt x="162" y="3353"/>
                    <a:pt x="92" y="3465"/>
                  </a:cubicBezTo>
                  <a:cubicBezTo>
                    <a:pt x="23" y="3575"/>
                    <a:pt x="0" y="3701"/>
                    <a:pt x="28" y="3830"/>
                  </a:cubicBezTo>
                  <a:cubicBezTo>
                    <a:pt x="57" y="3958"/>
                    <a:pt x="132" y="4068"/>
                    <a:pt x="244" y="4137"/>
                  </a:cubicBezTo>
                  <a:cubicBezTo>
                    <a:pt x="323" y="4187"/>
                    <a:pt x="411" y="4214"/>
                    <a:pt x="501" y="4214"/>
                  </a:cubicBezTo>
                  <a:cubicBezTo>
                    <a:pt x="537" y="4214"/>
                    <a:pt x="573" y="4209"/>
                    <a:pt x="609" y="4201"/>
                  </a:cubicBezTo>
                  <a:lnTo>
                    <a:pt x="980" y="4119"/>
                  </a:lnTo>
                  <a:cubicBezTo>
                    <a:pt x="1107" y="4392"/>
                    <a:pt x="1275" y="4636"/>
                    <a:pt x="1490" y="4844"/>
                  </a:cubicBezTo>
                  <a:lnTo>
                    <a:pt x="1281" y="5163"/>
                  </a:lnTo>
                  <a:cubicBezTo>
                    <a:pt x="1136" y="5396"/>
                    <a:pt x="1206" y="5698"/>
                    <a:pt x="1433" y="5843"/>
                  </a:cubicBezTo>
                  <a:cubicBezTo>
                    <a:pt x="1514" y="5895"/>
                    <a:pt x="1605" y="5920"/>
                    <a:pt x="1695" y="5920"/>
                  </a:cubicBezTo>
                  <a:cubicBezTo>
                    <a:pt x="1855" y="5920"/>
                    <a:pt x="2013" y="5840"/>
                    <a:pt x="2105" y="5692"/>
                  </a:cubicBezTo>
                  <a:lnTo>
                    <a:pt x="2314" y="5372"/>
                  </a:lnTo>
                  <a:cubicBezTo>
                    <a:pt x="2592" y="5477"/>
                    <a:pt x="2882" y="5529"/>
                    <a:pt x="3184" y="5529"/>
                  </a:cubicBezTo>
                  <a:lnTo>
                    <a:pt x="3265" y="5901"/>
                  </a:lnTo>
                  <a:cubicBezTo>
                    <a:pt x="3294" y="6028"/>
                    <a:pt x="3369" y="6138"/>
                    <a:pt x="3481" y="6207"/>
                  </a:cubicBezTo>
                  <a:cubicBezTo>
                    <a:pt x="3556" y="6255"/>
                    <a:pt x="3648" y="6284"/>
                    <a:pt x="3741" y="6284"/>
                  </a:cubicBezTo>
                  <a:cubicBezTo>
                    <a:pt x="3776" y="6284"/>
                    <a:pt x="3811" y="6277"/>
                    <a:pt x="3845" y="6271"/>
                  </a:cubicBezTo>
                  <a:cubicBezTo>
                    <a:pt x="3974" y="6242"/>
                    <a:pt x="4084" y="6167"/>
                    <a:pt x="4153" y="6057"/>
                  </a:cubicBezTo>
                  <a:cubicBezTo>
                    <a:pt x="4223" y="5947"/>
                    <a:pt x="4246" y="5813"/>
                    <a:pt x="4223" y="5685"/>
                  </a:cubicBezTo>
                  <a:lnTo>
                    <a:pt x="4135" y="5315"/>
                  </a:lnTo>
                  <a:cubicBezTo>
                    <a:pt x="4408" y="5193"/>
                    <a:pt x="4652" y="5024"/>
                    <a:pt x="4860" y="4810"/>
                  </a:cubicBezTo>
                  <a:lnTo>
                    <a:pt x="5186" y="5013"/>
                  </a:lnTo>
                  <a:cubicBezTo>
                    <a:pt x="5268" y="5067"/>
                    <a:pt x="5359" y="5093"/>
                    <a:pt x="5449" y="5093"/>
                  </a:cubicBezTo>
                  <a:cubicBezTo>
                    <a:pt x="5609" y="5093"/>
                    <a:pt x="5766" y="5012"/>
                    <a:pt x="5859" y="4868"/>
                  </a:cubicBezTo>
                  <a:cubicBezTo>
                    <a:pt x="5928" y="4758"/>
                    <a:pt x="5952" y="4624"/>
                    <a:pt x="5923" y="4496"/>
                  </a:cubicBezTo>
                  <a:cubicBezTo>
                    <a:pt x="5899" y="4370"/>
                    <a:pt x="5818" y="4258"/>
                    <a:pt x="5708" y="4189"/>
                  </a:cubicBezTo>
                  <a:lnTo>
                    <a:pt x="5388" y="3987"/>
                  </a:lnTo>
                  <a:cubicBezTo>
                    <a:pt x="5492" y="3708"/>
                    <a:pt x="5545" y="3417"/>
                    <a:pt x="5545" y="3117"/>
                  </a:cubicBezTo>
                  <a:lnTo>
                    <a:pt x="5917" y="3035"/>
                  </a:lnTo>
                  <a:cubicBezTo>
                    <a:pt x="6177" y="2978"/>
                    <a:pt x="6346" y="2716"/>
                    <a:pt x="6287" y="2448"/>
                  </a:cubicBezTo>
                  <a:cubicBezTo>
                    <a:pt x="6238" y="2223"/>
                    <a:pt x="6035" y="2067"/>
                    <a:pt x="5813" y="2067"/>
                  </a:cubicBezTo>
                  <a:cubicBezTo>
                    <a:pt x="5778" y="2067"/>
                    <a:pt x="5743" y="2070"/>
                    <a:pt x="5708" y="2078"/>
                  </a:cubicBezTo>
                  <a:lnTo>
                    <a:pt x="5331" y="2159"/>
                  </a:lnTo>
                  <a:cubicBezTo>
                    <a:pt x="5208" y="1886"/>
                    <a:pt x="5040" y="1642"/>
                    <a:pt x="4826" y="1439"/>
                  </a:cubicBezTo>
                  <a:lnTo>
                    <a:pt x="5034" y="1115"/>
                  </a:lnTo>
                  <a:cubicBezTo>
                    <a:pt x="5104" y="1005"/>
                    <a:pt x="5128" y="877"/>
                    <a:pt x="5098" y="750"/>
                  </a:cubicBezTo>
                  <a:cubicBezTo>
                    <a:pt x="5069" y="622"/>
                    <a:pt x="4994" y="512"/>
                    <a:pt x="4884" y="442"/>
                  </a:cubicBezTo>
                  <a:cubicBezTo>
                    <a:pt x="4805" y="388"/>
                    <a:pt x="4713" y="361"/>
                    <a:pt x="4620" y="361"/>
                  </a:cubicBezTo>
                  <a:cubicBezTo>
                    <a:pt x="4584" y="361"/>
                    <a:pt x="4548" y="365"/>
                    <a:pt x="4512" y="373"/>
                  </a:cubicBezTo>
                  <a:cubicBezTo>
                    <a:pt x="4386" y="402"/>
                    <a:pt x="4281" y="477"/>
                    <a:pt x="4205" y="587"/>
                  </a:cubicBezTo>
                  <a:lnTo>
                    <a:pt x="4003" y="912"/>
                  </a:lnTo>
                  <a:cubicBezTo>
                    <a:pt x="3738" y="807"/>
                    <a:pt x="3467" y="755"/>
                    <a:pt x="3177" y="755"/>
                  </a:cubicBezTo>
                  <a:cubicBezTo>
                    <a:pt x="3162" y="755"/>
                    <a:pt x="3148" y="755"/>
                    <a:pt x="3133" y="756"/>
                  </a:cubicBezTo>
                  <a:lnTo>
                    <a:pt x="3051" y="384"/>
                  </a:lnTo>
                  <a:cubicBezTo>
                    <a:pt x="3001" y="153"/>
                    <a:pt x="2799" y="1"/>
                    <a:pt x="25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7"/>
            <p:cNvSpPr/>
            <p:nvPr/>
          </p:nvSpPr>
          <p:spPr>
            <a:xfrm>
              <a:off x="2538075" y="2699425"/>
              <a:ext cx="155200" cy="153100"/>
            </a:xfrm>
            <a:custGeom>
              <a:avLst/>
              <a:gdLst/>
              <a:ahLst/>
              <a:cxnLst/>
              <a:rect l="l" t="t" r="r" b="b"/>
              <a:pathLst>
                <a:path w="6208" h="6124" extrusionOk="0">
                  <a:moveTo>
                    <a:pt x="3106" y="1739"/>
                  </a:moveTo>
                  <a:cubicBezTo>
                    <a:pt x="3350" y="1739"/>
                    <a:pt x="3597" y="1807"/>
                    <a:pt x="3817" y="1949"/>
                  </a:cubicBezTo>
                  <a:cubicBezTo>
                    <a:pt x="4433" y="2343"/>
                    <a:pt x="4612" y="3161"/>
                    <a:pt x="4218" y="3775"/>
                  </a:cubicBezTo>
                  <a:cubicBezTo>
                    <a:pt x="3965" y="4170"/>
                    <a:pt x="3538" y="4385"/>
                    <a:pt x="3102" y="4385"/>
                  </a:cubicBezTo>
                  <a:cubicBezTo>
                    <a:pt x="2858" y="4385"/>
                    <a:pt x="2611" y="4318"/>
                    <a:pt x="2390" y="4176"/>
                  </a:cubicBezTo>
                  <a:cubicBezTo>
                    <a:pt x="1775" y="3781"/>
                    <a:pt x="1596" y="2964"/>
                    <a:pt x="1991" y="2348"/>
                  </a:cubicBezTo>
                  <a:cubicBezTo>
                    <a:pt x="2243" y="1955"/>
                    <a:pt x="2670" y="1739"/>
                    <a:pt x="3106" y="1739"/>
                  </a:cubicBezTo>
                  <a:close/>
                  <a:moveTo>
                    <a:pt x="2524" y="0"/>
                  </a:moveTo>
                  <a:cubicBezTo>
                    <a:pt x="2493" y="0"/>
                    <a:pt x="2462" y="4"/>
                    <a:pt x="2431" y="11"/>
                  </a:cubicBezTo>
                  <a:cubicBezTo>
                    <a:pt x="2211" y="57"/>
                    <a:pt x="2072" y="278"/>
                    <a:pt x="2118" y="498"/>
                  </a:cubicBezTo>
                  <a:lnTo>
                    <a:pt x="2216" y="934"/>
                  </a:lnTo>
                  <a:cubicBezTo>
                    <a:pt x="1914" y="1061"/>
                    <a:pt x="1643" y="1247"/>
                    <a:pt x="1410" y="1496"/>
                  </a:cubicBezTo>
                  <a:lnTo>
                    <a:pt x="1033" y="1253"/>
                  </a:lnTo>
                  <a:cubicBezTo>
                    <a:pt x="967" y="1209"/>
                    <a:pt x="892" y="1188"/>
                    <a:pt x="818" y="1188"/>
                  </a:cubicBezTo>
                  <a:cubicBezTo>
                    <a:pt x="683" y="1188"/>
                    <a:pt x="549" y="1256"/>
                    <a:pt x="471" y="1379"/>
                  </a:cubicBezTo>
                  <a:cubicBezTo>
                    <a:pt x="348" y="1571"/>
                    <a:pt x="407" y="1821"/>
                    <a:pt x="592" y="1943"/>
                  </a:cubicBezTo>
                  <a:lnTo>
                    <a:pt x="969" y="2187"/>
                  </a:lnTo>
                  <a:cubicBezTo>
                    <a:pt x="842" y="2500"/>
                    <a:pt x="789" y="2824"/>
                    <a:pt x="801" y="3149"/>
                  </a:cubicBezTo>
                  <a:lnTo>
                    <a:pt x="366" y="3248"/>
                  </a:lnTo>
                  <a:cubicBezTo>
                    <a:pt x="146" y="3294"/>
                    <a:pt x="0" y="3515"/>
                    <a:pt x="53" y="3735"/>
                  </a:cubicBezTo>
                  <a:cubicBezTo>
                    <a:pt x="93" y="3927"/>
                    <a:pt x="266" y="4057"/>
                    <a:pt x="456" y="4057"/>
                  </a:cubicBezTo>
                  <a:cubicBezTo>
                    <a:pt x="484" y="4057"/>
                    <a:pt x="512" y="4054"/>
                    <a:pt x="540" y="4048"/>
                  </a:cubicBezTo>
                  <a:lnTo>
                    <a:pt x="975" y="3949"/>
                  </a:lnTo>
                  <a:cubicBezTo>
                    <a:pt x="1103" y="4251"/>
                    <a:pt x="1288" y="4524"/>
                    <a:pt x="1538" y="4755"/>
                  </a:cubicBezTo>
                  <a:lnTo>
                    <a:pt x="1295" y="5133"/>
                  </a:lnTo>
                  <a:cubicBezTo>
                    <a:pt x="1172" y="5319"/>
                    <a:pt x="1231" y="5574"/>
                    <a:pt x="1421" y="5695"/>
                  </a:cubicBezTo>
                  <a:cubicBezTo>
                    <a:pt x="1490" y="5739"/>
                    <a:pt x="1566" y="5760"/>
                    <a:pt x="1641" y="5760"/>
                  </a:cubicBezTo>
                  <a:cubicBezTo>
                    <a:pt x="1775" y="5760"/>
                    <a:pt x="1906" y="5693"/>
                    <a:pt x="1984" y="5574"/>
                  </a:cubicBezTo>
                  <a:lnTo>
                    <a:pt x="2228" y="5197"/>
                  </a:lnTo>
                  <a:cubicBezTo>
                    <a:pt x="2513" y="5314"/>
                    <a:pt x="2809" y="5367"/>
                    <a:pt x="3105" y="5367"/>
                  </a:cubicBezTo>
                  <a:cubicBezTo>
                    <a:pt x="3134" y="5367"/>
                    <a:pt x="3162" y="5366"/>
                    <a:pt x="3191" y="5365"/>
                  </a:cubicBezTo>
                  <a:lnTo>
                    <a:pt x="3290" y="5800"/>
                  </a:lnTo>
                  <a:cubicBezTo>
                    <a:pt x="3329" y="5994"/>
                    <a:pt x="3497" y="6124"/>
                    <a:pt x="3683" y="6124"/>
                  </a:cubicBezTo>
                  <a:cubicBezTo>
                    <a:pt x="3714" y="6124"/>
                    <a:pt x="3746" y="6120"/>
                    <a:pt x="3777" y="6113"/>
                  </a:cubicBezTo>
                  <a:cubicBezTo>
                    <a:pt x="3997" y="6067"/>
                    <a:pt x="4136" y="5847"/>
                    <a:pt x="4090" y="5626"/>
                  </a:cubicBezTo>
                  <a:lnTo>
                    <a:pt x="3991" y="5191"/>
                  </a:lnTo>
                  <a:cubicBezTo>
                    <a:pt x="4294" y="5063"/>
                    <a:pt x="4566" y="4878"/>
                    <a:pt x="4798" y="4629"/>
                  </a:cubicBezTo>
                  <a:lnTo>
                    <a:pt x="5175" y="4872"/>
                  </a:lnTo>
                  <a:cubicBezTo>
                    <a:pt x="5241" y="4915"/>
                    <a:pt x="5315" y="4936"/>
                    <a:pt x="5390" y="4936"/>
                  </a:cubicBezTo>
                  <a:cubicBezTo>
                    <a:pt x="5525" y="4936"/>
                    <a:pt x="5659" y="4868"/>
                    <a:pt x="5737" y="4744"/>
                  </a:cubicBezTo>
                  <a:cubicBezTo>
                    <a:pt x="5860" y="4554"/>
                    <a:pt x="5801" y="4303"/>
                    <a:pt x="5616" y="4182"/>
                  </a:cubicBezTo>
                  <a:lnTo>
                    <a:pt x="5239" y="3938"/>
                  </a:lnTo>
                  <a:cubicBezTo>
                    <a:pt x="5367" y="3625"/>
                    <a:pt x="5418" y="3301"/>
                    <a:pt x="5407" y="2975"/>
                  </a:cubicBezTo>
                  <a:lnTo>
                    <a:pt x="5842" y="2876"/>
                  </a:lnTo>
                  <a:cubicBezTo>
                    <a:pt x="6069" y="2830"/>
                    <a:pt x="6208" y="2610"/>
                    <a:pt x="6155" y="2389"/>
                  </a:cubicBezTo>
                  <a:cubicBezTo>
                    <a:pt x="6115" y="2197"/>
                    <a:pt x="5943" y="2067"/>
                    <a:pt x="5753" y="2067"/>
                  </a:cubicBezTo>
                  <a:cubicBezTo>
                    <a:pt x="5725" y="2067"/>
                    <a:pt x="5696" y="2070"/>
                    <a:pt x="5668" y="2075"/>
                  </a:cubicBezTo>
                  <a:lnTo>
                    <a:pt x="5233" y="2174"/>
                  </a:lnTo>
                  <a:cubicBezTo>
                    <a:pt x="5105" y="1874"/>
                    <a:pt x="4920" y="1601"/>
                    <a:pt x="4671" y="1368"/>
                  </a:cubicBezTo>
                  <a:lnTo>
                    <a:pt x="4914" y="991"/>
                  </a:lnTo>
                  <a:cubicBezTo>
                    <a:pt x="5036" y="806"/>
                    <a:pt x="4977" y="551"/>
                    <a:pt x="4786" y="428"/>
                  </a:cubicBezTo>
                  <a:cubicBezTo>
                    <a:pt x="4718" y="385"/>
                    <a:pt x="4642" y="365"/>
                    <a:pt x="4567" y="365"/>
                  </a:cubicBezTo>
                  <a:cubicBezTo>
                    <a:pt x="4433" y="365"/>
                    <a:pt x="4302" y="431"/>
                    <a:pt x="4224" y="551"/>
                  </a:cubicBezTo>
                  <a:lnTo>
                    <a:pt x="3980" y="927"/>
                  </a:lnTo>
                  <a:cubicBezTo>
                    <a:pt x="3697" y="812"/>
                    <a:pt x="3403" y="758"/>
                    <a:pt x="3110" y="758"/>
                  </a:cubicBezTo>
                  <a:cubicBezTo>
                    <a:pt x="3079" y="758"/>
                    <a:pt x="3048" y="759"/>
                    <a:pt x="3017" y="760"/>
                  </a:cubicBezTo>
                  <a:lnTo>
                    <a:pt x="2918" y="324"/>
                  </a:lnTo>
                  <a:cubicBezTo>
                    <a:pt x="2879" y="130"/>
                    <a:pt x="2711" y="0"/>
                    <a:pt x="2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7"/>
            <p:cNvSpPr/>
            <p:nvPr/>
          </p:nvSpPr>
          <p:spPr>
            <a:xfrm>
              <a:off x="2535900" y="2697375"/>
              <a:ext cx="158800" cy="157225"/>
            </a:xfrm>
            <a:custGeom>
              <a:avLst/>
              <a:gdLst/>
              <a:ahLst/>
              <a:cxnLst/>
              <a:rect l="l" t="t" r="r" b="b"/>
              <a:pathLst>
                <a:path w="6352" h="6289" extrusionOk="0">
                  <a:moveTo>
                    <a:pt x="3195" y="1901"/>
                  </a:moveTo>
                  <a:cubicBezTo>
                    <a:pt x="3429" y="1901"/>
                    <a:pt x="3658" y="1969"/>
                    <a:pt x="3859" y="2095"/>
                  </a:cubicBezTo>
                  <a:cubicBezTo>
                    <a:pt x="4143" y="2274"/>
                    <a:pt x="4333" y="2553"/>
                    <a:pt x="4403" y="2877"/>
                  </a:cubicBezTo>
                  <a:cubicBezTo>
                    <a:pt x="4479" y="3202"/>
                    <a:pt x="4415" y="3533"/>
                    <a:pt x="4241" y="3811"/>
                  </a:cubicBezTo>
                  <a:cubicBezTo>
                    <a:pt x="4002" y="4185"/>
                    <a:pt x="3598" y="4387"/>
                    <a:pt x="3187" y="4387"/>
                  </a:cubicBezTo>
                  <a:cubicBezTo>
                    <a:pt x="2959" y="4387"/>
                    <a:pt x="2729" y="4324"/>
                    <a:pt x="2523" y="4194"/>
                  </a:cubicBezTo>
                  <a:cubicBezTo>
                    <a:pt x="2239" y="4015"/>
                    <a:pt x="2049" y="3736"/>
                    <a:pt x="1979" y="3410"/>
                  </a:cubicBezTo>
                  <a:cubicBezTo>
                    <a:pt x="1909" y="3086"/>
                    <a:pt x="1967" y="2756"/>
                    <a:pt x="2141" y="2478"/>
                  </a:cubicBezTo>
                  <a:cubicBezTo>
                    <a:pt x="2322" y="2192"/>
                    <a:pt x="2600" y="2001"/>
                    <a:pt x="2924" y="1932"/>
                  </a:cubicBezTo>
                  <a:cubicBezTo>
                    <a:pt x="3015" y="1911"/>
                    <a:pt x="3105" y="1901"/>
                    <a:pt x="3195" y="1901"/>
                  </a:cubicBezTo>
                  <a:close/>
                  <a:moveTo>
                    <a:pt x="3198" y="1741"/>
                  </a:moveTo>
                  <a:cubicBezTo>
                    <a:pt x="3095" y="1741"/>
                    <a:pt x="2992" y="1752"/>
                    <a:pt x="2890" y="1775"/>
                  </a:cubicBezTo>
                  <a:cubicBezTo>
                    <a:pt x="2523" y="1857"/>
                    <a:pt x="2210" y="2071"/>
                    <a:pt x="2008" y="2390"/>
                  </a:cubicBezTo>
                  <a:cubicBezTo>
                    <a:pt x="1811" y="2703"/>
                    <a:pt x="1741" y="3080"/>
                    <a:pt x="1822" y="3445"/>
                  </a:cubicBezTo>
                  <a:cubicBezTo>
                    <a:pt x="1904" y="3811"/>
                    <a:pt x="2118" y="4125"/>
                    <a:pt x="2437" y="4328"/>
                  </a:cubicBezTo>
                  <a:cubicBezTo>
                    <a:pt x="2670" y="4473"/>
                    <a:pt x="2930" y="4548"/>
                    <a:pt x="3192" y="4548"/>
                  </a:cubicBezTo>
                  <a:cubicBezTo>
                    <a:pt x="3650" y="4548"/>
                    <a:pt x="4108" y="4315"/>
                    <a:pt x="4375" y="3898"/>
                  </a:cubicBezTo>
                  <a:cubicBezTo>
                    <a:pt x="4577" y="3584"/>
                    <a:pt x="4641" y="3209"/>
                    <a:pt x="4560" y="2842"/>
                  </a:cubicBezTo>
                  <a:cubicBezTo>
                    <a:pt x="4479" y="2478"/>
                    <a:pt x="4264" y="2164"/>
                    <a:pt x="3945" y="1961"/>
                  </a:cubicBezTo>
                  <a:cubicBezTo>
                    <a:pt x="3719" y="1815"/>
                    <a:pt x="3461" y="1741"/>
                    <a:pt x="3198" y="1741"/>
                  </a:cubicBezTo>
                  <a:close/>
                  <a:moveTo>
                    <a:pt x="2602" y="162"/>
                  </a:moveTo>
                  <a:cubicBezTo>
                    <a:pt x="2757" y="162"/>
                    <a:pt x="2895" y="266"/>
                    <a:pt x="2930" y="424"/>
                  </a:cubicBezTo>
                  <a:lnTo>
                    <a:pt x="3023" y="859"/>
                  </a:lnTo>
                  <a:cubicBezTo>
                    <a:pt x="3034" y="893"/>
                    <a:pt x="3069" y="923"/>
                    <a:pt x="3104" y="923"/>
                  </a:cubicBezTo>
                  <a:cubicBezTo>
                    <a:pt x="3143" y="920"/>
                    <a:pt x="3181" y="919"/>
                    <a:pt x="3220" y="919"/>
                  </a:cubicBezTo>
                  <a:cubicBezTo>
                    <a:pt x="3503" y="919"/>
                    <a:pt x="3777" y="978"/>
                    <a:pt x="4038" y="1085"/>
                  </a:cubicBezTo>
                  <a:cubicBezTo>
                    <a:pt x="4048" y="1090"/>
                    <a:pt x="4058" y="1092"/>
                    <a:pt x="4067" y="1092"/>
                  </a:cubicBezTo>
                  <a:cubicBezTo>
                    <a:pt x="4094" y="1092"/>
                    <a:pt x="4120" y="1077"/>
                    <a:pt x="4137" y="1056"/>
                  </a:cubicBezTo>
                  <a:lnTo>
                    <a:pt x="4375" y="679"/>
                  </a:lnTo>
                  <a:cubicBezTo>
                    <a:pt x="4437" y="579"/>
                    <a:pt x="4541" y="526"/>
                    <a:pt x="4649" y="526"/>
                  </a:cubicBezTo>
                  <a:cubicBezTo>
                    <a:pt x="4712" y="526"/>
                    <a:pt x="4776" y="544"/>
                    <a:pt x="4833" y="580"/>
                  </a:cubicBezTo>
                  <a:cubicBezTo>
                    <a:pt x="4908" y="626"/>
                    <a:pt x="4954" y="696"/>
                    <a:pt x="4978" y="783"/>
                  </a:cubicBezTo>
                  <a:cubicBezTo>
                    <a:pt x="4995" y="870"/>
                    <a:pt x="4978" y="957"/>
                    <a:pt x="4932" y="1033"/>
                  </a:cubicBezTo>
                  <a:lnTo>
                    <a:pt x="4694" y="1410"/>
                  </a:lnTo>
                  <a:cubicBezTo>
                    <a:pt x="4670" y="1445"/>
                    <a:pt x="4676" y="1485"/>
                    <a:pt x="4705" y="1509"/>
                  </a:cubicBezTo>
                  <a:cubicBezTo>
                    <a:pt x="4937" y="1729"/>
                    <a:pt x="5123" y="1990"/>
                    <a:pt x="5245" y="2286"/>
                  </a:cubicBezTo>
                  <a:cubicBezTo>
                    <a:pt x="5259" y="2314"/>
                    <a:pt x="5284" y="2335"/>
                    <a:pt x="5315" y="2335"/>
                  </a:cubicBezTo>
                  <a:cubicBezTo>
                    <a:pt x="5322" y="2335"/>
                    <a:pt x="5330" y="2334"/>
                    <a:pt x="5337" y="2331"/>
                  </a:cubicBezTo>
                  <a:lnTo>
                    <a:pt x="5773" y="2240"/>
                  </a:lnTo>
                  <a:cubicBezTo>
                    <a:pt x="5799" y="2233"/>
                    <a:pt x="5824" y="2229"/>
                    <a:pt x="5850" y="2229"/>
                  </a:cubicBezTo>
                  <a:cubicBezTo>
                    <a:pt x="5910" y="2229"/>
                    <a:pt x="5969" y="2248"/>
                    <a:pt x="6022" y="2280"/>
                  </a:cubicBezTo>
                  <a:cubicBezTo>
                    <a:pt x="6097" y="2331"/>
                    <a:pt x="6150" y="2401"/>
                    <a:pt x="6167" y="2489"/>
                  </a:cubicBezTo>
                  <a:cubicBezTo>
                    <a:pt x="6185" y="2575"/>
                    <a:pt x="6167" y="2663"/>
                    <a:pt x="6121" y="2738"/>
                  </a:cubicBezTo>
                  <a:cubicBezTo>
                    <a:pt x="6073" y="2813"/>
                    <a:pt x="5998" y="2866"/>
                    <a:pt x="5918" y="2883"/>
                  </a:cubicBezTo>
                  <a:lnTo>
                    <a:pt x="5476" y="2976"/>
                  </a:lnTo>
                  <a:cubicBezTo>
                    <a:pt x="5441" y="2987"/>
                    <a:pt x="5412" y="3022"/>
                    <a:pt x="5419" y="3057"/>
                  </a:cubicBezTo>
                  <a:cubicBezTo>
                    <a:pt x="5430" y="3383"/>
                    <a:pt x="5372" y="3696"/>
                    <a:pt x="5251" y="3991"/>
                  </a:cubicBezTo>
                  <a:cubicBezTo>
                    <a:pt x="5233" y="4026"/>
                    <a:pt x="5251" y="4066"/>
                    <a:pt x="5280" y="4090"/>
                  </a:cubicBezTo>
                  <a:lnTo>
                    <a:pt x="5656" y="4328"/>
                  </a:lnTo>
                  <a:cubicBezTo>
                    <a:pt x="5732" y="4374"/>
                    <a:pt x="5784" y="4449"/>
                    <a:pt x="5802" y="4537"/>
                  </a:cubicBezTo>
                  <a:cubicBezTo>
                    <a:pt x="5819" y="4623"/>
                    <a:pt x="5808" y="4711"/>
                    <a:pt x="5760" y="4786"/>
                  </a:cubicBezTo>
                  <a:cubicBezTo>
                    <a:pt x="5698" y="4883"/>
                    <a:pt x="5589" y="4937"/>
                    <a:pt x="5479" y="4937"/>
                  </a:cubicBezTo>
                  <a:cubicBezTo>
                    <a:pt x="5418" y="4937"/>
                    <a:pt x="5356" y="4920"/>
                    <a:pt x="5302" y="4885"/>
                  </a:cubicBezTo>
                  <a:lnTo>
                    <a:pt x="4925" y="4647"/>
                  </a:lnTo>
                  <a:cubicBezTo>
                    <a:pt x="4910" y="4637"/>
                    <a:pt x="4895" y="4632"/>
                    <a:pt x="4880" y="4632"/>
                  </a:cubicBezTo>
                  <a:cubicBezTo>
                    <a:pt x="4859" y="4632"/>
                    <a:pt x="4840" y="4641"/>
                    <a:pt x="4827" y="4658"/>
                  </a:cubicBezTo>
                  <a:cubicBezTo>
                    <a:pt x="4606" y="4890"/>
                    <a:pt x="4346" y="5075"/>
                    <a:pt x="4049" y="5198"/>
                  </a:cubicBezTo>
                  <a:cubicBezTo>
                    <a:pt x="4014" y="5215"/>
                    <a:pt x="3992" y="5249"/>
                    <a:pt x="4003" y="5290"/>
                  </a:cubicBezTo>
                  <a:lnTo>
                    <a:pt x="4097" y="5726"/>
                  </a:lnTo>
                  <a:cubicBezTo>
                    <a:pt x="4137" y="5905"/>
                    <a:pt x="4027" y="6079"/>
                    <a:pt x="3846" y="6120"/>
                  </a:cubicBezTo>
                  <a:cubicBezTo>
                    <a:pt x="3824" y="6124"/>
                    <a:pt x="3801" y="6126"/>
                    <a:pt x="3780" y="6126"/>
                  </a:cubicBezTo>
                  <a:cubicBezTo>
                    <a:pt x="3625" y="6126"/>
                    <a:pt x="3487" y="6022"/>
                    <a:pt x="3452" y="5865"/>
                  </a:cubicBezTo>
                  <a:lnTo>
                    <a:pt x="3359" y="5429"/>
                  </a:lnTo>
                  <a:cubicBezTo>
                    <a:pt x="3348" y="5394"/>
                    <a:pt x="3318" y="5366"/>
                    <a:pt x="3278" y="5366"/>
                  </a:cubicBezTo>
                  <a:cubicBezTo>
                    <a:pt x="3242" y="5368"/>
                    <a:pt x="3205" y="5369"/>
                    <a:pt x="3169" y="5369"/>
                  </a:cubicBezTo>
                  <a:cubicBezTo>
                    <a:pt x="2884" y="5369"/>
                    <a:pt x="2607" y="5311"/>
                    <a:pt x="2344" y="5204"/>
                  </a:cubicBezTo>
                  <a:cubicBezTo>
                    <a:pt x="2334" y="5199"/>
                    <a:pt x="2324" y="5196"/>
                    <a:pt x="2314" y="5196"/>
                  </a:cubicBezTo>
                  <a:cubicBezTo>
                    <a:pt x="2288" y="5196"/>
                    <a:pt x="2262" y="5212"/>
                    <a:pt x="2245" y="5233"/>
                  </a:cubicBezTo>
                  <a:lnTo>
                    <a:pt x="2008" y="5610"/>
                  </a:lnTo>
                  <a:cubicBezTo>
                    <a:pt x="1946" y="5709"/>
                    <a:pt x="1841" y="5761"/>
                    <a:pt x="1733" y="5761"/>
                  </a:cubicBezTo>
                  <a:cubicBezTo>
                    <a:pt x="1670" y="5761"/>
                    <a:pt x="1607" y="5744"/>
                    <a:pt x="1549" y="5708"/>
                  </a:cubicBezTo>
                  <a:cubicBezTo>
                    <a:pt x="1399" y="5616"/>
                    <a:pt x="1353" y="5407"/>
                    <a:pt x="1451" y="5255"/>
                  </a:cubicBezTo>
                  <a:lnTo>
                    <a:pt x="1688" y="4879"/>
                  </a:lnTo>
                  <a:cubicBezTo>
                    <a:pt x="1712" y="4844"/>
                    <a:pt x="1706" y="4803"/>
                    <a:pt x="1677" y="4780"/>
                  </a:cubicBezTo>
                  <a:cubicBezTo>
                    <a:pt x="1444" y="4559"/>
                    <a:pt x="1259" y="4299"/>
                    <a:pt x="1138" y="4002"/>
                  </a:cubicBezTo>
                  <a:cubicBezTo>
                    <a:pt x="1123" y="3973"/>
                    <a:pt x="1097" y="3953"/>
                    <a:pt x="1066" y="3953"/>
                  </a:cubicBezTo>
                  <a:cubicBezTo>
                    <a:pt x="1059" y="3953"/>
                    <a:pt x="1052" y="3954"/>
                    <a:pt x="1045" y="3956"/>
                  </a:cubicBezTo>
                  <a:lnTo>
                    <a:pt x="609" y="4049"/>
                  </a:lnTo>
                  <a:cubicBezTo>
                    <a:pt x="584" y="4055"/>
                    <a:pt x="559" y="4058"/>
                    <a:pt x="535" y="4058"/>
                  </a:cubicBezTo>
                  <a:cubicBezTo>
                    <a:pt x="384" y="4058"/>
                    <a:pt x="250" y="3955"/>
                    <a:pt x="215" y="3800"/>
                  </a:cubicBezTo>
                  <a:cubicBezTo>
                    <a:pt x="198" y="3713"/>
                    <a:pt x="215" y="3626"/>
                    <a:pt x="261" y="3550"/>
                  </a:cubicBezTo>
                  <a:cubicBezTo>
                    <a:pt x="308" y="3474"/>
                    <a:pt x="384" y="3423"/>
                    <a:pt x="470" y="3405"/>
                  </a:cubicBezTo>
                  <a:lnTo>
                    <a:pt x="906" y="3313"/>
                  </a:lnTo>
                  <a:cubicBezTo>
                    <a:pt x="940" y="3300"/>
                    <a:pt x="970" y="3266"/>
                    <a:pt x="970" y="3231"/>
                  </a:cubicBezTo>
                  <a:cubicBezTo>
                    <a:pt x="952" y="2906"/>
                    <a:pt x="1010" y="2593"/>
                    <a:pt x="1131" y="2297"/>
                  </a:cubicBezTo>
                  <a:cubicBezTo>
                    <a:pt x="1149" y="2262"/>
                    <a:pt x="1131" y="2221"/>
                    <a:pt x="1103" y="2199"/>
                  </a:cubicBezTo>
                  <a:lnTo>
                    <a:pt x="726" y="1961"/>
                  </a:lnTo>
                  <a:cubicBezTo>
                    <a:pt x="651" y="1914"/>
                    <a:pt x="598" y="1839"/>
                    <a:pt x="581" y="1752"/>
                  </a:cubicBezTo>
                  <a:cubicBezTo>
                    <a:pt x="563" y="1665"/>
                    <a:pt x="574" y="1578"/>
                    <a:pt x="627" y="1503"/>
                  </a:cubicBezTo>
                  <a:cubicBezTo>
                    <a:pt x="673" y="1433"/>
                    <a:pt x="743" y="1381"/>
                    <a:pt x="830" y="1357"/>
                  </a:cubicBezTo>
                  <a:cubicBezTo>
                    <a:pt x="852" y="1353"/>
                    <a:pt x="874" y="1351"/>
                    <a:pt x="896" y="1351"/>
                  </a:cubicBezTo>
                  <a:cubicBezTo>
                    <a:pt x="960" y="1351"/>
                    <a:pt x="1024" y="1369"/>
                    <a:pt x="1080" y="1404"/>
                  </a:cubicBezTo>
                  <a:lnTo>
                    <a:pt x="1457" y="1642"/>
                  </a:lnTo>
                  <a:cubicBezTo>
                    <a:pt x="1471" y="1652"/>
                    <a:pt x="1487" y="1656"/>
                    <a:pt x="1502" y="1656"/>
                  </a:cubicBezTo>
                  <a:cubicBezTo>
                    <a:pt x="1523" y="1656"/>
                    <a:pt x="1544" y="1647"/>
                    <a:pt x="1561" y="1630"/>
                  </a:cubicBezTo>
                  <a:cubicBezTo>
                    <a:pt x="1776" y="1399"/>
                    <a:pt x="2036" y="1212"/>
                    <a:pt x="2333" y="1091"/>
                  </a:cubicBezTo>
                  <a:cubicBezTo>
                    <a:pt x="2367" y="1073"/>
                    <a:pt x="2391" y="1038"/>
                    <a:pt x="2379" y="998"/>
                  </a:cubicBezTo>
                  <a:lnTo>
                    <a:pt x="2287" y="563"/>
                  </a:lnTo>
                  <a:cubicBezTo>
                    <a:pt x="2269" y="476"/>
                    <a:pt x="2280" y="389"/>
                    <a:pt x="2327" y="313"/>
                  </a:cubicBezTo>
                  <a:cubicBezTo>
                    <a:pt x="2379" y="238"/>
                    <a:pt x="2448" y="192"/>
                    <a:pt x="2536" y="168"/>
                  </a:cubicBezTo>
                  <a:cubicBezTo>
                    <a:pt x="2558" y="164"/>
                    <a:pt x="2580" y="162"/>
                    <a:pt x="2602" y="162"/>
                  </a:cubicBezTo>
                  <a:close/>
                  <a:moveTo>
                    <a:pt x="2606" y="0"/>
                  </a:moveTo>
                  <a:cubicBezTo>
                    <a:pt x="2571" y="0"/>
                    <a:pt x="2536" y="4"/>
                    <a:pt x="2501" y="12"/>
                  </a:cubicBezTo>
                  <a:cubicBezTo>
                    <a:pt x="2239" y="69"/>
                    <a:pt x="2071" y="331"/>
                    <a:pt x="2129" y="598"/>
                  </a:cubicBezTo>
                  <a:lnTo>
                    <a:pt x="2210" y="968"/>
                  </a:lnTo>
                  <a:cubicBezTo>
                    <a:pt x="1939" y="1091"/>
                    <a:pt x="1695" y="1259"/>
                    <a:pt x="1486" y="1474"/>
                  </a:cubicBezTo>
                  <a:lnTo>
                    <a:pt x="1166" y="1271"/>
                  </a:lnTo>
                  <a:cubicBezTo>
                    <a:pt x="1085" y="1219"/>
                    <a:pt x="993" y="1193"/>
                    <a:pt x="902" y="1193"/>
                  </a:cubicBezTo>
                  <a:cubicBezTo>
                    <a:pt x="740" y="1193"/>
                    <a:pt x="581" y="1273"/>
                    <a:pt x="488" y="1421"/>
                  </a:cubicBezTo>
                  <a:cubicBezTo>
                    <a:pt x="418" y="1525"/>
                    <a:pt x="395" y="1659"/>
                    <a:pt x="424" y="1787"/>
                  </a:cubicBezTo>
                  <a:cubicBezTo>
                    <a:pt x="453" y="1914"/>
                    <a:pt x="528" y="2025"/>
                    <a:pt x="638" y="2095"/>
                  </a:cubicBezTo>
                  <a:lnTo>
                    <a:pt x="957" y="2297"/>
                  </a:lnTo>
                  <a:cubicBezTo>
                    <a:pt x="853" y="2575"/>
                    <a:pt x="801" y="2872"/>
                    <a:pt x="807" y="3167"/>
                  </a:cubicBezTo>
                  <a:lnTo>
                    <a:pt x="435" y="3249"/>
                  </a:lnTo>
                  <a:cubicBezTo>
                    <a:pt x="169" y="3306"/>
                    <a:pt x="1" y="3568"/>
                    <a:pt x="59" y="3835"/>
                  </a:cubicBezTo>
                  <a:cubicBezTo>
                    <a:pt x="109" y="4060"/>
                    <a:pt x="316" y="4217"/>
                    <a:pt x="539" y="4217"/>
                  </a:cubicBezTo>
                  <a:cubicBezTo>
                    <a:pt x="574" y="4217"/>
                    <a:pt x="609" y="4213"/>
                    <a:pt x="644" y="4205"/>
                  </a:cubicBezTo>
                  <a:lnTo>
                    <a:pt x="1016" y="4125"/>
                  </a:lnTo>
                  <a:cubicBezTo>
                    <a:pt x="1138" y="4397"/>
                    <a:pt x="1305" y="4641"/>
                    <a:pt x="1521" y="4850"/>
                  </a:cubicBezTo>
                  <a:lnTo>
                    <a:pt x="1318" y="5169"/>
                  </a:lnTo>
                  <a:cubicBezTo>
                    <a:pt x="1173" y="5394"/>
                    <a:pt x="1236" y="5702"/>
                    <a:pt x="1468" y="5847"/>
                  </a:cubicBezTo>
                  <a:cubicBezTo>
                    <a:pt x="1549" y="5899"/>
                    <a:pt x="1639" y="5923"/>
                    <a:pt x="1728" y="5923"/>
                  </a:cubicBezTo>
                  <a:cubicBezTo>
                    <a:pt x="1889" y="5923"/>
                    <a:pt x="2047" y="5843"/>
                    <a:pt x="2141" y="5696"/>
                  </a:cubicBezTo>
                  <a:lnTo>
                    <a:pt x="2344" y="5378"/>
                  </a:lnTo>
                  <a:cubicBezTo>
                    <a:pt x="2609" y="5477"/>
                    <a:pt x="2885" y="5528"/>
                    <a:pt x="3170" y="5528"/>
                  </a:cubicBezTo>
                  <a:cubicBezTo>
                    <a:pt x="3185" y="5528"/>
                    <a:pt x="3199" y="5528"/>
                    <a:pt x="3214" y="5528"/>
                  </a:cubicBezTo>
                  <a:lnTo>
                    <a:pt x="3296" y="5900"/>
                  </a:lnTo>
                  <a:cubicBezTo>
                    <a:pt x="3348" y="6132"/>
                    <a:pt x="3551" y="6288"/>
                    <a:pt x="3776" y="6288"/>
                  </a:cubicBezTo>
                  <a:cubicBezTo>
                    <a:pt x="3811" y="6288"/>
                    <a:pt x="3846" y="6282"/>
                    <a:pt x="3881" y="6277"/>
                  </a:cubicBezTo>
                  <a:cubicBezTo>
                    <a:pt x="4143" y="6218"/>
                    <a:pt x="4311" y="5958"/>
                    <a:pt x="4252" y="5691"/>
                  </a:cubicBezTo>
                  <a:lnTo>
                    <a:pt x="4172" y="5319"/>
                  </a:lnTo>
                  <a:cubicBezTo>
                    <a:pt x="4445" y="5198"/>
                    <a:pt x="4688" y="5030"/>
                    <a:pt x="4897" y="4815"/>
                  </a:cubicBezTo>
                  <a:lnTo>
                    <a:pt x="5216" y="5018"/>
                  </a:lnTo>
                  <a:cubicBezTo>
                    <a:pt x="5297" y="5071"/>
                    <a:pt x="5389" y="5096"/>
                    <a:pt x="5481" y="5096"/>
                  </a:cubicBezTo>
                  <a:cubicBezTo>
                    <a:pt x="5642" y="5096"/>
                    <a:pt x="5801" y="5017"/>
                    <a:pt x="5894" y="4872"/>
                  </a:cubicBezTo>
                  <a:cubicBezTo>
                    <a:pt x="5963" y="4762"/>
                    <a:pt x="5987" y="4629"/>
                    <a:pt x="5958" y="4502"/>
                  </a:cubicBezTo>
                  <a:cubicBezTo>
                    <a:pt x="5929" y="4374"/>
                    <a:pt x="5854" y="4264"/>
                    <a:pt x="5744" y="4194"/>
                  </a:cubicBezTo>
                  <a:lnTo>
                    <a:pt x="5425" y="3991"/>
                  </a:lnTo>
                  <a:cubicBezTo>
                    <a:pt x="5529" y="3713"/>
                    <a:pt x="5581" y="3417"/>
                    <a:pt x="5575" y="3121"/>
                  </a:cubicBezTo>
                  <a:lnTo>
                    <a:pt x="5947" y="3040"/>
                  </a:lnTo>
                  <a:cubicBezTo>
                    <a:pt x="6073" y="3011"/>
                    <a:pt x="6185" y="2936"/>
                    <a:pt x="6254" y="2826"/>
                  </a:cubicBezTo>
                  <a:cubicBezTo>
                    <a:pt x="6330" y="2714"/>
                    <a:pt x="6352" y="2582"/>
                    <a:pt x="6324" y="2454"/>
                  </a:cubicBezTo>
                  <a:cubicBezTo>
                    <a:pt x="6295" y="2326"/>
                    <a:pt x="6220" y="2216"/>
                    <a:pt x="6108" y="2146"/>
                  </a:cubicBezTo>
                  <a:cubicBezTo>
                    <a:pt x="6029" y="2096"/>
                    <a:pt x="5938" y="2070"/>
                    <a:pt x="5846" y="2070"/>
                  </a:cubicBezTo>
                  <a:cubicBezTo>
                    <a:pt x="5810" y="2070"/>
                    <a:pt x="5774" y="2074"/>
                    <a:pt x="5738" y="2082"/>
                  </a:cubicBezTo>
                  <a:lnTo>
                    <a:pt x="5366" y="2164"/>
                  </a:lnTo>
                  <a:cubicBezTo>
                    <a:pt x="5245" y="1892"/>
                    <a:pt x="5077" y="1648"/>
                    <a:pt x="4862" y="1439"/>
                  </a:cubicBezTo>
                  <a:lnTo>
                    <a:pt x="5064" y="1120"/>
                  </a:lnTo>
                  <a:cubicBezTo>
                    <a:pt x="5134" y="1009"/>
                    <a:pt x="5157" y="877"/>
                    <a:pt x="5134" y="749"/>
                  </a:cubicBezTo>
                  <a:cubicBezTo>
                    <a:pt x="5106" y="620"/>
                    <a:pt x="5029" y="510"/>
                    <a:pt x="4919" y="441"/>
                  </a:cubicBezTo>
                  <a:cubicBezTo>
                    <a:pt x="4837" y="389"/>
                    <a:pt x="4746" y="365"/>
                    <a:pt x="4657" y="365"/>
                  </a:cubicBezTo>
                  <a:cubicBezTo>
                    <a:pt x="4494" y="365"/>
                    <a:pt x="4335" y="446"/>
                    <a:pt x="4241" y="591"/>
                  </a:cubicBezTo>
                  <a:lnTo>
                    <a:pt x="4038" y="911"/>
                  </a:lnTo>
                  <a:cubicBezTo>
                    <a:pt x="3760" y="807"/>
                    <a:pt x="3463" y="760"/>
                    <a:pt x="3168" y="760"/>
                  </a:cubicBezTo>
                  <a:lnTo>
                    <a:pt x="3087" y="389"/>
                  </a:lnTo>
                  <a:cubicBezTo>
                    <a:pt x="3037" y="158"/>
                    <a:pt x="2829" y="0"/>
                    <a:pt x="2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" name="Google Shape;599;p27"/>
          <p:cNvGrpSpPr/>
          <p:nvPr/>
        </p:nvGrpSpPr>
        <p:grpSpPr>
          <a:xfrm>
            <a:off x="336702" y="3786831"/>
            <a:ext cx="2207982" cy="1137280"/>
            <a:chOff x="336702" y="3786831"/>
            <a:chExt cx="2207982" cy="1137280"/>
          </a:xfrm>
        </p:grpSpPr>
        <p:grpSp>
          <p:nvGrpSpPr>
            <p:cNvPr id="600" name="Google Shape;600;p27"/>
            <p:cNvGrpSpPr/>
            <p:nvPr/>
          </p:nvGrpSpPr>
          <p:grpSpPr>
            <a:xfrm>
              <a:off x="336702" y="3996197"/>
              <a:ext cx="49453" cy="51868"/>
              <a:chOff x="8108302" y="1196184"/>
              <a:chExt cx="49453" cy="51868"/>
            </a:xfrm>
          </p:grpSpPr>
          <p:sp>
            <p:nvSpPr>
              <p:cNvPr id="601" name="Google Shape;601;p27"/>
              <p:cNvSpPr/>
              <p:nvPr/>
            </p:nvSpPr>
            <p:spPr>
              <a:xfrm flipH="1">
                <a:off x="8110318" y="1200488"/>
                <a:ext cx="45804" cy="43522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163" extrusionOk="0">
                    <a:moveTo>
                      <a:pt x="651" y="1"/>
                    </a:moveTo>
                    <a:cubicBezTo>
                      <a:pt x="535" y="1"/>
                      <a:pt x="417" y="34"/>
                      <a:pt x="313" y="104"/>
                    </a:cubicBezTo>
                    <a:cubicBezTo>
                      <a:pt x="61" y="301"/>
                      <a:pt x="0" y="660"/>
                      <a:pt x="194" y="929"/>
                    </a:cubicBezTo>
                    <a:cubicBezTo>
                      <a:pt x="310" y="1080"/>
                      <a:pt x="486" y="1162"/>
                      <a:pt x="663" y="1162"/>
                    </a:cubicBezTo>
                    <a:cubicBezTo>
                      <a:pt x="781" y="1162"/>
                      <a:pt x="900" y="1126"/>
                      <a:pt x="1002" y="1048"/>
                    </a:cubicBezTo>
                    <a:cubicBezTo>
                      <a:pt x="1257" y="854"/>
                      <a:pt x="1318" y="495"/>
                      <a:pt x="1120" y="240"/>
                    </a:cubicBezTo>
                    <a:cubicBezTo>
                      <a:pt x="1010" y="84"/>
                      <a:pt x="833" y="1"/>
                      <a:pt x="65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7"/>
              <p:cNvSpPr/>
              <p:nvPr/>
            </p:nvSpPr>
            <p:spPr>
              <a:xfrm flipH="1">
                <a:off x="8108302" y="1196184"/>
                <a:ext cx="49453" cy="51868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386" extrusionOk="0">
                    <a:moveTo>
                      <a:pt x="704" y="219"/>
                    </a:moveTo>
                    <a:cubicBezTo>
                      <a:pt x="855" y="219"/>
                      <a:pt x="988" y="294"/>
                      <a:pt x="1078" y="416"/>
                    </a:cubicBezTo>
                    <a:cubicBezTo>
                      <a:pt x="1153" y="520"/>
                      <a:pt x="1185" y="639"/>
                      <a:pt x="1167" y="757"/>
                    </a:cubicBezTo>
                    <a:cubicBezTo>
                      <a:pt x="1153" y="894"/>
                      <a:pt x="1078" y="998"/>
                      <a:pt x="988" y="1073"/>
                    </a:cubicBezTo>
                    <a:cubicBezTo>
                      <a:pt x="901" y="1136"/>
                      <a:pt x="804" y="1166"/>
                      <a:pt x="695" y="1166"/>
                    </a:cubicBezTo>
                    <a:cubicBezTo>
                      <a:pt x="674" y="1166"/>
                      <a:pt x="652" y="1165"/>
                      <a:pt x="629" y="1163"/>
                    </a:cubicBezTo>
                    <a:cubicBezTo>
                      <a:pt x="511" y="1134"/>
                      <a:pt x="406" y="1073"/>
                      <a:pt x="331" y="969"/>
                    </a:cubicBezTo>
                    <a:cubicBezTo>
                      <a:pt x="256" y="865"/>
                      <a:pt x="227" y="743"/>
                      <a:pt x="241" y="625"/>
                    </a:cubicBezTo>
                    <a:cubicBezTo>
                      <a:pt x="256" y="506"/>
                      <a:pt x="331" y="384"/>
                      <a:pt x="435" y="309"/>
                    </a:cubicBezTo>
                    <a:cubicBezTo>
                      <a:pt x="511" y="251"/>
                      <a:pt x="615" y="219"/>
                      <a:pt x="704" y="219"/>
                    </a:cubicBezTo>
                    <a:close/>
                    <a:moveTo>
                      <a:pt x="696" y="0"/>
                    </a:moveTo>
                    <a:cubicBezTo>
                      <a:pt x="558" y="0"/>
                      <a:pt x="419" y="42"/>
                      <a:pt x="302" y="129"/>
                    </a:cubicBezTo>
                    <a:cubicBezTo>
                      <a:pt x="152" y="251"/>
                      <a:pt x="47" y="416"/>
                      <a:pt x="33" y="596"/>
                    </a:cubicBezTo>
                    <a:cubicBezTo>
                      <a:pt x="1" y="775"/>
                      <a:pt x="47" y="955"/>
                      <a:pt x="152" y="1102"/>
                    </a:cubicBezTo>
                    <a:cubicBezTo>
                      <a:pt x="288" y="1281"/>
                      <a:pt x="496" y="1385"/>
                      <a:pt x="704" y="1385"/>
                    </a:cubicBezTo>
                    <a:cubicBezTo>
                      <a:pt x="855" y="1385"/>
                      <a:pt x="988" y="1342"/>
                      <a:pt x="1110" y="1253"/>
                    </a:cubicBezTo>
                    <a:cubicBezTo>
                      <a:pt x="1257" y="1149"/>
                      <a:pt x="1365" y="983"/>
                      <a:pt x="1394" y="804"/>
                    </a:cubicBezTo>
                    <a:cubicBezTo>
                      <a:pt x="1422" y="625"/>
                      <a:pt x="1379" y="431"/>
                      <a:pt x="1257" y="280"/>
                    </a:cubicBezTo>
                    <a:cubicBezTo>
                      <a:pt x="1122" y="99"/>
                      <a:pt x="909" y="0"/>
                      <a:pt x="6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3" name="Google Shape;603;p27"/>
            <p:cNvGrpSpPr/>
            <p:nvPr/>
          </p:nvGrpSpPr>
          <p:grpSpPr>
            <a:xfrm>
              <a:off x="1265057" y="4292904"/>
              <a:ext cx="1279627" cy="631207"/>
              <a:chOff x="6539450" y="2236325"/>
              <a:chExt cx="834775" cy="411800"/>
            </a:xfrm>
          </p:grpSpPr>
          <p:sp>
            <p:nvSpPr>
              <p:cNvPr id="604" name="Google Shape;604;p27"/>
              <p:cNvSpPr/>
              <p:nvPr/>
            </p:nvSpPr>
            <p:spPr>
              <a:xfrm>
                <a:off x="6883750" y="2260000"/>
                <a:ext cx="404550" cy="356125"/>
              </a:xfrm>
              <a:custGeom>
                <a:avLst/>
                <a:gdLst/>
                <a:ahLst/>
                <a:cxnLst/>
                <a:rect l="l" t="t" r="r" b="b"/>
                <a:pathLst>
                  <a:path w="16182" h="14245" extrusionOk="0">
                    <a:moveTo>
                      <a:pt x="368" y="0"/>
                    </a:moveTo>
                    <a:cubicBezTo>
                      <a:pt x="149" y="0"/>
                      <a:pt x="0" y="184"/>
                      <a:pt x="0" y="368"/>
                    </a:cubicBezTo>
                    <a:lnTo>
                      <a:pt x="0" y="13876"/>
                    </a:lnTo>
                    <a:cubicBezTo>
                      <a:pt x="0" y="14096"/>
                      <a:pt x="149" y="14245"/>
                      <a:pt x="368" y="14245"/>
                    </a:cubicBezTo>
                    <a:lnTo>
                      <a:pt x="14648" y="14245"/>
                    </a:lnTo>
                    <a:cubicBezTo>
                      <a:pt x="14797" y="14245"/>
                      <a:pt x="14937" y="14131"/>
                      <a:pt x="14972" y="14025"/>
                    </a:cubicBezTo>
                    <a:lnTo>
                      <a:pt x="16147" y="10808"/>
                    </a:lnTo>
                    <a:cubicBezTo>
                      <a:pt x="16182" y="10668"/>
                      <a:pt x="16147" y="10519"/>
                      <a:pt x="16033" y="10405"/>
                    </a:cubicBezTo>
                    <a:lnTo>
                      <a:pt x="5733" y="1937"/>
                    </a:lnTo>
                    <a:cubicBezTo>
                      <a:pt x="5663" y="1902"/>
                      <a:pt x="5628" y="1858"/>
                      <a:pt x="5628" y="1788"/>
                    </a:cubicBezTo>
                    <a:lnTo>
                      <a:pt x="5076" y="254"/>
                    </a:lnTo>
                    <a:cubicBezTo>
                      <a:pt x="5005" y="105"/>
                      <a:pt x="4892" y="0"/>
                      <a:pt x="47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27"/>
              <p:cNvSpPr/>
              <p:nvPr/>
            </p:nvSpPr>
            <p:spPr>
              <a:xfrm>
                <a:off x="6881100" y="2257150"/>
                <a:ext cx="410925" cy="361600"/>
              </a:xfrm>
              <a:custGeom>
                <a:avLst/>
                <a:gdLst/>
                <a:ahLst/>
                <a:cxnLst/>
                <a:rect l="l" t="t" r="r" b="b"/>
                <a:pathLst>
                  <a:path w="16437" h="14464" extrusionOk="0">
                    <a:moveTo>
                      <a:pt x="4822" y="219"/>
                    </a:moveTo>
                    <a:cubicBezTo>
                      <a:pt x="4927" y="219"/>
                      <a:pt x="5041" y="298"/>
                      <a:pt x="5076" y="403"/>
                    </a:cubicBezTo>
                    <a:lnTo>
                      <a:pt x="5620" y="1937"/>
                    </a:lnTo>
                    <a:cubicBezTo>
                      <a:pt x="5655" y="2016"/>
                      <a:pt x="5699" y="2086"/>
                      <a:pt x="5769" y="2157"/>
                    </a:cubicBezTo>
                    <a:lnTo>
                      <a:pt x="16069" y="10598"/>
                    </a:lnTo>
                    <a:cubicBezTo>
                      <a:pt x="16139" y="10668"/>
                      <a:pt x="16174" y="10782"/>
                      <a:pt x="16139" y="10887"/>
                    </a:cubicBezTo>
                    <a:lnTo>
                      <a:pt x="14973" y="14069"/>
                    </a:lnTo>
                    <a:cubicBezTo>
                      <a:pt x="14938" y="14174"/>
                      <a:pt x="14859" y="14245"/>
                      <a:pt x="14754" y="14245"/>
                    </a:cubicBezTo>
                    <a:lnTo>
                      <a:pt x="474" y="14245"/>
                    </a:lnTo>
                    <a:cubicBezTo>
                      <a:pt x="325" y="14245"/>
                      <a:pt x="220" y="14139"/>
                      <a:pt x="220" y="13990"/>
                    </a:cubicBezTo>
                    <a:lnTo>
                      <a:pt x="220" y="482"/>
                    </a:lnTo>
                    <a:cubicBezTo>
                      <a:pt x="220" y="333"/>
                      <a:pt x="325" y="219"/>
                      <a:pt x="474" y="219"/>
                    </a:cubicBezTo>
                    <a:close/>
                    <a:moveTo>
                      <a:pt x="474" y="0"/>
                    </a:moveTo>
                    <a:cubicBezTo>
                      <a:pt x="176" y="0"/>
                      <a:pt x="1" y="219"/>
                      <a:pt x="1" y="482"/>
                    </a:cubicBezTo>
                    <a:lnTo>
                      <a:pt x="1" y="13990"/>
                    </a:lnTo>
                    <a:cubicBezTo>
                      <a:pt x="1" y="14245"/>
                      <a:pt x="176" y="14464"/>
                      <a:pt x="474" y="14464"/>
                    </a:cubicBezTo>
                    <a:lnTo>
                      <a:pt x="14754" y="14464"/>
                    </a:lnTo>
                    <a:cubicBezTo>
                      <a:pt x="14938" y="14464"/>
                      <a:pt x="15122" y="14359"/>
                      <a:pt x="15192" y="14174"/>
                    </a:cubicBezTo>
                    <a:lnTo>
                      <a:pt x="16358" y="10957"/>
                    </a:lnTo>
                    <a:cubicBezTo>
                      <a:pt x="16437" y="10782"/>
                      <a:pt x="16358" y="10563"/>
                      <a:pt x="16218" y="10414"/>
                    </a:cubicBezTo>
                    <a:lnTo>
                      <a:pt x="5918" y="1972"/>
                    </a:lnTo>
                    <a:cubicBezTo>
                      <a:pt x="5874" y="1937"/>
                      <a:pt x="5839" y="1902"/>
                      <a:pt x="5839" y="1867"/>
                    </a:cubicBezTo>
                    <a:lnTo>
                      <a:pt x="5296" y="333"/>
                    </a:lnTo>
                    <a:cubicBezTo>
                      <a:pt x="5217" y="149"/>
                      <a:pt x="5041" y="0"/>
                      <a:pt x="48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27"/>
              <p:cNvSpPr/>
              <p:nvPr/>
            </p:nvSpPr>
            <p:spPr>
              <a:xfrm>
                <a:off x="6898425" y="2239825"/>
                <a:ext cx="357900" cy="355250"/>
              </a:xfrm>
              <a:custGeom>
                <a:avLst/>
                <a:gdLst/>
                <a:ahLst/>
                <a:cxnLst/>
                <a:rect l="l" t="t" r="r" b="b"/>
                <a:pathLst>
                  <a:path w="14316" h="14210" extrusionOk="0">
                    <a:moveTo>
                      <a:pt x="360" y="1"/>
                    </a:moveTo>
                    <a:cubicBezTo>
                      <a:pt x="185" y="1"/>
                      <a:pt x="0" y="150"/>
                      <a:pt x="0" y="334"/>
                    </a:cubicBezTo>
                    <a:lnTo>
                      <a:pt x="0" y="13886"/>
                    </a:lnTo>
                    <a:cubicBezTo>
                      <a:pt x="0" y="14061"/>
                      <a:pt x="185" y="14210"/>
                      <a:pt x="360" y="14210"/>
                    </a:cubicBezTo>
                    <a:lnTo>
                      <a:pt x="13947" y="14210"/>
                    </a:lnTo>
                    <a:cubicBezTo>
                      <a:pt x="14131" y="14210"/>
                      <a:pt x="14315" y="14061"/>
                      <a:pt x="14315" y="13886"/>
                    </a:cubicBezTo>
                    <a:lnTo>
                      <a:pt x="14315" y="2227"/>
                    </a:lnTo>
                    <a:cubicBezTo>
                      <a:pt x="14315" y="2008"/>
                      <a:pt x="14131" y="1868"/>
                      <a:pt x="13947" y="1868"/>
                    </a:cubicBezTo>
                    <a:lnTo>
                      <a:pt x="5917" y="1868"/>
                    </a:lnTo>
                    <a:cubicBezTo>
                      <a:pt x="5768" y="1868"/>
                      <a:pt x="5619" y="1754"/>
                      <a:pt x="5584" y="1614"/>
                    </a:cubicBezTo>
                    <a:lnTo>
                      <a:pt x="5076" y="220"/>
                    </a:lnTo>
                    <a:cubicBezTo>
                      <a:pt x="5041" y="80"/>
                      <a:pt x="4892" y="1"/>
                      <a:pt x="47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27"/>
              <p:cNvSpPr/>
              <p:nvPr/>
            </p:nvSpPr>
            <p:spPr>
              <a:xfrm>
                <a:off x="6895575" y="2236325"/>
                <a:ext cx="363600" cy="362500"/>
              </a:xfrm>
              <a:custGeom>
                <a:avLst/>
                <a:gdLst/>
                <a:ahLst/>
                <a:cxnLst/>
                <a:rect l="l" t="t" r="r" b="b"/>
                <a:pathLst>
                  <a:path w="14544" h="14500" extrusionOk="0">
                    <a:moveTo>
                      <a:pt x="4857" y="255"/>
                    </a:moveTo>
                    <a:cubicBezTo>
                      <a:pt x="4971" y="255"/>
                      <a:pt x="5041" y="325"/>
                      <a:pt x="5076" y="395"/>
                    </a:cubicBezTo>
                    <a:lnTo>
                      <a:pt x="5593" y="1824"/>
                    </a:lnTo>
                    <a:cubicBezTo>
                      <a:pt x="5663" y="2008"/>
                      <a:pt x="5847" y="2113"/>
                      <a:pt x="6031" y="2113"/>
                    </a:cubicBezTo>
                    <a:lnTo>
                      <a:pt x="14061" y="2113"/>
                    </a:lnTo>
                    <a:cubicBezTo>
                      <a:pt x="14210" y="2113"/>
                      <a:pt x="14324" y="2227"/>
                      <a:pt x="14324" y="2367"/>
                    </a:cubicBezTo>
                    <a:lnTo>
                      <a:pt x="14324" y="14026"/>
                    </a:lnTo>
                    <a:cubicBezTo>
                      <a:pt x="14324" y="14131"/>
                      <a:pt x="14210" y="14245"/>
                      <a:pt x="14061" y="14245"/>
                    </a:cubicBezTo>
                    <a:lnTo>
                      <a:pt x="474" y="14245"/>
                    </a:lnTo>
                    <a:cubicBezTo>
                      <a:pt x="334" y="14245"/>
                      <a:pt x="220" y="14131"/>
                      <a:pt x="220" y="14026"/>
                    </a:cubicBezTo>
                    <a:lnTo>
                      <a:pt x="220" y="474"/>
                    </a:lnTo>
                    <a:cubicBezTo>
                      <a:pt x="220" y="360"/>
                      <a:pt x="334" y="255"/>
                      <a:pt x="474" y="255"/>
                    </a:cubicBezTo>
                    <a:close/>
                    <a:moveTo>
                      <a:pt x="474" y="0"/>
                    </a:moveTo>
                    <a:cubicBezTo>
                      <a:pt x="220" y="0"/>
                      <a:pt x="1" y="220"/>
                      <a:pt x="1" y="474"/>
                    </a:cubicBezTo>
                    <a:lnTo>
                      <a:pt x="1" y="14026"/>
                    </a:lnTo>
                    <a:cubicBezTo>
                      <a:pt x="1" y="14280"/>
                      <a:pt x="220" y="14499"/>
                      <a:pt x="474" y="14499"/>
                    </a:cubicBezTo>
                    <a:lnTo>
                      <a:pt x="14061" y="14499"/>
                    </a:lnTo>
                    <a:cubicBezTo>
                      <a:pt x="14324" y="14499"/>
                      <a:pt x="14543" y="14280"/>
                      <a:pt x="14543" y="14026"/>
                    </a:cubicBezTo>
                    <a:lnTo>
                      <a:pt x="14543" y="2367"/>
                    </a:lnTo>
                    <a:cubicBezTo>
                      <a:pt x="14543" y="2113"/>
                      <a:pt x="14324" y="1894"/>
                      <a:pt x="14061" y="1894"/>
                    </a:cubicBezTo>
                    <a:lnTo>
                      <a:pt x="6031" y="1894"/>
                    </a:lnTo>
                    <a:cubicBezTo>
                      <a:pt x="5918" y="1894"/>
                      <a:pt x="5847" y="1824"/>
                      <a:pt x="5812" y="1710"/>
                    </a:cubicBezTo>
                    <a:lnTo>
                      <a:pt x="5295" y="325"/>
                    </a:lnTo>
                    <a:cubicBezTo>
                      <a:pt x="5225" y="141"/>
                      <a:pt x="5041" y="0"/>
                      <a:pt x="48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27"/>
              <p:cNvSpPr/>
              <p:nvPr/>
            </p:nvSpPr>
            <p:spPr>
              <a:xfrm>
                <a:off x="6570575" y="2335825"/>
                <a:ext cx="394500" cy="126025"/>
              </a:xfrm>
              <a:custGeom>
                <a:avLst/>
                <a:gdLst/>
                <a:ahLst/>
                <a:cxnLst/>
                <a:rect l="l" t="t" r="r" b="b"/>
                <a:pathLst>
                  <a:path w="15780" h="5041" extrusionOk="0">
                    <a:moveTo>
                      <a:pt x="9713" y="0"/>
                    </a:moveTo>
                    <a:lnTo>
                      <a:pt x="4708" y="4707"/>
                    </a:lnTo>
                    <a:lnTo>
                      <a:pt x="220" y="70"/>
                    </a:lnTo>
                    <a:cubicBezTo>
                      <a:pt x="185" y="53"/>
                      <a:pt x="148" y="44"/>
                      <a:pt x="115" y="44"/>
                    </a:cubicBezTo>
                    <a:cubicBezTo>
                      <a:pt x="82" y="44"/>
                      <a:pt x="53" y="53"/>
                      <a:pt x="36" y="70"/>
                    </a:cubicBezTo>
                    <a:cubicBezTo>
                      <a:pt x="1" y="105"/>
                      <a:pt x="1" y="184"/>
                      <a:pt x="36" y="254"/>
                    </a:cubicBezTo>
                    <a:lnTo>
                      <a:pt x="4708" y="5040"/>
                    </a:lnTo>
                    <a:lnTo>
                      <a:pt x="9748" y="324"/>
                    </a:lnTo>
                    <a:lnTo>
                      <a:pt x="15560" y="4821"/>
                    </a:lnTo>
                    <a:cubicBezTo>
                      <a:pt x="15595" y="4839"/>
                      <a:pt x="15632" y="4848"/>
                      <a:pt x="15665" y="4848"/>
                    </a:cubicBezTo>
                    <a:cubicBezTo>
                      <a:pt x="15698" y="4848"/>
                      <a:pt x="15727" y="4839"/>
                      <a:pt x="15744" y="4821"/>
                    </a:cubicBezTo>
                    <a:cubicBezTo>
                      <a:pt x="15779" y="4742"/>
                      <a:pt x="15744" y="4672"/>
                      <a:pt x="15709" y="4637"/>
                    </a:cubicBezTo>
                    <a:lnTo>
                      <a:pt x="97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7"/>
              <p:cNvSpPr/>
              <p:nvPr/>
            </p:nvSpPr>
            <p:spPr>
              <a:xfrm>
                <a:off x="6542300" y="2308425"/>
                <a:ext cx="62925" cy="62925"/>
              </a:xfrm>
              <a:custGeom>
                <a:avLst/>
                <a:gdLst/>
                <a:ahLst/>
                <a:cxnLst/>
                <a:rect l="l" t="t" r="r" b="b"/>
                <a:pathLst>
                  <a:path w="2517" h="2517" extrusionOk="0">
                    <a:moveTo>
                      <a:pt x="1237" y="0"/>
                    </a:moveTo>
                    <a:cubicBezTo>
                      <a:pt x="544" y="0"/>
                      <a:pt x="1" y="544"/>
                      <a:pt x="1" y="1236"/>
                    </a:cubicBezTo>
                    <a:cubicBezTo>
                      <a:pt x="1" y="1938"/>
                      <a:pt x="544" y="2516"/>
                      <a:pt x="1237" y="2516"/>
                    </a:cubicBezTo>
                    <a:cubicBezTo>
                      <a:pt x="1938" y="2516"/>
                      <a:pt x="2517" y="1938"/>
                      <a:pt x="2517" y="1236"/>
                    </a:cubicBezTo>
                    <a:cubicBezTo>
                      <a:pt x="2517" y="544"/>
                      <a:pt x="1938" y="0"/>
                      <a:pt x="12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27"/>
              <p:cNvSpPr/>
              <p:nvPr/>
            </p:nvSpPr>
            <p:spPr>
              <a:xfrm>
                <a:off x="6539450" y="2305575"/>
                <a:ext cx="68625" cy="68625"/>
              </a:xfrm>
              <a:custGeom>
                <a:avLst/>
                <a:gdLst/>
                <a:ahLst/>
                <a:cxnLst/>
                <a:rect l="l" t="t" r="r" b="b"/>
                <a:pathLst>
                  <a:path w="2745" h="2745" extrusionOk="0">
                    <a:moveTo>
                      <a:pt x="1351" y="220"/>
                    </a:moveTo>
                    <a:cubicBezTo>
                      <a:pt x="1973" y="220"/>
                      <a:pt x="2490" y="737"/>
                      <a:pt x="2490" y="1350"/>
                    </a:cubicBezTo>
                    <a:cubicBezTo>
                      <a:pt x="2490" y="2008"/>
                      <a:pt x="1973" y="2490"/>
                      <a:pt x="1351" y="2490"/>
                    </a:cubicBezTo>
                    <a:cubicBezTo>
                      <a:pt x="737" y="2490"/>
                      <a:pt x="220" y="2008"/>
                      <a:pt x="220" y="1350"/>
                    </a:cubicBezTo>
                    <a:cubicBezTo>
                      <a:pt x="220" y="737"/>
                      <a:pt x="737" y="220"/>
                      <a:pt x="1351" y="220"/>
                    </a:cubicBezTo>
                    <a:close/>
                    <a:moveTo>
                      <a:pt x="1351" y="0"/>
                    </a:moveTo>
                    <a:cubicBezTo>
                      <a:pt x="623" y="0"/>
                      <a:pt x="1" y="623"/>
                      <a:pt x="1" y="1350"/>
                    </a:cubicBezTo>
                    <a:cubicBezTo>
                      <a:pt x="1" y="2122"/>
                      <a:pt x="623" y="2744"/>
                      <a:pt x="1351" y="2744"/>
                    </a:cubicBezTo>
                    <a:cubicBezTo>
                      <a:pt x="2122" y="2744"/>
                      <a:pt x="2745" y="2122"/>
                      <a:pt x="2745" y="1350"/>
                    </a:cubicBezTo>
                    <a:cubicBezTo>
                      <a:pt x="2745" y="623"/>
                      <a:pt x="2122" y="0"/>
                      <a:pt x="13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27"/>
              <p:cNvSpPr/>
              <p:nvPr/>
            </p:nvSpPr>
            <p:spPr>
              <a:xfrm>
                <a:off x="6782500" y="2308425"/>
                <a:ext cx="62925" cy="62925"/>
              </a:xfrm>
              <a:custGeom>
                <a:avLst/>
                <a:gdLst/>
                <a:ahLst/>
                <a:cxnLst/>
                <a:rect l="l" t="t" r="r" b="b"/>
                <a:pathLst>
                  <a:path w="2517" h="2517" extrusionOk="0">
                    <a:moveTo>
                      <a:pt x="1236" y="0"/>
                    </a:moveTo>
                    <a:cubicBezTo>
                      <a:pt x="544" y="0"/>
                      <a:pt x="0" y="544"/>
                      <a:pt x="0" y="1236"/>
                    </a:cubicBezTo>
                    <a:cubicBezTo>
                      <a:pt x="0" y="1938"/>
                      <a:pt x="544" y="2516"/>
                      <a:pt x="1236" y="2516"/>
                    </a:cubicBezTo>
                    <a:cubicBezTo>
                      <a:pt x="1929" y="2516"/>
                      <a:pt x="2516" y="1938"/>
                      <a:pt x="2516" y="1236"/>
                    </a:cubicBezTo>
                    <a:cubicBezTo>
                      <a:pt x="2516" y="544"/>
                      <a:pt x="1929" y="0"/>
                      <a:pt x="12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27"/>
              <p:cNvSpPr/>
              <p:nvPr/>
            </p:nvSpPr>
            <p:spPr>
              <a:xfrm>
                <a:off x="6779650" y="2305575"/>
                <a:ext cx="68625" cy="68625"/>
              </a:xfrm>
              <a:custGeom>
                <a:avLst/>
                <a:gdLst/>
                <a:ahLst/>
                <a:cxnLst/>
                <a:rect l="l" t="t" r="r" b="b"/>
                <a:pathLst>
                  <a:path w="2745" h="2745" extrusionOk="0">
                    <a:moveTo>
                      <a:pt x="1350" y="220"/>
                    </a:moveTo>
                    <a:cubicBezTo>
                      <a:pt x="2008" y="220"/>
                      <a:pt x="2525" y="737"/>
                      <a:pt x="2525" y="1350"/>
                    </a:cubicBezTo>
                    <a:cubicBezTo>
                      <a:pt x="2525" y="2008"/>
                      <a:pt x="2008" y="2490"/>
                      <a:pt x="1350" y="2490"/>
                    </a:cubicBezTo>
                    <a:cubicBezTo>
                      <a:pt x="728" y="2490"/>
                      <a:pt x="220" y="2008"/>
                      <a:pt x="220" y="1350"/>
                    </a:cubicBezTo>
                    <a:cubicBezTo>
                      <a:pt x="220" y="737"/>
                      <a:pt x="728" y="220"/>
                      <a:pt x="1350" y="220"/>
                    </a:cubicBezTo>
                    <a:close/>
                    <a:moveTo>
                      <a:pt x="1350" y="0"/>
                    </a:moveTo>
                    <a:cubicBezTo>
                      <a:pt x="623" y="0"/>
                      <a:pt x="0" y="623"/>
                      <a:pt x="0" y="1350"/>
                    </a:cubicBezTo>
                    <a:cubicBezTo>
                      <a:pt x="0" y="2122"/>
                      <a:pt x="623" y="2744"/>
                      <a:pt x="1350" y="2744"/>
                    </a:cubicBezTo>
                    <a:cubicBezTo>
                      <a:pt x="2122" y="2744"/>
                      <a:pt x="2744" y="2122"/>
                      <a:pt x="2744" y="1350"/>
                    </a:cubicBezTo>
                    <a:cubicBezTo>
                      <a:pt x="2744" y="623"/>
                      <a:pt x="2122" y="0"/>
                      <a:pt x="13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27"/>
              <p:cNvSpPr/>
              <p:nvPr/>
            </p:nvSpPr>
            <p:spPr>
              <a:xfrm>
                <a:off x="6656475" y="2422600"/>
                <a:ext cx="62925" cy="62925"/>
              </a:xfrm>
              <a:custGeom>
                <a:avLst/>
                <a:gdLst/>
                <a:ahLst/>
                <a:cxnLst/>
                <a:rect l="l" t="t" r="r" b="b"/>
                <a:pathLst>
                  <a:path w="2517" h="2517" extrusionOk="0">
                    <a:moveTo>
                      <a:pt x="1272" y="0"/>
                    </a:moveTo>
                    <a:cubicBezTo>
                      <a:pt x="580" y="0"/>
                      <a:pt x="1" y="579"/>
                      <a:pt x="1" y="1271"/>
                    </a:cubicBezTo>
                    <a:cubicBezTo>
                      <a:pt x="1" y="1973"/>
                      <a:pt x="580" y="2516"/>
                      <a:pt x="1272" y="2516"/>
                    </a:cubicBezTo>
                    <a:cubicBezTo>
                      <a:pt x="1973" y="2516"/>
                      <a:pt x="2517" y="1973"/>
                      <a:pt x="2517" y="1271"/>
                    </a:cubicBezTo>
                    <a:cubicBezTo>
                      <a:pt x="2517" y="579"/>
                      <a:pt x="1973" y="0"/>
                      <a:pt x="1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7"/>
              <p:cNvSpPr/>
              <p:nvPr/>
            </p:nvSpPr>
            <p:spPr>
              <a:xfrm>
                <a:off x="6653650" y="2419750"/>
                <a:ext cx="68600" cy="68625"/>
              </a:xfrm>
              <a:custGeom>
                <a:avLst/>
                <a:gdLst/>
                <a:ahLst/>
                <a:cxnLst/>
                <a:rect l="l" t="t" r="r" b="b"/>
                <a:pathLst>
                  <a:path w="2744" h="2745" extrusionOk="0">
                    <a:moveTo>
                      <a:pt x="1385" y="255"/>
                    </a:moveTo>
                    <a:cubicBezTo>
                      <a:pt x="2007" y="255"/>
                      <a:pt x="2525" y="772"/>
                      <a:pt x="2525" y="1385"/>
                    </a:cubicBezTo>
                    <a:cubicBezTo>
                      <a:pt x="2525" y="2008"/>
                      <a:pt x="2007" y="2525"/>
                      <a:pt x="1385" y="2525"/>
                    </a:cubicBezTo>
                    <a:cubicBezTo>
                      <a:pt x="728" y="2525"/>
                      <a:pt x="254" y="2008"/>
                      <a:pt x="254" y="1385"/>
                    </a:cubicBezTo>
                    <a:cubicBezTo>
                      <a:pt x="254" y="772"/>
                      <a:pt x="728" y="255"/>
                      <a:pt x="1385" y="255"/>
                    </a:cubicBezTo>
                    <a:close/>
                    <a:moveTo>
                      <a:pt x="1385" y="0"/>
                    </a:moveTo>
                    <a:cubicBezTo>
                      <a:pt x="622" y="0"/>
                      <a:pt x="0" y="623"/>
                      <a:pt x="0" y="1385"/>
                    </a:cubicBezTo>
                    <a:cubicBezTo>
                      <a:pt x="0" y="2122"/>
                      <a:pt x="622" y="2744"/>
                      <a:pt x="1385" y="2744"/>
                    </a:cubicBezTo>
                    <a:cubicBezTo>
                      <a:pt x="2121" y="2744"/>
                      <a:pt x="2744" y="2122"/>
                      <a:pt x="2744" y="1385"/>
                    </a:cubicBezTo>
                    <a:cubicBezTo>
                      <a:pt x="2744" y="623"/>
                      <a:pt x="2121" y="0"/>
                      <a:pt x="13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27"/>
              <p:cNvSpPr/>
              <p:nvPr/>
            </p:nvSpPr>
            <p:spPr>
              <a:xfrm>
                <a:off x="6930425" y="2422600"/>
                <a:ext cx="62050" cy="62925"/>
              </a:xfrm>
              <a:custGeom>
                <a:avLst/>
                <a:gdLst/>
                <a:ahLst/>
                <a:cxnLst/>
                <a:rect l="l" t="t" r="r" b="b"/>
                <a:pathLst>
                  <a:path w="2482" h="2517" extrusionOk="0">
                    <a:moveTo>
                      <a:pt x="1236" y="0"/>
                    </a:moveTo>
                    <a:cubicBezTo>
                      <a:pt x="544" y="0"/>
                      <a:pt x="0" y="579"/>
                      <a:pt x="0" y="1271"/>
                    </a:cubicBezTo>
                    <a:cubicBezTo>
                      <a:pt x="0" y="1973"/>
                      <a:pt x="544" y="2516"/>
                      <a:pt x="1236" y="2516"/>
                    </a:cubicBezTo>
                    <a:cubicBezTo>
                      <a:pt x="1929" y="2516"/>
                      <a:pt x="2481" y="1973"/>
                      <a:pt x="2481" y="1271"/>
                    </a:cubicBezTo>
                    <a:cubicBezTo>
                      <a:pt x="2481" y="579"/>
                      <a:pt x="1929" y="0"/>
                      <a:pt x="12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27"/>
              <p:cNvSpPr/>
              <p:nvPr/>
            </p:nvSpPr>
            <p:spPr>
              <a:xfrm>
                <a:off x="6927575" y="2419750"/>
                <a:ext cx="68625" cy="68625"/>
              </a:xfrm>
              <a:custGeom>
                <a:avLst/>
                <a:gdLst/>
                <a:ahLst/>
                <a:cxnLst/>
                <a:rect l="l" t="t" r="r" b="b"/>
                <a:pathLst>
                  <a:path w="2745" h="2745" extrusionOk="0">
                    <a:moveTo>
                      <a:pt x="1350" y="255"/>
                    </a:moveTo>
                    <a:cubicBezTo>
                      <a:pt x="1973" y="255"/>
                      <a:pt x="2481" y="772"/>
                      <a:pt x="2481" y="1385"/>
                    </a:cubicBezTo>
                    <a:cubicBezTo>
                      <a:pt x="2481" y="2008"/>
                      <a:pt x="1973" y="2525"/>
                      <a:pt x="1350" y="2525"/>
                    </a:cubicBezTo>
                    <a:cubicBezTo>
                      <a:pt x="728" y="2525"/>
                      <a:pt x="220" y="2008"/>
                      <a:pt x="220" y="1385"/>
                    </a:cubicBezTo>
                    <a:cubicBezTo>
                      <a:pt x="220" y="772"/>
                      <a:pt x="728" y="255"/>
                      <a:pt x="1350" y="255"/>
                    </a:cubicBezTo>
                    <a:close/>
                    <a:moveTo>
                      <a:pt x="1350" y="0"/>
                    </a:moveTo>
                    <a:cubicBezTo>
                      <a:pt x="588" y="0"/>
                      <a:pt x="0" y="623"/>
                      <a:pt x="0" y="1385"/>
                    </a:cubicBezTo>
                    <a:cubicBezTo>
                      <a:pt x="0" y="2122"/>
                      <a:pt x="588" y="2744"/>
                      <a:pt x="1350" y="2744"/>
                    </a:cubicBezTo>
                    <a:cubicBezTo>
                      <a:pt x="2122" y="2744"/>
                      <a:pt x="2744" y="2122"/>
                      <a:pt x="2744" y="1385"/>
                    </a:cubicBezTo>
                    <a:cubicBezTo>
                      <a:pt x="2744" y="623"/>
                      <a:pt x="2122" y="0"/>
                      <a:pt x="13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27"/>
              <p:cNvSpPr/>
              <p:nvPr/>
            </p:nvSpPr>
            <p:spPr>
              <a:xfrm>
                <a:off x="6901050" y="2380525"/>
                <a:ext cx="471200" cy="214550"/>
              </a:xfrm>
              <a:custGeom>
                <a:avLst/>
                <a:gdLst/>
                <a:ahLst/>
                <a:cxnLst/>
                <a:rect l="l" t="t" r="r" b="b"/>
                <a:pathLst>
                  <a:path w="18848" h="8582" extrusionOk="0">
                    <a:moveTo>
                      <a:pt x="3945" y="0"/>
                    </a:moveTo>
                    <a:cubicBezTo>
                      <a:pt x="3805" y="0"/>
                      <a:pt x="3656" y="70"/>
                      <a:pt x="3621" y="219"/>
                    </a:cubicBezTo>
                    <a:lnTo>
                      <a:pt x="115" y="8109"/>
                    </a:lnTo>
                    <a:cubicBezTo>
                      <a:pt x="1" y="8328"/>
                      <a:pt x="185" y="8582"/>
                      <a:pt x="439" y="8582"/>
                    </a:cubicBezTo>
                    <a:lnTo>
                      <a:pt x="14868" y="8582"/>
                    </a:lnTo>
                    <a:cubicBezTo>
                      <a:pt x="15017" y="8582"/>
                      <a:pt x="15122" y="8512"/>
                      <a:pt x="15201" y="8398"/>
                    </a:cubicBezTo>
                    <a:lnTo>
                      <a:pt x="18742" y="509"/>
                    </a:lnTo>
                    <a:cubicBezTo>
                      <a:pt x="18847" y="255"/>
                      <a:pt x="18663" y="0"/>
                      <a:pt x="184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7"/>
              <p:cNvSpPr/>
              <p:nvPr/>
            </p:nvSpPr>
            <p:spPr>
              <a:xfrm>
                <a:off x="6900175" y="2376800"/>
                <a:ext cx="474050" cy="222025"/>
              </a:xfrm>
              <a:custGeom>
                <a:avLst/>
                <a:gdLst/>
                <a:ahLst/>
                <a:cxnLst/>
                <a:rect l="l" t="t" r="r" b="b"/>
                <a:pathLst>
                  <a:path w="18962" h="8881" extrusionOk="0">
                    <a:moveTo>
                      <a:pt x="18444" y="255"/>
                    </a:moveTo>
                    <a:cubicBezTo>
                      <a:pt x="18523" y="255"/>
                      <a:pt x="18593" y="298"/>
                      <a:pt x="18663" y="368"/>
                    </a:cubicBezTo>
                    <a:cubicBezTo>
                      <a:pt x="18698" y="439"/>
                      <a:pt x="18698" y="517"/>
                      <a:pt x="18663" y="588"/>
                    </a:cubicBezTo>
                    <a:lnTo>
                      <a:pt x="15122" y="8477"/>
                    </a:lnTo>
                    <a:cubicBezTo>
                      <a:pt x="15087" y="8582"/>
                      <a:pt x="14973" y="8626"/>
                      <a:pt x="14903" y="8626"/>
                    </a:cubicBezTo>
                    <a:lnTo>
                      <a:pt x="474" y="8626"/>
                    </a:lnTo>
                    <a:cubicBezTo>
                      <a:pt x="404" y="8626"/>
                      <a:pt x="334" y="8582"/>
                      <a:pt x="290" y="8512"/>
                    </a:cubicBezTo>
                    <a:cubicBezTo>
                      <a:pt x="220" y="8442"/>
                      <a:pt x="220" y="8363"/>
                      <a:pt x="255" y="8293"/>
                    </a:cubicBezTo>
                    <a:lnTo>
                      <a:pt x="3761" y="404"/>
                    </a:lnTo>
                    <a:cubicBezTo>
                      <a:pt x="3796" y="298"/>
                      <a:pt x="3875" y="255"/>
                      <a:pt x="3980" y="255"/>
                    </a:cubicBezTo>
                    <a:close/>
                    <a:moveTo>
                      <a:pt x="3980" y="0"/>
                    </a:moveTo>
                    <a:cubicBezTo>
                      <a:pt x="3796" y="0"/>
                      <a:pt x="3621" y="149"/>
                      <a:pt x="3542" y="298"/>
                    </a:cubicBezTo>
                    <a:lnTo>
                      <a:pt x="36" y="8188"/>
                    </a:lnTo>
                    <a:cubicBezTo>
                      <a:pt x="1" y="8328"/>
                      <a:pt x="1" y="8512"/>
                      <a:pt x="71" y="8661"/>
                    </a:cubicBezTo>
                    <a:cubicBezTo>
                      <a:pt x="185" y="8766"/>
                      <a:pt x="334" y="8880"/>
                      <a:pt x="474" y="8880"/>
                    </a:cubicBezTo>
                    <a:lnTo>
                      <a:pt x="14903" y="8880"/>
                    </a:lnTo>
                    <a:cubicBezTo>
                      <a:pt x="15087" y="8880"/>
                      <a:pt x="15271" y="8766"/>
                      <a:pt x="15341" y="8582"/>
                    </a:cubicBezTo>
                    <a:lnTo>
                      <a:pt x="18882" y="693"/>
                    </a:lnTo>
                    <a:cubicBezTo>
                      <a:pt x="18961" y="553"/>
                      <a:pt x="18917" y="368"/>
                      <a:pt x="18847" y="219"/>
                    </a:cubicBezTo>
                    <a:cubicBezTo>
                      <a:pt x="18777" y="114"/>
                      <a:pt x="18593" y="0"/>
                      <a:pt x="184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27"/>
              <p:cNvSpPr/>
              <p:nvPr/>
            </p:nvSpPr>
            <p:spPr>
              <a:xfrm>
                <a:off x="7075500" y="2380525"/>
                <a:ext cx="216525" cy="263875"/>
              </a:xfrm>
              <a:custGeom>
                <a:avLst/>
                <a:gdLst/>
                <a:ahLst/>
                <a:cxnLst/>
                <a:rect l="l" t="t" r="r" b="b"/>
                <a:pathLst>
                  <a:path w="8661" h="10555" extrusionOk="0">
                    <a:moveTo>
                      <a:pt x="0" y="0"/>
                    </a:moveTo>
                    <a:cubicBezTo>
                      <a:pt x="658" y="70"/>
                      <a:pt x="1166" y="623"/>
                      <a:pt x="1245" y="1315"/>
                    </a:cubicBezTo>
                    <a:lnTo>
                      <a:pt x="1245" y="8617"/>
                    </a:lnTo>
                    <a:cubicBezTo>
                      <a:pt x="1245" y="9713"/>
                      <a:pt x="2087" y="10554"/>
                      <a:pt x="3182" y="10554"/>
                    </a:cubicBezTo>
                    <a:lnTo>
                      <a:pt x="8661" y="10554"/>
                    </a:lnTo>
                    <a:lnTo>
                      <a:pt x="8661" y="1938"/>
                    </a:lnTo>
                    <a:cubicBezTo>
                      <a:pt x="8661" y="1245"/>
                      <a:pt x="8293" y="623"/>
                      <a:pt x="7706" y="290"/>
                    </a:cubicBezTo>
                    <a:cubicBezTo>
                      <a:pt x="7486" y="106"/>
                      <a:pt x="7197" y="0"/>
                      <a:pt x="68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27"/>
              <p:cNvSpPr/>
              <p:nvPr/>
            </p:nvSpPr>
            <p:spPr>
              <a:xfrm>
                <a:off x="7071775" y="2376800"/>
                <a:ext cx="222900" cy="271325"/>
              </a:xfrm>
              <a:custGeom>
                <a:avLst/>
                <a:gdLst/>
                <a:ahLst/>
                <a:cxnLst/>
                <a:rect l="l" t="t" r="r" b="b"/>
                <a:pathLst>
                  <a:path w="8916" h="10853" extrusionOk="0">
                    <a:moveTo>
                      <a:pt x="7013" y="255"/>
                    </a:moveTo>
                    <a:cubicBezTo>
                      <a:pt x="7311" y="255"/>
                      <a:pt x="7565" y="333"/>
                      <a:pt x="7784" y="517"/>
                    </a:cubicBezTo>
                    <a:lnTo>
                      <a:pt x="7819" y="517"/>
                    </a:lnTo>
                    <a:cubicBezTo>
                      <a:pt x="8372" y="877"/>
                      <a:pt x="8696" y="1429"/>
                      <a:pt x="8696" y="2087"/>
                    </a:cubicBezTo>
                    <a:lnTo>
                      <a:pt x="8696" y="10598"/>
                    </a:lnTo>
                    <a:lnTo>
                      <a:pt x="3331" y="10598"/>
                    </a:lnTo>
                    <a:cubicBezTo>
                      <a:pt x="2306" y="10598"/>
                      <a:pt x="1499" y="9792"/>
                      <a:pt x="1499" y="8766"/>
                    </a:cubicBezTo>
                    <a:lnTo>
                      <a:pt x="1499" y="1429"/>
                    </a:lnTo>
                    <a:cubicBezTo>
                      <a:pt x="1464" y="956"/>
                      <a:pt x="1175" y="517"/>
                      <a:pt x="772" y="255"/>
                    </a:cubicBezTo>
                    <a:close/>
                    <a:moveTo>
                      <a:pt x="7013" y="0"/>
                    </a:moveTo>
                    <a:lnTo>
                      <a:pt x="2674" y="35"/>
                    </a:lnTo>
                    <a:lnTo>
                      <a:pt x="114" y="35"/>
                    </a:lnTo>
                    <a:cubicBezTo>
                      <a:pt x="79" y="35"/>
                      <a:pt x="0" y="79"/>
                      <a:pt x="0" y="149"/>
                    </a:cubicBezTo>
                    <a:cubicBezTo>
                      <a:pt x="0" y="219"/>
                      <a:pt x="79" y="255"/>
                      <a:pt x="114" y="255"/>
                    </a:cubicBezTo>
                    <a:cubicBezTo>
                      <a:pt x="737" y="333"/>
                      <a:pt x="1210" y="842"/>
                      <a:pt x="1245" y="1464"/>
                    </a:cubicBezTo>
                    <a:lnTo>
                      <a:pt x="1245" y="8766"/>
                    </a:lnTo>
                    <a:cubicBezTo>
                      <a:pt x="1245" y="9897"/>
                      <a:pt x="2192" y="10852"/>
                      <a:pt x="3331" y="10852"/>
                    </a:cubicBezTo>
                    <a:lnTo>
                      <a:pt x="8810" y="10852"/>
                    </a:lnTo>
                    <a:cubicBezTo>
                      <a:pt x="8880" y="10852"/>
                      <a:pt x="8915" y="10773"/>
                      <a:pt x="8915" y="10703"/>
                    </a:cubicBezTo>
                    <a:lnTo>
                      <a:pt x="8915" y="2087"/>
                    </a:lnTo>
                    <a:cubicBezTo>
                      <a:pt x="8915" y="1350"/>
                      <a:pt x="8547" y="693"/>
                      <a:pt x="7933" y="333"/>
                    </a:cubicBezTo>
                    <a:cubicBezTo>
                      <a:pt x="7670" y="114"/>
                      <a:pt x="7346" y="0"/>
                      <a:pt x="70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27"/>
              <p:cNvSpPr/>
              <p:nvPr/>
            </p:nvSpPr>
            <p:spPr>
              <a:xfrm>
                <a:off x="7150450" y="2588700"/>
                <a:ext cx="205350" cy="56575"/>
              </a:xfrm>
              <a:custGeom>
                <a:avLst/>
                <a:gdLst/>
                <a:ahLst/>
                <a:cxnLst/>
                <a:rect l="l" t="t" r="r" b="b"/>
                <a:pathLst>
                  <a:path w="8214" h="2263" extrusionOk="0">
                    <a:moveTo>
                      <a:pt x="1166" y="1"/>
                    </a:moveTo>
                    <a:lnTo>
                      <a:pt x="1166" y="807"/>
                    </a:lnTo>
                    <a:cubicBezTo>
                      <a:pt x="1166" y="1500"/>
                      <a:pt x="658" y="2122"/>
                      <a:pt x="0" y="2227"/>
                    </a:cubicBezTo>
                    <a:lnTo>
                      <a:pt x="360" y="2227"/>
                    </a:lnTo>
                    <a:lnTo>
                      <a:pt x="6794" y="2262"/>
                    </a:lnTo>
                    <a:cubicBezTo>
                      <a:pt x="7591" y="2227"/>
                      <a:pt x="8214" y="1605"/>
                      <a:pt x="8214" y="807"/>
                    </a:cubicBezTo>
                    <a:lnTo>
                      <a:pt x="821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27"/>
              <p:cNvSpPr/>
              <p:nvPr/>
            </p:nvSpPr>
            <p:spPr>
              <a:xfrm>
                <a:off x="7147600" y="2585850"/>
                <a:ext cx="211050" cy="62275"/>
              </a:xfrm>
              <a:custGeom>
                <a:avLst/>
                <a:gdLst/>
                <a:ahLst/>
                <a:cxnLst/>
                <a:rect l="l" t="t" r="r" b="b"/>
                <a:pathLst>
                  <a:path w="8442" h="2491" extrusionOk="0">
                    <a:moveTo>
                      <a:pt x="8223" y="220"/>
                    </a:moveTo>
                    <a:lnTo>
                      <a:pt x="8223" y="921"/>
                    </a:lnTo>
                    <a:cubicBezTo>
                      <a:pt x="8223" y="1281"/>
                      <a:pt x="8074" y="1614"/>
                      <a:pt x="7819" y="1868"/>
                    </a:cubicBezTo>
                    <a:cubicBezTo>
                      <a:pt x="7600" y="2087"/>
                      <a:pt x="7267" y="2236"/>
                      <a:pt x="6908" y="2236"/>
                    </a:cubicBezTo>
                    <a:lnTo>
                      <a:pt x="693" y="2236"/>
                    </a:lnTo>
                    <a:cubicBezTo>
                      <a:pt x="1131" y="1938"/>
                      <a:pt x="1394" y="1465"/>
                      <a:pt x="1394" y="921"/>
                    </a:cubicBezTo>
                    <a:lnTo>
                      <a:pt x="1394" y="220"/>
                    </a:lnTo>
                    <a:close/>
                    <a:moveTo>
                      <a:pt x="1280" y="1"/>
                    </a:moveTo>
                    <a:cubicBezTo>
                      <a:pt x="1245" y="1"/>
                      <a:pt x="1210" y="1"/>
                      <a:pt x="1210" y="45"/>
                    </a:cubicBezTo>
                    <a:cubicBezTo>
                      <a:pt x="1175" y="45"/>
                      <a:pt x="1175" y="80"/>
                      <a:pt x="1175" y="115"/>
                    </a:cubicBezTo>
                    <a:lnTo>
                      <a:pt x="1175" y="921"/>
                    </a:lnTo>
                    <a:cubicBezTo>
                      <a:pt x="1175" y="1535"/>
                      <a:pt x="693" y="2122"/>
                      <a:pt x="79" y="2236"/>
                    </a:cubicBezTo>
                    <a:cubicBezTo>
                      <a:pt x="35" y="2236"/>
                      <a:pt x="0" y="2306"/>
                      <a:pt x="0" y="2341"/>
                    </a:cubicBezTo>
                    <a:cubicBezTo>
                      <a:pt x="0" y="2455"/>
                      <a:pt x="79" y="2455"/>
                      <a:pt x="219" y="2490"/>
                    </a:cubicBezTo>
                    <a:lnTo>
                      <a:pt x="6908" y="2490"/>
                    </a:lnTo>
                    <a:cubicBezTo>
                      <a:pt x="7749" y="2490"/>
                      <a:pt x="8442" y="1798"/>
                      <a:pt x="8442" y="921"/>
                    </a:cubicBezTo>
                    <a:lnTo>
                      <a:pt x="8442" y="115"/>
                    </a:lnTo>
                    <a:cubicBezTo>
                      <a:pt x="8442" y="45"/>
                      <a:pt x="8407" y="1"/>
                      <a:pt x="83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27"/>
              <p:cNvSpPr/>
              <p:nvPr/>
            </p:nvSpPr>
            <p:spPr>
              <a:xfrm>
                <a:off x="7137525" y="2422600"/>
                <a:ext cx="1078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313" h="1" extrusionOk="0">
                    <a:moveTo>
                      <a:pt x="0" y="0"/>
                    </a:moveTo>
                    <a:lnTo>
                      <a:pt x="431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27"/>
              <p:cNvSpPr/>
              <p:nvPr/>
            </p:nvSpPr>
            <p:spPr>
              <a:xfrm>
                <a:off x="7134000" y="2418875"/>
                <a:ext cx="114200" cy="6375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255" extrusionOk="0">
                    <a:moveTo>
                      <a:pt x="141" y="0"/>
                    </a:moveTo>
                    <a:cubicBezTo>
                      <a:pt x="71" y="0"/>
                      <a:pt x="1" y="70"/>
                      <a:pt x="1" y="149"/>
                    </a:cubicBezTo>
                    <a:cubicBezTo>
                      <a:pt x="1" y="184"/>
                      <a:pt x="71" y="255"/>
                      <a:pt x="141" y="255"/>
                    </a:cubicBezTo>
                    <a:lnTo>
                      <a:pt x="4454" y="255"/>
                    </a:lnTo>
                    <a:cubicBezTo>
                      <a:pt x="4524" y="255"/>
                      <a:pt x="4568" y="184"/>
                      <a:pt x="4568" y="149"/>
                    </a:cubicBezTo>
                    <a:cubicBezTo>
                      <a:pt x="4568" y="70"/>
                      <a:pt x="4524" y="0"/>
                      <a:pt x="44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27"/>
              <p:cNvSpPr/>
              <p:nvPr/>
            </p:nvSpPr>
            <p:spPr>
              <a:xfrm>
                <a:off x="7143000" y="2458975"/>
                <a:ext cx="1087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349" h="1" extrusionOk="0">
                    <a:moveTo>
                      <a:pt x="0" y="0"/>
                    </a:moveTo>
                    <a:lnTo>
                      <a:pt x="434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27"/>
              <p:cNvSpPr/>
              <p:nvPr/>
            </p:nvSpPr>
            <p:spPr>
              <a:xfrm>
                <a:off x="7140375" y="2456350"/>
                <a:ext cx="114200" cy="5500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220" extrusionOk="0">
                    <a:moveTo>
                      <a:pt x="105" y="0"/>
                    </a:moveTo>
                    <a:cubicBezTo>
                      <a:pt x="70" y="0"/>
                      <a:pt x="0" y="35"/>
                      <a:pt x="0" y="105"/>
                    </a:cubicBezTo>
                    <a:cubicBezTo>
                      <a:pt x="0" y="184"/>
                      <a:pt x="70" y="219"/>
                      <a:pt x="105" y="219"/>
                    </a:cubicBezTo>
                    <a:lnTo>
                      <a:pt x="4453" y="219"/>
                    </a:lnTo>
                    <a:cubicBezTo>
                      <a:pt x="4532" y="219"/>
                      <a:pt x="4567" y="184"/>
                      <a:pt x="4567" y="105"/>
                    </a:cubicBezTo>
                    <a:cubicBezTo>
                      <a:pt x="4567" y="35"/>
                      <a:pt x="4532" y="0"/>
                      <a:pt x="44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27"/>
              <p:cNvSpPr/>
              <p:nvPr/>
            </p:nvSpPr>
            <p:spPr>
              <a:xfrm>
                <a:off x="7144975" y="2498200"/>
                <a:ext cx="1087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1" extrusionOk="0">
                    <a:moveTo>
                      <a:pt x="0" y="1"/>
                    </a:moveTo>
                    <a:lnTo>
                      <a:pt x="434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27"/>
              <p:cNvSpPr/>
              <p:nvPr/>
            </p:nvSpPr>
            <p:spPr>
              <a:xfrm>
                <a:off x="7142125" y="2495575"/>
                <a:ext cx="114200" cy="5500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220" extrusionOk="0">
                    <a:moveTo>
                      <a:pt x="114" y="0"/>
                    </a:moveTo>
                    <a:cubicBezTo>
                      <a:pt x="35" y="0"/>
                      <a:pt x="0" y="35"/>
                      <a:pt x="0" y="106"/>
                    </a:cubicBezTo>
                    <a:cubicBezTo>
                      <a:pt x="0" y="184"/>
                      <a:pt x="35" y="219"/>
                      <a:pt x="114" y="219"/>
                    </a:cubicBezTo>
                    <a:lnTo>
                      <a:pt x="4462" y="219"/>
                    </a:lnTo>
                    <a:cubicBezTo>
                      <a:pt x="4497" y="219"/>
                      <a:pt x="4567" y="184"/>
                      <a:pt x="4567" y="106"/>
                    </a:cubicBezTo>
                    <a:cubicBezTo>
                      <a:pt x="4567" y="35"/>
                      <a:pt x="4497" y="0"/>
                      <a:pt x="44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27"/>
              <p:cNvSpPr/>
              <p:nvPr/>
            </p:nvSpPr>
            <p:spPr>
              <a:xfrm>
                <a:off x="7144100" y="2536550"/>
                <a:ext cx="108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340" h="1" extrusionOk="0">
                    <a:moveTo>
                      <a:pt x="0" y="1"/>
                    </a:moveTo>
                    <a:lnTo>
                      <a:pt x="433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27"/>
              <p:cNvSpPr/>
              <p:nvPr/>
            </p:nvSpPr>
            <p:spPr>
              <a:xfrm>
                <a:off x="7141250" y="2533925"/>
                <a:ext cx="114200" cy="6375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255" extrusionOk="0">
                    <a:moveTo>
                      <a:pt x="114" y="0"/>
                    </a:moveTo>
                    <a:cubicBezTo>
                      <a:pt x="35" y="0"/>
                      <a:pt x="0" y="70"/>
                      <a:pt x="0" y="106"/>
                    </a:cubicBezTo>
                    <a:cubicBezTo>
                      <a:pt x="0" y="184"/>
                      <a:pt x="35" y="255"/>
                      <a:pt x="114" y="255"/>
                    </a:cubicBezTo>
                    <a:lnTo>
                      <a:pt x="4453" y="255"/>
                    </a:lnTo>
                    <a:cubicBezTo>
                      <a:pt x="4532" y="255"/>
                      <a:pt x="4567" y="184"/>
                      <a:pt x="4567" y="106"/>
                    </a:cubicBezTo>
                    <a:cubicBezTo>
                      <a:pt x="4567" y="70"/>
                      <a:pt x="4532" y="0"/>
                      <a:pt x="44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1" name="Google Shape;631;p27"/>
            <p:cNvGrpSpPr/>
            <p:nvPr/>
          </p:nvGrpSpPr>
          <p:grpSpPr>
            <a:xfrm>
              <a:off x="336712" y="3786831"/>
              <a:ext cx="928336" cy="731501"/>
              <a:chOff x="6281527" y="838138"/>
              <a:chExt cx="891859" cy="702758"/>
            </a:xfrm>
          </p:grpSpPr>
          <p:sp>
            <p:nvSpPr>
              <p:cNvPr id="632" name="Google Shape;632;p27"/>
              <p:cNvSpPr/>
              <p:nvPr/>
            </p:nvSpPr>
            <p:spPr>
              <a:xfrm>
                <a:off x="6491674" y="994166"/>
                <a:ext cx="423780" cy="395296"/>
              </a:xfrm>
              <a:custGeom>
                <a:avLst/>
                <a:gdLst/>
                <a:ahLst/>
                <a:cxnLst/>
                <a:rect l="l" t="t" r="r" b="b"/>
                <a:pathLst>
                  <a:path w="5356" h="4996" extrusionOk="0">
                    <a:moveTo>
                      <a:pt x="2676" y="0"/>
                    </a:moveTo>
                    <a:cubicBezTo>
                      <a:pt x="1464" y="0"/>
                      <a:pt x="399" y="883"/>
                      <a:pt x="209" y="2118"/>
                    </a:cubicBezTo>
                    <a:cubicBezTo>
                      <a:pt x="1" y="3480"/>
                      <a:pt x="935" y="4757"/>
                      <a:pt x="2298" y="4966"/>
                    </a:cubicBezTo>
                    <a:cubicBezTo>
                      <a:pt x="2426" y="4986"/>
                      <a:pt x="2554" y="4995"/>
                      <a:pt x="2680" y="4995"/>
                    </a:cubicBezTo>
                    <a:cubicBezTo>
                      <a:pt x="3893" y="4995"/>
                      <a:pt x="4957" y="4112"/>
                      <a:pt x="5146" y="2878"/>
                    </a:cubicBezTo>
                    <a:cubicBezTo>
                      <a:pt x="5355" y="1515"/>
                      <a:pt x="4421" y="238"/>
                      <a:pt x="3058" y="29"/>
                    </a:cubicBezTo>
                    <a:cubicBezTo>
                      <a:pt x="2930" y="10"/>
                      <a:pt x="2802" y="0"/>
                      <a:pt x="26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27"/>
              <p:cNvSpPr/>
              <p:nvPr/>
            </p:nvSpPr>
            <p:spPr>
              <a:xfrm>
                <a:off x="6494997" y="989023"/>
                <a:ext cx="417213" cy="405503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5125" extrusionOk="0">
                    <a:moveTo>
                      <a:pt x="2633" y="129"/>
                    </a:moveTo>
                    <a:cubicBezTo>
                      <a:pt x="2756" y="129"/>
                      <a:pt x="2882" y="142"/>
                      <a:pt x="3005" y="158"/>
                    </a:cubicBezTo>
                    <a:cubicBezTo>
                      <a:pt x="3648" y="257"/>
                      <a:pt x="4212" y="600"/>
                      <a:pt x="4595" y="1127"/>
                    </a:cubicBezTo>
                    <a:cubicBezTo>
                      <a:pt x="4978" y="1649"/>
                      <a:pt x="5139" y="2287"/>
                      <a:pt x="5040" y="2932"/>
                    </a:cubicBezTo>
                    <a:cubicBezTo>
                      <a:pt x="4857" y="4130"/>
                      <a:pt x="3815" y="4995"/>
                      <a:pt x="2637" y="4995"/>
                    </a:cubicBezTo>
                    <a:cubicBezTo>
                      <a:pt x="2515" y="4995"/>
                      <a:pt x="2392" y="4986"/>
                      <a:pt x="2268" y="4967"/>
                    </a:cubicBezTo>
                    <a:cubicBezTo>
                      <a:pt x="1624" y="4868"/>
                      <a:pt x="1061" y="4527"/>
                      <a:pt x="678" y="4005"/>
                    </a:cubicBezTo>
                    <a:cubicBezTo>
                      <a:pt x="290" y="3476"/>
                      <a:pt x="133" y="2838"/>
                      <a:pt x="232" y="2195"/>
                    </a:cubicBezTo>
                    <a:cubicBezTo>
                      <a:pt x="418" y="994"/>
                      <a:pt x="1455" y="129"/>
                      <a:pt x="2633" y="129"/>
                    </a:cubicBezTo>
                    <a:close/>
                    <a:moveTo>
                      <a:pt x="2633" y="0"/>
                    </a:moveTo>
                    <a:cubicBezTo>
                      <a:pt x="1393" y="0"/>
                      <a:pt x="299" y="910"/>
                      <a:pt x="105" y="2177"/>
                    </a:cubicBezTo>
                    <a:cubicBezTo>
                      <a:pt x="0" y="2849"/>
                      <a:pt x="167" y="3529"/>
                      <a:pt x="574" y="4080"/>
                    </a:cubicBezTo>
                    <a:cubicBezTo>
                      <a:pt x="975" y="4631"/>
                      <a:pt x="1572" y="4991"/>
                      <a:pt x="2250" y="5095"/>
                    </a:cubicBezTo>
                    <a:cubicBezTo>
                      <a:pt x="2378" y="5112"/>
                      <a:pt x="2512" y="5124"/>
                      <a:pt x="2639" y="5124"/>
                    </a:cubicBezTo>
                    <a:cubicBezTo>
                      <a:pt x="3880" y="5124"/>
                      <a:pt x="4971" y="4214"/>
                      <a:pt x="5168" y="2948"/>
                    </a:cubicBezTo>
                    <a:cubicBezTo>
                      <a:pt x="5273" y="2276"/>
                      <a:pt x="5104" y="1596"/>
                      <a:pt x="4699" y="1046"/>
                    </a:cubicBezTo>
                    <a:cubicBezTo>
                      <a:pt x="4298" y="495"/>
                      <a:pt x="3701" y="135"/>
                      <a:pt x="3021" y="30"/>
                    </a:cubicBezTo>
                    <a:cubicBezTo>
                      <a:pt x="2891" y="10"/>
                      <a:pt x="2761" y="0"/>
                      <a:pt x="26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27"/>
              <p:cNvSpPr/>
              <p:nvPr/>
            </p:nvSpPr>
            <p:spPr>
              <a:xfrm>
                <a:off x="6511929" y="982219"/>
                <a:ext cx="423226" cy="395296"/>
              </a:xfrm>
              <a:custGeom>
                <a:avLst/>
                <a:gdLst/>
                <a:ahLst/>
                <a:cxnLst/>
                <a:rect l="l" t="t" r="r" b="b"/>
                <a:pathLst>
                  <a:path w="5349" h="4996" extrusionOk="0">
                    <a:moveTo>
                      <a:pt x="2670" y="1"/>
                    </a:moveTo>
                    <a:cubicBezTo>
                      <a:pt x="1459" y="1"/>
                      <a:pt x="399" y="883"/>
                      <a:pt x="210" y="2118"/>
                    </a:cubicBezTo>
                    <a:cubicBezTo>
                      <a:pt x="1" y="3481"/>
                      <a:pt x="935" y="4758"/>
                      <a:pt x="2298" y="4967"/>
                    </a:cubicBezTo>
                    <a:cubicBezTo>
                      <a:pt x="2426" y="4986"/>
                      <a:pt x="2554" y="4996"/>
                      <a:pt x="2679" y="4996"/>
                    </a:cubicBezTo>
                    <a:cubicBezTo>
                      <a:pt x="3891" y="4996"/>
                      <a:pt x="4950" y="4113"/>
                      <a:pt x="5139" y="2878"/>
                    </a:cubicBezTo>
                    <a:cubicBezTo>
                      <a:pt x="5348" y="1515"/>
                      <a:pt x="4415" y="239"/>
                      <a:pt x="3051" y="30"/>
                    </a:cubicBezTo>
                    <a:cubicBezTo>
                      <a:pt x="2923" y="10"/>
                      <a:pt x="2795" y="1"/>
                      <a:pt x="26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7"/>
              <p:cNvSpPr/>
              <p:nvPr/>
            </p:nvSpPr>
            <p:spPr>
              <a:xfrm>
                <a:off x="6515173" y="977076"/>
                <a:ext cx="416738" cy="405424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5124" extrusionOk="0">
                    <a:moveTo>
                      <a:pt x="2627" y="130"/>
                    </a:moveTo>
                    <a:cubicBezTo>
                      <a:pt x="2750" y="130"/>
                      <a:pt x="2878" y="141"/>
                      <a:pt x="2999" y="159"/>
                    </a:cubicBezTo>
                    <a:cubicBezTo>
                      <a:pt x="3644" y="258"/>
                      <a:pt x="4206" y="599"/>
                      <a:pt x="4594" y="1128"/>
                    </a:cubicBezTo>
                    <a:cubicBezTo>
                      <a:pt x="4977" y="1650"/>
                      <a:pt x="5133" y="2288"/>
                      <a:pt x="5036" y="2931"/>
                    </a:cubicBezTo>
                    <a:cubicBezTo>
                      <a:pt x="4937" y="3575"/>
                      <a:pt x="4594" y="4138"/>
                      <a:pt x="4072" y="4521"/>
                    </a:cubicBezTo>
                    <a:cubicBezTo>
                      <a:pt x="3652" y="4833"/>
                      <a:pt x="3152" y="4996"/>
                      <a:pt x="2638" y="4996"/>
                    </a:cubicBezTo>
                    <a:cubicBezTo>
                      <a:pt x="2513" y="4996"/>
                      <a:pt x="2388" y="4987"/>
                      <a:pt x="2263" y="4968"/>
                    </a:cubicBezTo>
                    <a:cubicBezTo>
                      <a:pt x="1625" y="4869"/>
                      <a:pt x="1055" y="4526"/>
                      <a:pt x="673" y="4004"/>
                    </a:cubicBezTo>
                    <a:cubicBezTo>
                      <a:pt x="290" y="3476"/>
                      <a:pt x="134" y="2839"/>
                      <a:pt x="233" y="2194"/>
                    </a:cubicBezTo>
                    <a:cubicBezTo>
                      <a:pt x="330" y="1551"/>
                      <a:pt x="673" y="989"/>
                      <a:pt x="1195" y="606"/>
                    </a:cubicBezTo>
                    <a:cubicBezTo>
                      <a:pt x="1618" y="293"/>
                      <a:pt x="2112" y="130"/>
                      <a:pt x="2627" y="130"/>
                    </a:cubicBezTo>
                    <a:close/>
                    <a:moveTo>
                      <a:pt x="2629" y="1"/>
                    </a:moveTo>
                    <a:cubicBezTo>
                      <a:pt x="2087" y="1"/>
                      <a:pt x="1564" y="174"/>
                      <a:pt x="1120" y="501"/>
                    </a:cubicBezTo>
                    <a:cubicBezTo>
                      <a:pt x="568" y="901"/>
                      <a:pt x="203" y="1498"/>
                      <a:pt x="99" y="2178"/>
                    </a:cubicBezTo>
                    <a:cubicBezTo>
                      <a:pt x="0" y="2850"/>
                      <a:pt x="163" y="3529"/>
                      <a:pt x="568" y="4079"/>
                    </a:cubicBezTo>
                    <a:cubicBezTo>
                      <a:pt x="975" y="4631"/>
                      <a:pt x="1566" y="4991"/>
                      <a:pt x="2244" y="5096"/>
                    </a:cubicBezTo>
                    <a:cubicBezTo>
                      <a:pt x="2378" y="5112"/>
                      <a:pt x="2506" y="5123"/>
                      <a:pt x="2640" y="5123"/>
                    </a:cubicBezTo>
                    <a:cubicBezTo>
                      <a:pt x="3179" y="5123"/>
                      <a:pt x="3706" y="4956"/>
                      <a:pt x="4148" y="4625"/>
                    </a:cubicBezTo>
                    <a:cubicBezTo>
                      <a:pt x="4699" y="4225"/>
                      <a:pt x="5058" y="3627"/>
                      <a:pt x="5162" y="2949"/>
                    </a:cubicBezTo>
                    <a:cubicBezTo>
                      <a:pt x="5267" y="2276"/>
                      <a:pt x="5098" y="1597"/>
                      <a:pt x="4699" y="1046"/>
                    </a:cubicBezTo>
                    <a:cubicBezTo>
                      <a:pt x="4292" y="494"/>
                      <a:pt x="3695" y="135"/>
                      <a:pt x="3023" y="31"/>
                    </a:cubicBezTo>
                    <a:cubicBezTo>
                      <a:pt x="2891" y="11"/>
                      <a:pt x="2760" y="1"/>
                      <a:pt x="26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27"/>
              <p:cNvSpPr/>
              <p:nvPr/>
            </p:nvSpPr>
            <p:spPr>
              <a:xfrm>
                <a:off x="6585353" y="1510830"/>
                <a:ext cx="28563" cy="25082"/>
              </a:xfrm>
              <a:custGeom>
                <a:avLst/>
                <a:gdLst/>
                <a:ahLst/>
                <a:cxnLst/>
                <a:rect l="l" t="t" r="r" b="b"/>
                <a:pathLst>
                  <a:path w="361" h="317" extrusionOk="0">
                    <a:moveTo>
                      <a:pt x="179" y="1"/>
                    </a:moveTo>
                    <a:cubicBezTo>
                      <a:pt x="147" y="1"/>
                      <a:pt x="115" y="11"/>
                      <a:pt x="88" y="31"/>
                    </a:cubicBezTo>
                    <a:cubicBezTo>
                      <a:pt x="18" y="83"/>
                      <a:pt x="0" y="182"/>
                      <a:pt x="53" y="251"/>
                    </a:cubicBezTo>
                    <a:cubicBezTo>
                      <a:pt x="84" y="294"/>
                      <a:pt x="133" y="317"/>
                      <a:pt x="182" y="317"/>
                    </a:cubicBezTo>
                    <a:cubicBezTo>
                      <a:pt x="214" y="317"/>
                      <a:pt x="245" y="307"/>
                      <a:pt x="273" y="286"/>
                    </a:cubicBezTo>
                    <a:cubicBezTo>
                      <a:pt x="348" y="235"/>
                      <a:pt x="361" y="136"/>
                      <a:pt x="308" y="66"/>
                    </a:cubicBezTo>
                    <a:cubicBezTo>
                      <a:pt x="276" y="24"/>
                      <a:pt x="228" y="1"/>
                      <a:pt x="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27"/>
              <p:cNvSpPr/>
              <p:nvPr/>
            </p:nvSpPr>
            <p:spPr>
              <a:xfrm>
                <a:off x="6579815" y="1505608"/>
                <a:ext cx="40036" cy="35289"/>
              </a:xfrm>
              <a:custGeom>
                <a:avLst/>
                <a:gdLst/>
                <a:ahLst/>
                <a:cxnLst/>
                <a:rect l="l" t="t" r="r" b="b"/>
                <a:pathLst>
                  <a:path w="506" h="446" extrusionOk="0">
                    <a:moveTo>
                      <a:pt x="254" y="132"/>
                    </a:moveTo>
                    <a:cubicBezTo>
                      <a:pt x="282" y="132"/>
                      <a:pt x="309" y="143"/>
                      <a:pt x="326" y="167"/>
                    </a:cubicBezTo>
                    <a:cubicBezTo>
                      <a:pt x="361" y="213"/>
                      <a:pt x="348" y="271"/>
                      <a:pt x="308" y="301"/>
                    </a:cubicBezTo>
                    <a:cubicBezTo>
                      <a:pt x="292" y="312"/>
                      <a:pt x="273" y="318"/>
                      <a:pt x="254" y="318"/>
                    </a:cubicBezTo>
                    <a:cubicBezTo>
                      <a:pt x="225" y="318"/>
                      <a:pt x="195" y="305"/>
                      <a:pt x="174" y="277"/>
                    </a:cubicBezTo>
                    <a:cubicBezTo>
                      <a:pt x="147" y="237"/>
                      <a:pt x="158" y="178"/>
                      <a:pt x="198" y="149"/>
                    </a:cubicBezTo>
                    <a:cubicBezTo>
                      <a:pt x="215" y="137"/>
                      <a:pt x="235" y="132"/>
                      <a:pt x="254" y="132"/>
                    </a:cubicBezTo>
                    <a:close/>
                    <a:moveTo>
                      <a:pt x="254" y="0"/>
                    </a:moveTo>
                    <a:cubicBezTo>
                      <a:pt x="208" y="0"/>
                      <a:pt x="162" y="14"/>
                      <a:pt x="123" y="44"/>
                    </a:cubicBezTo>
                    <a:cubicBezTo>
                      <a:pt x="19" y="114"/>
                      <a:pt x="0" y="260"/>
                      <a:pt x="70" y="358"/>
                    </a:cubicBezTo>
                    <a:cubicBezTo>
                      <a:pt x="117" y="416"/>
                      <a:pt x="187" y="445"/>
                      <a:pt x="251" y="445"/>
                    </a:cubicBezTo>
                    <a:cubicBezTo>
                      <a:pt x="297" y="445"/>
                      <a:pt x="343" y="434"/>
                      <a:pt x="383" y="405"/>
                    </a:cubicBezTo>
                    <a:cubicBezTo>
                      <a:pt x="482" y="330"/>
                      <a:pt x="506" y="191"/>
                      <a:pt x="431" y="92"/>
                    </a:cubicBezTo>
                    <a:cubicBezTo>
                      <a:pt x="389" y="32"/>
                      <a:pt x="322" y="0"/>
                      <a:pt x="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27"/>
              <p:cNvSpPr/>
              <p:nvPr/>
            </p:nvSpPr>
            <p:spPr>
              <a:xfrm>
                <a:off x="7008494" y="843202"/>
                <a:ext cx="62111" cy="54911"/>
              </a:xfrm>
              <a:custGeom>
                <a:avLst/>
                <a:gdLst/>
                <a:ahLst/>
                <a:cxnLst/>
                <a:rect l="l" t="t" r="r" b="b"/>
                <a:pathLst>
                  <a:path w="785" h="694" extrusionOk="0">
                    <a:moveTo>
                      <a:pt x="393" y="1"/>
                    </a:moveTo>
                    <a:cubicBezTo>
                      <a:pt x="321" y="1"/>
                      <a:pt x="249" y="23"/>
                      <a:pt x="186" y="70"/>
                    </a:cubicBezTo>
                    <a:cubicBezTo>
                      <a:pt x="36" y="180"/>
                      <a:pt x="1" y="400"/>
                      <a:pt x="111" y="551"/>
                    </a:cubicBezTo>
                    <a:cubicBezTo>
                      <a:pt x="181" y="645"/>
                      <a:pt x="286" y="693"/>
                      <a:pt x="392" y="693"/>
                    </a:cubicBezTo>
                    <a:cubicBezTo>
                      <a:pt x="463" y="693"/>
                      <a:pt x="535" y="671"/>
                      <a:pt x="598" y="627"/>
                    </a:cubicBezTo>
                    <a:cubicBezTo>
                      <a:pt x="750" y="510"/>
                      <a:pt x="785" y="296"/>
                      <a:pt x="673" y="145"/>
                    </a:cubicBezTo>
                    <a:cubicBezTo>
                      <a:pt x="604" y="51"/>
                      <a:pt x="499" y="1"/>
                      <a:pt x="3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27"/>
              <p:cNvSpPr/>
              <p:nvPr/>
            </p:nvSpPr>
            <p:spPr>
              <a:xfrm>
                <a:off x="7006200" y="838138"/>
                <a:ext cx="70340" cy="65197"/>
              </a:xfrm>
              <a:custGeom>
                <a:avLst/>
                <a:gdLst/>
                <a:ahLst/>
                <a:cxnLst/>
                <a:rect l="l" t="t" r="r" b="b"/>
                <a:pathLst>
                  <a:path w="889" h="824" extrusionOk="0">
                    <a:moveTo>
                      <a:pt x="418" y="127"/>
                    </a:moveTo>
                    <a:cubicBezTo>
                      <a:pt x="506" y="127"/>
                      <a:pt x="592" y="169"/>
                      <a:pt x="645" y="244"/>
                    </a:cubicBezTo>
                    <a:cubicBezTo>
                      <a:pt x="691" y="308"/>
                      <a:pt x="709" y="378"/>
                      <a:pt x="697" y="453"/>
                    </a:cubicBezTo>
                    <a:cubicBezTo>
                      <a:pt x="686" y="528"/>
                      <a:pt x="651" y="592"/>
                      <a:pt x="587" y="638"/>
                    </a:cubicBezTo>
                    <a:cubicBezTo>
                      <a:pt x="539" y="675"/>
                      <a:pt x="481" y="694"/>
                      <a:pt x="421" y="694"/>
                    </a:cubicBezTo>
                    <a:cubicBezTo>
                      <a:pt x="407" y="694"/>
                      <a:pt x="392" y="693"/>
                      <a:pt x="378" y="691"/>
                    </a:cubicBezTo>
                    <a:cubicBezTo>
                      <a:pt x="303" y="679"/>
                      <a:pt x="239" y="638"/>
                      <a:pt x="193" y="574"/>
                    </a:cubicBezTo>
                    <a:cubicBezTo>
                      <a:pt x="152" y="517"/>
                      <a:pt x="134" y="441"/>
                      <a:pt x="140" y="365"/>
                    </a:cubicBezTo>
                    <a:cubicBezTo>
                      <a:pt x="152" y="296"/>
                      <a:pt x="193" y="226"/>
                      <a:pt x="257" y="186"/>
                    </a:cubicBezTo>
                    <a:cubicBezTo>
                      <a:pt x="303" y="145"/>
                      <a:pt x="361" y="127"/>
                      <a:pt x="418" y="127"/>
                    </a:cubicBezTo>
                    <a:close/>
                    <a:moveTo>
                      <a:pt x="423" y="1"/>
                    </a:moveTo>
                    <a:cubicBezTo>
                      <a:pt x="337" y="1"/>
                      <a:pt x="250" y="27"/>
                      <a:pt x="175" y="81"/>
                    </a:cubicBezTo>
                    <a:cubicBezTo>
                      <a:pt x="88" y="145"/>
                      <a:pt x="30" y="239"/>
                      <a:pt x="13" y="349"/>
                    </a:cubicBezTo>
                    <a:cubicBezTo>
                      <a:pt x="1" y="459"/>
                      <a:pt x="24" y="563"/>
                      <a:pt x="88" y="656"/>
                    </a:cubicBezTo>
                    <a:cubicBezTo>
                      <a:pt x="158" y="743"/>
                      <a:pt x="250" y="801"/>
                      <a:pt x="361" y="818"/>
                    </a:cubicBezTo>
                    <a:cubicBezTo>
                      <a:pt x="378" y="818"/>
                      <a:pt x="402" y="823"/>
                      <a:pt x="424" y="823"/>
                    </a:cubicBezTo>
                    <a:cubicBezTo>
                      <a:pt x="512" y="823"/>
                      <a:pt x="592" y="796"/>
                      <a:pt x="662" y="743"/>
                    </a:cubicBezTo>
                    <a:cubicBezTo>
                      <a:pt x="848" y="609"/>
                      <a:pt x="889" y="349"/>
                      <a:pt x="755" y="169"/>
                    </a:cubicBezTo>
                    <a:cubicBezTo>
                      <a:pt x="672" y="58"/>
                      <a:pt x="549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27"/>
              <p:cNvSpPr/>
              <p:nvPr/>
            </p:nvSpPr>
            <p:spPr>
              <a:xfrm>
                <a:off x="6950261" y="1118624"/>
                <a:ext cx="218062" cy="28009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354" extrusionOk="0">
                    <a:moveTo>
                      <a:pt x="0" y="0"/>
                    </a:moveTo>
                    <a:lnTo>
                      <a:pt x="0" y="354"/>
                    </a:lnTo>
                    <a:lnTo>
                      <a:pt x="2756" y="354"/>
                    </a:lnTo>
                    <a:lnTo>
                      <a:pt x="27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27"/>
              <p:cNvSpPr/>
              <p:nvPr/>
            </p:nvSpPr>
            <p:spPr>
              <a:xfrm>
                <a:off x="6945197" y="1113561"/>
                <a:ext cx="228189" cy="38137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482" extrusionOk="0">
                    <a:moveTo>
                      <a:pt x="2755" y="127"/>
                    </a:moveTo>
                    <a:lnTo>
                      <a:pt x="2755" y="348"/>
                    </a:lnTo>
                    <a:lnTo>
                      <a:pt x="134" y="348"/>
                    </a:lnTo>
                    <a:lnTo>
                      <a:pt x="134" y="127"/>
                    </a:lnTo>
                    <a:close/>
                    <a:moveTo>
                      <a:pt x="64" y="0"/>
                    </a:moveTo>
                    <a:cubicBezTo>
                      <a:pt x="30" y="0"/>
                      <a:pt x="0" y="29"/>
                      <a:pt x="0" y="64"/>
                    </a:cubicBezTo>
                    <a:lnTo>
                      <a:pt x="0" y="418"/>
                    </a:lnTo>
                    <a:cubicBezTo>
                      <a:pt x="0" y="453"/>
                      <a:pt x="30" y="482"/>
                      <a:pt x="64" y="482"/>
                    </a:cubicBezTo>
                    <a:lnTo>
                      <a:pt x="2820" y="482"/>
                    </a:lnTo>
                    <a:cubicBezTo>
                      <a:pt x="2854" y="482"/>
                      <a:pt x="2884" y="453"/>
                      <a:pt x="2884" y="418"/>
                    </a:cubicBezTo>
                    <a:lnTo>
                      <a:pt x="2884" y="64"/>
                    </a:lnTo>
                    <a:cubicBezTo>
                      <a:pt x="2884" y="29"/>
                      <a:pt x="2854" y="0"/>
                      <a:pt x="28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7"/>
              <p:cNvSpPr/>
              <p:nvPr/>
            </p:nvSpPr>
            <p:spPr>
              <a:xfrm>
                <a:off x="6950261" y="1180102"/>
                <a:ext cx="125330" cy="18436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233" extrusionOk="0">
                    <a:moveTo>
                      <a:pt x="0" y="0"/>
                    </a:moveTo>
                    <a:lnTo>
                      <a:pt x="0" y="233"/>
                    </a:lnTo>
                    <a:lnTo>
                      <a:pt x="1583" y="233"/>
                    </a:lnTo>
                    <a:lnTo>
                      <a:pt x="158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27"/>
              <p:cNvSpPr/>
              <p:nvPr/>
            </p:nvSpPr>
            <p:spPr>
              <a:xfrm>
                <a:off x="6945197" y="1174959"/>
                <a:ext cx="135458" cy="28563"/>
              </a:xfrm>
              <a:custGeom>
                <a:avLst/>
                <a:gdLst/>
                <a:ahLst/>
                <a:cxnLst/>
                <a:rect l="l" t="t" r="r" b="b"/>
                <a:pathLst>
                  <a:path w="1712" h="361" extrusionOk="0">
                    <a:moveTo>
                      <a:pt x="1585" y="135"/>
                    </a:moveTo>
                    <a:lnTo>
                      <a:pt x="1585" y="233"/>
                    </a:lnTo>
                    <a:lnTo>
                      <a:pt x="134" y="233"/>
                    </a:lnTo>
                    <a:lnTo>
                      <a:pt x="134" y="135"/>
                    </a:lnTo>
                    <a:close/>
                    <a:moveTo>
                      <a:pt x="64" y="1"/>
                    </a:moveTo>
                    <a:cubicBezTo>
                      <a:pt x="30" y="1"/>
                      <a:pt x="0" y="30"/>
                      <a:pt x="0" y="65"/>
                    </a:cubicBezTo>
                    <a:lnTo>
                      <a:pt x="0" y="298"/>
                    </a:lnTo>
                    <a:cubicBezTo>
                      <a:pt x="0" y="332"/>
                      <a:pt x="30" y="360"/>
                      <a:pt x="64" y="360"/>
                    </a:cubicBezTo>
                    <a:lnTo>
                      <a:pt x="1647" y="360"/>
                    </a:lnTo>
                    <a:cubicBezTo>
                      <a:pt x="1682" y="360"/>
                      <a:pt x="1711" y="332"/>
                      <a:pt x="1711" y="298"/>
                    </a:cubicBezTo>
                    <a:lnTo>
                      <a:pt x="1711" y="65"/>
                    </a:lnTo>
                    <a:cubicBezTo>
                      <a:pt x="1711" y="30"/>
                      <a:pt x="1682" y="1"/>
                      <a:pt x="16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27"/>
              <p:cNvSpPr/>
              <p:nvPr/>
            </p:nvSpPr>
            <p:spPr>
              <a:xfrm>
                <a:off x="6950261" y="1232401"/>
                <a:ext cx="125330" cy="17882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226" extrusionOk="0">
                    <a:moveTo>
                      <a:pt x="0" y="0"/>
                    </a:moveTo>
                    <a:lnTo>
                      <a:pt x="0" y="226"/>
                    </a:lnTo>
                    <a:lnTo>
                      <a:pt x="1583" y="226"/>
                    </a:lnTo>
                    <a:lnTo>
                      <a:pt x="158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27"/>
              <p:cNvSpPr/>
              <p:nvPr/>
            </p:nvSpPr>
            <p:spPr>
              <a:xfrm>
                <a:off x="6945197" y="1227337"/>
                <a:ext cx="135458" cy="28484"/>
              </a:xfrm>
              <a:custGeom>
                <a:avLst/>
                <a:gdLst/>
                <a:ahLst/>
                <a:cxnLst/>
                <a:rect l="l" t="t" r="r" b="b"/>
                <a:pathLst>
                  <a:path w="1712" h="360" extrusionOk="0">
                    <a:moveTo>
                      <a:pt x="1585" y="128"/>
                    </a:moveTo>
                    <a:lnTo>
                      <a:pt x="1585" y="227"/>
                    </a:lnTo>
                    <a:lnTo>
                      <a:pt x="134" y="227"/>
                    </a:lnTo>
                    <a:lnTo>
                      <a:pt x="134" y="128"/>
                    </a:lnTo>
                    <a:close/>
                    <a:moveTo>
                      <a:pt x="64" y="0"/>
                    </a:moveTo>
                    <a:cubicBezTo>
                      <a:pt x="30" y="0"/>
                      <a:pt x="0" y="29"/>
                      <a:pt x="0" y="64"/>
                    </a:cubicBezTo>
                    <a:lnTo>
                      <a:pt x="0" y="290"/>
                    </a:lnTo>
                    <a:cubicBezTo>
                      <a:pt x="0" y="332"/>
                      <a:pt x="30" y="359"/>
                      <a:pt x="64" y="359"/>
                    </a:cubicBezTo>
                    <a:lnTo>
                      <a:pt x="1647" y="359"/>
                    </a:lnTo>
                    <a:cubicBezTo>
                      <a:pt x="1682" y="359"/>
                      <a:pt x="1711" y="332"/>
                      <a:pt x="1711" y="290"/>
                    </a:cubicBezTo>
                    <a:lnTo>
                      <a:pt x="1711" y="64"/>
                    </a:lnTo>
                    <a:cubicBezTo>
                      <a:pt x="1711" y="29"/>
                      <a:pt x="1682" y="0"/>
                      <a:pt x="16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27"/>
              <p:cNvSpPr/>
              <p:nvPr/>
            </p:nvSpPr>
            <p:spPr>
              <a:xfrm>
                <a:off x="6311831" y="1275602"/>
                <a:ext cx="211653" cy="90912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149" extrusionOk="0">
                    <a:moveTo>
                      <a:pt x="2675" y="0"/>
                    </a:moveTo>
                    <a:lnTo>
                      <a:pt x="0" y="1149"/>
                    </a:lnTo>
                    <a:close/>
                  </a:path>
                </a:pathLst>
              </a:custGeom>
              <a:solidFill>
                <a:srgbClr val="FF7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27"/>
              <p:cNvSpPr/>
              <p:nvPr/>
            </p:nvSpPr>
            <p:spPr>
              <a:xfrm>
                <a:off x="6305897" y="1270379"/>
                <a:ext cx="223125" cy="101672"/>
              </a:xfrm>
              <a:custGeom>
                <a:avLst/>
                <a:gdLst/>
                <a:ahLst/>
                <a:cxnLst/>
                <a:rect l="l" t="t" r="r" b="b"/>
                <a:pathLst>
                  <a:path w="2820" h="1285" extrusionOk="0">
                    <a:moveTo>
                      <a:pt x="2748" y="0"/>
                    </a:moveTo>
                    <a:cubicBezTo>
                      <a:pt x="2739" y="0"/>
                      <a:pt x="2730" y="3"/>
                      <a:pt x="2720" y="8"/>
                    </a:cubicBezTo>
                    <a:lnTo>
                      <a:pt x="52" y="1156"/>
                    </a:lnTo>
                    <a:cubicBezTo>
                      <a:pt x="17" y="1167"/>
                      <a:pt x="0" y="1208"/>
                      <a:pt x="17" y="1242"/>
                    </a:cubicBezTo>
                    <a:cubicBezTo>
                      <a:pt x="24" y="1266"/>
                      <a:pt x="52" y="1284"/>
                      <a:pt x="75" y="1284"/>
                    </a:cubicBezTo>
                    <a:cubicBezTo>
                      <a:pt x="81" y="1284"/>
                      <a:pt x="93" y="1277"/>
                      <a:pt x="99" y="1277"/>
                    </a:cubicBezTo>
                    <a:lnTo>
                      <a:pt x="2773" y="123"/>
                    </a:lnTo>
                    <a:cubicBezTo>
                      <a:pt x="2808" y="112"/>
                      <a:pt x="2819" y="72"/>
                      <a:pt x="2808" y="42"/>
                    </a:cubicBezTo>
                    <a:cubicBezTo>
                      <a:pt x="2795" y="17"/>
                      <a:pt x="2773" y="0"/>
                      <a:pt x="27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27"/>
              <p:cNvSpPr/>
              <p:nvPr/>
            </p:nvSpPr>
            <p:spPr>
              <a:xfrm>
                <a:off x="6287461" y="1352666"/>
                <a:ext cx="34577" cy="34418"/>
              </a:xfrm>
              <a:custGeom>
                <a:avLst/>
                <a:gdLst/>
                <a:ahLst/>
                <a:cxnLst/>
                <a:rect l="l" t="t" r="r" b="b"/>
                <a:pathLst>
                  <a:path w="437" h="435" extrusionOk="0">
                    <a:moveTo>
                      <a:pt x="117" y="1"/>
                    </a:moveTo>
                    <a:lnTo>
                      <a:pt x="1" y="325"/>
                    </a:lnTo>
                    <a:lnTo>
                      <a:pt x="319" y="435"/>
                    </a:lnTo>
                    <a:lnTo>
                      <a:pt x="436" y="11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27"/>
              <p:cNvSpPr/>
              <p:nvPr/>
            </p:nvSpPr>
            <p:spPr>
              <a:xfrm>
                <a:off x="6281527" y="1347681"/>
                <a:ext cx="45970" cy="44942"/>
              </a:xfrm>
              <a:custGeom>
                <a:avLst/>
                <a:gdLst/>
                <a:ahLst/>
                <a:cxnLst/>
                <a:rect l="l" t="t" r="r" b="b"/>
                <a:pathLst>
                  <a:path w="581" h="568" extrusionOk="0">
                    <a:moveTo>
                      <a:pt x="233" y="150"/>
                    </a:moveTo>
                    <a:lnTo>
                      <a:pt x="429" y="219"/>
                    </a:lnTo>
                    <a:lnTo>
                      <a:pt x="354" y="417"/>
                    </a:lnTo>
                    <a:lnTo>
                      <a:pt x="158" y="348"/>
                    </a:lnTo>
                    <a:lnTo>
                      <a:pt x="233" y="150"/>
                    </a:lnTo>
                    <a:close/>
                    <a:moveTo>
                      <a:pt x="189" y="1"/>
                    </a:moveTo>
                    <a:cubicBezTo>
                      <a:pt x="180" y="1"/>
                      <a:pt x="172" y="2"/>
                      <a:pt x="163" y="5"/>
                    </a:cubicBezTo>
                    <a:cubicBezTo>
                      <a:pt x="151" y="16"/>
                      <a:pt x="140" y="29"/>
                      <a:pt x="134" y="45"/>
                    </a:cubicBezTo>
                    <a:lnTo>
                      <a:pt x="18" y="364"/>
                    </a:lnTo>
                    <a:cubicBezTo>
                      <a:pt x="0" y="399"/>
                      <a:pt x="18" y="434"/>
                      <a:pt x="53" y="446"/>
                    </a:cubicBezTo>
                    <a:lnTo>
                      <a:pt x="372" y="562"/>
                    </a:lnTo>
                    <a:cubicBezTo>
                      <a:pt x="383" y="562"/>
                      <a:pt x="389" y="568"/>
                      <a:pt x="394" y="568"/>
                    </a:cubicBezTo>
                    <a:cubicBezTo>
                      <a:pt x="424" y="568"/>
                      <a:pt x="447" y="551"/>
                      <a:pt x="458" y="522"/>
                    </a:cubicBezTo>
                    <a:lnTo>
                      <a:pt x="575" y="203"/>
                    </a:lnTo>
                    <a:cubicBezTo>
                      <a:pt x="581" y="185"/>
                      <a:pt x="581" y="168"/>
                      <a:pt x="568" y="155"/>
                    </a:cubicBezTo>
                    <a:cubicBezTo>
                      <a:pt x="563" y="139"/>
                      <a:pt x="552" y="126"/>
                      <a:pt x="534" y="121"/>
                    </a:cubicBezTo>
                    <a:lnTo>
                      <a:pt x="215" y="5"/>
                    </a:lnTo>
                    <a:cubicBezTo>
                      <a:pt x="206" y="2"/>
                      <a:pt x="198" y="1"/>
                      <a:pt x="1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7"/>
              <p:cNvSpPr/>
              <p:nvPr/>
            </p:nvSpPr>
            <p:spPr>
              <a:xfrm>
                <a:off x="6619375" y="1105411"/>
                <a:ext cx="196936" cy="142579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1802" extrusionOk="0">
                    <a:moveTo>
                      <a:pt x="966" y="0"/>
                    </a:moveTo>
                    <a:cubicBezTo>
                      <a:pt x="963" y="0"/>
                      <a:pt x="959" y="1"/>
                      <a:pt x="957" y="4"/>
                    </a:cubicBezTo>
                    <a:lnTo>
                      <a:pt x="0" y="891"/>
                    </a:lnTo>
                    <a:lnTo>
                      <a:pt x="0" y="909"/>
                    </a:lnTo>
                    <a:lnTo>
                      <a:pt x="957" y="1796"/>
                    </a:lnTo>
                    <a:cubicBezTo>
                      <a:pt x="959" y="1800"/>
                      <a:pt x="963" y="1801"/>
                      <a:pt x="966" y="1801"/>
                    </a:cubicBezTo>
                    <a:cubicBezTo>
                      <a:pt x="969" y="1801"/>
                      <a:pt x="972" y="1800"/>
                      <a:pt x="975" y="1796"/>
                    </a:cubicBezTo>
                    <a:lnTo>
                      <a:pt x="1328" y="1413"/>
                    </a:lnTo>
                    <a:lnTo>
                      <a:pt x="1328" y="1402"/>
                    </a:lnTo>
                    <a:lnTo>
                      <a:pt x="1096" y="1188"/>
                    </a:lnTo>
                    <a:cubicBezTo>
                      <a:pt x="1090" y="1182"/>
                      <a:pt x="1096" y="1170"/>
                      <a:pt x="1101" y="1170"/>
                    </a:cubicBezTo>
                    <a:lnTo>
                      <a:pt x="2175" y="1170"/>
                    </a:lnTo>
                    <a:cubicBezTo>
                      <a:pt x="2308" y="1170"/>
                      <a:pt x="2431" y="1083"/>
                      <a:pt x="2453" y="950"/>
                    </a:cubicBezTo>
                    <a:cubicBezTo>
                      <a:pt x="2488" y="781"/>
                      <a:pt x="2354" y="631"/>
                      <a:pt x="2193" y="631"/>
                    </a:cubicBezTo>
                    <a:lnTo>
                      <a:pt x="1101" y="631"/>
                    </a:lnTo>
                    <a:cubicBezTo>
                      <a:pt x="1096" y="631"/>
                      <a:pt x="1090" y="620"/>
                      <a:pt x="1096" y="613"/>
                    </a:cubicBezTo>
                    <a:lnTo>
                      <a:pt x="1328" y="398"/>
                    </a:lnTo>
                    <a:lnTo>
                      <a:pt x="1328" y="387"/>
                    </a:lnTo>
                    <a:lnTo>
                      <a:pt x="975" y="4"/>
                    </a:lnTo>
                    <a:cubicBezTo>
                      <a:pt x="972" y="1"/>
                      <a:pt x="969" y="0"/>
                      <a:pt x="9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27"/>
              <p:cNvSpPr/>
              <p:nvPr/>
            </p:nvSpPr>
            <p:spPr>
              <a:xfrm>
                <a:off x="6614312" y="1100189"/>
                <a:ext cx="205718" cy="152865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932" extrusionOk="0">
                    <a:moveTo>
                      <a:pt x="1026" y="157"/>
                    </a:moveTo>
                    <a:lnTo>
                      <a:pt x="1305" y="453"/>
                    </a:lnTo>
                    <a:lnTo>
                      <a:pt x="1114" y="633"/>
                    </a:lnTo>
                    <a:cubicBezTo>
                      <a:pt x="1090" y="651"/>
                      <a:pt x="1085" y="686"/>
                      <a:pt x="1096" y="713"/>
                    </a:cubicBezTo>
                    <a:cubicBezTo>
                      <a:pt x="1108" y="737"/>
                      <a:pt x="1143" y="761"/>
                      <a:pt x="1165" y="761"/>
                    </a:cubicBezTo>
                    <a:lnTo>
                      <a:pt x="2257" y="761"/>
                    </a:lnTo>
                    <a:cubicBezTo>
                      <a:pt x="2314" y="761"/>
                      <a:pt x="2372" y="790"/>
                      <a:pt x="2413" y="836"/>
                    </a:cubicBezTo>
                    <a:cubicBezTo>
                      <a:pt x="2453" y="882"/>
                      <a:pt x="2466" y="940"/>
                      <a:pt x="2453" y="1004"/>
                    </a:cubicBezTo>
                    <a:cubicBezTo>
                      <a:pt x="2442" y="1096"/>
                      <a:pt x="2343" y="1173"/>
                      <a:pt x="2239" y="1173"/>
                    </a:cubicBezTo>
                    <a:lnTo>
                      <a:pt x="1165" y="1173"/>
                    </a:lnTo>
                    <a:cubicBezTo>
                      <a:pt x="1138" y="1173"/>
                      <a:pt x="1108" y="1190"/>
                      <a:pt x="1096" y="1219"/>
                    </a:cubicBezTo>
                    <a:cubicBezTo>
                      <a:pt x="1085" y="1243"/>
                      <a:pt x="1096" y="1283"/>
                      <a:pt x="1114" y="1300"/>
                    </a:cubicBezTo>
                    <a:lnTo>
                      <a:pt x="1305" y="1479"/>
                    </a:lnTo>
                    <a:lnTo>
                      <a:pt x="1026" y="1776"/>
                    </a:lnTo>
                    <a:lnTo>
                      <a:pt x="156" y="964"/>
                    </a:lnTo>
                    <a:lnTo>
                      <a:pt x="1026" y="157"/>
                    </a:lnTo>
                    <a:close/>
                    <a:moveTo>
                      <a:pt x="1033" y="1"/>
                    </a:moveTo>
                    <a:cubicBezTo>
                      <a:pt x="1015" y="1"/>
                      <a:pt x="991" y="12"/>
                      <a:pt x="980" y="24"/>
                    </a:cubicBezTo>
                    <a:lnTo>
                      <a:pt x="24" y="911"/>
                    </a:lnTo>
                    <a:cubicBezTo>
                      <a:pt x="6" y="922"/>
                      <a:pt x="0" y="946"/>
                      <a:pt x="0" y="964"/>
                    </a:cubicBezTo>
                    <a:cubicBezTo>
                      <a:pt x="0" y="986"/>
                      <a:pt x="11" y="1010"/>
                      <a:pt x="24" y="1021"/>
                    </a:cubicBezTo>
                    <a:lnTo>
                      <a:pt x="980" y="1909"/>
                    </a:lnTo>
                    <a:cubicBezTo>
                      <a:pt x="991" y="1920"/>
                      <a:pt x="1015" y="1932"/>
                      <a:pt x="1033" y="1932"/>
                    </a:cubicBezTo>
                    <a:cubicBezTo>
                      <a:pt x="1050" y="1926"/>
                      <a:pt x="1074" y="1920"/>
                      <a:pt x="1085" y="1904"/>
                    </a:cubicBezTo>
                    <a:lnTo>
                      <a:pt x="1438" y="1527"/>
                    </a:lnTo>
                    <a:cubicBezTo>
                      <a:pt x="1451" y="1514"/>
                      <a:pt x="1456" y="1492"/>
                      <a:pt x="1456" y="1474"/>
                    </a:cubicBezTo>
                    <a:cubicBezTo>
                      <a:pt x="1456" y="1457"/>
                      <a:pt x="1444" y="1433"/>
                      <a:pt x="1433" y="1422"/>
                    </a:cubicBezTo>
                    <a:lnTo>
                      <a:pt x="1305" y="1300"/>
                    </a:lnTo>
                    <a:lnTo>
                      <a:pt x="2239" y="1300"/>
                    </a:lnTo>
                    <a:cubicBezTo>
                      <a:pt x="2407" y="1300"/>
                      <a:pt x="2558" y="1184"/>
                      <a:pt x="2581" y="1027"/>
                    </a:cubicBezTo>
                    <a:cubicBezTo>
                      <a:pt x="2599" y="929"/>
                      <a:pt x="2576" y="830"/>
                      <a:pt x="2512" y="748"/>
                    </a:cubicBezTo>
                    <a:cubicBezTo>
                      <a:pt x="2448" y="673"/>
                      <a:pt x="2356" y="633"/>
                      <a:pt x="2257" y="633"/>
                    </a:cubicBezTo>
                    <a:lnTo>
                      <a:pt x="1305" y="633"/>
                    </a:lnTo>
                    <a:lnTo>
                      <a:pt x="1433" y="512"/>
                    </a:lnTo>
                    <a:cubicBezTo>
                      <a:pt x="1444" y="499"/>
                      <a:pt x="1456" y="477"/>
                      <a:pt x="1456" y="459"/>
                    </a:cubicBezTo>
                    <a:cubicBezTo>
                      <a:pt x="1456" y="442"/>
                      <a:pt x="1451" y="418"/>
                      <a:pt x="1438" y="407"/>
                    </a:cubicBezTo>
                    <a:lnTo>
                      <a:pt x="1085" y="30"/>
                    </a:lnTo>
                    <a:cubicBezTo>
                      <a:pt x="1074" y="12"/>
                      <a:pt x="1050" y="1"/>
                      <a:pt x="10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4"/>
          <p:cNvSpPr/>
          <p:nvPr/>
        </p:nvSpPr>
        <p:spPr>
          <a:xfrm rot="1001973">
            <a:off x="-1928964" y="-2029018"/>
            <a:ext cx="4439221" cy="4061677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grpSp>
        <p:nvGrpSpPr>
          <p:cNvPr id="821" name="Google Shape;821;p34"/>
          <p:cNvGrpSpPr/>
          <p:nvPr/>
        </p:nvGrpSpPr>
        <p:grpSpPr>
          <a:xfrm>
            <a:off x="334664" y="202423"/>
            <a:ext cx="1652745" cy="1307778"/>
            <a:chOff x="334664" y="202423"/>
            <a:chExt cx="1652745" cy="1307778"/>
          </a:xfrm>
        </p:grpSpPr>
        <p:grpSp>
          <p:nvGrpSpPr>
            <p:cNvPr id="822" name="Google Shape;822;p34"/>
            <p:cNvGrpSpPr/>
            <p:nvPr/>
          </p:nvGrpSpPr>
          <p:grpSpPr>
            <a:xfrm rot="-1226361">
              <a:off x="465845" y="350930"/>
              <a:ext cx="916887" cy="368147"/>
              <a:chOff x="5632718" y="2107339"/>
              <a:chExt cx="916928" cy="368163"/>
            </a:xfrm>
          </p:grpSpPr>
          <p:sp>
            <p:nvSpPr>
              <p:cNvPr id="823" name="Google Shape;823;p34"/>
              <p:cNvSpPr/>
              <p:nvPr/>
            </p:nvSpPr>
            <p:spPr>
              <a:xfrm>
                <a:off x="5695022" y="2168249"/>
                <a:ext cx="792395" cy="254540"/>
              </a:xfrm>
              <a:custGeom>
                <a:avLst/>
                <a:gdLst/>
                <a:ahLst/>
                <a:cxnLst/>
                <a:rect l="l" t="t" r="r" b="b"/>
                <a:pathLst>
                  <a:path w="9666" h="3105" extrusionOk="0">
                    <a:moveTo>
                      <a:pt x="5958" y="1"/>
                    </a:moveTo>
                    <a:lnTo>
                      <a:pt x="2890" y="2877"/>
                    </a:lnTo>
                    <a:lnTo>
                      <a:pt x="146" y="47"/>
                    </a:lnTo>
                    <a:cubicBezTo>
                      <a:pt x="131" y="32"/>
                      <a:pt x="111" y="25"/>
                      <a:pt x="90" y="25"/>
                    </a:cubicBezTo>
                    <a:cubicBezTo>
                      <a:pt x="69" y="25"/>
                      <a:pt x="47" y="32"/>
                      <a:pt x="30" y="47"/>
                    </a:cubicBezTo>
                    <a:cubicBezTo>
                      <a:pt x="1" y="76"/>
                      <a:pt x="1" y="128"/>
                      <a:pt x="30" y="157"/>
                    </a:cubicBezTo>
                    <a:lnTo>
                      <a:pt x="2884" y="3104"/>
                    </a:lnTo>
                    <a:lnTo>
                      <a:pt x="5969" y="210"/>
                    </a:lnTo>
                    <a:lnTo>
                      <a:pt x="9526" y="2965"/>
                    </a:lnTo>
                    <a:cubicBezTo>
                      <a:pt x="9541" y="2977"/>
                      <a:pt x="9559" y="2983"/>
                      <a:pt x="9577" y="2983"/>
                    </a:cubicBezTo>
                    <a:cubicBezTo>
                      <a:pt x="9601" y="2983"/>
                      <a:pt x="9625" y="2972"/>
                      <a:pt x="9642" y="2952"/>
                    </a:cubicBezTo>
                    <a:cubicBezTo>
                      <a:pt x="9665" y="2917"/>
                      <a:pt x="9658" y="2866"/>
                      <a:pt x="9624" y="2837"/>
                    </a:cubicBezTo>
                    <a:lnTo>
                      <a:pt x="59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34"/>
              <p:cNvSpPr/>
              <p:nvPr/>
            </p:nvSpPr>
            <p:spPr>
              <a:xfrm>
                <a:off x="5639359" y="2114061"/>
                <a:ext cx="125590" cy="125590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1532" extrusionOk="0">
                    <a:moveTo>
                      <a:pt x="766" y="1"/>
                    </a:moveTo>
                    <a:cubicBezTo>
                      <a:pt x="343" y="1"/>
                      <a:pt x="0" y="342"/>
                      <a:pt x="0" y="766"/>
                    </a:cubicBezTo>
                    <a:cubicBezTo>
                      <a:pt x="0" y="1189"/>
                      <a:pt x="343" y="1532"/>
                      <a:pt x="766" y="1532"/>
                    </a:cubicBezTo>
                    <a:cubicBezTo>
                      <a:pt x="1191" y="1532"/>
                      <a:pt x="1532" y="1189"/>
                      <a:pt x="1532" y="766"/>
                    </a:cubicBezTo>
                    <a:cubicBezTo>
                      <a:pt x="1532" y="342"/>
                      <a:pt x="1191" y="1"/>
                      <a:pt x="7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34"/>
              <p:cNvSpPr/>
              <p:nvPr/>
            </p:nvSpPr>
            <p:spPr>
              <a:xfrm>
                <a:off x="5632718" y="2107339"/>
                <a:ext cx="139034" cy="138952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695" extrusionOk="0">
                    <a:moveTo>
                      <a:pt x="847" y="158"/>
                    </a:moveTo>
                    <a:cubicBezTo>
                      <a:pt x="1224" y="158"/>
                      <a:pt x="1532" y="465"/>
                      <a:pt x="1532" y="848"/>
                    </a:cubicBezTo>
                    <a:cubicBezTo>
                      <a:pt x="1532" y="1224"/>
                      <a:pt x="1224" y="1532"/>
                      <a:pt x="847" y="1532"/>
                    </a:cubicBezTo>
                    <a:cubicBezTo>
                      <a:pt x="471" y="1532"/>
                      <a:pt x="164" y="1224"/>
                      <a:pt x="164" y="848"/>
                    </a:cubicBezTo>
                    <a:cubicBezTo>
                      <a:pt x="164" y="465"/>
                      <a:pt x="471" y="158"/>
                      <a:pt x="847" y="158"/>
                    </a:cubicBezTo>
                    <a:close/>
                    <a:moveTo>
                      <a:pt x="847" y="0"/>
                    </a:moveTo>
                    <a:cubicBezTo>
                      <a:pt x="378" y="0"/>
                      <a:pt x="1" y="378"/>
                      <a:pt x="1" y="848"/>
                    </a:cubicBezTo>
                    <a:cubicBezTo>
                      <a:pt x="1" y="1312"/>
                      <a:pt x="378" y="1695"/>
                      <a:pt x="847" y="1695"/>
                    </a:cubicBezTo>
                    <a:cubicBezTo>
                      <a:pt x="1312" y="1695"/>
                      <a:pt x="1695" y="1312"/>
                      <a:pt x="1695" y="848"/>
                    </a:cubicBezTo>
                    <a:cubicBezTo>
                      <a:pt x="1695" y="378"/>
                      <a:pt x="1312" y="0"/>
                      <a:pt x="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34"/>
              <p:cNvSpPr/>
              <p:nvPr/>
            </p:nvSpPr>
            <p:spPr>
              <a:xfrm>
                <a:off x="6121064" y="2114061"/>
                <a:ext cx="125672" cy="125590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532" extrusionOk="0">
                    <a:moveTo>
                      <a:pt x="767" y="1"/>
                    </a:moveTo>
                    <a:cubicBezTo>
                      <a:pt x="343" y="1"/>
                      <a:pt x="1" y="342"/>
                      <a:pt x="1" y="766"/>
                    </a:cubicBezTo>
                    <a:cubicBezTo>
                      <a:pt x="1" y="1189"/>
                      <a:pt x="343" y="1532"/>
                      <a:pt x="767" y="1532"/>
                    </a:cubicBezTo>
                    <a:cubicBezTo>
                      <a:pt x="1190" y="1532"/>
                      <a:pt x="1532" y="1189"/>
                      <a:pt x="1532" y="766"/>
                    </a:cubicBezTo>
                    <a:cubicBezTo>
                      <a:pt x="1532" y="342"/>
                      <a:pt x="1190" y="1"/>
                      <a:pt x="7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34"/>
              <p:cNvSpPr/>
              <p:nvPr/>
            </p:nvSpPr>
            <p:spPr>
              <a:xfrm>
                <a:off x="6114506" y="2107339"/>
                <a:ext cx="138952" cy="138952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695" extrusionOk="0">
                    <a:moveTo>
                      <a:pt x="847" y="158"/>
                    </a:moveTo>
                    <a:cubicBezTo>
                      <a:pt x="1229" y="158"/>
                      <a:pt x="1537" y="465"/>
                      <a:pt x="1537" y="848"/>
                    </a:cubicBezTo>
                    <a:cubicBezTo>
                      <a:pt x="1537" y="1224"/>
                      <a:pt x="1229" y="1532"/>
                      <a:pt x="847" y="1532"/>
                    </a:cubicBezTo>
                    <a:cubicBezTo>
                      <a:pt x="469" y="1532"/>
                      <a:pt x="163" y="1224"/>
                      <a:pt x="163" y="848"/>
                    </a:cubicBezTo>
                    <a:cubicBezTo>
                      <a:pt x="163" y="465"/>
                      <a:pt x="469" y="158"/>
                      <a:pt x="847" y="158"/>
                    </a:cubicBezTo>
                    <a:close/>
                    <a:moveTo>
                      <a:pt x="847" y="0"/>
                    </a:moveTo>
                    <a:cubicBezTo>
                      <a:pt x="383" y="0"/>
                      <a:pt x="0" y="378"/>
                      <a:pt x="0" y="848"/>
                    </a:cubicBezTo>
                    <a:cubicBezTo>
                      <a:pt x="0" y="1312"/>
                      <a:pt x="383" y="1695"/>
                      <a:pt x="847" y="1695"/>
                    </a:cubicBezTo>
                    <a:cubicBezTo>
                      <a:pt x="1317" y="1695"/>
                      <a:pt x="1694" y="1312"/>
                      <a:pt x="1694" y="848"/>
                    </a:cubicBezTo>
                    <a:cubicBezTo>
                      <a:pt x="1694" y="378"/>
                      <a:pt x="1317" y="0"/>
                      <a:pt x="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34"/>
              <p:cNvSpPr/>
              <p:nvPr/>
            </p:nvSpPr>
            <p:spPr>
              <a:xfrm>
                <a:off x="5868653" y="2343273"/>
                <a:ext cx="126081" cy="126081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538" extrusionOk="0">
                    <a:moveTo>
                      <a:pt x="772" y="0"/>
                    </a:moveTo>
                    <a:cubicBezTo>
                      <a:pt x="348" y="0"/>
                      <a:pt x="0" y="343"/>
                      <a:pt x="0" y="766"/>
                    </a:cubicBezTo>
                    <a:cubicBezTo>
                      <a:pt x="0" y="1189"/>
                      <a:pt x="348" y="1537"/>
                      <a:pt x="772" y="1537"/>
                    </a:cubicBezTo>
                    <a:cubicBezTo>
                      <a:pt x="1195" y="1537"/>
                      <a:pt x="1537" y="1189"/>
                      <a:pt x="1537" y="766"/>
                    </a:cubicBezTo>
                    <a:cubicBezTo>
                      <a:pt x="1537" y="343"/>
                      <a:pt x="1195" y="0"/>
                      <a:pt x="7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34"/>
              <p:cNvSpPr/>
              <p:nvPr/>
            </p:nvSpPr>
            <p:spPr>
              <a:xfrm>
                <a:off x="5862504" y="2336632"/>
                <a:ext cx="138378" cy="138870"/>
              </a:xfrm>
              <a:custGeom>
                <a:avLst/>
                <a:gdLst/>
                <a:ahLst/>
                <a:cxnLst/>
                <a:rect l="l" t="t" r="r" b="b"/>
                <a:pathLst>
                  <a:path w="1688" h="1694" extrusionOk="0">
                    <a:moveTo>
                      <a:pt x="847" y="162"/>
                    </a:moveTo>
                    <a:cubicBezTo>
                      <a:pt x="1224" y="162"/>
                      <a:pt x="1532" y="469"/>
                      <a:pt x="1532" y="847"/>
                    </a:cubicBezTo>
                    <a:cubicBezTo>
                      <a:pt x="1532" y="1230"/>
                      <a:pt x="1224" y="1537"/>
                      <a:pt x="847" y="1537"/>
                    </a:cubicBezTo>
                    <a:cubicBezTo>
                      <a:pt x="464" y="1537"/>
                      <a:pt x="156" y="1230"/>
                      <a:pt x="156" y="847"/>
                    </a:cubicBezTo>
                    <a:cubicBezTo>
                      <a:pt x="156" y="469"/>
                      <a:pt x="464" y="162"/>
                      <a:pt x="847" y="162"/>
                    </a:cubicBezTo>
                    <a:close/>
                    <a:moveTo>
                      <a:pt x="847" y="0"/>
                    </a:moveTo>
                    <a:cubicBezTo>
                      <a:pt x="376" y="0"/>
                      <a:pt x="0" y="383"/>
                      <a:pt x="0" y="847"/>
                    </a:cubicBezTo>
                    <a:cubicBezTo>
                      <a:pt x="0" y="1316"/>
                      <a:pt x="376" y="1693"/>
                      <a:pt x="847" y="1693"/>
                    </a:cubicBezTo>
                    <a:cubicBezTo>
                      <a:pt x="1310" y="1693"/>
                      <a:pt x="1688" y="1316"/>
                      <a:pt x="1688" y="847"/>
                    </a:cubicBezTo>
                    <a:cubicBezTo>
                      <a:pt x="1688" y="383"/>
                      <a:pt x="1310" y="0"/>
                      <a:pt x="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34"/>
              <p:cNvSpPr/>
              <p:nvPr/>
            </p:nvSpPr>
            <p:spPr>
              <a:xfrm>
                <a:off x="6416925" y="2343273"/>
                <a:ext cx="126081" cy="126081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538" extrusionOk="0">
                    <a:moveTo>
                      <a:pt x="772" y="0"/>
                    </a:moveTo>
                    <a:cubicBezTo>
                      <a:pt x="349" y="0"/>
                      <a:pt x="0" y="343"/>
                      <a:pt x="0" y="766"/>
                    </a:cubicBezTo>
                    <a:cubicBezTo>
                      <a:pt x="0" y="1189"/>
                      <a:pt x="349" y="1537"/>
                      <a:pt x="772" y="1537"/>
                    </a:cubicBezTo>
                    <a:cubicBezTo>
                      <a:pt x="1195" y="1537"/>
                      <a:pt x="1537" y="1189"/>
                      <a:pt x="1537" y="766"/>
                    </a:cubicBezTo>
                    <a:cubicBezTo>
                      <a:pt x="1537" y="343"/>
                      <a:pt x="1195" y="0"/>
                      <a:pt x="7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34"/>
              <p:cNvSpPr/>
              <p:nvPr/>
            </p:nvSpPr>
            <p:spPr>
              <a:xfrm>
                <a:off x="6410777" y="2336632"/>
                <a:ext cx="138870" cy="138870"/>
              </a:xfrm>
              <a:custGeom>
                <a:avLst/>
                <a:gdLst/>
                <a:ahLst/>
                <a:cxnLst/>
                <a:rect l="l" t="t" r="r" b="b"/>
                <a:pathLst>
                  <a:path w="1694" h="1694" extrusionOk="0">
                    <a:moveTo>
                      <a:pt x="847" y="162"/>
                    </a:moveTo>
                    <a:cubicBezTo>
                      <a:pt x="1224" y="162"/>
                      <a:pt x="1532" y="469"/>
                      <a:pt x="1532" y="847"/>
                    </a:cubicBezTo>
                    <a:cubicBezTo>
                      <a:pt x="1532" y="1230"/>
                      <a:pt x="1224" y="1537"/>
                      <a:pt x="847" y="1537"/>
                    </a:cubicBezTo>
                    <a:cubicBezTo>
                      <a:pt x="464" y="1537"/>
                      <a:pt x="156" y="1230"/>
                      <a:pt x="156" y="847"/>
                    </a:cubicBezTo>
                    <a:cubicBezTo>
                      <a:pt x="156" y="469"/>
                      <a:pt x="464" y="162"/>
                      <a:pt x="847" y="162"/>
                    </a:cubicBezTo>
                    <a:close/>
                    <a:moveTo>
                      <a:pt x="847" y="0"/>
                    </a:moveTo>
                    <a:cubicBezTo>
                      <a:pt x="378" y="0"/>
                      <a:pt x="0" y="383"/>
                      <a:pt x="0" y="847"/>
                    </a:cubicBezTo>
                    <a:cubicBezTo>
                      <a:pt x="0" y="1316"/>
                      <a:pt x="378" y="1693"/>
                      <a:pt x="847" y="1693"/>
                    </a:cubicBezTo>
                    <a:cubicBezTo>
                      <a:pt x="1310" y="1693"/>
                      <a:pt x="1693" y="1316"/>
                      <a:pt x="1693" y="847"/>
                    </a:cubicBezTo>
                    <a:cubicBezTo>
                      <a:pt x="1693" y="383"/>
                      <a:pt x="1310" y="0"/>
                      <a:pt x="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2" name="Google Shape;832;p34"/>
            <p:cNvGrpSpPr/>
            <p:nvPr/>
          </p:nvGrpSpPr>
          <p:grpSpPr>
            <a:xfrm>
              <a:off x="1573917" y="202431"/>
              <a:ext cx="413492" cy="477893"/>
              <a:chOff x="8193917" y="2850456"/>
              <a:chExt cx="413492" cy="477893"/>
            </a:xfrm>
          </p:grpSpPr>
          <p:sp>
            <p:nvSpPr>
              <p:cNvPr id="833" name="Google Shape;833;p34"/>
              <p:cNvSpPr/>
              <p:nvPr/>
            </p:nvSpPr>
            <p:spPr>
              <a:xfrm>
                <a:off x="8197915" y="2878818"/>
                <a:ext cx="406988" cy="445426"/>
              </a:xfrm>
              <a:custGeom>
                <a:avLst/>
                <a:gdLst/>
                <a:ahLst/>
                <a:cxnLst/>
                <a:rect l="l" t="t" r="r" b="b"/>
                <a:pathLst>
                  <a:path w="7634" h="8355" extrusionOk="0">
                    <a:moveTo>
                      <a:pt x="3809" y="0"/>
                    </a:moveTo>
                    <a:cubicBezTo>
                      <a:pt x="1775" y="0"/>
                      <a:pt x="98" y="1616"/>
                      <a:pt x="35" y="3663"/>
                    </a:cubicBezTo>
                    <a:cubicBezTo>
                      <a:pt x="0" y="4875"/>
                      <a:pt x="546" y="5977"/>
                      <a:pt x="1416" y="6691"/>
                    </a:cubicBezTo>
                    <a:lnTo>
                      <a:pt x="1010" y="8355"/>
                    </a:lnTo>
                    <a:lnTo>
                      <a:pt x="1010" y="8355"/>
                    </a:lnTo>
                    <a:lnTo>
                      <a:pt x="2814" y="7410"/>
                    </a:lnTo>
                    <a:cubicBezTo>
                      <a:pt x="3092" y="7485"/>
                      <a:pt x="3387" y="7532"/>
                      <a:pt x="3690" y="7538"/>
                    </a:cubicBezTo>
                    <a:cubicBezTo>
                      <a:pt x="3729" y="7539"/>
                      <a:pt x="3768" y="7540"/>
                      <a:pt x="3808" y="7540"/>
                    </a:cubicBezTo>
                    <a:cubicBezTo>
                      <a:pt x="5838" y="7540"/>
                      <a:pt x="7514" y="5926"/>
                      <a:pt x="7570" y="3883"/>
                    </a:cubicBezTo>
                    <a:cubicBezTo>
                      <a:pt x="7634" y="1801"/>
                      <a:pt x="5992" y="66"/>
                      <a:pt x="3915" y="2"/>
                    </a:cubicBezTo>
                    <a:cubicBezTo>
                      <a:pt x="3880" y="1"/>
                      <a:pt x="3845" y="0"/>
                      <a:pt x="38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34"/>
              <p:cNvSpPr/>
              <p:nvPr/>
            </p:nvSpPr>
            <p:spPr>
              <a:xfrm>
                <a:off x="8193917" y="2874766"/>
                <a:ext cx="413492" cy="453583"/>
              </a:xfrm>
              <a:custGeom>
                <a:avLst/>
                <a:gdLst/>
                <a:ahLst/>
                <a:cxnLst/>
                <a:rect l="l" t="t" r="r" b="b"/>
                <a:pathLst>
                  <a:path w="7756" h="8508" extrusionOk="0">
                    <a:moveTo>
                      <a:pt x="3875" y="154"/>
                    </a:moveTo>
                    <a:cubicBezTo>
                      <a:pt x="3915" y="154"/>
                      <a:pt x="3950" y="154"/>
                      <a:pt x="3985" y="160"/>
                    </a:cubicBezTo>
                    <a:cubicBezTo>
                      <a:pt x="4972" y="189"/>
                      <a:pt x="5888" y="594"/>
                      <a:pt x="6566" y="1314"/>
                    </a:cubicBezTo>
                    <a:cubicBezTo>
                      <a:pt x="7239" y="2034"/>
                      <a:pt x="7599" y="2974"/>
                      <a:pt x="7569" y="3954"/>
                    </a:cubicBezTo>
                    <a:cubicBezTo>
                      <a:pt x="7540" y="4939"/>
                      <a:pt x="7129" y="5855"/>
                      <a:pt x="6410" y="6535"/>
                    </a:cubicBezTo>
                    <a:cubicBezTo>
                      <a:pt x="5711" y="7187"/>
                      <a:pt x="4811" y="7540"/>
                      <a:pt x="3858" y="7540"/>
                    </a:cubicBezTo>
                    <a:cubicBezTo>
                      <a:pt x="3829" y="7540"/>
                      <a:pt x="3799" y="7539"/>
                      <a:pt x="3770" y="7539"/>
                    </a:cubicBezTo>
                    <a:cubicBezTo>
                      <a:pt x="3475" y="7526"/>
                      <a:pt x="3184" y="7486"/>
                      <a:pt x="2906" y="7411"/>
                    </a:cubicBezTo>
                    <a:cubicBezTo>
                      <a:pt x="2899" y="7408"/>
                      <a:pt x="2891" y="7407"/>
                      <a:pt x="2882" y="7407"/>
                    </a:cubicBezTo>
                    <a:cubicBezTo>
                      <a:pt x="2870" y="7407"/>
                      <a:pt x="2858" y="7410"/>
                      <a:pt x="2848" y="7416"/>
                    </a:cubicBezTo>
                    <a:lnTo>
                      <a:pt x="1200" y="8281"/>
                    </a:lnTo>
                    <a:lnTo>
                      <a:pt x="1566" y="6784"/>
                    </a:lnTo>
                    <a:cubicBezTo>
                      <a:pt x="1577" y="6755"/>
                      <a:pt x="1566" y="6726"/>
                      <a:pt x="1543" y="6703"/>
                    </a:cubicBezTo>
                    <a:cubicBezTo>
                      <a:pt x="649" y="5972"/>
                      <a:pt x="156" y="4893"/>
                      <a:pt x="185" y="3739"/>
                    </a:cubicBezTo>
                    <a:cubicBezTo>
                      <a:pt x="249" y="1743"/>
                      <a:pt x="1891" y="154"/>
                      <a:pt x="3875" y="154"/>
                    </a:cubicBezTo>
                    <a:close/>
                    <a:moveTo>
                      <a:pt x="3873" y="1"/>
                    </a:moveTo>
                    <a:cubicBezTo>
                      <a:pt x="1802" y="1"/>
                      <a:pt x="91" y="1655"/>
                      <a:pt x="35" y="3732"/>
                    </a:cubicBezTo>
                    <a:cubicBezTo>
                      <a:pt x="0" y="4923"/>
                      <a:pt x="498" y="6029"/>
                      <a:pt x="1403" y="6795"/>
                    </a:cubicBezTo>
                    <a:lnTo>
                      <a:pt x="1009" y="8409"/>
                    </a:lnTo>
                    <a:cubicBezTo>
                      <a:pt x="997" y="8444"/>
                      <a:pt x="1009" y="8473"/>
                      <a:pt x="1032" y="8489"/>
                    </a:cubicBezTo>
                    <a:cubicBezTo>
                      <a:pt x="1050" y="8501"/>
                      <a:pt x="1066" y="8508"/>
                      <a:pt x="1085" y="8508"/>
                    </a:cubicBezTo>
                    <a:cubicBezTo>
                      <a:pt x="1096" y="8508"/>
                      <a:pt x="1108" y="8508"/>
                      <a:pt x="1119" y="8501"/>
                    </a:cubicBezTo>
                    <a:lnTo>
                      <a:pt x="2894" y="7568"/>
                    </a:lnTo>
                    <a:cubicBezTo>
                      <a:pt x="3178" y="7643"/>
                      <a:pt x="3468" y="7683"/>
                      <a:pt x="3765" y="7695"/>
                    </a:cubicBezTo>
                    <a:cubicBezTo>
                      <a:pt x="3802" y="7696"/>
                      <a:pt x="3840" y="7696"/>
                      <a:pt x="3877" y="7696"/>
                    </a:cubicBezTo>
                    <a:cubicBezTo>
                      <a:pt x="4862" y="7696"/>
                      <a:pt x="5799" y="7326"/>
                      <a:pt x="6520" y="6645"/>
                    </a:cubicBezTo>
                    <a:cubicBezTo>
                      <a:pt x="7269" y="5943"/>
                      <a:pt x="7692" y="4985"/>
                      <a:pt x="7727" y="3959"/>
                    </a:cubicBezTo>
                    <a:cubicBezTo>
                      <a:pt x="7756" y="2932"/>
                      <a:pt x="7384" y="1957"/>
                      <a:pt x="6677" y="1210"/>
                    </a:cubicBezTo>
                    <a:cubicBezTo>
                      <a:pt x="5974" y="461"/>
                      <a:pt x="5018" y="32"/>
                      <a:pt x="3990" y="3"/>
                    </a:cubicBezTo>
                    <a:cubicBezTo>
                      <a:pt x="3951" y="1"/>
                      <a:pt x="3912" y="1"/>
                      <a:pt x="38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34"/>
              <p:cNvSpPr/>
              <p:nvPr/>
            </p:nvSpPr>
            <p:spPr>
              <a:xfrm>
                <a:off x="8198768" y="2854454"/>
                <a:ext cx="402136" cy="449798"/>
              </a:xfrm>
              <a:custGeom>
                <a:avLst/>
                <a:gdLst/>
                <a:ahLst/>
                <a:cxnLst/>
                <a:rect l="l" t="t" r="r" b="b"/>
                <a:pathLst>
                  <a:path w="7543" h="8437" extrusionOk="0">
                    <a:moveTo>
                      <a:pt x="3772" y="1"/>
                    </a:moveTo>
                    <a:cubicBezTo>
                      <a:pt x="1690" y="1"/>
                      <a:pt x="1" y="1690"/>
                      <a:pt x="1" y="3772"/>
                    </a:cubicBezTo>
                    <a:cubicBezTo>
                      <a:pt x="1" y="4990"/>
                      <a:pt x="581" y="6069"/>
                      <a:pt x="1475" y="6759"/>
                    </a:cubicBezTo>
                    <a:lnTo>
                      <a:pt x="1115" y="8436"/>
                    </a:lnTo>
                    <a:lnTo>
                      <a:pt x="2890" y="7438"/>
                    </a:lnTo>
                    <a:cubicBezTo>
                      <a:pt x="3175" y="7508"/>
                      <a:pt x="3470" y="7542"/>
                      <a:pt x="3772" y="7542"/>
                    </a:cubicBezTo>
                    <a:cubicBezTo>
                      <a:pt x="5855" y="7542"/>
                      <a:pt x="7542" y="5854"/>
                      <a:pt x="7542" y="3772"/>
                    </a:cubicBezTo>
                    <a:cubicBezTo>
                      <a:pt x="7542" y="1690"/>
                      <a:pt x="5855" y="1"/>
                      <a:pt x="37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34"/>
              <p:cNvSpPr/>
              <p:nvPr/>
            </p:nvSpPr>
            <p:spPr>
              <a:xfrm>
                <a:off x="8194770" y="2850456"/>
                <a:ext cx="410453" cy="457794"/>
              </a:xfrm>
              <a:custGeom>
                <a:avLst/>
                <a:gdLst/>
                <a:ahLst/>
                <a:cxnLst/>
                <a:rect l="l" t="t" r="r" b="b"/>
                <a:pathLst>
                  <a:path w="7699" h="8587" extrusionOk="0">
                    <a:moveTo>
                      <a:pt x="3847" y="158"/>
                    </a:moveTo>
                    <a:cubicBezTo>
                      <a:pt x="5883" y="158"/>
                      <a:pt x="7542" y="1810"/>
                      <a:pt x="7542" y="3847"/>
                    </a:cubicBezTo>
                    <a:cubicBezTo>
                      <a:pt x="7542" y="5883"/>
                      <a:pt x="5883" y="7542"/>
                      <a:pt x="3847" y="7542"/>
                    </a:cubicBezTo>
                    <a:cubicBezTo>
                      <a:pt x="3556" y="7542"/>
                      <a:pt x="3267" y="7507"/>
                      <a:pt x="2983" y="7438"/>
                    </a:cubicBezTo>
                    <a:cubicBezTo>
                      <a:pt x="2978" y="7436"/>
                      <a:pt x="2972" y="7435"/>
                      <a:pt x="2966" y="7435"/>
                    </a:cubicBezTo>
                    <a:cubicBezTo>
                      <a:pt x="2952" y="7435"/>
                      <a:pt x="2937" y="7439"/>
                      <a:pt x="2924" y="7443"/>
                    </a:cubicBezTo>
                    <a:lnTo>
                      <a:pt x="1301" y="8359"/>
                    </a:lnTo>
                    <a:lnTo>
                      <a:pt x="1625" y="6852"/>
                    </a:lnTo>
                    <a:cubicBezTo>
                      <a:pt x="1631" y="6822"/>
                      <a:pt x="1620" y="6793"/>
                      <a:pt x="1596" y="6776"/>
                    </a:cubicBezTo>
                    <a:cubicBezTo>
                      <a:pt x="680" y="6068"/>
                      <a:pt x="158" y="5001"/>
                      <a:pt x="158" y="3847"/>
                    </a:cubicBezTo>
                    <a:cubicBezTo>
                      <a:pt x="158" y="1810"/>
                      <a:pt x="1811" y="158"/>
                      <a:pt x="3847" y="158"/>
                    </a:cubicBezTo>
                    <a:close/>
                    <a:moveTo>
                      <a:pt x="3847" y="1"/>
                    </a:moveTo>
                    <a:cubicBezTo>
                      <a:pt x="1730" y="1"/>
                      <a:pt x="1" y="1724"/>
                      <a:pt x="1" y="3847"/>
                    </a:cubicBezTo>
                    <a:cubicBezTo>
                      <a:pt x="1" y="5036"/>
                      <a:pt x="535" y="6132"/>
                      <a:pt x="1463" y="6868"/>
                    </a:cubicBezTo>
                    <a:lnTo>
                      <a:pt x="1115" y="8493"/>
                    </a:lnTo>
                    <a:cubicBezTo>
                      <a:pt x="1109" y="8522"/>
                      <a:pt x="1120" y="8557"/>
                      <a:pt x="1144" y="8574"/>
                    </a:cubicBezTo>
                    <a:cubicBezTo>
                      <a:pt x="1155" y="8581"/>
                      <a:pt x="1173" y="8586"/>
                      <a:pt x="1190" y="8586"/>
                    </a:cubicBezTo>
                    <a:cubicBezTo>
                      <a:pt x="1202" y="8586"/>
                      <a:pt x="1219" y="8586"/>
                      <a:pt x="1231" y="8581"/>
                    </a:cubicBezTo>
                    <a:lnTo>
                      <a:pt x="2977" y="7594"/>
                    </a:lnTo>
                    <a:cubicBezTo>
                      <a:pt x="3261" y="7663"/>
                      <a:pt x="3551" y="7698"/>
                      <a:pt x="3847" y="7698"/>
                    </a:cubicBezTo>
                    <a:cubicBezTo>
                      <a:pt x="5970" y="7698"/>
                      <a:pt x="7698" y="5970"/>
                      <a:pt x="7698" y="3847"/>
                    </a:cubicBezTo>
                    <a:cubicBezTo>
                      <a:pt x="7698" y="1724"/>
                      <a:pt x="5970" y="1"/>
                      <a:pt x="3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34"/>
              <p:cNvSpPr/>
              <p:nvPr/>
            </p:nvSpPr>
            <p:spPr>
              <a:xfrm>
                <a:off x="8298409" y="3035129"/>
                <a:ext cx="36839" cy="3715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697" extrusionOk="0">
                    <a:moveTo>
                      <a:pt x="348" y="0"/>
                    </a:moveTo>
                    <a:cubicBezTo>
                      <a:pt x="158" y="0"/>
                      <a:pt x="0" y="156"/>
                      <a:pt x="0" y="348"/>
                    </a:cubicBezTo>
                    <a:cubicBezTo>
                      <a:pt x="0" y="539"/>
                      <a:pt x="158" y="697"/>
                      <a:pt x="348" y="697"/>
                    </a:cubicBezTo>
                    <a:cubicBezTo>
                      <a:pt x="540" y="697"/>
                      <a:pt x="691" y="539"/>
                      <a:pt x="691" y="348"/>
                    </a:cubicBezTo>
                    <a:cubicBezTo>
                      <a:pt x="691" y="156"/>
                      <a:pt x="540" y="0"/>
                      <a:pt x="3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34"/>
              <p:cNvSpPr/>
              <p:nvPr/>
            </p:nvSpPr>
            <p:spPr>
              <a:xfrm>
                <a:off x="8294410" y="3031024"/>
                <a:ext cx="45156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847" h="849" extrusionOk="0">
                    <a:moveTo>
                      <a:pt x="423" y="158"/>
                    </a:moveTo>
                    <a:cubicBezTo>
                      <a:pt x="568" y="158"/>
                      <a:pt x="691" y="274"/>
                      <a:pt x="691" y="425"/>
                    </a:cubicBezTo>
                    <a:cubicBezTo>
                      <a:pt x="691" y="570"/>
                      <a:pt x="568" y="691"/>
                      <a:pt x="423" y="691"/>
                    </a:cubicBezTo>
                    <a:cubicBezTo>
                      <a:pt x="273" y="691"/>
                      <a:pt x="156" y="570"/>
                      <a:pt x="156" y="425"/>
                    </a:cubicBezTo>
                    <a:cubicBezTo>
                      <a:pt x="156" y="274"/>
                      <a:pt x="273" y="158"/>
                      <a:pt x="423" y="158"/>
                    </a:cubicBezTo>
                    <a:close/>
                    <a:moveTo>
                      <a:pt x="423" y="1"/>
                    </a:moveTo>
                    <a:cubicBezTo>
                      <a:pt x="185" y="1"/>
                      <a:pt x="0" y="193"/>
                      <a:pt x="0" y="425"/>
                    </a:cubicBezTo>
                    <a:cubicBezTo>
                      <a:pt x="0" y="657"/>
                      <a:pt x="185" y="849"/>
                      <a:pt x="423" y="849"/>
                    </a:cubicBezTo>
                    <a:cubicBezTo>
                      <a:pt x="656" y="849"/>
                      <a:pt x="847" y="657"/>
                      <a:pt x="847" y="425"/>
                    </a:cubicBezTo>
                    <a:cubicBezTo>
                      <a:pt x="847" y="193"/>
                      <a:pt x="656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34"/>
              <p:cNvSpPr/>
              <p:nvPr/>
            </p:nvSpPr>
            <p:spPr>
              <a:xfrm>
                <a:off x="8383442" y="3035129"/>
                <a:ext cx="36892" cy="37159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97" extrusionOk="0">
                    <a:moveTo>
                      <a:pt x="349" y="0"/>
                    </a:moveTo>
                    <a:cubicBezTo>
                      <a:pt x="157" y="0"/>
                      <a:pt x="1" y="156"/>
                      <a:pt x="1" y="348"/>
                    </a:cubicBezTo>
                    <a:cubicBezTo>
                      <a:pt x="1" y="539"/>
                      <a:pt x="157" y="697"/>
                      <a:pt x="349" y="697"/>
                    </a:cubicBezTo>
                    <a:cubicBezTo>
                      <a:pt x="539" y="697"/>
                      <a:pt x="691" y="539"/>
                      <a:pt x="691" y="348"/>
                    </a:cubicBezTo>
                    <a:cubicBezTo>
                      <a:pt x="691" y="156"/>
                      <a:pt x="539" y="0"/>
                      <a:pt x="3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34"/>
              <p:cNvSpPr/>
              <p:nvPr/>
            </p:nvSpPr>
            <p:spPr>
              <a:xfrm>
                <a:off x="8379123" y="3031024"/>
                <a:ext cx="45476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853" h="849" extrusionOk="0">
                    <a:moveTo>
                      <a:pt x="430" y="158"/>
                    </a:moveTo>
                    <a:cubicBezTo>
                      <a:pt x="575" y="158"/>
                      <a:pt x="697" y="274"/>
                      <a:pt x="697" y="425"/>
                    </a:cubicBezTo>
                    <a:cubicBezTo>
                      <a:pt x="697" y="570"/>
                      <a:pt x="575" y="691"/>
                      <a:pt x="430" y="691"/>
                    </a:cubicBezTo>
                    <a:cubicBezTo>
                      <a:pt x="279" y="691"/>
                      <a:pt x="157" y="570"/>
                      <a:pt x="157" y="425"/>
                    </a:cubicBezTo>
                    <a:cubicBezTo>
                      <a:pt x="157" y="274"/>
                      <a:pt x="279" y="158"/>
                      <a:pt x="430" y="158"/>
                    </a:cubicBezTo>
                    <a:close/>
                    <a:moveTo>
                      <a:pt x="430" y="1"/>
                    </a:moveTo>
                    <a:cubicBezTo>
                      <a:pt x="192" y="1"/>
                      <a:pt x="1" y="193"/>
                      <a:pt x="1" y="425"/>
                    </a:cubicBezTo>
                    <a:cubicBezTo>
                      <a:pt x="1" y="657"/>
                      <a:pt x="192" y="849"/>
                      <a:pt x="430" y="849"/>
                    </a:cubicBezTo>
                    <a:cubicBezTo>
                      <a:pt x="662" y="849"/>
                      <a:pt x="853" y="657"/>
                      <a:pt x="853" y="425"/>
                    </a:cubicBezTo>
                    <a:cubicBezTo>
                      <a:pt x="853" y="193"/>
                      <a:pt x="662" y="1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34"/>
              <p:cNvSpPr/>
              <p:nvPr/>
            </p:nvSpPr>
            <p:spPr>
              <a:xfrm>
                <a:off x="8468528" y="3035129"/>
                <a:ext cx="36839" cy="3715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697" extrusionOk="0">
                    <a:moveTo>
                      <a:pt x="343" y="0"/>
                    </a:moveTo>
                    <a:cubicBezTo>
                      <a:pt x="156" y="0"/>
                      <a:pt x="0" y="156"/>
                      <a:pt x="0" y="348"/>
                    </a:cubicBezTo>
                    <a:cubicBezTo>
                      <a:pt x="0" y="539"/>
                      <a:pt x="156" y="697"/>
                      <a:pt x="343" y="697"/>
                    </a:cubicBezTo>
                    <a:cubicBezTo>
                      <a:pt x="533" y="697"/>
                      <a:pt x="691" y="539"/>
                      <a:pt x="691" y="348"/>
                    </a:cubicBezTo>
                    <a:cubicBezTo>
                      <a:pt x="691" y="156"/>
                      <a:pt x="533" y="0"/>
                      <a:pt x="3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34"/>
              <p:cNvSpPr/>
              <p:nvPr/>
            </p:nvSpPr>
            <p:spPr>
              <a:xfrm>
                <a:off x="8464156" y="3031024"/>
                <a:ext cx="45529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854" h="849" extrusionOk="0">
                    <a:moveTo>
                      <a:pt x="425" y="158"/>
                    </a:moveTo>
                    <a:cubicBezTo>
                      <a:pt x="575" y="158"/>
                      <a:pt x="696" y="274"/>
                      <a:pt x="696" y="425"/>
                    </a:cubicBezTo>
                    <a:cubicBezTo>
                      <a:pt x="696" y="570"/>
                      <a:pt x="575" y="691"/>
                      <a:pt x="425" y="691"/>
                    </a:cubicBezTo>
                    <a:cubicBezTo>
                      <a:pt x="278" y="691"/>
                      <a:pt x="157" y="570"/>
                      <a:pt x="157" y="425"/>
                    </a:cubicBezTo>
                    <a:cubicBezTo>
                      <a:pt x="157" y="274"/>
                      <a:pt x="278" y="158"/>
                      <a:pt x="425" y="158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0" y="193"/>
                      <a:pt x="0" y="425"/>
                    </a:cubicBezTo>
                    <a:cubicBezTo>
                      <a:pt x="0" y="657"/>
                      <a:pt x="192" y="849"/>
                      <a:pt x="425" y="849"/>
                    </a:cubicBezTo>
                    <a:cubicBezTo>
                      <a:pt x="661" y="849"/>
                      <a:pt x="853" y="657"/>
                      <a:pt x="853" y="425"/>
                    </a:cubicBezTo>
                    <a:cubicBezTo>
                      <a:pt x="853" y="193"/>
                      <a:pt x="661" y="1"/>
                      <a:pt x="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3" name="Google Shape;843;p34"/>
            <p:cNvGrpSpPr/>
            <p:nvPr/>
          </p:nvGrpSpPr>
          <p:grpSpPr>
            <a:xfrm>
              <a:off x="1165104" y="838011"/>
              <a:ext cx="100034" cy="95227"/>
              <a:chOff x="2363375" y="2639225"/>
              <a:chExt cx="72625" cy="69125"/>
            </a:xfrm>
          </p:grpSpPr>
          <p:sp>
            <p:nvSpPr>
              <p:cNvPr id="844" name="Google Shape;844;p34"/>
              <p:cNvSpPr/>
              <p:nvPr/>
            </p:nvSpPr>
            <p:spPr>
              <a:xfrm>
                <a:off x="2364900" y="2642200"/>
                <a:ext cx="68050" cy="63200"/>
              </a:xfrm>
              <a:custGeom>
                <a:avLst/>
                <a:gdLst/>
                <a:ahLst/>
                <a:cxnLst/>
                <a:rect l="l" t="t" r="r" b="b"/>
                <a:pathLst>
                  <a:path w="2722" h="2528" extrusionOk="0">
                    <a:moveTo>
                      <a:pt x="1358" y="0"/>
                    </a:moveTo>
                    <a:cubicBezTo>
                      <a:pt x="738" y="0"/>
                      <a:pt x="199" y="440"/>
                      <a:pt x="104" y="1077"/>
                    </a:cubicBezTo>
                    <a:cubicBezTo>
                      <a:pt x="0" y="1763"/>
                      <a:pt x="478" y="2409"/>
                      <a:pt x="1167" y="2513"/>
                    </a:cubicBezTo>
                    <a:cubicBezTo>
                      <a:pt x="1232" y="2523"/>
                      <a:pt x="1297" y="2528"/>
                      <a:pt x="1360" y="2528"/>
                    </a:cubicBezTo>
                    <a:cubicBezTo>
                      <a:pt x="1973" y="2528"/>
                      <a:pt x="2508" y="2088"/>
                      <a:pt x="2603" y="1450"/>
                    </a:cubicBezTo>
                    <a:cubicBezTo>
                      <a:pt x="2721" y="761"/>
                      <a:pt x="2244" y="119"/>
                      <a:pt x="1555" y="15"/>
                    </a:cubicBezTo>
                    <a:cubicBezTo>
                      <a:pt x="1489" y="5"/>
                      <a:pt x="1423" y="0"/>
                      <a:pt x="13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34"/>
              <p:cNvSpPr/>
              <p:nvPr/>
            </p:nvSpPr>
            <p:spPr>
              <a:xfrm>
                <a:off x="2363375" y="2639225"/>
                <a:ext cx="72625" cy="69125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765" extrusionOk="0">
                    <a:moveTo>
                      <a:pt x="1422" y="223"/>
                    </a:moveTo>
                    <a:cubicBezTo>
                      <a:pt x="1483" y="223"/>
                      <a:pt x="1526" y="223"/>
                      <a:pt x="1587" y="238"/>
                    </a:cubicBezTo>
                    <a:cubicBezTo>
                      <a:pt x="2229" y="342"/>
                      <a:pt x="2664" y="927"/>
                      <a:pt x="2560" y="1555"/>
                    </a:cubicBezTo>
                    <a:cubicBezTo>
                      <a:pt x="2478" y="2128"/>
                      <a:pt x="1972" y="2540"/>
                      <a:pt x="1407" y="2540"/>
                    </a:cubicBezTo>
                    <a:cubicBezTo>
                      <a:pt x="1353" y="2540"/>
                      <a:pt x="1298" y="2536"/>
                      <a:pt x="1242" y="2528"/>
                    </a:cubicBezTo>
                    <a:cubicBezTo>
                      <a:pt x="944" y="2481"/>
                      <a:pt x="675" y="2316"/>
                      <a:pt x="481" y="2061"/>
                    </a:cubicBezTo>
                    <a:cubicBezTo>
                      <a:pt x="302" y="1824"/>
                      <a:pt x="226" y="1508"/>
                      <a:pt x="270" y="1211"/>
                    </a:cubicBezTo>
                    <a:cubicBezTo>
                      <a:pt x="316" y="895"/>
                      <a:pt x="481" y="625"/>
                      <a:pt x="736" y="446"/>
                    </a:cubicBezTo>
                    <a:cubicBezTo>
                      <a:pt x="930" y="299"/>
                      <a:pt x="1167" y="223"/>
                      <a:pt x="1422" y="223"/>
                    </a:cubicBezTo>
                    <a:close/>
                    <a:moveTo>
                      <a:pt x="1430" y="1"/>
                    </a:moveTo>
                    <a:cubicBezTo>
                      <a:pt x="748" y="1"/>
                      <a:pt x="156" y="486"/>
                      <a:pt x="61" y="1182"/>
                    </a:cubicBezTo>
                    <a:cubicBezTo>
                      <a:pt x="0" y="1541"/>
                      <a:pt x="90" y="1900"/>
                      <a:pt x="302" y="2198"/>
                    </a:cubicBezTo>
                    <a:cubicBezTo>
                      <a:pt x="524" y="2496"/>
                      <a:pt x="840" y="2689"/>
                      <a:pt x="1214" y="2750"/>
                    </a:cubicBezTo>
                    <a:cubicBezTo>
                      <a:pt x="1275" y="2750"/>
                      <a:pt x="1346" y="2765"/>
                      <a:pt x="1422" y="2765"/>
                    </a:cubicBezTo>
                    <a:cubicBezTo>
                      <a:pt x="2082" y="2765"/>
                      <a:pt x="2678" y="2273"/>
                      <a:pt x="2782" y="1584"/>
                    </a:cubicBezTo>
                    <a:cubicBezTo>
                      <a:pt x="2904" y="837"/>
                      <a:pt x="2380" y="134"/>
                      <a:pt x="1634" y="15"/>
                    </a:cubicBezTo>
                    <a:cubicBezTo>
                      <a:pt x="1565" y="6"/>
                      <a:pt x="1497" y="1"/>
                      <a:pt x="1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6" name="Google Shape;846;p34"/>
            <p:cNvGrpSpPr/>
            <p:nvPr/>
          </p:nvGrpSpPr>
          <p:grpSpPr>
            <a:xfrm>
              <a:off x="1183941" y="242146"/>
              <a:ext cx="62327" cy="60167"/>
              <a:chOff x="3340075" y="2974625"/>
              <a:chExt cx="45250" cy="43675"/>
            </a:xfrm>
          </p:grpSpPr>
          <p:sp>
            <p:nvSpPr>
              <p:cNvPr id="847" name="Google Shape;847;p34"/>
              <p:cNvSpPr/>
              <p:nvPr/>
            </p:nvSpPr>
            <p:spPr>
              <a:xfrm>
                <a:off x="3341150" y="2977325"/>
                <a:ext cx="43450" cy="38250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530" extrusionOk="0">
                    <a:moveTo>
                      <a:pt x="861" y="1"/>
                    </a:moveTo>
                    <a:cubicBezTo>
                      <a:pt x="602" y="1"/>
                      <a:pt x="349" y="133"/>
                      <a:pt x="212" y="368"/>
                    </a:cubicBezTo>
                    <a:cubicBezTo>
                      <a:pt x="1" y="741"/>
                      <a:pt x="105" y="1208"/>
                      <a:pt x="482" y="1416"/>
                    </a:cubicBezTo>
                    <a:cubicBezTo>
                      <a:pt x="605" y="1493"/>
                      <a:pt x="741" y="1529"/>
                      <a:pt x="874" y="1529"/>
                    </a:cubicBezTo>
                    <a:cubicBezTo>
                      <a:pt x="1129" y="1529"/>
                      <a:pt x="1375" y="1397"/>
                      <a:pt x="1512" y="1161"/>
                    </a:cubicBezTo>
                    <a:cubicBezTo>
                      <a:pt x="1738" y="803"/>
                      <a:pt x="1616" y="325"/>
                      <a:pt x="1257" y="113"/>
                    </a:cubicBezTo>
                    <a:cubicBezTo>
                      <a:pt x="1134" y="37"/>
                      <a:pt x="996" y="1"/>
                      <a:pt x="8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34"/>
              <p:cNvSpPr/>
              <p:nvPr/>
            </p:nvSpPr>
            <p:spPr>
              <a:xfrm>
                <a:off x="3340075" y="2974625"/>
                <a:ext cx="45250" cy="43675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1747" extrusionOk="0">
                    <a:moveTo>
                      <a:pt x="912" y="221"/>
                    </a:moveTo>
                    <a:cubicBezTo>
                      <a:pt x="1016" y="221"/>
                      <a:pt x="1135" y="254"/>
                      <a:pt x="1243" y="311"/>
                    </a:cubicBezTo>
                    <a:cubicBezTo>
                      <a:pt x="1390" y="401"/>
                      <a:pt x="1494" y="552"/>
                      <a:pt x="1540" y="717"/>
                    </a:cubicBezTo>
                    <a:cubicBezTo>
                      <a:pt x="1584" y="882"/>
                      <a:pt x="1555" y="1061"/>
                      <a:pt x="1465" y="1208"/>
                    </a:cubicBezTo>
                    <a:cubicBezTo>
                      <a:pt x="1347" y="1416"/>
                      <a:pt x="1133" y="1526"/>
                      <a:pt x="910" y="1526"/>
                    </a:cubicBezTo>
                    <a:cubicBezTo>
                      <a:pt x="794" y="1526"/>
                      <a:pt x="676" y="1496"/>
                      <a:pt x="568" y="1435"/>
                    </a:cubicBezTo>
                    <a:cubicBezTo>
                      <a:pt x="417" y="1345"/>
                      <a:pt x="313" y="1194"/>
                      <a:pt x="270" y="1029"/>
                    </a:cubicBezTo>
                    <a:cubicBezTo>
                      <a:pt x="237" y="867"/>
                      <a:pt x="255" y="688"/>
                      <a:pt x="345" y="537"/>
                    </a:cubicBezTo>
                    <a:cubicBezTo>
                      <a:pt x="464" y="343"/>
                      <a:pt x="686" y="221"/>
                      <a:pt x="912" y="221"/>
                    </a:cubicBezTo>
                    <a:close/>
                    <a:moveTo>
                      <a:pt x="918" y="1"/>
                    </a:moveTo>
                    <a:cubicBezTo>
                      <a:pt x="616" y="1"/>
                      <a:pt x="324" y="153"/>
                      <a:pt x="166" y="433"/>
                    </a:cubicBezTo>
                    <a:cubicBezTo>
                      <a:pt x="44" y="627"/>
                      <a:pt x="1" y="867"/>
                      <a:pt x="58" y="1090"/>
                    </a:cubicBezTo>
                    <a:cubicBezTo>
                      <a:pt x="119" y="1316"/>
                      <a:pt x="255" y="1510"/>
                      <a:pt x="464" y="1628"/>
                    </a:cubicBezTo>
                    <a:cubicBezTo>
                      <a:pt x="596" y="1704"/>
                      <a:pt x="747" y="1747"/>
                      <a:pt x="912" y="1747"/>
                    </a:cubicBezTo>
                    <a:cubicBezTo>
                      <a:pt x="1196" y="1747"/>
                      <a:pt x="1494" y="1600"/>
                      <a:pt x="1659" y="1330"/>
                    </a:cubicBezTo>
                    <a:cubicBezTo>
                      <a:pt x="1781" y="1119"/>
                      <a:pt x="1810" y="882"/>
                      <a:pt x="1749" y="656"/>
                    </a:cubicBezTo>
                    <a:cubicBezTo>
                      <a:pt x="1706" y="433"/>
                      <a:pt x="1555" y="239"/>
                      <a:pt x="1361" y="117"/>
                    </a:cubicBezTo>
                    <a:cubicBezTo>
                      <a:pt x="1221" y="38"/>
                      <a:pt x="1068" y="1"/>
                      <a:pt x="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9" name="Google Shape;849;p34"/>
            <p:cNvGrpSpPr/>
            <p:nvPr/>
          </p:nvGrpSpPr>
          <p:grpSpPr>
            <a:xfrm>
              <a:off x="334664" y="867567"/>
              <a:ext cx="103512" cy="98739"/>
              <a:chOff x="3386825" y="3172850"/>
              <a:chExt cx="75150" cy="71675"/>
            </a:xfrm>
          </p:grpSpPr>
          <p:sp>
            <p:nvSpPr>
              <p:cNvPr id="850" name="Google Shape;850;p34"/>
              <p:cNvSpPr/>
              <p:nvPr/>
            </p:nvSpPr>
            <p:spPr>
              <a:xfrm>
                <a:off x="3390500" y="3177300"/>
                <a:ext cx="66625" cy="62650"/>
              </a:xfrm>
              <a:custGeom>
                <a:avLst/>
                <a:gdLst/>
                <a:ahLst/>
                <a:cxnLst/>
                <a:rect l="l" t="t" r="r" b="b"/>
                <a:pathLst>
                  <a:path w="2665" h="2506" extrusionOk="0">
                    <a:moveTo>
                      <a:pt x="1336" y="1"/>
                    </a:moveTo>
                    <a:cubicBezTo>
                      <a:pt x="713" y="1"/>
                      <a:pt x="173" y="470"/>
                      <a:pt x="91" y="1088"/>
                    </a:cubicBezTo>
                    <a:cubicBezTo>
                      <a:pt x="1" y="1777"/>
                      <a:pt x="482" y="2405"/>
                      <a:pt x="1167" y="2495"/>
                    </a:cubicBezTo>
                    <a:cubicBezTo>
                      <a:pt x="1223" y="2502"/>
                      <a:pt x="1279" y="2506"/>
                      <a:pt x="1334" y="2506"/>
                    </a:cubicBezTo>
                    <a:cubicBezTo>
                      <a:pt x="1955" y="2506"/>
                      <a:pt x="2492" y="2052"/>
                      <a:pt x="2575" y="1418"/>
                    </a:cubicBezTo>
                    <a:cubicBezTo>
                      <a:pt x="2664" y="729"/>
                      <a:pt x="2169" y="101"/>
                      <a:pt x="1498" y="11"/>
                    </a:cubicBezTo>
                    <a:cubicBezTo>
                      <a:pt x="1443" y="4"/>
                      <a:pt x="1389" y="1"/>
                      <a:pt x="13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34"/>
              <p:cNvSpPr/>
              <p:nvPr/>
            </p:nvSpPr>
            <p:spPr>
              <a:xfrm>
                <a:off x="3386825" y="3172850"/>
                <a:ext cx="75150" cy="71675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2867" extrusionOk="0">
                    <a:moveTo>
                      <a:pt x="1616" y="369"/>
                    </a:moveTo>
                    <a:cubicBezTo>
                      <a:pt x="2197" y="458"/>
                      <a:pt x="2617" y="997"/>
                      <a:pt x="2542" y="1582"/>
                    </a:cubicBezTo>
                    <a:cubicBezTo>
                      <a:pt x="2495" y="1865"/>
                      <a:pt x="2348" y="2106"/>
                      <a:pt x="2122" y="2285"/>
                    </a:cubicBezTo>
                    <a:cubicBezTo>
                      <a:pt x="1943" y="2430"/>
                      <a:pt x="1724" y="2507"/>
                      <a:pt x="1495" y="2507"/>
                    </a:cubicBezTo>
                    <a:cubicBezTo>
                      <a:pt x="1440" y="2507"/>
                      <a:pt x="1384" y="2503"/>
                      <a:pt x="1329" y="2494"/>
                    </a:cubicBezTo>
                    <a:cubicBezTo>
                      <a:pt x="1045" y="2465"/>
                      <a:pt x="808" y="2314"/>
                      <a:pt x="629" y="2092"/>
                    </a:cubicBezTo>
                    <a:cubicBezTo>
                      <a:pt x="449" y="1865"/>
                      <a:pt x="374" y="1582"/>
                      <a:pt x="417" y="1298"/>
                    </a:cubicBezTo>
                    <a:cubicBezTo>
                      <a:pt x="449" y="1015"/>
                      <a:pt x="597" y="760"/>
                      <a:pt x="823" y="595"/>
                    </a:cubicBezTo>
                    <a:cubicBezTo>
                      <a:pt x="1017" y="444"/>
                      <a:pt x="1239" y="369"/>
                      <a:pt x="1480" y="369"/>
                    </a:cubicBezTo>
                    <a:close/>
                    <a:moveTo>
                      <a:pt x="1493" y="0"/>
                    </a:moveTo>
                    <a:cubicBezTo>
                      <a:pt x="1176" y="0"/>
                      <a:pt x="866" y="104"/>
                      <a:pt x="597" y="297"/>
                    </a:cubicBezTo>
                    <a:cubicBezTo>
                      <a:pt x="299" y="534"/>
                      <a:pt x="105" y="864"/>
                      <a:pt x="58" y="1252"/>
                    </a:cubicBezTo>
                    <a:cubicBezTo>
                      <a:pt x="1" y="1625"/>
                      <a:pt x="105" y="2002"/>
                      <a:pt x="342" y="2314"/>
                    </a:cubicBezTo>
                    <a:cubicBezTo>
                      <a:pt x="568" y="2612"/>
                      <a:pt x="912" y="2810"/>
                      <a:pt x="1286" y="2853"/>
                    </a:cubicBezTo>
                    <a:cubicBezTo>
                      <a:pt x="1347" y="2867"/>
                      <a:pt x="1419" y="2867"/>
                      <a:pt x="1480" y="2867"/>
                    </a:cubicBezTo>
                    <a:cubicBezTo>
                      <a:pt x="1795" y="2867"/>
                      <a:pt x="2093" y="2763"/>
                      <a:pt x="2348" y="2569"/>
                    </a:cubicBezTo>
                    <a:cubicBezTo>
                      <a:pt x="2646" y="2343"/>
                      <a:pt x="2840" y="2002"/>
                      <a:pt x="2901" y="1625"/>
                    </a:cubicBezTo>
                    <a:cubicBezTo>
                      <a:pt x="3005" y="850"/>
                      <a:pt x="2452" y="117"/>
                      <a:pt x="1659" y="10"/>
                    </a:cubicBezTo>
                    <a:cubicBezTo>
                      <a:pt x="1604" y="3"/>
                      <a:pt x="1548" y="0"/>
                      <a:pt x="14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2" name="Google Shape;852;p34"/>
            <p:cNvGrpSpPr/>
            <p:nvPr/>
          </p:nvGrpSpPr>
          <p:grpSpPr>
            <a:xfrm rot="1378390">
              <a:off x="621410" y="968691"/>
              <a:ext cx="284481" cy="506062"/>
              <a:chOff x="6816965" y="2882660"/>
              <a:chExt cx="373848" cy="665038"/>
            </a:xfrm>
          </p:grpSpPr>
          <p:sp>
            <p:nvSpPr>
              <p:cNvPr id="853" name="Google Shape;853;p34"/>
              <p:cNvSpPr/>
              <p:nvPr/>
            </p:nvSpPr>
            <p:spPr>
              <a:xfrm>
                <a:off x="7022040" y="3069662"/>
                <a:ext cx="164138" cy="262039"/>
              </a:xfrm>
              <a:custGeom>
                <a:avLst/>
                <a:gdLst/>
                <a:ahLst/>
                <a:cxnLst/>
                <a:rect l="l" t="t" r="r" b="b"/>
                <a:pathLst>
                  <a:path w="2089" h="3335" extrusionOk="0">
                    <a:moveTo>
                      <a:pt x="646" y="1"/>
                    </a:moveTo>
                    <a:cubicBezTo>
                      <a:pt x="556" y="1"/>
                      <a:pt x="465" y="17"/>
                      <a:pt x="378" y="51"/>
                    </a:cubicBezTo>
                    <a:lnTo>
                      <a:pt x="1" y="196"/>
                    </a:lnTo>
                    <a:lnTo>
                      <a:pt x="1648" y="3334"/>
                    </a:lnTo>
                    <a:lnTo>
                      <a:pt x="1799" y="3061"/>
                    </a:lnTo>
                    <a:cubicBezTo>
                      <a:pt x="1944" y="2801"/>
                      <a:pt x="2043" y="2510"/>
                      <a:pt x="2060" y="2204"/>
                    </a:cubicBezTo>
                    <a:cubicBezTo>
                      <a:pt x="2089" y="1757"/>
                      <a:pt x="1961" y="1310"/>
                      <a:pt x="1695" y="933"/>
                    </a:cubicBezTo>
                    <a:lnTo>
                      <a:pt x="1248" y="312"/>
                    </a:lnTo>
                    <a:cubicBezTo>
                      <a:pt x="1105" y="111"/>
                      <a:pt x="879" y="1"/>
                      <a:pt x="646" y="1"/>
                    </a:cubicBezTo>
                    <a:close/>
                  </a:path>
                </a:pathLst>
              </a:custGeom>
              <a:solidFill>
                <a:srgbClr val="6A9D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34"/>
              <p:cNvSpPr/>
              <p:nvPr/>
            </p:nvSpPr>
            <p:spPr>
              <a:xfrm>
                <a:off x="7017011" y="3065184"/>
                <a:ext cx="173802" cy="271075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3450" extrusionOk="0">
                    <a:moveTo>
                      <a:pt x="709" y="1"/>
                    </a:moveTo>
                    <a:cubicBezTo>
                      <a:pt x="612" y="1"/>
                      <a:pt x="513" y="18"/>
                      <a:pt x="418" y="56"/>
                    </a:cubicBezTo>
                    <a:lnTo>
                      <a:pt x="41" y="195"/>
                    </a:lnTo>
                    <a:cubicBezTo>
                      <a:pt x="13" y="207"/>
                      <a:pt x="0" y="242"/>
                      <a:pt x="13" y="270"/>
                    </a:cubicBezTo>
                    <a:cubicBezTo>
                      <a:pt x="22" y="293"/>
                      <a:pt x="41" y="309"/>
                      <a:pt x="64" y="309"/>
                    </a:cubicBezTo>
                    <a:cubicBezTo>
                      <a:pt x="70" y="309"/>
                      <a:pt x="76" y="308"/>
                      <a:pt x="83" y="305"/>
                    </a:cubicBezTo>
                    <a:lnTo>
                      <a:pt x="459" y="160"/>
                    </a:lnTo>
                    <a:cubicBezTo>
                      <a:pt x="539" y="130"/>
                      <a:pt x="623" y="116"/>
                      <a:pt x="705" y="116"/>
                    </a:cubicBezTo>
                    <a:cubicBezTo>
                      <a:pt x="924" y="116"/>
                      <a:pt x="1134" y="218"/>
                      <a:pt x="1266" y="404"/>
                    </a:cubicBezTo>
                    <a:lnTo>
                      <a:pt x="1712" y="1025"/>
                    </a:lnTo>
                    <a:cubicBezTo>
                      <a:pt x="1968" y="1384"/>
                      <a:pt x="2094" y="1819"/>
                      <a:pt x="2072" y="2261"/>
                    </a:cubicBezTo>
                    <a:cubicBezTo>
                      <a:pt x="2054" y="2539"/>
                      <a:pt x="1968" y="2818"/>
                      <a:pt x="1810" y="3089"/>
                    </a:cubicBezTo>
                    <a:lnTo>
                      <a:pt x="1660" y="3362"/>
                    </a:lnTo>
                    <a:cubicBezTo>
                      <a:pt x="1642" y="3391"/>
                      <a:pt x="1654" y="3426"/>
                      <a:pt x="1684" y="3437"/>
                    </a:cubicBezTo>
                    <a:cubicBezTo>
                      <a:pt x="1689" y="3444"/>
                      <a:pt x="1700" y="3450"/>
                      <a:pt x="1712" y="3450"/>
                    </a:cubicBezTo>
                    <a:cubicBezTo>
                      <a:pt x="1730" y="3450"/>
                      <a:pt x="1746" y="3437"/>
                      <a:pt x="1759" y="3421"/>
                    </a:cubicBezTo>
                    <a:lnTo>
                      <a:pt x="1909" y="3148"/>
                    </a:lnTo>
                    <a:cubicBezTo>
                      <a:pt x="2078" y="2858"/>
                      <a:pt x="2164" y="2562"/>
                      <a:pt x="2182" y="2266"/>
                    </a:cubicBezTo>
                    <a:cubicBezTo>
                      <a:pt x="2211" y="1801"/>
                      <a:pt x="2078" y="1338"/>
                      <a:pt x="1805" y="955"/>
                    </a:cubicBezTo>
                    <a:lnTo>
                      <a:pt x="1358" y="334"/>
                    </a:lnTo>
                    <a:cubicBezTo>
                      <a:pt x="1207" y="121"/>
                      <a:pt x="963" y="1"/>
                      <a:pt x="7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34"/>
              <p:cNvSpPr/>
              <p:nvPr/>
            </p:nvSpPr>
            <p:spPr>
              <a:xfrm>
                <a:off x="6882573" y="3124663"/>
                <a:ext cx="295433" cy="377462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4804" extrusionOk="0">
                    <a:moveTo>
                      <a:pt x="2460" y="0"/>
                    </a:moveTo>
                    <a:lnTo>
                      <a:pt x="1828" y="599"/>
                    </a:lnTo>
                    <a:cubicBezTo>
                      <a:pt x="1799" y="1317"/>
                      <a:pt x="1735" y="1979"/>
                      <a:pt x="1074" y="2374"/>
                    </a:cubicBezTo>
                    <a:cubicBezTo>
                      <a:pt x="407" y="2773"/>
                      <a:pt x="6" y="3440"/>
                      <a:pt x="0" y="4155"/>
                    </a:cubicBezTo>
                    <a:lnTo>
                      <a:pt x="0" y="4781"/>
                    </a:lnTo>
                    <a:lnTo>
                      <a:pt x="3214" y="4803"/>
                    </a:lnTo>
                    <a:cubicBezTo>
                      <a:pt x="3012" y="4259"/>
                      <a:pt x="3017" y="3655"/>
                      <a:pt x="3232" y="3116"/>
                    </a:cubicBezTo>
                    <a:lnTo>
                      <a:pt x="3347" y="2808"/>
                    </a:lnTo>
                    <a:cubicBezTo>
                      <a:pt x="3759" y="1759"/>
                      <a:pt x="3457" y="656"/>
                      <a:pt x="24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34"/>
              <p:cNvSpPr/>
              <p:nvPr/>
            </p:nvSpPr>
            <p:spPr>
              <a:xfrm>
                <a:off x="6878016" y="3120263"/>
                <a:ext cx="305490" cy="386420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4918" extrusionOk="0">
                    <a:moveTo>
                      <a:pt x="2518" y="1"/>
                    </a:moveTo>
                    <a:cubicBezTo>
                      <a:pt x="2501" y="1"/>
                      <a:pt x="2483" y="10"/>
                      <a:pt x="2471" y="28"/>
                    </a:cubicBezTo>
                    <a:cubicBezTo>
                      <a:pt x="2454" y="51"/>
                      <a:pt x="2460" y="85"/>
                      <a:pt x="2484" y="104"/>
                    </a:cubicBezTo>
                    <a:cubicBezTo>
                      <a:pt x="3435" y="730"/>
                      <a:pt x="3771" y="1780"/>
                      <a:pt x="3354" y="2841"/>
                    </a:cubicBezTo>
                    <a:lnTo>
                      <a:pt x="3237" y="3148"/>
                    </a:lnTo>
                    <a:cubicBezTo>
                      <a:pt x="3028" y="3683"/>
                      <a:pt x="3011" y="4262"/>
                      <a:pt x="3191" y="4802"/>
                    </a:cubicBezTo>
                    <a:lnTo>
                      <a:pt x="111" y="4779"/>
                    </a:lnTo>
                    <a:lnTo>
                      <a:pt x="117" y="4211"/>
                    </a:lnTo>
                    <a:cubicBezTo>
                      <a:pt x="123" y="3514"/>
                      <a:pt x="511" y="2870"/>
                      <a:pt x="1161" y="2481"/>
                    </a:cubicBezTo>
                    <a:cubicBezTo>
                      <a:pt x="1834" y="2075"/>
                      <a:pt x="1914" y="1414"/>
                      <a:pt x="1944" y="660"/>
                    </a:cubicBezTo>
                    <a:cubicBezTo>
                      <a:pt x="1944" y="626"/>
                      <a:pt x="1921" y="602"/>
                      <a:pt x="1892" y="596"/>
                    </a:cubicBezTo>
                    <a:cubicBezTo>
                      <a:pt x="1852" y="596"/>
                      <a:pt x="1834" y="620"/>
                      <a:pt x="1828" y="655"/>
                    </a:cubicBezTo>
                    <a:cubicBezTo>
                      <a:pt x="1799" y="1402"/>
                      <a:pt x="1724" y="2005"/>
                      <a:pt x="1103" y="2383"/>
                    </a:cubicBezTo>
                    <a:cubicBezTo>
                      <a:pt x="418" y="2789"/>
                      <a:pt x="13" y="3474"/>
                      <a:pt x="7" y="4211"/>
                    </a:cubicBezTo>
                    <a:lnTo>
                      <a:pt x="0" y="4831"/>
                    </a:lnTo>
                    <a:cubicBezTo>
                      <a:pt x="0" y="4848"/>
                      <a:pt x="7" y="4866"/>
                      <a:pt x="18" y="4872"/>
                    </a:cubicBezTo>
                    <a:cubicBezTo>
                      <a:pt x="24" y="4883"/>
                      <a:pt x="42" y="4889"/>
                      <a:pt x="53" y="4889"/>
                    </a:cubicBezTo>
                    <a:lnTo>
                      <a:pt x="3272" y="4918"/>
                    </a:lnTo>
                    <a:cubicBezTo>
                      <a:pt x="3290" y="4918"/>
                      <a:pt x="3306" y="4907"/>
                      <a:pt x="3319" y="4894"/>
                    </a:cubicBezTo>
                    <a:cubicBezTo>
                      <a:pt x="3330" y="4877"/>
                      <a:pt x="3330" y="4859"/>
                      <a:pt x="3325" y="4843"/>
                    </a:cubicBezTo>
                    <a:cubicBezTo>
                      <a:pt x="3127" y="4309"/>
                      <a:pt x="3132" y="3723"/>
                      <a:pt x="3341" y="3189"/>
                    </a:cubicBezTo>
                    <a:lnTo>
                      <a:pt x="3464" y="2882"/>
                    </a:lnTo>
                    <a:cubicBezTo>
                      <a:pt x="3887" y="1785"/>
                      <a:pt x="3533" y="655"/>
                      <a:pt x="2548" y="10"/>
                    </a:cubicBezTo>
                    <a:cubicBezTo>
                      <a:pt x="2539" y="4"/>
                      <a:pt x="2529" y="1"/>
                      <a:pt x="25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34"/>
              <p:cNvSpPr/>
              <p:nvPr/>
            </p:nvSpPr>
            <p:spPr>
              <a:xfrm>
                <a:off x="6846587" y="3025662"/>
                <a:ext cx="244360" cy="253318"/>
              </a:xfrm>
              <a:custGeom>
                <a:avLst/>
                <a:gdLst/>
                <a:ahLst/>
                <a:cxnLst/>
                <a:rect l="l" t="t" r="r" b="b"/>
                <a:pathLst>
                  <a:path w="3110" h="3224" extrusionOk="0">
                    <a:moveTo>
                      <a:pt x="1531" y="1"/>
                    </a:moveTo>
                    <a:cubicBezTo>
                      <a:pt x="1458" y="1"/>
                      <a:pt x="1391" y="57"/>
                      <a:pt x="1387" y="135"/>
                    </a:cubicBezTo>
                    <a:lnTo>
                      <a:pt x="1369" y="657"/>
                    </a:lnTo>
                    <a:cubicBezTo>
                      <a:pt x="1369" y="773"/>
                      <a:pt x="1312" y="884"/>
                      <a:pt x="1213" y="947"/>
                    </a:cubicBezTo>
                    <a:cubicBezTo>
                      <a:pt x="951" y="1134"/>
                      <a:pt x="726" y="1359"/>
                      <a:pt x="552" y="1626"/>
                    </a:cubicBezTo>
                    <a:lnTo>
                      <a:pt x="169" y="2189"/>
                    </a:lnTo>
                    <a:cubicBezTo>
                      <a:pt x="46" y="2374"/>
                      <a:pt x="0" y="2606"/>
                      <a:pt x="41" y="2826"/>
                    </a:cubicBezTo>
                    <a:cubicBezTo>
                      <a:pt x="70" y="2960"/>
                      <a:pt x="169" y="3070"/>
                      <a:pt x="303" y="3105"/>
                    </a:cubicBezTo>
                    <a:lnTo>
                      <a:pt x="651" y="3209"/>
                    </a:lnTo>
                    <a:cubicBezTo>
                      <a:pt x="684" y="3219"/>
                      <a:pt x="718" y="3224"/>
                      <a:pt x="752" y="3224"/>
                    </a:cubicBezTo>
                    <a:cubicBezTo>
                      <a:pt x="901" y="3224"/>
                      <a:pt x="1039" y="3131"/>
                      <a:pt x="1096" y="2984"/>
                    </a:cubicBezTo>
                    <a:lnTo>
                      <a:pt x="1114" y="2931"/>
                    </a:lnTo>
                    <a:cubicBezTo>
                      <a:pt x="1168" y="2787"/>
                      <a:pt x="1305" y="2692"/>
                      <a:pt x="1457" y="2692"/>
                    </a:cubicBezTo>
                    <a:cubicBezTo>
                      <a:pt x="1471" y="2692"/>
                      <a:pt x="1484" y="2693"/>
                      <a:pt x="1497" y="2694"/>
                    </a:cubicBezTo>
                    <a:lnTo>
                      <a:pt x="1706" y="2711"/>
                    </a:lnTo>
                    <a:cubicBezTo>
                      <a:pt x="1736" y="2713"/>
                      <a:pt x="1767" y="2714"/>
                      <a:pt x="1798" y="2714"/>
                    </a:cubicBezTo>
                    <a:cubicBezTo>
                      <a:pt x="1918" y="2714"/>
                      <a:pt x="2037" y="2697"/>
                      <a:pt x="2153" y="2665"/>
                    </a:cubicBezTo>
                    <a:lnTo>
                      <a:pt x="2662" y="2508"/>
                    </a:lnTo>
                    <a:cubicBezTo>
                      <a:pt x="2790" y="2467"/>
                      <a:pt x="2889" y="2368"/>
                      <a:pt x="2918" y="2242"/>
                    </a:cubicBezTo>
                    <a:lnTo>
                      <a:pt x="3109" y="1412"/>
                    </a:lnTo>
                    <a:cubicBezTo>
                      <a:pt x="2918" y="936"/>
                      <a:pt x="2558" y="872"/>
                      <a:pt x="2362" y="826"/>
                    </a:cubicBezTo>
                    <a:cubicBezTo>
                      <a:pt x="2239" y="797"/>
                      <a:pt x="2147" y="698"/>
                      <a:pt x="2105" y="577"/>
                    </a:cubicBezTo>
                    <a:cubicBezTo>
                      <a:pt x="2014" y="321"/>
                      <a:pt x="1776" y="130"/>
                      <a:pt x="1601" y="20"/>
                    </a:cubicBezTo>
                    <a:cubicBezTo>
                      <a:pt x="1579" y="7"/>
                      <a:pt x="1554" y="1"/>
                      <a:pt x="153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34"/>
              <p:cNvSpPr/>
              <p:nvPr/>
            </p:nvSpPr>
            <p:spPr>
              <a:xfrm>
                <a:off x="6841951" y="3021183"/>
                <a:ext cx="254025" cy="262118"/>
              </a:xfrm>
              <a:custGeom>
                <a:avLst/>
                <a:gdLst/>
                <a:ahLst/>
                <a:cxnLst/>
                <a:rect l="l" t="t" r="r" b="b"/>
                <a:pathLst>
                  <a:path w="3233" h="3336" extrusionOk="0">
                    <a:moveTo>
                      <a:pt x="1585" y="0"/>
                    </a:moveTo>
                    <a:cubicBezTo>
                      <a:pt x="1553" y="0"/>
                      <a:pt x="1522" y="8"/>
                      <a:pt x="1492" y="24"/>
                    </a:cubicBezTo>
                    <a:cubicBezTo>
                      <a:pt x="1428" y="59"/>
                      <a:pt x="1393" y="123"/>
                      <a:pt x="1388" y="192"/>
                    </a:cubicBezTo>
                    <a:lnTo>
                      <a:pt x="1376" y="714"/>
                    </a:lnTo>
                    <a:cubicBezTo>
                      <a:pt x="1371" y="813"/>
                      <a:pt x="1318" y="900"/>
                      <a:pt x="1243" y="958"/>
                    </a:cubicBezTo>
                    <a:cubicBezTo>
                      <a:pt x="970" y="1150"/>
                      <a:pt x="744" y="1381"/>
                      <a:pt x="563" y="1654"/>
                    </a:cubicBezTo>
                    <a:lnTo>
                      <a:pt x="181" y="2217"/>
                    </a:lnTo>
                    <a:cubicBezTo>
                      <a:pt x="48" y="2414"/>
                      <a:pt x="1" y="2658"/>
                      <a:pt x="48" y="2896"/>
                    </a:cubicBezTo>
                    <a:cubicBezTo>
                      <a:pt x="76" y="3052"/>
                      <a:pt x="193" y="3174"/>
                      <a:pt x="343" y="3220"/>
                    </a:cubicBezTo>
                    <a:lnTo>
                      <a:pt x="692" y="3319"/>
                    </a:lnTo>
                    <a:cubicBezTo>
                      <a:pt x="732" y="3330"/>
                      <a:pt x="767" y="3336"/>
                      <a:pt x="807" y="3336"/>
                    </a:cubicBezTo>
                    <a:cubicBezTo>
                      <a:pt x="981" y="3336"/>
                      <a:pt x="1144" y="3232"/>
                      <a:pt x="1208" y="3057"/>
                    </a:cubicBezTo>
                    <a:lnTo>
                      <a:pt x="1232" y="3006"/>
                    </a:lnTo>
                    <a:cubicBezTo>
                      <a:pt x="1275" y="2885"/>
                      <a:pt x="1396" y="2802"/>
                      <a:pt x="1526" y="2802"/>
                    </a:cubicBezTo>
                    <a:cubicBezTo>
                      <a:pt x="1534" y="2802"/>
                      <a:pt x="1542" y="2802"/>
                      <a:pt x="1551" y="2803"/>
                    </a:cubicBezTo>
                    <a:lnTo>
                      <a:pt x="1759" y="2826"/>
                    </a:lnTo>
                    <a:cubicBezTo>
                      <a:pt x="1791" y="2829"/>
                      <a:pt x="1823" y="2830"/>
                      <a:pt x="1854" y="2830"/>
                    </a:cubicBezTo>
                    <a:cubicBezTo>
                      <a:pt x="1981" y="2830"/>
                      <a:pt x="2103" y="2811"/>
                      <a:pt x="2228" y="2773"/>
                    </a:cubicBezTo>
                    <a:lnTo>
                      <a:pt x="2739" y="2618"/>
                    </a:lnTo>
                    <a:cubicBezTo>
                      <a:pt x="2884" y="2577"/>
                      <a:pt x="2994" y="2460"/>
                      <a:pt x="3029" y="2310"/>
                    </a:cubicBezTo>
                    <a:cubicBezTo>
                      <a:pt x="3042" y="2281"/>
                      <a:pt x="3018" y="2251"/>
                      <a:pt x="2989" y="2240"/>
                    </a:cubicBezTo>
                    <a:cubicBezTo>
                      <a:pt x="2985" y="2240"/>
                      <a:pt x="2981" y="2239"/>
                      <a:pt x="2978" y="2239"/>
                    </a:cubicBezTo>
                    <a:cubicBezTo>
                      <a:pt x="2952" y="2239"/>
                      <a:pt x="2929" y="2256"/>
                      <a:pt x="2919" y="2286"/>
                    </a:cubicBezTo>
                    <a:cubicBezTo>
                      <a:pt x="2895" y="2391"/>
                      <a:pt x="2815" y="2478"/>
                      <a:pt x="2710" y="2513"/>
                    </a:cubicBezTo>
                    <a:lnTo>
                      <a:pt x="2194" y="2669"/>
                    </a:lnTo>
                    <a:cubicBezTo>
                      <a:pt x="2089" y="2699"/>
                      <a:pt x="1984" y="2714"/>
                      <a:pt x="1877" y="2714"/>
                    </a:cubicBezTo>
                    <a:cubicBezTo>
                      <a:pt x="1842" y="2714"/>
                      <a:pt x="1806" y="2713"/>
                      <a:pt x="1770" y="2709"/>
                    </a:cubicBezTo>
                    <a:lnTo>
                      <a:pt x="1562" y="2693"/>
                    </a:lnTo>
                    <a:cubicBezTo>
                      <a:pt x="1548" y="2691"/>
                      <a:pt x="1535" y="2691"/>
                      <a:pt x="1521" y="2691"/>
                    </a:cubicBezTo>
                    <a:cubicBezTo>
                      <a:pt x="1346" y="2691"/>
                      <a:pt x="1185" y="2799"/>
                      <a:pt x="1120" y="2966"/>
                    </a:cubicBezTo>
                    <a:lnTo>
                      <a:pt x="1104" y="3017"/>
                    </a:lnTo>
                    <a:cubicBezTo>
                      <a:pt x="1056" y="3145"/>
                      <a:pt x="936" y="3222"/>
                      <a:pt x="809" y="3222"/>
                    </a:cubicBezTo>
                    <a:cubicBezTo>
                      <a:pt x="780" y="3222"/>
                      <a:pt x="750" y="3218"/>
                      <a:pt x="721" y="3209"/>
                    </a:cubicBezTo>
                    <a:lnTo>
                      <a:pt x="378" y="3110"/>
                    </a:lnTo>
                    <a:cubicBezTo>
                      <a:pt x="263" y="3076"/>
                      <a:pt x="181" y="2988"/>
                      <a:pt x="158" y="2872"/>
                    </a:cubicBezTo>
                    <a:cubicBezTo>
                      <a:pt x="118" y="2669"/>
                      <a:pt x="158" y="2449"/>
                      <a:pt x="274" y="2281"/>
                    </a:cubicBezTo>
                    <a:lnTo>
                      <a:pt x="657" y="1718"/>
                    </a:lnTo>
                    <a:cubicBezTo>
                      <a:pt x="831" y="1456"/>
                      <a:pt x="1051" y="1231"/>
                      <a:pt x="1307" y="1051"/>
                    </a:cubicBezTo>
                    <a:cubicBezTo>
                      <a:pt x="1417" y="976"/>
                      <a:pt x="1486" y="848"/>
                      <a:pt x="1486" y="714"/>
                    </a:cubicBezTo>
                    <a:lnTo>
                      <a:pt x="1503" y="198"/>
                    </a:lnTo>
                    <a:cubicBezTo>
                      <a:pt x="1503" y="163"/>
                      <a:pt x="1521" y="141"/>
                      <a:pt x="1545" y="123"/>
                    </a:cubicBezTo>
                    <a:cubicBezTo>
                      <a:pt x="1557" y="118"/>
                      <a:pt x="1570" y="115"/>
                      <a:pt x="1583" y="115"/>
                    </a:cubicBezTo>
                    <a:cubicBezTo>
                      <a:pt x="1599" y="115"/>
                      <a:pt x="1615" y="119"/>
                      <a:pt x="1631" y="128"/>
                    </a:cubicBezTo>
                    <a:cubicBezTo>
                      <a:pt x="1800" y="233"/>
                      <a:pt x="2020" y="412"/>
                      <a:pt x="2107" y="656"/>
                    </a:cubicBezTo>
                    <a:cubicBezTo>
                      <a:pt x="2159" y="795"/>
                      <a:pt x="2269" y="907"/>
                      <a:pt x="2408" y="934"/>
                    </a:cubicBezTo>
                    <a:lnTo>
                      <a:pt x="2437" y="941"/>
                    </a:lnTo>
                    <a:cubicBezTo>
                      <a:pt x="2624" y="987"/>
                      <a:pt x="2943" y="1062"/>
                      <a:pt x="3117" y="1486"/>
                    </a:cubicBezTo>
                    <a:cubicBezTo>
                      <a:pt x="3125" y="1509"/>
                      <a:pt x="3145" y="1525"/>
                      <a:pt x="3167" y="1525"/>
                    </a:cubicBezTo>
                    <a:cubicBezTo>
                      <a:pt x="3173" y="1525"/>
                      <a:pt x="3180" y="1523"/>
                      <a:pt x="3186" y="1521"/>
                    </a:cubicBezTo>
                    <a:cubicBezTo>
                      <a:pt x="3216" y="1509"/>
                      <a:pt x="3232" y="1475"/>
                      <a:pt x="3221" y="1445"/>
                    </a:cubicBezTo>
                    <a:cubicBezTo>
                      <a:pt x="3029" y="964"/>
                      <a:pt x="2659" y="877"/>
                      <a:pt x="2461" y="830"/>
                    </a:cubicBezTo>
                    <a:lnTo>
                      <a:pt x="2432" y="824"/>
                    </a:lnTo>
                    <a:cubicBezTo>
                      <a:pt x="2338" y="802"/>
                      <a:pt x="2252" y="726"/>
                      <a:pt x="2217" y="616"/>
                    </a:cubicBezTo>
                    <a:cubicBezTo>
                      <a:pt x="2119" y="343"/>
                      <a:pt x="1875" y="146"/>
                      <a:pt x="1690" y="29"/>
                    </a:cubicBezTo>
                    <a:cubicBezTo>
                      <a:pt x="1658" y="11"/>
                      <a:pt x="1622" y="0"/>
                      <a:pt x="15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34"/>
              <p:cNvSpPr/>
              <p:nvPr/>
            </p:nvSpPr>
            <p:spPr>
              <a:xfrm>
                <a:off x="7146970" y="3265544"/>
                <a:ext cx="1414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18" h="30" extrusionOk="0">
                    <a:moveTo>
                      <a:pt x="0" y="0"/>
                    </a:moveTo>
                    <a:cubicBezTo>
                      <a:pt x="12" y="6"/>
                      <a:pt x="17" y="17"/>
                      <a:pt x="17" y="30"/>
                    </a:cubicBezTo>
                    <a:lnTo>
                      <a:pt x="17" y="30"/>
                    </a:lnTo>
                    <a:lnTo>
                      <a:pt x="17" y="30"/>
                    </a:lnTo>
                    <a:lnTo>
                      <a:pt x="17" y="30"/>
                    </a:lnTo>
                    <a:cubicBezTo>
                      <a:pt x="17" y="17"/>
                      <a:pt x="12" y="6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34"/>
              <p:cNvSpPr/>
              <p:nvPr/>
            </p:nvSpPr>
            <p:spPr>
              <a:xfrm>
                <a:off x="7153727" y="3267822"/>
                <a:ext cx="1493" cy="1807"/>
              </a:xfrm>
              <a:custGeom>
                <a:avLst/>
                <a:gdLst/>
                <a:ahLst/>
                <a:cxnLst/>
                <a:rect l="l" t="t" r="r" b="b"/>
                <a:pathLst>
                  <a:path w="19" h="23" extrusionOk="0">
                    <a:moveTo>
                      <a:pt x="19" y="1"/>
                    </a:moveTo>
                    <a:cubicBezTo>
                      <a:pt x="13" y="1"/>
                      <a:pt x="1" y="6"/>
                      <a:pt x="1" y="17"/>
                    </a:cubicBezTo>
                    <a:lnTo>
                      <a:pt x="19" y="23"/>
                    </a:lnTo>
                    <a:lnTo>
                      <a:pt x="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34"/>
              <p:cNvSpPr/>
              <p:nvPr/>
            </p:nvSpPr>
            <p:spPr>
              <a:xfrm>
                <a:off x="7155141" y="3267822"/>
                <a:ext cx="2436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31" h="30" extrusionOk="0">
                    <a:moveTo>
                      <a:pt x="1" y="1"/>
                    </a:moveTo>
                    <a:lnTo>
                      <a:pt x="1" y="23"/>
                    </a:lnTo>
                    <a:lnTo>
                      <a:pt x="30" y="30"/>
                    </a:lnTo>
                    <a:lnTo>
                      <a:pt x="30" y="23"/>
                    </a:lnTo>
                    <a:cubicBezTo>
                      <a:pt x="30" y="12"/>
                      <a:pt x="18" y="1"/>
                      <a:pt x="12" y="1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34"/>
              <p:cNvSpPr/>
              <p:nvPr/>
            </p:nvSpPr>
            <p:spPr>
              <a:xfrm>
                <a:off x="7146498" y="3265544"/>
                <a:ext cx="1886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24" h="30" extrusionOk="0">
                    <a:moveTo>
                      <a:pt x="6" y="0"/>
                    </a:moveTo>
                    <a:lnTo>
                      <a:pt x="1" y="24"/>
                    </a:lnTo>
                    <a:lnTo>
                      <a:pt x="23" y="30"/>
                    </a:lnTo>
                    <a:cubicBezTo>
                      <a:pt x="23" y="17"/>
                      <a:pt x="18" y="6"/>
                      <a:pt x="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34"/>
              <p:cNvSpPr/>
              <p:nvPr/>
            </p:nvSpPr>
            <p:spPr>
              <a:xfrm>
                <a:off x="7151999" y="3244093"/>
                <a:ext cx="943" cy="79"/>
              </a:xfrm>
              <a:custGeom>
                <a:avLst/>
                <a:gdLst/>
                <a:ahLst/>
                <a:cxnLst/>
                <a:rect l="l" t="t" r="r" b="b"/>
                <a:pathLst>
                  <a:path w="12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6" y="1"/>
                    </a:lnTo>
                    <a:lnTo>
                      <a:pt x="12" y="1"/>
                    </a:lnTo>
                    <a:lnTo>
                      <a:pt x="12" y="1"/>
                    </a:lnTo>
                    <a:lnTo>
                      <a:pt x="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34"/>
              <p:cNvSpPr/>
              <p:nvPr/>
            </p:nvSpPr>
            <p:spPr>
              <a:xfrm>
                <a:off x="7152863" y="3240950"/>
                <a:ext cx="1964" cy="3221"/>
              </a:xfrm>
              <a:custGeom>
                <a:avLst/>
                <a:gdLst/>
                <a:ahLst/>
                <a:cxnLst/>
                <a:rect l="l" t="t" r="r" b="b"/>
                <a:pathLst>
                  <a:path w="25" h="4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2" y="0"/>
                      <a:pt x="24" y="11"/>
                      <a:pt x="17" y="24"/>
                    </a:cubicBezTo>
                    <a:cubicBezTo>
                      <a:pt x="17" y="35"/>
                      <a:pt x="6" y="41"/>
                      <a:pt x="1" y="41"/>
                    </a:cubicBezTo>
                    <a:lnTo>
                      <a:pt x="1" y="41"/>
                    </a:lnTo>
                    <a:cubicBezTo>
                      <a:pt x="6" y="41"/>
                      <a:pt x="17" y="35"/>
                      <a:pt x="17" y="24"/>
                    </a:cubicBezTo>
                    <a:cubicBezTo>
                      <a:pt x="24" y="11"/>
                      <a:pt x="12" y="0"/>
                      <a:pt x="1" y="0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34"/>
              <p:cNvSpPr/>
              <p:nvPr/>
            </p:nvSpPr>
            <p:spPr>
              <a:xfrm>
                <a:off x="7148698" y="3254151"/>
                <a:ext cx="2357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30" h="47" extrusionOk="0">
                    <a:moveTo>
                      <a:pt x="13" y="1"/>
                    </a:moveTo>
                    <a:cubicBezTo>
                      <a:pt x="24" y="6"/>
                      <a:pt x="30" y="17"/>
                      <a:pt x="30" y="30"/>
                    </a:cubicBezTo>
                    <a:cubicBezTo>
                      <a:pt x="24" y="41"/>
                      <a:pt x="19" y="47"/>
                      <a:pt x="8" y="47"/>
                    </a:cubicBezTo>
                    <a:lnTo>
                      <a:pt x="1" y="47"/>
                    </a:lnTo>
                    <a:lnTo>
                      <a:pt x="8" y="47"/>
                    </a:lnTo>
                    <a:cubicBezTo>
                      <a:pt x="19" y="47"/>
                      <a:pt x="24" y="41"/>
                      <a:pt x="30" y="30"/>
                    </a:cubicBezTo>
                    <a:cubicBezTo>
                      <a:pt x="30" y="17"/>
                      <a:pt x="24" y="6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34"/>
              <p:cNvSpPr/>
              <p:nvPr/>
            </p:nvSpPr>
            <p:spPr>
              <a:xfrm>
                <a:off x="7156477" y="3256429"/>
                <a:ext cx="2829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36" h="47" extrusionOk="0">
                    <a:moveTo>
                      <a:pt x="24" y="1"/>
                    </a:moveTo>
                    <a:cubicBezTo>
                      <a:pt x="13" y="1"/>
                      <a:pt x="6" y="6"/>
                      <a:pt x="1" y="18"/>
                    </a:cubicBezTo>
                    <a:lnTo>
                      <a:pt x="1" y="23"/>
                    </a:lnTo>
                    <a:cubicBezTo>
                      <a:pt x="1" y="36"/>
                      <a:pt x="6" y="41"/>
                      <a:pt x="19" y="47"/>
                    </a:cubicBezTo>
                    <a:lnTo>
                      <a:pt x="35" y="47"/>
                    </a:lnTo>
                    <a:cubicBezTo>
                      <a:pt x="30" y="29"/>
                      <a:pt x="30" y="18"/>
                      <a:pt x="30" y="1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34"/>
              <p:cNvSpPr/>
              <p:nvPr/>
            </p:nvSpPr>
            <p:spPr>
              <a:xfrm>
                <a:off x="7151999" y="3242758"/>
                <a:ext cx="943" cy="1414"/>
              </a:xfrm>
              <a:custGeom>
                <a:avLst/>
                <a:gdLst/>
                <a:ahLst/>
                <a:cxnLst/>
                <a:rect l="l" t="t" r="r" b="b"/>
                <a:pathLst>
                  <a:path w="12" h="18" extrusionOk="0">
                    <a:moveTo>
                      <a:pt x="6" y="1"/>
                    </a:moveTo>
                    <a:lnTo>
                      <a:pt x="0" y="18"/>
                    </a:lnTo>
                    <a:lnTo>
                      <a:pt x="12" y="18"/>
                    </a:lnTo>
                    <a:cubicBezTo>
                      <a:pt x="12" y="12"/>
                      <a:pt x="6" y="6"/>
                      <a:pt x="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34"/>
              <p:cNvSpPr/>
              <p:nvPr/>
            </p:nvSpPr>
            <p:spPr>
              <a:xfrm>
                <a:off x="7152470" y="3240950"/>
                <a:ext cx="2357" cy="3221"/>
              </a:xfrm>
              <a:custGeom>
                <a:avLst/>
                <a:gdLst/>
                <a:ahLst/>
                <a:cxnLst/>
                <a:rect l="l" t="t" r="r" b="b"/>
                <a:pathLst>
                  <a:path w="30" h="41" extrusionOk="0">
                    <a:moveTo>
                      <a:pt x="6" y="0"/>
                    </a:moveTo>
                    <a:lnTo>
                      <a:pt x="0" y="24"/>
                    </a:lnTo>
                    <a:cubicBezTo>
                      <a:pt x="0" y="29"/>
                      <a:pt x="6" y="35"/>
                      <a:pt x="6" y="41"/>
                    </a:cubicBezTo>
                    <a:cubicBezTo>
                      <a:pt x="11" y="41"/>
                      <a:pt x="22" y="35"/>
                      <a:pt x="22" y="24"/>
                    </a:cubicBezTo>
                    <a:cubicBezTo>
                      <a:pt x="29" y="11"/>
                      <a:pt x="17" y="0"/>
                      <a:pt x="6" y="0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34"/>
              <p:cNvSpPr/>
              <p:nvPr/>
            </p:nvSpPr>
            <p:spPr>
              <a:xfrm>
                <a:off x="7148698" y="3254151"/>
                <a:ext cx="2357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30" h="47" extrusionOk="0">
                    <a:moveTo>
                      <a:pt x="13" y="1"/>
                    </a:moveTo>
                    <a:lnTo>
                      <a:pt x="1" y="47"/>
                    </a:lnTo>
                    <a:lnTo>
                      <a:pt x="8" y="47"/>
                    </a:lnTo>
                    <a:cubicBezTo>
                      <a:pt x="19" y="47"/>
                      <a:pt x="24" y="41"/>
                      <a:pt x="30" y="30"/>
                    </a:cubicBezTo>
                    <a:cubicBezTo>
                      <a:pt x="30" y="17"/>
                      <a:pt x="24" y="6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34"/>
              <p:cNvSpPr/>
              <p:nvPr/>
            </p:nvSpPr>
            <p:spPr>
              <a:xfrm>
                <a:off x="7144691" y="3304280"/>
                <a:ext cx="3693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47" h="30" extrusionOk="0">
                    <a:moveTo>
                      <a:pt x="24" y="0"/>
                    </a:moveTo>
                    <a:cubicBezTo>
                      <a:pt x="11" y="0"/>
                      <a:pt x="6" y="6"/>
                      <a:pt x="0" y="18"/>
                    </a:cubicBezTo>
                    <a:lnTo>
                      <a:pt x="46" y="29"/>
                    </a:lnTo>
                    <a:lnTo>
                      <a:pt x="46" y="24"/>
                    </a:lnTo>
                    <a:cubicBezTo>
                      <a:pt x="46" y="11"/>
                      <a:pt x="41" y="0"/>
                      <a:pt x="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34"/>
              <p:cNvSpPr/>
              <p:nvPr/>
            </p:nvSpPr>
            <p:spPr>
              <a:xfrm>
                <a:off x="7153727" y="3306558"/>
                <a:ext cx="2829" cy="1964"/>
              </a:xfrm>
              <a:custGeom>
                <a:avLst/>
                <a:gdLst/>
                <a:ahLst/>
                <a:cxnLst/>
                <a:rect l="l" t="t" r="r" b="b"/>
                <a:pathLst>
                  <a:path w="36" h="25" extrusionOk="0">
                    <a:moveTo>
                      <a:pt x="24" y="0"/>
                    </a:moveTo>
                    <a:cubicBezTo>
                      <a:pt x="13" y="0"/>
                      <a:pt x="6" y="6"/>
                      <a:pt x="1" y="17"/>
                    </a:cubicBezTo>
                    <a:lnTo>
                      <a:pt x="3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34"/>
              <p:cNvSpPr/>
              <p:nvPr/>
            </p:nvSpPr>
            <p:spPr>
              <a:xfrm>
                <a:off x="7145948" y="3267822"/>
                <a:ext cx="2436" cy="1414"/>
              </a:xfrm>
              <a:custGeom>
                <a:avLst/>
                <a:gdLst/>
                <a:ahLst/>
                <a:cxnLst/>
                <a:rect l="l" t="t" r="r" b="b"/>
                <a:pathLst>
                  <a:path w="31" h="18" extrusionOk="0">
                    <a:moveTo>
                      <a:pt x="30" y="1"/>
                    </a:moveTo>
                    <a:lnTo>
                      <a:pt x="30" y="1"/>
                    </a:lnTo>
                    <a:cubicBezTo>
                      <a:pt x="25" y="12"/>
                      <a:pt x="19" y="17"/>
                      <a:pt x="8" y="17"/>
                    </a:cubicBezTo>
                    <a:lnTo>
                      <a:pt x="1" y="17"/>
                    </a:lnTo>
                    <a:lnTo>
                      <a:pt x="8" y="17"/>
                    </a:lnTo>
                    <a:cubicBezTo>
                      <a:pt x="19" y="17"/>
                      <a:pt x="25" y="12"/>
                      <a:pt x="30" y="1"/>
                    </a:cubicBez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34"/>
              <p:cNvSpPr/>
              <p:nvPr/>
            </p:nvSpPr>
            <p:spPr>
              <a:xfrm>
                <a:off x="7153727" y="3269158"/>
                <a:ext cx="1493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19" h="30" extrusionOk="0">
                    <a:moveTo>
                      <a:pt x="1" y="0"/>
                    </a:moveTo>
                    <a:lnTo>
                      <a:pt x="1" y="6"/>
                    </a:lnTo>
                    <a:cubicBezTo>
                      <a:pt x="1" y="18"/>
                      <a:pt x="6" y="24"/>
                      <a:pt x="19" y="30"/>
                    </a:cubicBezTo>
                    <a:lnTo>
                      <a:pt x="19" y="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34"/>
              <p:cNvSpPr/>
              <p:nvPr/>
            </p:nvSpPr>
            <p:spPr>
              <a:xfrm>
                <a:off x="7155141" y="3269551"/>
                <a:ext cx="2436" cy="1964"/>
              </a:xfrm>
              <a:custGeom>
                <a:avLst/>
                <a:gdLst/>
                <a:ahLst/>
                <a:cxnLst/>
                <a:rect l="l" t="t" r="r" b="b"/>
                <a:pathLst>
                  <a:path w="31" h="25" extrusionOk="0">
                    <a:moveTo>
                      <a:pt x="1" y="1"/>
                    </a:moveTo>
                    <a:lnTo>
                      <a:pt x="1" y="25"/>
                    </a:lnTo>
                    <a:lnTo>
                      <a:pt x="6" y="25"/>
                    </a:lnTo>
                    <a:cubicBezTo>
                      <a:pt x="18" y="25"/>
                      <a:pt x="23" y="19"/>
                      <a:pt x="30" y="8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34"/>
              <p:cNvSpPr/>
              <p:nvPr/>
            </p:nvSpPr>
            <p:spPr>
              <a:xfrm>
                <a:off x="7143277" y="3276937"/>
                <a:ext cx="2357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30" h="47" extrusionOk="0">
                    <a:moveTo>
                      <a:pt x="13" y="0"/>
                    </a:moveTo>
                    <a:cubicBezTo>
                      <a:pt x="24" y="6"/>
                      <a:pt x="29" y="18"/>
                      <a:pt x="24" y="29"/>
                    </a:cubicBezTo>
                    <a:cubicBezTo>
                      <a:pt x="24" y="41"/>
                      <a:pt x="13" y="46"/>
                      <a:pt x="7" y="46"/>
                    </a:cubicBezTo>
                    <a:lnTo>
                      <a:pt x="0" y="46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7" y="46"/>
                    </a:lnTo>
                    <a:cubicBezTo>
                      <a:pt x="13" y="46"/>
                      <a:pt x="24" y="41"/>
                      <a:pt x="24" y="29"/>
                    </a:cubicBezTo>
                    <a:cubicBezTo>
                      <a:pt x="29" y="18"/>
                      <a:pt x="24" y="6"/>
                      <a:pt x="1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34"/>
              <p:cNvSpPr/>
              <p:nvPr/>
            </p:nvSpPr>
            <p:spPr>
              <a:xfrm>
                <a:off x="7150977" y="3279215"/>
                <a:ext cx="3300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42" h="47" extrusionOk="0">
                    <a:moveTo>
                      <a:pt x="19" y="0"/>
                    </a:moveTo>
                    <a:cubicBezTo>
                      <a:pt x="13" y="0"/>
                      <a:pt x="1" y="6"/>
                      <a:pt x="1" y="17"/>
                    </a:cubicBezTo>
                    <a:lnTo>
                      <a:pt x="1" y="24"/>
                    </a:lnTo>
                    <a:cubicBezTo>
                      <a:pt x="1" y="35"/>
                      <a:pt x="7" y="41"/>
                      <a:pt x="19" y="46"/>
                    </a:cubicBezTo>
                    <a:cubicBezTo>
                      <a:pt x="30" y="46"/>
                      <a:pt x="41" y="41"/>
                      <a:pt x="41" y="30"/>
                    </a:cubicBezTo>
                    <a:lnTo>
                      <a:pt x="41" y="24"/>
                    </a:lnTo>
                    <a:cubicBezTo>
                      <a:pt x="41" y="12"/>
                      <a:pt x="36" y="6"/>
                      <a:pt x="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34"/>
              <p:cNvSpPr/>
              <p:nvPr/>
            </p:nvSpPr>
            <p:spPr>
              <a:xfrm>
                <a:off x="7147363" y="3292887"/>
                <a:ext cx="3693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47" h="47" extrusionOk="0">
                    <a:moveTo>
                      <a:pt x="25" y="0"/>
                    </a:moveTo>
                    <a:cubicBezTo>
                      <a:pt x="12" y="0"/>
                      <a:pt x="7" y="6"/>
                      <a:pt x="1" y="17"/>
                    </a:cubicBezTo>
                    <a:lnTo>
                      <a:pt x="1" y="24"/>
                    </a:lnTo>
                    <a:cubicBezTo>
                      <a:pt x="1" y="35"/>
                      <a:pt x="7" y="41"/>
                      <a:pt x="18" y="46"/>
                    </a:cubicBezTo>
                    <a:lnTo>
                      <a:pt x="25" y="46"/>
                    </a:lnTo>
                    <a:cubicBezTo>
                      <a:pt x="36" y="46"/>
                      <a:pt x="41" y="41"/>
                      <a:pt x="47" y="30"/>
                    </a:cubicBezTo>
                    <a:lnTo>
                      <a:pt x="47" y="24"/>
                    </a:lnTo>
                    <a:cubicBezTo>
                      <a:pt x="47" y="12"/>
                      <a:pt x="41" y="6"/>
                      <a:pt x="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34"/>
              <p:cNvSpPr/>
              <p:nvPr/>
            </p:nvSpPr>
            <p:spPr>
              <a:xfrm>
                <a:off x="7156477" y="3295165"/>
                <a:ext cx="1964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25" h="47" extrusionOk="0">
                    <a:moveTo>
                      <a:pt x="24" y="1"/>
                    </a:moveTo>
                    <a:cubicBezTo>
                      <a:pt x="13" y="1"/>
                      <a:pt x="6" y="6"/>
                      <a:pt x="1" y="17"/>
                    </a:cubicBezTo>
                    <a:lnTo>
                      <a:pt x="1" y="23"/>
                    </a:lnTo>
                    <a:cubicBezTo>
                      <a:pt x="1" y="35"/>
                      <a:pt x="6" y="41"/>
                      <a:pt x="19" y="47"/>
                    </a:cubicBezTo>
                    <a:cubicBezTo>
                      <a:pt x="19" y="30"/>
                      <a:pt x="24" y="17"/>
                      <a:pt x="24" y="1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34"/>
              <p:cNvSpPr/>
              <p:nvPr/>
            </p:nvSpPr>
            <p:spPr>
              <a:xfrm>
                <a:off x="7145948" y="3267429"/>
                <a:ext cx="2436" cy="1807"/>
              </a:xfrm>
              <a:custGeom>
                <a:avLst/>
                <a:gdLst/>
                <a:ahLst/>
                <a:cxnLst/>
                <a:rect l="l" t="t" r="r" b="b"/>
                <a:pathLst>
                  <a:path w="31" h="23" extrusionOk="0">
                    <a:moveTo>
                      <a:pt x="8" y="0"/>
                    </a:moveTo>
                    <a:lnTo>
                      <a:pt x="1" y="22"/>
                    </a:lnTo>
                    <a:lnTo>
                      <a:pt x="8" y="22"/>
                    </a:lnTo>
                    <a:cubicBezTo>
                      <a:pt x="19" y="22"/>
                      <a:pt x="25" y="17"/>
                      <a:pt x="30" y="6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34"/>
              <p:cNvSpPr/>
              <p:nvPr/>
            </p:nvSpPr>
            <p:spPr>
              <a:xfrm>
                <a:off x="7143277" y="3276937"/>
                <a:ext cx="2357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30" h="47" extrusionOk="0">
                    <a:moveTo>
                      <a:pt x="7" y="0"/>
                    </a:moveTo>
                    <a:lnTo>
                      <a:pt x="0" y="46"/>
                    </a:lnTo>
                    <a:lnTo>
                      <a:pt x="7" y="46"/>
                    </a:lnTo>
                    <a:cubicBezTo>
                      <a:pt x="13" y="46"/>
                      <a:pt x="24" y="41"/>
                      <a:pt x="24" y="29"/>
                    </a:cubicBezTo>
                    <a:cubicBezTo>
                      <a:pt x="29" y="18"/>
                      <a:pt x="24" y="6"/>
                      <a:pt x="1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34"/>
              <p:cNvSpPr/>
              <p:nvPr/>
            </p:nvSpPr>
            <p:spPr>
              <a:xfrm>
                <a:off x="7144691" y="3342545"/>
                <a:ext cx="1886" cy="1964"/>
              </a:xfrm>
              <a:custGeom>
                <a:avLst/>
                <a:gdLst/>
                <a:ahLst/>
                <a:cxnLst/>
                <a:rect l="l" t="t" r="r" b="b"/>
                <a:pathLst>
                  <a:path w="24" h="25" extrusionOk="0">
                    <a:moveTo>
                      <a:pt x="24" y="0"/>
                    </a:moveTo>
                    <a:cubicBezTo>
                      <a:pt x="11" y="0"/>
                      <a:pt x="6" y="12"/>
                      <a:pt x="0" y="19"/>
                    </a:cubicBezTo>
                    <a:lnTo>
                      <a:pt x="17" y="24"/>
                    </a:lnTo>
                    <a:cubicBezTo>
                      <a:pt x="17" y="19"/>
                      <a:pt x="24" y="12"/>
                      <a:pt x="24" y="0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34"/>
              <p:cNvSpPr/>
              <p:nvPr/>
            </p:nvSpPr>
            <p:spPr>
              <a:xfrm>
                <a:off x="7144691" y="3305694"/>
                <a:ext cx="3693" cy="2279"/>
              </a:xfrm>
              <a:custGeom>
                <a:avLst/>
                <a:gdLst/>
                <a:ahLst/>
                <a:cxnLst/>
                <a:rect l="l" t="t" r="r" b="b"/>
                <a:pathLst>
                  <a:path w="47" h="29" extrusionOk="0">
                    <a:moveTo>
                      <a:pt x="0" y="0"/>
                    </a:moveTo>
                    <a:lnTo>
                      <a:pt x="0" y="6"/>
                    </a:lnTo>
                    <a:cubicBezTo>
                      <a:pt x="0" y="11"/>
                      <a:pt x="6" y="23"/>
                      <a:pt x="17" y="23"/>
                    </a:cubicBezTo>
                    <a:cubicBezTo>
                      <a:pt x="17" y="28"/>
                      <a:pt x="24" y="28"/>
                      <a:pt x="24" y="28"/>
                    </a:cubicBezTo>
                    <a:cubicBezTo>
                      <a:pt x="35" y="28"/>
                      <a:pt x="41" y="17"/>
                      <a:pt x="46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34"/>
              <p:cNvSpPr/>
              <p:nvPr/>
            </p:nvSpPr>
            <p:spPr>
              <a:xfrm>
                <a:off x="7153727" y="3307894"/>
                <a:ext cx="2829" cy="1886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" extrusionOk="0">
                    <a:moveTo>
                      <a:pt x="1" y="0"/>
                    </a:moveTo>
                    <a:lnTo>
                      <a:pt x="1" y="7"/>
                    </a:lnTo>
                    <a:cubicBezTo>
                      <a:pt x="1" y="13"/>
                      <a:pt x="6" y="24"/>
                      <a:pt x="19" y="24"/>
                    </a:cubicBezTo>
                    <a:lnTo>
                      <a:pt x="30" y="24"/>
                    </a:lnTo>
                    <a:cubicBezTo>
                      <a:pt x="30" y="18"/>
                      <a:pt x="30" y="13"/>
                      <a:pt x="36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34"/>
              <p:cNvSpPr/>
              <p:nvPr/>
            </p:nvSpPr>
            <p:spPr>
              <a:xfrm>
                <a:off x="7141941" y="3315673"/>
                <a:ext cx="3693" cy="3771"/>
              </a:xfrm>
              <a:custGeom>
                <a:avLst/>
                <a:gdLst/>
                <a:ahLst/>
                <a:cxnLst/>
                <a:rect l="l" t="t" r="r" b="b"/>
                <a:pathLst>
                  <a:path w="47" h="48" extrusionOk="0">
                    <a:moveTo>
                      <a:pt x="24" y="0"/>
                    </a:moveTo>
                    <a:cubicBezTo>
                      <a:pt x="12" y="0"/>
                      <a:pt x="0" y="6"/>
                      <a:pt x="0" y="18"/>
                    </a:cubicBezTo>
                    <a:lnTo>
                      <a:pt x="0" y="24"/>
                    </a:lnTo>
                    <a:cubicBezTo>
                      <a:pt x="0" y="35"/>
                      <a:pt x="6" y="40"/>
                      <a:pt x="17" y="47"/>
                    </a:cubicBezTo>
                    <a:lnTo>
                      <a:pt x="24" y="47"/>
                    </a:lnTo>
                    <a:cubicBezTo>
                      <a:pt x="30" y="47"/>
                      <a:pt x="41" y="40"/>
                      <a:pt x="46" y="29"/>
                    </a:cubicBezTo>
                    <a:lnTo>
                      <a:pt x="46" y="24"/>
                    </a:lnTo>
                    <a:cubicBezTo>
                      <a:pt x="46" y="13"/>
                      <a:pt x="35" y="6"/>
                      <a:pt x="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34"/>
              <p:cNvSpPr/>
              <p:nvPr/>
            </p:nvSpPr>
            <p:spPr>
              <a:xfrm>
                <a:off x="7150977" y="3317951"/>
                <a:ext cx="3300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42" h="47" extrusionOk="0">
                    <a:moveTo>
                      <a:pt x="25" y="0"/>
                    </a:moveTo>
                    <a:cubicBezTo>
                      <a:pt x="13" y="0"/>
                      <a:pt x="1" y="6"/>
                      <a:pt x="1" y="18"/>
                    </a:cubicBezTo>
                    <a:lnTo>
                      <a:pt x="1" y="24"/>
                    </a:lnTo>
                    <a:cubicBezTo>
                      <a:pt x="1" y="35"/>
                      <a:pt x="7" y="41"/>
                      <a:pt x="19" y="46"/>
                    </a:cubicBezTo>
                    <a:lnTo>
                      <a:pt x="25" y="46"/>
                    </a:lnTo>
                    <a:cubicBezTo>
                      <a:pt x="25" y="46"/>
                      <a:pt x="30" y="46"/>
                      <a:pt x="30" y="41"/>
                    </a:cubicBezTo>
                    <a:cubicBezTo>
                      <a:pt x="36" y="29"/>
                      <a:pt x="36" y="18"/>
                      <a:pt x="41" y="6"/>
                    </a:cubicBezTo>
                    <a:cubicBezTo>
                      <a:pt x="36" y="6"/>
                      <a:pt x="36" y="0"/>
                      <a:pt x="30" y="0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34"/>
              <p:cNvSpPr/>
              <p:nvPr/>
            </p:nvSpPr>
            <p:spPr>
              <a:xfrm>
                <a:off x="7147363" y="3331623"/>
                <a:ext cx="3300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42" h="47" extrusionOk="0">
                    <a:moveTo>
                      <a:pt x="25" y="0"/>
                    </a:moveTo>
                    <a:cubicBezTo>
                      <a:pt x="18" y="0"/>
                      <a:pt x="7" y="6"/>
                      <a:pt x="1" y="18"/>
                    </a:cubicBezTo>
                    <a:lnTo>
                      <a:pt x="1" y="24"/>
                    </a:lnTo>
                    <a:cubicBezTo>
                      <a:pt x="1" y="30"/>
                      <a:pt x="12" y="41"/>
                      <a:pt x="18" y="46"/>
                    </a:cubicBezTo>
                    <a:lnTo>
                      <a:pt x="25" y="46"/>
                    </a:lnTo>
                    <a:cubicBezTo>
                      <a:pt x="30" y="30"/>
                      <a:pt x="36" y="18"/>
                      <a:pt x="41" y="6"/>
                    </a:cubicBezTo>
                    <a:cubicBezTo>
                      <a:pt x="36" y="0"/>
                      <a:pt x="36" y="0"/>
                      <a:pt x="30" y="0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34"/>
              <p:cNvSpPr/>
              <p:nvPr/>
            </p:nvSpPr>
            <p:spPr>
              <a:xfrm>
                <a:off x="7144691" y="3343959"/>
                <a:ext cx="1336" cy="1807"/>
              </a:xfrm>
              <a:custGeom>
                <a:avLst/>
                <a:gdLst/>
                <a:ahLst/>
                <a:cxnLst/>
                <a:rect l="l" t="t" r="r" b="b"/>
                <a:pathLst>
                  <a:path w="17" h="23" extrusionOk="0">
                    <a:moveTo>
                      <a:pt x="0" y="1"/>
                    </a:moveTo>
                    <a:lnTo>
                      <a:pt x="0" y="6"/>
                    </a:lnTo>
                    <a:cubicBezTo>
                      <a:pt x="0" y="17"/>
                      <a:pt x="6" y="23"/>
                      <a:pt x="11" y="23"/>
                    </a:cubicBezTo>
                    <a:lnTo>
                      <a:pt x="11" y="17"/>
                    </a:lnTo>
                    <a:cubicBezTo>
                      <a:pt x="17" y="12"/>
                      <a:pt x="17" y="12"/>
                      <a:pt x="17" y="6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34"/>
              <p:cNvSpPr/>
              <p:nvPr/>
            </p:nvSpPr>
            <p:spPr>
              <a:xfrm>
                <a:off x="7144691" y="3226807"/>
                <a:ext cx="3693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47" h="30" extrusionOk="0">
                    <a:moveTo>
                      <a:pt x="24" y="1"/>
                    </a:moveTo>
                    <a:cubicBezTo>
                      <a:pt x="11" y="1"/>
                      <a:pt x="0" y="6"/>
                      <a:pt x="0" y="17"/>
                    </a:cubicBezTo>
                    <a:lnTo>
                      <a:pt x="41" y="30"/>
                    </a:lnTo>
                    <a:lnTo>
                      <a:pt x="46" y="23"/>
                    </a:lnTo>
                    <a:cubicBezTo>
                      <a:pt x="41" y="12"/>
                      <a:pt x="35" y="6"/>
                      <a:pt x="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34"/>
              <p:cNvSpPr/>
              <p:nvPr/>
            </p:nvSpPr>
            <p:spPr>
              <a:xfrm>
                <a:off x="7153727" y="3229950"/>
                <a:ext cx="550" cy="550"/>
              </a:xfrm>
              <a:custGeom>
                <a:avLst/>
                <a:gdLst/>
                <a:ahLst/>
                <a:cxnLst/>
                <a:rect l="l" t="t" r="r" b="b"/>
                <a:pathLst>
                  <a:path w="7" h="7" extrusionOk="0">
                    <a:moveTo>
                      <a:pt x="1" y="1"/>
                    </a:moveTo>
                    <a:lnTo>
                      <a:pt x="1" y="6"/>
                    </a:lnTo>
                    <a:lnTo>
                      <a:pt x="6" y="6"/>
                    </a:lnTo>
                    <a:cubicBezTo>
                      <a:pt x="6" y="6"/>
                      <a:pt x="6" y="1"/>
                      <a:pt x="1" y="1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4"/>
              <p:cNvSpPr/>
              <p:nvPr/>
            </p:nvSpPr>
            <p:spPr>
              <a:xfrm>
                <a:off x="7141470" y="3199936"/>
                <a:ext cx="2829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36" h="47" extrusionOk="0">
                    <a:moveTo>
                      <a:pt x="18" y="0"/>
                    </a:moveTo>
                    <a:cubicBezTo>
                      <a:pt x="12" y="0"/>
                      <a:pt x="6" y="6"/>
                      <a:pt x="1" y="17"/>
                    </a:cubicBezTo>
                    <a:lnTo>
                      <a:pt x="1" y="24"/>
                    </a:lnTo>
                    <a:cubicBezTo>
                      <a:pt x="1" y="29"/>
                      <a:pt x="6" y="40"/>
                      <a:pt x="18" y="40"/>
                    </a:cubicBezTo>
                    <a:cubicBezTo>
                      <a:pt x="23" y="40"/>
                      <a:pt x="23" y="46"/>
                      <a:pt x="23" y="46"/>
                    </a:cubicBezTo>
                    <a:cubicBezTo>
                      <a:pt x="30" y="46"/>
                      <a:pt x="36" y="40"/>
                      <a:pt x="36" y="40"/>
                    </a:cubicBezTo>
                    <a:cubicBezTo>
                      <a:pt x="30" y="24"/>
                      <a:pt x="23" y="11"/>
                      <a:pt x="18" y="0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4"/>
              <p:cNvSpPr/>
              <p:nvPr/>
            </p:nvSpPr>
            <p:spPr>
              <a:xfrm>
                <a:off x="7147363" y="3215414"/>
                <a:ext cx="3300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42" h="47" extrusionOk="0">
                    <a:moveTo>
                      <a:pt x="25" y="1"/>
                    </a:moveTo>
                    <a:cubicBezTo>
                      <a:pt x="12" y="1"/>
                      <a:pt x="1" y="12"/>
                      <a:pt x="1" y="17"/>
                    </a:cubicBezTo>
                    <a:lnTo>
                      <a:pt x="1" y="23"/>
                    </a:lnTo>
                    <a:cubicBezTo>
                      <a:pt x="1" y="36"/>
                      <a:pt x="7" y="47"/>
                      <a:pt x="18" y="47"/>
                    </a:cubicBezTo>
                    <a:lnTo>
                      <a:pt x="25" y="47"/>
                    </a:lnTo>
                    <a:cubicBezTo>
                      <a:pt x="30" y="47"/>
                      <a:pt x="36" y="47"/>
                      <a:pt x="41" y="41"/>
                    </a:cubicBezTo>
                    <a:cubicBezTo>
                      <a:pt x="36" y="29"/>
                      <a:pt x="30" y="17"/>
                      <a:pt x="30" y="6"/>
                    </a:cubicBezTo>
                    <a:cubicBezTo>
                      <a:pt x="25" y="6"/>
                      <a:pt x="25" y="1"/>
                      <a:pt x="25" y="1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34"/>
              <p:cNvSpPr/>
              <p:nvPr/>
            </p:nvSpPr>
            <p:spPr>
              <a:xfrm>
                <a:off x="7144691" y="3265544"/>
                <a:ext cx="2357" cy="1964"/>
              </a:xfrm>
              <a:custGeom>
                <a:avLst/>
                <a:gdLst/>
                <a:ahLst/>
                <a:cxnLst/>
                <a:rect l="l" t="t" r="r" b="b"/>
                <a:pathLst>
                  <a:path w="30" h="25" extrusionOk="0">
                    <a:moveTo>
                      <a:pt x="24" y="0"/>
                    </a:moveTo>
                    <a:cubicBezTo>
                      <a:pt x="11" y="0"/>
                      <a:pt x="0" y="6"/>
                      <a:pt x="0" y="17"/>
                    </a:cubicBezTo>
                    <a:lnTo>
                      <a:pt x="24" y="24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34"/>
              <p:cNvSpPr/>
              <p:nvPr/>
            </p:nvSpPr>
            <p:spPr>
              <a:xfrm>
                <a:off x="7152863" y="3240479"/>
                <a:ext cx="79" cy="550"/>
              </a:xfrm>
              <a:custGeom>
                <a:avLst/>
                <a:gdLst/>
                <a:ahLst/>
                <a:cxnLst/>
                <a:rect l="l" t="t" r="r" b="b"/>
                <a:pathLst>
                  <a:path w="1" h="7" extrusionOk="0">
                    <a:moveTo>
                      <a:pt x="1" y="1"/>
                    </a:moveTo>
                    <a:lnTo>
                      <a:pt x="1" y="6"/>
                    </a:lnTo>
                    <a:lnTo>
                      <a:pt x="1" y="6"/>
                    </a:lnTo>
                    <a:lnTo>
                      <a:pt x="1" y="6"/>
                    </a:ln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4"/>
              <p:cNvSpPr/>
              <p:nvPr/>
            </p:nvSpPr>
            <p:spPr>
              <a:xfrm>
                <a:off x="7151999" y="3244093"/>
                <a:ext cx="79" cy="7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4"/>
              <p:cNvSpPr/>
              <p:nvPr/>
            </p:nvSpPr>
            <p:spPr>
              <a:xfrm>
                <a:off x="7144691" y="3228143"/>
                <a:ext cx="3221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41" h="30" extrusionOk="0">
                    <a:moveTo>
                      <a:pt x="0" y="0"/>
                    </a:moveTo>
                    <a:lnTo>
                      <a:pt x="0" y="6"/>
                    </a:lnTo>
                    <a:cubicBezTo>
                      <a:pt x="0" y="18"/>
                      <a:pt x="6" y="24"/>
                      <a:pt x="17" y="29"/>
                    </a:cubicBezTo>
                    <a:lnTo>
                      <a:pt x="24" y="29"/>
                    </a:lnTo>
                    <a:cubicBezTo>
                      <a:pt x="29" y="29"/>
                      <a:pt x="41" y="24"/>
                      <a:pt x="41" y="1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4"/>
              <p:cNvSpPr/>
              <p:nvPr/>
            </p:nvSpPr>
            <p:spPr>
              <a:xfrm>
                <a:off x="7153334" y="3230422"/>
                <a:ext cx="1493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19" h="30" extrusionOk="0">
                    <a:moveTo>
                      <a:pt x="6" y="0"/>
                    </a:moveTo>
                    <a:cubicBezTo>
                      <a:pt x="0" y="12"/>
                      <a:pt x="6" y="24"/>
                      <a:pt x="18" y="30"/>
                    </a:cubicBezTo>
                    <a:cubicBezTo>
                      <a:pt x="18" y="19"/>
                      <a:pt x="11" y="12"/>
                      <a:pt x="11" y="0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4"/>
              <p:cNvSpPr/>
              <p:nvPr/>
            </p:nvSpPr>
            <p:spPr>
              <a:xfrm>
                <a:off x="7141470" y="3238200"/>
                <a:ext cx="3693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47" h="47" extrusionOk="0">
                    <a:moveTo>
                      <a:pt x="23" y="0"/>
                    </a:moveTo>
                    <a:cubicBezTo>
                      <a:pt x="18" y="0"/>
                      <a:pt x="6" y="11"/>
                      <a:pt x="6" y="17"/>
                    </a:cubicBezTo>
                    <a:lnTo>
                      <a:pt x="1" y="24"/>
                    </a:lnTo>
                    <a:cubicBezTo>
                      <a:pt x="1" y="35"/>
                      <a:pt x="12" y="46"/>
                      <a:pt x="18" y="46"/>
                    </a:cubicBezTo>
                    <a:lnTo>
                      <a:pt x="23" y="46"/>
                    </a:lnTo>
                    <a:cubicBezTo>
                      <a:pt x="36" y="46"/>
                      <a:pt x="47" y="41"/>
                      <a:pt x="47" y="30"/>
                    </a:cubicBezTo>
                    <a:lnTo>
                      <a:pt x="47" y="24"/>
                    </a:lnTo>
                    <a:cubicBezTo>
                      <a:pt x="47" y="17"/>
                      <a:pt x="41" y="6"/>
                      <a:pt x="30" y="6"/>
                    </a:cubicBezTo>
                    <a:cubicBezTo>
                      <a:pt x="30" y="6"/>
                      <a:pt x="30" y="0"/>
                      <a:pt x="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4"/>
              <p:cNvSpPr/>
              <p:nvPr/>
            </p:nvSpPr>
            <p:spPr>
              <a:xfrm>
                <a:off x="7150584" y="3240479"/>
                <a:ext cx="1964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25" h="47" extrusionOk="0">
                    <a:moveTo>
                      <a:pt x="18" y="1"/>
                    </a:moveTo>
                    <a:cubicBezTo>
                      <a:pt x="12" y="6"/>
                      <a:pt x="6" y="12"/>
                      <a:pt x="0" y="17"/>
                    </a:cubicBezTo>
                    <a:cubicBezTo>
                      <a:pt x="0" y="30"/>
                      <a:pt x="6" y="47"/>
                      <a:pt x="18" y="47"/>
                    </a:cubicBezTo>
                    <a:lnTo>
                      <a:pt x="24" y="30"/>
                    </a:lnTo>
                    <a:cubicBezTo>
                      <a:pt x="24" y="17"/>
                      <a:pt x="24" y="12"/>
                      <a:pt x="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4"/>
              <p:cNvSpPr/>
              <p:nvPr/>
            </p:nvSpPr>
            <p:spPr>
              <a:xfrm>
                <a:off x="7151999" y="3240479"/>
                <a:ext cx="943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12" h="30" extrusionOk="0">
                    <a:moveTo>
                      <a:pt x="0" y="1"/>
                    </a:moveTo>
                    <a:cubicBezTo>
                      <a:pt x="6" y="12"/>
                      <a:pt x="6" y="17"/>
                      <a:pt x="6" y="30"/>
                    </a:cubicBezTo>
                    <a:lnTo>
                      <a:pt x="12" y="6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4"/>
              <p:cNvSpPr/>
              <p:nvPr/>
            </p:nvSpPr>
            <p:spPr>
              <a:xfrm>
                <a:off x="7147363" y="3254151"/>
                <a:ext cx="2436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31" h="47" extrusionOk="0">
                    <a:moveTo>
                      <a:pt x="25" y="1"/>
                    </a:moveTo>
                    <a:cubicBezTo>
                      <a:pt x="12" y="1"/>
                      <a:pt x="7" y="6"/>
                      <a:pt x="1" y="17"/>
                    </a:cubicBezTo>
                    <a:cubicBezTo>
                      <a:pt x="1" y="30"/>
                      <a:pt x="7" y="41"/>
                      <a:pt x="18" y="47"/>
                    </a:cubicBez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4"/>
              <p:cNvSpPr/>
              <p:nvPr/>
            </p:nvSpPr>
            <p:spPr>
              <a:xfrm>
                <a:off x="7142806" y="3280551"/>
                <a:ext cx="550" cy="79"/>
              </a:xfrm>
              <a:custGeom>
                <a:avLst/>
                <a:gdLst/>
                <a:ahLst/>
                <a:cxnLst/>
                <a:rect l="l" t="t" r="r" b="b"/>
                <a:pathLst>
                  <a:path w="7" h="1" extrusionOk="0">
                    <a:moveTo>
                      <a:pt x="1" y="0"/>
                    </a:move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4"/>
              <p:cNvSpPr/>
              <p:nvPr/>
            </p:nvSpPr>
            <p:spPr>
              <a:xfrm>
                <a:off x="7144220" y="3266879"/>
                <a:ext cx="2357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30" extrusionOk="0">
                    <a:moveTo>
                      <a:pt x="6" y="0"/>
                    </a:moveTo>
                    <a:cubicBezTo>
                      <a:pt x="1" y="13"/>
                      <a:pt x="12" y="24"/>
                      <a:pt x="23" y="29"/>
                    </a:cubicBezTo>
                    <a:lnTo>
                      <a:pt x="30" y="7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4"/>
              <p:cNvSpPr/>
              <p:nvPr/>
            </p:nvSpPr>
            <p:spPr>
              <a:xfrm>
                <a:off x="7141470" y="3276937"/>
                <a:ext cx="2436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31" h="47" extrusionOk="0">
                    <a:moveTo>
                      <a:pt x="30" y="0"/>
                    </a:moveTo>
                    <a:cubicBezTo>
                      <a:pt x="18" y="0"/>
                      <a:pt x="6" y="6"/>
                      <a:pt x="6" y="18"/>
                    </a:cubicBezTo>
                    <a:cubicBezTo>
                      <a:pt x="1" y="29"/>
                      <a:pt x="6" y="41"/>
                      <a:pt x="18" y="46"/>
                    </a:cubicBezTo>
                    <a:lnTo>
                      <a:pt x="23" y="46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4"/>
              <p:cNvSpPr/>
              <p:nvPr/>
            </p:nvSpPr>
            <p:spPr>
              <a:xfrm>
                <a:off x="6882102" y="3240950"/>
                <a:ext cx="2436" cy="1336"/>
              </a:xfrm>
              <a:custGeom>
                <a:avLst/>
                <a:gdLst/>
                <a:ahLst/>
                <a:cxnLst/>
                <a:rect l="l" t="t" r="r" b="b"/>
                <a:pathLst>
                  <a:path w="31" h="17" extrusionOk="0">
                    <a:moveTo>
                      <a:pt x="30" y="0"/>
                    </a:moveTo>
                    <a:cubicBezTo>
                      <a:pt x="30" y="11"/>
                      <a:pt x="18" y="17"/>
                      <a:pt x="6" y="17"/>
                    </a:cubicBezTo>
                    <a:lnTo>
                      <a:pt x="1" y="17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6" y="17"/>
                    </a:lnTo>
                    <a:cubicBezTo>
                      <a:pt x="18" y="17"/>
                      <a:pt x="30" y="11"/>
                      <a:pt x="30" y="0"/>
                    </a:cubicBezTo>
                    <a:lnTo>
                      <a:pt x="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4"/>
              <p:cNvSpPr/>
              <p:nvPr/>
            </p:nvSpPr>
            <p:spPr>
              <a:xfrm>
                <a:off x="6879431" y="3250458"/>
                <a:ext cx="2357" cy="3771"/>
              </a:xfrm>
              <a:custGeom>
                <a:avLst/>
                <a:gdLst/>
                <a:ahLst/>
                <a:cxnLst/>
                <a:rect l="l" t="t" r="r" b="b"/>
                <a:pathLst>
                  <a:path w="30" h="48" extrusionOk="0">
                    <a:moveTo>
                      <a:pt x="11" y="0"/>
                    </a:moveTo>
                    <a:cubicBezTo>
                      <a:pt x="24" y="0"/>
                      <a:pt x="29" y="18"/>
                      <a:pt x="29" y="30"/>
                    </a:cubicBezTo>
                    <a:cubicBezTo>
                      <a:pt x="24" y="35"/>
                      <a:pt x="17" y="48"/>
                      <a:pt x="6" y="48"/>
                    </a:cubicBezTo>
                    <a:cubicBezTo>
                      <a:pt x="6" y="48"/>
                      <a:pt x="0" y="48"/>
                      <a:pt x="0" y="42"/>
                    </a:cubicBezTo>
                    <a:lnTo>
                      <a:pt x="0" y="42"/>
                    </a:lnTo>
                    <a:lnTo>
                      <a:pt x="0" y="42"/>
                    </a:lnTo>
                    <a:cubicBezTo>
                      <a:pt x="0" y="48"/>
                      <a:pt x="6" y="48"/>
                      <a:pt x="6" y="48"/>
                    </a:cubicBezTo>
                    <a:cubicBezTo>
                      <a:pt x="17" y="48"/>
                      <a:pt x="24" y="35"/>
                      <a:pt x="29" y="30"/>
                    </a:cubicBezTo>
                    <a:cubicBezTo>
                      <a:pt x="29" y="18"/>
                      <a:pt x="24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4"/>
              <p:cNvSpPr/>
              <p:nvPr/>
            </p:nvSpPr>
            <p:spPr>
              <a:xfrm>
                <a:off x="6877545" y="3265936"/>
                <a:ext cx="550" cy="1571"/>
              </a:xfrm>
              <a:custGeom>
                <a:avLst/>
                <a:gdLst/>
                <a:ahLst/>
                <a:cxnLst/>
                <a:rect l="l" t="t" r="r" b="b"/>
                <a:pathLst>
                  <a:path w="7" h="20" extrusionOk="0">
                    <a:moveTo>
                      <a:pt x="6" y="1"/>
                    </a:moveTo>
                    <a:cubicBezTo>
                      <a:pt x="6" y="7"/>
                      <a:pt x="0" y="12"/>
                      <a:pt x="0" y="19"/>
                    </a:cubicBezTo>
                    <a:cubicBezTo>
                      <a:pt x="6" y="12"/>
                      <a:pt x="6" y="7"/>
                      <a:pt x="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34"/>
              <p:cNvSpPr/>
              <p:nvPr/>
            </p:nvSpPr>
            <p:spPr>
              <a:xfrm>
                <a:off x="6876209" y="3267429"/>
                <a:ext cx="1414" cy="79"/>
              </a:xfrm>
              <a:custGeom>
                <a:avLst/>
                <a:gdLst/>
                <a:ahLst/>
                <a:cxnLst/>
                <a:rect l="l" t="t" r="r" b="b"/>
                <a:pathLst>
                  <a:path w="18" h="1" extrusionOk="0">
                    <a:moveTo>
                      <a:pt x="17" y="0"/>
                    </a:moveTo>
                    <a:lnTo>
                      <a:pt x="6" y="0"/>
                    </a:lnTo>
                    <a:lnTo>
                      <a:pt x="1" y="0"/>
                    </a:lnTo>
                    <a:lnTo>
                      <a:pt x="6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34"/>
              <p:cNvSpPr/>
              <p:nvPr/>
            </p:nvSpPr>
            <p:spPr>
              <a:xfrm>
                <a:off x="6882102" y="3240479"/>
                <a:ext cx="2436" cy="1807"/>
              </a:xfrm>
              <a:custGeom>
                <a:avLst/>
                <a:gdLst/>
                <a:ahLst/>
                <a:cxnLst/>
                <a:rect l="l" t="t" r="r" b="b"/>
                <a:pathLst>
                  <a:path w="31" h="23" extrusionOk="0">
                    <a:moveTo>
                      <a:pt x="6" y="1"/>
                    </a:moveTo>
                    <a:lnTo>
                      <a:pt x="1" y="23"/>
                    </a:lnTo>
                    <a:lnTo>
                      <a:pt x="6" y="23"/>
                    </a:lnTo>
                    <a:cubicBezTo>
                      <a:pt x="18" y="23"/>
                      <a:pt x="30" y="17"/>
                      <a:pt x="30" y="6"/>
                    </a:cubicBezTo>
                    <a:lnTo>
                      <a:pt x="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34"/>
              <p:cNvSpPr/>
              <p:nvPr/>
            </p:nvSpPr>
            <p:spPr>
              <a:xfrm>
                <a:off x="6879431" y="3250458"/>
                <a:ext cx="2357" cy="3771"/>
              </a:xfrm>
              <a:custGeom>
                <a:avLst/>
                <a:gdLst/>
                <a:ahLst/>
                <a:cxnLst/>
                <a:rect l="l" t="t" r="r" b="b"/>
                <a:pathLst>
                  <a:path w="30" h="48" extrusionOk="0">
                    <a:moveTo>
                      <a:pt x="11" y="0"/>
                    </a:moveTo>
                    <a:lnTo>
                      <a:pt x="0" y="42"/>
                    </a:lnTo>
                    <a:cubicBezTo>
                      <a:pt x="0" y="48"/>
                      <a:pt x="6" y="48"/>
                      <a:pt x="6" y="48"/>
                    </a:cubicBezTo>
                    <a:cubicBezTo>
                      <a:pt x="17" y="48"/>
                      <a:pt x="24" y="35"/>
                      <a:pt x="29" y="30"/>
                    </a:cubicBezTo>
                    <a:cubicBezTo>
                      <a:pt x="29" y="18"/>
                      <a:pt x="24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34"/>
              <p:cNvSpPr/>
              <p:nvPr/>
            </p:nvSpPr>
            <p:spPr>
              <a:xfrm>
                <a:off x="6876209" y="3264129"/>
                <a:ext cx="2357" cy="3379"/>
              </a:xfrm>
              <a:custGeom>
                <a:avLst/>
                <a:gdLst/>
                <a:ahLst/>
                <a:cxnLst/>
                <a:rect l="l" t="t" r="r" b="b"/>
                <a:pathLst>
                  <a:path w="30" h="43" extrusionOk="0">
                    <a:moveTo>
                      <a:pt x="12" y="0"/>
                    </a:moveTo>
                    <a:lnTo>
                      <a:pt x="1" y="35"/>
                    </a:lnTo>
                    <a:lnTo>
                      <a:pt x="17" y="42"/>
                    </a:lnTo>
                    <a:cubicBezTo>
                      <a:pt x="17" y="35"/>
                      <a:pt x="23" y="30"/>
                      <a:pt x="23" y="24"/>
                    </a:cubicBezTo>
                    <a:cubicBezTo>
                      <a:pt x="30" y="13"/>
                      <a:pt x="23" y="0"/>
                      <a:pt x="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34"/>
              <p:cNvSpPr/>
              <p:nvPr/>
            </p:nvSpPr>
            <p:spPr>
              <a:xfrm>
                <a:off x="6876209" y="3266879"/>
                <a:ext cx="1414" cy="629"/>
              </a:xfrm>
              <a:custGeom>
                <a:avLst/>
                <a:gdLst/>
                <a:ahLst/>
                <a:cxnLst/>
                <a:rect l="l" t="t" r="r" b="b"/>
                <a:pathLst>
                  <a:path w="18" h="8" extrusionOk="0">
                    <a:moveTo>
                      <a:pt x="1" y="0"/>
                    </a:moveTo>
                    <a:lnTo>
                      <a:pt x="1" y="7"/>
                    </a:lnTo>
                    <a:lnTo>
                      <a:pt x="17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4"/>
              <p:cNvSpPr/>
              <p:nvPr/>
            </p:nvSpPr>
            <p:spPr>
              <a:xfrm>
                <a:off x="6865287" y="3196714"/>
                <a:ext cx="943" cy="1414"/>
              </a:xfrm>
              <a:custGeom>
                <a:avLst/>
                <a:gdLst/>
                <a:ahLst/>
                <a:cxnLst/>
                <a:rect l="l" t="t" r="r" b="b"/>
                <a:pathLst>
                  <a:path w="12" h="18" extrusionOk="0">
                    <a:moveTo>
                      <a:pt x="12" y="1"/>
                    </a:moveTo>
                    <a:lnTo>
                      <a:pt x="1" y="12"/>
                    </a:lnTo>
                    <a:lnTo>
                      <a:pt x="12" y="17"/>
                    </a:lnTo>
                    <a:lnTo>
                      <a:pt x="12" y="12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34"/>
              <p:cNvSpPr/>
              <p:nvPr/>
            </p:nvSpPr>
            <p:spPr>
              <a:xfrm>
                <a:off x="6862537" y="3195771"/>
                <a:ext cx="3693" cy="1886"/>
              </a:xfrm>
              <a:custGeom>
                <a:avLst/>
                <a:gdLst/>
                <a:ahLst/>
                <a:cxnLst/>
                <a:rect l="l" t="t" r="r" b="b"/>
                <a:pathLst>
                  <a:path w="47" h="24" extrusionOk="0">
                    <a:moveTo>
                      <a:pt x="23" y="0"/>
                    </a:moveTo>
                    <a:cubicBezTo>
                      <a:pt x="12" y="0"/>
                      <a:pt x="6" y="7"/>
                      <a:pt x="1" y="18"/>
                    </a:cubicBezTo>
                    <a:lnTo>
                      <a:pt x="36" y="24"/>
                    </a:lnTo>
                    <a:lnTo>
                      <a:pt x="47" y="13"/>
                    </a:lnTo>
                    <a:cubicBezTo>
                      <a:pt x="41" y="7"/>
                      <a:pt x="36" y="0"/>
                      <a:pt x="30" y="0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34"/>
              <p:cNvSpPr/>
              <p:nvPr/>
            </p:nvSpPr>
            <p:spPr>
              <a:xfrm>
                <a:off x="6871652" y="3198050"/>
                <a:ext cx="3693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47" h="30" extrusionOk="0">
                    <a:moveTo>
                      <a:pt x="24" y="0"/>
                    </a:moveTo>
                    <a:cubicBezTo>
                      <a:pt x="11" y="0"/>
                      <a:pt x="6" y="6"/>
                      <a:pt x="0" y="19"/>
                    </a:cubicBezTo>
                    <a:lnTo>
                      <a:pt x="46" y="30"/>
                    </a:lnTo>
                    <a:lnTo>
                      <a:pt x="46" y="24"/>
                    </a:lnTo>
                    <a:cubicBezTo>
                      <a:pt x="46" y="13"/>
                      <a:pt x="41" y="0"/>
                      <a:pt x="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34"/>
              <p:cNvSpPr/>
              <p:nvPr/>
            </p:nvSpPr>
            <p:spPr>
              <a:xfrm>
                <a:off x="6880688" y="3200328"/>
                <a:ext cx="3850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49" h="30" extrusionOk="0">
                    <a:moveTo>
                      <a:pt x="24" y="1"/>
                    </a:moveTo>
                    <a:cubicBezTo>
                      <a:pt x="13" y="1"/>
                      <a:pt x="8" y="6"/>
                      <a:pt x="1" y="19"/>
                    </a:cubicBezTo>
                    <a:lnTo>
                      <a:pt x="48" y="30"/>
                    </a:lnTo>
                    <a:lnTo>
                      <a:pt x="48" y="24"/>
                    </a:lnTo>
                    <a:cubicBezTo>
                      <a:pt x="48" y="12"/>
                      <a:pt x="43" y="1"/>
                      <a:pt x="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34"/>
              <p:cNvSpPr/>
              <p:nvPr/>
            </p:nvSpPr>
            <p:spPr>
              <a:xfrm>
                <a:off x="6853894" y="3232307"/>
                <a:ext cx="3300" cy="1807"/>
              </a:xfrm>
              <a:custGeom>
                <a:avLst/>
                <a:gdLst/>
                <a:ahLst/>
                <a:cxnLst/>
                <a:rect l="l" t="t" r="r" b="b"/>
                <a:pathLst>
                  <a:path w="42" h="23" extrusionOk="0">
                    <a:moveTo>
                      <a:pt x="17" y="0"/>
                    </a:moveTo>
                    <a:cubicBezTo>
                      <a:pt x="12" y="0"/>
                      <a:pt x="1" y="6"/>
                      <a:pt x="1" y="17"/>
                    </a:cubicBezTo>
                    <a:lnTo>
                      <a:pt x="41" y="22"/>
                    </a:lnTo>
                    <a:lnTo>
                      <a:pt x="41" y="17"/>
                    </a:lnTo>
                    <a:cubicBezTo>
                      <a:pt x="41" y="11"/>
                      <a:pt x="36" y="0"/>
                      <a:pt x="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34"/>
              <p:cNvSpPr/>
              <p:nvPr/>
            </p:nvSpPr>
            <p:spPr>
              <a:xfrm>
                <a:off x="6863009" y="3234586"/>
                <a:ext cx="3221" cy="1807"/>
              </a:xfrm>
              <a:custGeom>
                <a:avLst/>
                <a:gdLst/>
                <a:ahLst/>
                <a:cxnLst/>
                <a:rect l="l" t="t" r="r" b="b"/>
                <a:pathLst>
                  <a:path w="41" h="23" extrusionOk="0">
                    <a:moveTo>
                      <a:pt x="17" y="0"/>
                    </a:moveTo>
                    <a:cubicBezTo>
                      <a:pt x="11" y="0"/>
                      <a:pt x="0" y="6"/>
                      <a:pt x="0" y="17"/>
                    </a:cubicBezTo>
                    <a:lnTo>
                      <a:pt x="41" y="23"/>
                    </a:lnTo>
                    <a:lnTo>
                      <a:pt x="41" y="17"/>
                    </a:lnTo>
                    <a:cubicBezTo>
                      <a:pt x="41" y="12"/>
                      <a:pt x="35" y="0"/>
                      <a:pt x="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34"/>
              <p:cNvSpPr/>
              <p:nvPr/>
            </p:nvSpPr>
            <p:spPr>
              <a:xfrm>
                <a:off x="6871652" y="3236315"/>
                <a:ext cx="3693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47" h="30" extrusionOk="0">
                    <a:moveTo>
                      <a:pt x="24" y="1"/>
                    </a:moveTo>
                    <a:cubicBezTo>
                      <a:pt x="11" y="1"/>
                      <a:pt x="6" y="13"/>
                      <a:pt x="0" y="19"/>
                    </a:cubicBezTo>
                    <a:lnTo>
                      <a:pt x="46" y="30"/>
                    </a:lnTo>
                    <a:lnTo>
                      <a:pt x="46" y="24"/>
                    </a:lnTo>
                    <a:cubicBezTo>
                      <a:pt x="46" y="19"/>
                      <a:pt x="41" y="6"/>
                      <a:pt x="30" y="6"/>
                    </a:cubicBezTo>
                    <a:cubicBezTo>
                      <a:pt x="30" y="6"/>
                      <a:pt x="30" y="1"/>
                      <a:pt x="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34"/>
              <p:cNvSpPr/>
              <p:nvPr/>
            </p:nvSpPr>
            <p:spPr>
              <a:xfrm>
                <a:off x="6880688" y="3238593"/>
                <a:ext cx="2436" cy="1964"/>
              </a:xfrm>
              <a:custGeom>
                <a:avLst/>
                <a:gdLst/>
                <a:ahLst/>
                <a:cxnLst/>
                <a:rect l="l" t="t" r="r" b="b"/>
                <a:pathLst>
                  <a:path w="31" h="25" extrusionOk="0">
                    <a:moveTo>
                      <a:pt x="24" y="1"/>
                    </a:moveTo>
                    <a:cubicBezTo>
                      <a:pt x="13" y="1"/>
                      <a:pt x="8" y="12"/>
                      <a:pt x="1" y="19"/>
                    </a:cubicBezTo>
                    <a:lnTo>
                      <a:pt x="24" y="25"/>
                    </a:lnTo>
                    <a:lnTo>
                      <a:pt x="30" y="6"/>
                    </a:lnTo>
                    <a:cubicBezTo>
                      <a:pt x="30" y="1"/>
                      <a:pt x="30" y="1"/>
                      <a:pt x="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34"/>
              <p:cNvSpPr/>
              <p:nvPr/>
            </p:nvSpPr>
            <p:spPr>
              <a:xfrm>
                <a:off x="6864266" y="3197578"/>
                <a:ext cx="1964" cy="1964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14" y="1"/>
                    </a:moveTo>
                    <a:lnTo>
                      <a:pt x="1" y="25"/>
                    </a:lnTo>
                    <a:cubicBezTo>
                      <a:pt x="14" y="25"/>
                      <a:pt x="19" y="12"/>
                      <a:pt x="25" y="6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34"/>
              <p:cNvSpPr/>
              <p:nvPr/>
            </p:nvSpPr>
            <p:spPr>
              <a:xfrm>
                <a:off x="6862537" y="3197185"/>
                <a:ext cx="2829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36" h="30" extrusionOk="0">
                    <a:moveTo>
                      <a:pt x="1" y="0"/>
                    </a:moveTo>
                    <a:lnTo>
                      <a:pt x="1" y="6"/>
                    </a:lnTo>
                    <a:cubicBezTo>
                      <a:pt x="1" y="11"/>
                      <a:pt x="6" y="24"/>
                      <a:pt x="17" y="24"/>
                    </a:cubicBezTo>
                    <a:cubicBezTo>
                      <a:pt x="17" y="30"/>
                      <a:pt x="23" y="30"/>
                      <a:pt x="23" y="30"/>
                    </a:cubicBezTo>
                    <a:lnTo>
                      <a:pt x="36" y="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34"/>
              <p:cNvSpPr/>
              <p:nvPr/>
            </p:nvSpPr>
            <p:spPr>
              <a:xfrm>
                <a:off x="6871652" y="3199464"/>
                <a:ext cx="3693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47" h="30" extrusionOk="0">
                    <a:moveTo>
                      <a:pt x="0" y="1"/>
                    </a:moveTo>
                    <a:lnTo>
                      <a:pt x="0" y="6"/>
                    </a:lnTo>
                    <a:cubicBezTo>
                      <a:pt x="0" y="12"/>
                      <a:pt x="6" y="23"/>
                      <a:pt x="18" y="23"/>
                    </a:cubicBezTo>
                    <a:cubicBezTo>
                      <a:pt x="18" y="30"/>
                      <a:pt x="24" y="30"/>
                      <a:pt x="24" y="30"/>
                    </a:cubicBezTo>
                    <a:cubicBezTo>
                      <a:pt x="35" y="30"/>
                      <a:pt x="41" y="17"/>
                      <a:pt x="46" y="12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34"/>
              <p:cNvSpPr/>
              <p:nvPr/>
            </p:nvSpPr>
            <p:spPr>
              <a:xfrm>
                <a:off x="6880688" y="3201743"/>
                <a:ext cx="3850" cy="18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1" y="1"/>
                    </a:moveTo>
                    <a:lnTo>
                      <a:pt x="1" y="6"/>
                    </a:lnTo>
                    <a:cubicBezTo>
                      <a:pt x="1" y="12"/>
                      <a:pt x="8" y="23"/>
                      <a:pt x="19" y="23"/>
                    </a:cubicBezTo>
                    <a:lnTo>
                      <a:pt x="24" y="23"/>
                    </a:lnTo>
                    <a:cubicBezTo>
                      <a:pt x="36" y="23"/>
                      <a:pt x="43" y="17"/>
                      <a:pt x="48" y="12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34"/>
              <p:cNvSpPr/>
              <p:nvPr/>
            </p:nvSpPr>
            <p:spPr>
              <a:xfrm>
                <a:off x="6859787" y="3207243"/>
                <a:ext cx="3693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47" h="47" extrusionOk="0">
                    <a:moveTo>
                      <a:pt x="23" y="0"/>
                    </a:moveTo>
                    <a:cubicBezTo>
                      <a:pt x="12" y="0"/>
                      <a:pt x="1" y="6"/>
                      <a:pt x="1" y="17"/>
                    </a:cubicBezTo>
                    <a:lnTo>
                      <a:pt x="1" y="23"/>
                    </a:lnTo>
                    <a:cubicBezTo>
                      <a:pt x="1" y="35"/>
                      <a:pt x="6" y="41"/>
                      <a:pt x="18" y="46"/>
                    </a:cubicBezTo>
                    <a:lnTo>
                      <a:pt x="23" y="46"/>
                    </a:lnTo>
                    <a:cubicBezTo>
                      <a:pt x="36" y="46"/>
                      <a:pt x="41" y="41"/>
                      <a:pt x="47" y="28"/>
                    </a:cubicBezTo>
                    <a:lnTo>
                      <a:pt x="47" y="23"/>
                    </a:lnTo>
                    <a:cubicBezTo>
                      <a:pt x="47" y="11"/>
                      <a:pt x="41" y="6"/>
                      <a:pt x="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34"/>
              <p:cNvSpPr/>
              <p:nvPr/>
            </p:nvSpPr>
            <p:spPr>
              <a:xfrm>
                <a:off x="6868902" y="3209443"/>
                <a:ext cx="3693" cy="3771"/>
              </a:xfrm>
              <a:custGeom>
                <a:avLst/>
                <a:gdLst/>
                <a:ahLst/>
                <a:cxnLst/>
                <a:rect l="l" t="t" r="r" b="b"/>
                <a:pathLst>
                  <a:path w="47" h="48" extrusionOk="0">
                    <a:moveTo>
                      <a:pt x="24" y="0"/>
                    </a:moveTo>
                    <a:cubicBezTo>
                      <a:pt x="12" y="0"/>
                      <a:pt x="0" y="7"/>
                      <a:pt x="0" y="18"/>
                    </a:cubicBezTo>
                    <a:lnTo>
                      <a:pt x="0" y="24"/>
                    </a:lnTo>
                    <a:cubicBezTo>
                      <a:pt x="0" y="35"/>
                      <a:pt x="6" y="42"/>
                      <a:pt x="19" y="48"/>
                    </a:cubicBezTo>
                    <a:lnTo>
                      <a:pt x="24" y="48"/>
                    </a:lnTo>
                    <a:cubicBezTo>
                      <a:pt x="35" y="48"/>
                      <a:pt x="41" y="42"/>
                      <a:pt x="46" y="29"/>
                    </a:cubicBezTo>
                    <a:lnTo>
                      <a:pt x="46" y="24"/>
                    </a:lnTo>
                    <a:cubicBezTo>
                      <a:pt x="46" y="13"/>
                      <a:pt x="41" y="7"/>
                      <a:pt x="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34"/>
              <p:cNvSpPr/>
              <p:nvPr/>
            </p:nvSpPr>
            <p:spPr>
              <a:xfrm>
                <a:off x="6878016" y="3211721"/>
                <a:ext cx="3771" cy="3771"/>
              </a:xfrm>
              <a:custGeom>
                <a:avLst/>
                <a:gdLst/>
                <a:ahLst/>
                <a:cxnLst/>
                <a:rect l="l" t="t" r="r" b="b"/>
                <a:pathLst>
                  <a:path w="48" h="48" extrusionOk="0">
                    <a:moveTo>
                      <a:pt x="24" y="0"/>
                    </a:moveTo>
                    <a:cubicBezTo>
                      <a:pt x="13" y="0"/>
                      <a:pt x="0" y="6"/>
                      <a:pt x="0" y="19"/>
                    </a:cubicBezTo>
                    <a:lnTo>
                      <a:pt x="0" y="24"/>
                    </a:lnTo>
                    <a:cubicBezTo>
                      <a:pt x="0" y="35"/>
                      <a:pt x="7" y="41"/>
                      <a:pt x="18" y="48"/>
                    </a:cubicBezTo>
                    <a:lnTo>
                      <a:pt x="24" y="48"/>
                    </a:lnTo>
                    <a:cubicBezTo>
                      <a:pt x="35" y="48"/>
                      <a:pt x="42" y="41"/>
                      <a:pt x="47" y="30"/>
                    </a:cubicBezTo>
                    <a:lnTo>
                      <a:pt x="47" y="24"/>
                    </a:lnTo>
                    <a:cubicBezTo>
                      <a:pt x="47" y="13"/>
                      <a:pt x="35" y="6"/>
                      <a:pt x="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34"/>
              <p:cNvSpPr/>
              <p:nvPr/>
            </p:nvSpPr>
            <p:spPr>
              <a:xfrm>
                <a:off x="6849730" y="3219029"/>
                <a:ext cx="1493" cy="2829"/>
              </a:xfrm>
              <a:custGeom>
                <a:avLst/>
                <a:gdLst/>
                <a:ahLst/>
                <a:cxnLst/>
                <a:rect l="l" t="t" r="r" b="b"/>
                <a:pathLst>
                  <a:path w="19" h="36" extrusionOk="0">
                    <a:moveTo>
                      <a:pt x="12" y="1"/>
                    </a:moveTo>
                    <a:lnTo>
                      <a:pt x="12" y="1"/>
                    </a:lnTo>
                    <a:cubicBezTo>
                      <a:pt x="12" y="6"/>
                      <a:pt x="19" y="17"/>
                      <a:pt x="12" y="24"/>
                    </a:cubicBezTo>
                    <a:cubicBezTo>
                      <a:pt x="12" y="30"/>
                      <a:pt x="6" y="36"/>
                      <a:pt x="1" y="36"/>
                    </a:cubicBezTo>
                    <a:lnTo>
                      <a:pt x="1" y="36"/>
                    </a:lnTo>
                    <a:cubicBezTo>
                      <a:pt x="6" y="36"/>
                      <a:pt x="12" y="30"/>
                      <a:pt x="12" y="24"/>
                    </a:cubicBezTo>
                    <a:cubicBezTo>
                      <a:pt x="19" y="17"/>
                      <a:pt x="12" y="6"/>
                      <a:pt x="12" y="1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34"/>
              <p:cNvSpPr/>
              <p:nvPr/>
            </p:nvSpPr>
            <p:spPr>
              <a:xfrm>
                <a:off x="6856644" y="3220914"/>
                <a:ext cx="3221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41" h="47" extrusionOk="0">
                    <a:moveTo>
                      <a:pt x="17" y="0"/>
                    </a:moveTo>
                    <a:cubicBezTo>
                      <a:pt x="12" y="0"/>
                      <a:pt x="1" y="6"/>
                      <a:pt x="1" y="17"/>
                    </a:cubicBezTo>
                    <a:lnTo>
                      <a:pt x="1" y="23"/>
                    </a:lnTo>
                    <a:cubicBezTo>
                      <a:pt x="1" y="35"/>
                      <a:pt x="6" y="41"/>
                      <a:pt x="17" y="46"/>
                    </a:cubicBezTo>
                    <a:cubicBezTo>
                      <a:pt x="28" y="46"/>
                      <a:pt x="41" y="41"/>
                      <a:pt x="41" y="28"/>
                    </a:cubicBezTo>
                    <a:lnTo>
                      <a:pt x="41" y="23"/>
                    </a:lnTo>
                    <a:cubicBezTo>
                      <a:pt x="41" y="12"/>
                      <a:pt x="35" y="0"/>
                      <a:pt x="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4"/>
              <p:cNvSpPr/>
              <p:nvPr/>
            </p:nvSpPr>
            <p:spPr>
              <a:xfrm>
                <a:off x="6865287" y="3223114"/>
                <a:ext cx="3693" cy="3771"/>
              </a:xfrm>
              <a:custGeom>
                <a:avLst/>
                <a:gdLst/>
                <a:ahLst/>
                <a:cxnLst/>
                <a:rect l="l" t="t" r="r" b="b"/>
                <a:pathLst>
                  <a:path w="47" h="48" extrusionOk="0">
                    <a:moveTo>
                      <a:pt x="23" y="0"/>
                    </a:moveTo>
                    <a:cubicBezTo>
                      <a:pt x="17" y="0"/>
                      <a:pt x="6" y="7"/>
                      <a:pt x="6" y="18"/>
                    </a:cubicBezTo>
                    <a:cubicBezTo>
                      <a:pt x="6" y="18"/>
                      <a:pt x="1" y="18"/>
                      <a:pt x="1" y="24"/>
                    </a:cubicBezTo>
                    <a:cubicBezTo>
                      <a:pt x="6" y="35"/>
                      <a:pt x="12" y="42"/>
                      <a:pt x="17" y="48"/>
                    </a:cubicBezTo>
                    <a:lnTo>
                      <a:pt x="23" y="48"/>
                    </a:lnTo>
                    <a:cubicBezTo>
                      <a:pt x="35" y="48"/>
                      <a:pt x="46" y="35"/>
                      <a:pt x="46" y="29"/>
                    </a:cubicBezTo>
                    <a:lnTo>
                      <a:pt x="46" y="24"/>
                    </a:lnTo>
                    <a:cubicBezTo>
                      <a:pt x="46" y="13"/>
                      <a:pt x="41" y="0"/>
                      <a:pt x="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4"/>
              <p:cNvSpPr/>
              <p:nvPr/>
            </p:nvSpPr>
            <p:spPr>
              <a:xfrm>
                <a:off x="6874402" y="3225393"/>
                <a:ext cx="3693" cy="3771"/>
              </a:xfrm>
              <a:custGeom>
                <a:avLst/>
                <a:gdLst/>
                <a:ahLst/>
                <a:cxnLst/>
                <a:rect l="l" t="t" r="r" b="b"/>
                <a:pathLst>
                  <a:path w="47" h="48" extrusionOk="0">
                    <a:moveTo>
                      <a:pt x="24" y="0"/>
                    </a:moveTo>
                    <a:cubicBezTo>
                      <a:pt x="18" y="0"/>
                      <a:pt x="6" y="6"/>
                      <a:pt x="6" y="19"/>
                    </a:cubicBezTo>
                    <a:cubicBezTo>
                      <a:pt x="0" y="19"/>
                      <a:pt x="0" y="19"/>
                      <a:pt x="0" y="24"/>
                    </a:cubicBezTo>
                    <a:cubicBezTo>
                      <a:pt x="0" y="30"/>
                      <a:pt x="11" y="41"/>
                      <a:pt x="18" y="48"/>
                    </a:cubicBezTo>
                    <a:lnTo>
                      <a:pt x="24" y="48"/>
                    </a:lnTo>
                    <a:cubicBezTo>
                      <a:pt x="35" y="48"/>
                      <a:pt x="46" y="35"/>
                      <a:pt x="46" y="30"/>
                    </a:cubicBezTo>
                    <a:lnTo>
                      <a:pt x="46" y="24"/>
                    </a:lnTo>
                    <a:cubicBezTo>
                      <a:pt x="46" y="13"/>
                      <a:pt x="40" y="0"/>
                      <a:pt x="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4"/>
              <p:cNvSpPr/>
              <p:nvPr/>
            </p:nvSpPr>
            <p:spPr>
              <a:xfrm>
                <a:off x="6849730" y="3219029"/>
                <a:ext cx="1493" cy="2829"/>
              </a:xfrm>
              <a:custGeom>
                <a:avLst/>
                <a:gdLst/>
                <a:ahLst/>
                <a:cxnLst/>
                <a:rect l="l" t="t" r="r" b="b"/>
                <a:pathLst>
                  <a:path w="19" h="36" extrusionOk="0">
                    <a:moveTo>
                      <a:pt x="12" y="1"/>
                    </a:moveTo>
                    <a:cubicBezTo>
                      <a:pt x="6" y="12"/>
                      <a:pt x="6" y="24"/>
                      <a:pt x="1" y="36"/>
                    </a:cubicBezTo>
                    <a:cubicBezTo>
                      <a:pt x="6" y="36"/>
                      <a:pt x="12" y="30"/>
                      <a:pt x="12" y="24"/>
                    </a:cubicBezTo>
                    <a:cubicBezTo>
                      <a:pt x="19" y="17"/>
                      <a:pt x="12" y="6"/>
                      <a:pt x="12" y="1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34"/>
              <p:cNvSpPr/>
              <p:nvPr/>
            </p:nvSpPr>
            <p:spPr>
              <a:xfrm>
                <a:off x="6882102" y="3242208"/>
                <a:ext cx="79" cy="7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34"/>
              <p:cNvSpPr/>
              <p:nvPr/>
            </p:nvSpPr>
            <p:spPr>
              <a:xfrm>
                <a:off x="6879431" y="3253758"/>
                <a:ext cx="79" cy="7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34"/>
              <p:cNvSpPr/>
              <p:nvPr/>
            </p:nvSpPr>
            <p:spPr>
              <a:xfrm>
                <a:off x="6853344" y="3233565"/>
                <a:ext cx="3850" cy="1964"/>
              </a:xfrm>
              <a:custGeom>
                <a:avLst/>
                <a:gdLst/>
                <a:ahLst/>
                <a:cxnLst/>
                <a:rect l="l" t="t" r="r" b="b"/>
                <a:pathLst>
                  <a:path w="49" h="25" extrusionOk="0">
                    <a:moveTo>
                      <a:pt x="8" y="1"/>
                    </a:moveTo>
                    <a:cubicBezTo>
                      <a:pt x="1" y="1"/>
                      <a:pt x="1" y="1"/>
                      <a:pt x="1" y="6"/>
                    </a:cubicBezTo>
                    <a:cubicBezTo>
                      <a:pt x="1" y="13"/>
                      <a:pt x="13" y="25"/>
                      <a:pt x="19" y="25"/>
                    </a:cubicBezTo>
                    <a:lnTo>
                      <a:pt x="24" y="25"/>
                    </a:lnTo>
                    <a:cubicBezTo>
                      <a:pt x="36" y="25"/>
                      <a:pt x="48" y="19"/>
                      <a:pt x="48" y="6"/>
                    </a:cubicBezTo>
                    <a:lnTo>
                      <a:pt x="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34"/>
              <p:cNvSpPr/>
              <p:nvPr/>
            </p:nvSpPr>
            <p:spPr>
              <a:xfrm>
                <a:off x="6862537" y="3235922"/>
                <a:ext cx="3693" cy="1886"/>
              </a:xfrm>
              <a:custGeom>
                <a:avLst/>
                <a:gdLst/>
                <a:ahLst/>
                <a:cxnLst/>
                <a:rect l="l" t="t" r="r" b="b"/>
                <a:pathLst>
                  <a:path w="47" h="24" extrusionOk="0">
                    <a:moveTo>
                      <a:pt x="1" y="0"/>
                    </a:moveTo>
                    <a:cubicBezTo>
                      <a:pt x="1" y="11"/>
                      <a:pt x="12" y="24"/>
                      <a:pt x="17" y="24"/>
                    </a:cubicBezTo>
                    <a:lnTo>
                      <a:pt x="23" y="24"/>
                    </a:lnTo>
                    <a:cubicBezTo>
                      <a:pt x="36" y="24"/>
                      <a:pt x="47" y="18"/>
                      <a:pt x="47" y="6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34"/>
              <p:cNvSpPr/>
              <p:nvPr/>
            </p:nvSpPr>
            <p:spPr>
              <a:xfrm>
                <a:off x="6871652" y="3237729"/>
                <a:ext cx="3693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47" h="30" extrusionOk="0">
                    <a:moveTo>
                      <a:pt x="0" y="1"/>
                    </a:moveTo>
                    <a:lnTo>
                      <a:pt x="0" y="6"/>
                    </a:lnTo>
                    <a:cubicBezTo>
                      <a:pt x="0" y="17"/>
                      <a:pt x="11" y="30"/>
                      <a:pt x="18" y="30"/>
                    </a:cubicBezTo>
                    <a:lnTo>
                      <a:pt x="24" y="30"/>
                    </a:lnTo>
                    <a:cubicBezTo>
                      <a:pt x="35" y="30"/>
                      <a:pt x="46" y="23"/>
                      <a:pt x="46" y="12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34"/>
              <p:cNvSpPr/>
              <p:nvPr/>
            </p:nvSpPr>
            <p:spPr>
              <a:xfrm>
                <a:off x="6880688" y="3240086"/>
                <a:ext cx="1964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8" extrusionOk="0">
                    <a:moveTo>
                      <a:pt x="1" y="0"/>
                    </a:moveTo>
                    <a:cubicBezTo>
                      <a:pt x="1" y="11"/>
                      <a:pt x="8" y="28"/>
                      <a:pt x="19" y="28"/>
                    </a:cubicBezTo>
                    <a:lnTo>
                      <a:pt x="24" y="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34"/>
              <p:cNvSpPr/>
              <p:nvPr/>
            </p:nvSpPr>
            <p:spPr>
              <a:xfrm>
                <a:off x="6853894" y="3244093"/>
                <a:ext cx="550" cy="1964"/>
              </a:xfrm>
              <a:custGeom>
                <a:avLst/>
                <a:gdLst/>
                <a:ahLst/>
                <a:cxnLst/>
                <a:rect l="l" t="t" r="r" b="b"/>
                <a:pathLst>
                  <a:path w="7" h="25" extrusionOk="0">
                    <a:moveTo>
                      <a:pt x="1" y="1"/>
                    </a:moveTo>
                    <a:cubicBezTo>
                      <a:pt x="1" y="12"/>
                      <a:pt x="1" y="19"/>
                      <a:pt x="6" y="24"/>
                    </a:cubicBezTo>
                    <a:lnTo>
                      <a:pt x="6" y="19"/>
                    </a:lnTo>
                    <a:cubicBezTo>
                      <a:pt x="6" y="12"/>
                      <a:pt x="6" y="6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34"/>
              <p:cNvSpPr/>
              <p:nvPr/>
            </p:nvSpPr>
            <p:spPr>
              <a:xfrm>
                <a:off x="6850594" y="3243622"/>
                <a:ext cx="3850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49" h="47" extrusionOk="0">
                    <a:moveTo>
                      <a:pt x="25" y="1"/>
                    </a:moveTo>
                    <a:cubicBezTo>
                      <a:pt x="14" y="1"/>
                      <a:pt x="8" y="7"/>
                      <a:pt x="1" y="18"/>
                    </a:cubicBezTo>
                    <a:lnTo>
                      <a:pt x="1" y="25"/>
                    </a:lnTo>
                    <a:cubicBezTo>
                      <a:pt x="1" y="36"/>
                      <a:pt x="8" y="41"/>
                      <a:pt x="19" y="47"/>
                    </a:cubicBezTo>
                    <a:lnTo>
                      <a:pt x="25" y="47"/>
                    </a:lnTo>
                    <a:cubicBezTo>
                      <a:pt x="36" y="47"/>
                      <a:pt x="43" y="41"/>
                      <a:pt x="48" y="30"/>
                    </a:cubicBezTo>
                    <a:cubicBezTo>
                      <a:pt x="43" y="25"/>
                      <a:pt x="43" y="18"/>
                      <a:pt x="43" y="7"/>
                    </a:cubicBezTo>
                    <a:cubicBezTo>
                      <a:pt x="36" y="7"/>
                      <a:pt x="36" y="1"/>
                      <a:pt x="30" y="1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34"/>
              <p:cNvSpPr/>
              <p:nvPr/>
            </p:nvSpPr>
            <p:spPr>
              <a:xfrm>
                <a:off x="6859787" y="3245979"/>
                <a:ext cx="3693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47" h="47" extrusionOk="0">
                    <a:moveTo>
                      <a:pt x="23" y="0"/>
                    </a:moveTo>
                    <a:cubicBezTo>
                      <a:pt x="12" y="0"/>
                      <a:pt x="6" y="6"/>
                      <a:pt x="1" y="17"/>
                    </a:cubicBezTo>
                    <a:lnTo>
                      <a:pt x="1" y="22"/>
                    </a:lnTo>
                    <a:cubicBezTo>
                      <a:pt x="1" y="35"/>
                      <a:pt x="6" y="41"/>
                      <a:pt x="18" y="46"/>
                    </a:cubicBezTo>
                    <a:lnTo>
                      <a:pt x="23" y="46"/>
                    </a:lnTo>
                    <a:cubicBezTo>
                      <a:pt x="36" y="46"/>
                      <a:pt x="41" y="35"/>
                      <a:pt x="47" y="29"/>
                    </a:cubicBezTo>
                    <a:lnTo>
                      <a:pt x="47" y="22"/>
                    </a:lnTo>
                    <a:cubicBezTo>
                      <a:pt x="47" y="11"/>
                      <a:pt x="41" y="0"/>
                      <a:pt x="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34"/>
              <p:cNvSpPr/>
              <p:nvPr/>
            </p:nvSpPr>
            <p:spPr>
              <a:xfrm>
                <a:off x="6868902" y="3248258"/>
                <a:ext cx="3693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47" h="47" extrusionOk="0">
                    <a:moveTo>
                      <a:pt x="24" y="0"/>
                    </a:moveTo>
                    <a:cubicBezTo>
                      <a:pt x="12" y="0"/>
                      <a:pt x="6" y="6"/>
                      <a:pt x="0" y="17"/>
                    </a:cubicBezTo>
                    <a:lnTo>
                      <a:pt x="0" y="23"/>
                    </a:lnTo>
                    <a:cubicBezTo>
                      <a:pt x="0" y="28"/>
                      <a:pt x="6" y="41"/>
                      <a:pt x="19" y="46"/>
                    </a:cubicBezTo>
                    <a:lnTo>
                      <a:pt x="24" y="46"/>
                    </a:lnTo>
                    <a:cubicBezTo>
                      <a:pt x="35" y="46"/>
                      <a:pt x="41" y="35"/>
                      <a:pt x="46" y="28"/>
                    </a:cubicBezTo>
                    <a:lnTo>
                      <a:pt x="46" y="23"/>
                    </a:lnTo>
                    <a:cubicBezTo>
                      <a:pt x="46" y="12"/>
                      <a:pt x="41" y="0"/>
                      <a:pt x="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34"/>
              <p:cNvSpPr/>
              <p:nvPr/>
            </p:nvSpPr>
            <p:spPr>
              <a:xfrm>
                <a:off x="6878016" y="3250458"/>
                <a:ext cx="2357" cy="3379"/>
              </a:xfrm>
              <a:custGeom>
                <a:avLst/>
                <a:gdLst/>
                <a:ahLst/>
                <a:cxnLst/>
                <a:rect l="l" t="t" r="r" b="b"/>
                <a:pathLst>
                  <a:path w="30" h="43" extrusionOk="0">
                    <a:moveTo>
                      <a:pt x="24" y="0"/>
                    </a:moveTo>
                    <a:cubicBezTo>
                      <a:pt x="13" y="0"/>
                      <a:pt x="7" y="7"/>
                      <a:pt x="0" y="18"/>
                    </a:cubicBezTo>
                    <a:cubicBezTo>
                      <a:pt x="0" y="30"/>
                      <a:pt x="7" y="42"/>
                      <a:pt x="18" y="42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34"/>
              <p:cNvSpPr/>
              <p:nvPr/>
            </p:nvSpPr>
            <p:spPr>
              <a:xfrm>
                <a:off x="6856644" y="3259651"/>
                <a:ext cx="3693" cy="3693"/>
              </a:xfrm>
              <a:custGeom>
                <a:avLst/>
                <a:gdLst/>
                <a:ahLst/>
                <a:cxnLst/>
                <a:rect l="l" t="t" r="r" b="b"/>
                <a:pathLst>
                  <a:path w="47" h="47" extrusionOk="0">
                    <a:moveTo>
                      <a:pt x="23" y="0"/>
                    </a:moveTo>
                    <a:cubicBezTo>
                      <a:pt x="12" y="0"/>
                      <a:pt x="1" y="6"/>
                      <a:pt x="1" y="17"/>
                    </a:cubicBezTo>
                    <a:cubicBezTo>
                      <a:pt x="6" y="29"/>
                      <a:pt x="12" y="35"/>
                      <a:pt x="23" y="46"/>
                    </a:cubicBezTo>
                    <a:cubicBezTo>
                      <a:pt x="35" y="41"/>
                      <a:pt x="41" y="35"/>
                      <a:pt x="41" y="29"/>
                    </a:cubicBezTo>
                    <a:lnTo>
                      <a:pt x="46" y="22"/>
                    </a:lnTo>
                    <a:cubicBezTo>
                      <a:pt x="46" y="11"/>
                      <a:pt x="35" y="0"/>
                      <a:pt x="28" y="0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34"/>
              <p:cNvSpPr/>
              <p:nvPr/>
            </p:nvSpPr>
            <p:spPr>
              <a:xfrm>
                <a:off x="6865759" y="3261929"/>
                <a:ext cx="3693" cy="2829"/>
              </a:xfrm>
              <a:custGeom>
                <a:avLst/>
                <a:gdLst/>
                <a:ahLst/>
                <a:cxnLst/>
                <a:rect l="l" t="t" r="r" b="b"/>
                <a:pathLst>
                  <a:path w="47" h="36" extrusionOk="0">
                    <a:moveTo>
                      <a:pt x="24" y="0"/>
                    </a:moveTo>
                    <a:cubicBezTo>
                      <a:pt x="11" y="0"/>
                      <a:pt x="0" y="6"/>
                      <a:pt x="0" y="12"/>
                    </a:cubicBezTo>
                    <a:cubicBezTo>
                      <a:pt x="11" y="23"/>
                      <a:pt x="24" y="28"/>
                      <a:pt x="40" y="35"/>
                    </a:cubicBezTo>
                    <a:lnTo>
                      <a:pt x="40" y="23"/>
                    </a:lnTo>
                    <a:cubicBezTo>
                      <a:pt x="40" y="23"/>
                      <a:pt x="46" y="23"/>
                      <a:pt x="46" y="17"/>
                    </a:cubicBezTo>
                    <a:cubicBezTo>
                      <a:pt x="46" y="12"/>
                      <a:pt x="35" y="0"/>
                      <a:pt x="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34"/>
              <p:cNvSpPr/>
              <p:nvPr/>
            </p:nvSpPr>
            <p:spPr>
              <a:xfrm>
                <a:off x="6865759" y="3262794"/>
                <a:ext cx="3221" cy="2357"/>
              </a:xfrm>
              <a:custGeom>
                <a:avLst/>
                <a:gdLst/>
                <a:ahLst/>
                <a:cxnLst/>
                <a:rect l="l" t="t" r="r" b="b"/>
                <a:pathLst>
                  <a:path w="41" h="30" extrusionOk="0">
                    <a:moveTo>
                      <a:pt x="0" y="1"/>
                    </a:moveTo>
                    <a:lnTo>
                      <a:pt x="0" y="6"/>
                    </a:lnTo>
                    <a:lnTo>
                      <a:pt x="0" y="12"/>
                    </a:lnTo>
                    <a:cubicBezTo>
                      <a:pt x="0" y="17"/>
                      <a:pt x="6" y="30"/>
                      <a:pt x="17" y="30"/>
                    </a:cubicBezTo>
                    <a:lnTo>
                      <a:pt x="24" y="30"/>
                    </a:lnTo>
                    <a:cubicBezTo>
                      <a:pt x="29" y="30"/>
                      <a:pt x="35" y="30"/>
                      <a:pt x="40" y="24"/>
                    </a:cubicBezTo>
                    <a:cubicBezTo>
                      <a:pt x="24" y="17"/>
                      <a:pt x="11" y="12"/>
                      <a:pt x="0" y="1"/>
                    </a:cubicBez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34"/>
              <p:cNvSpPr/>
              <p:nvPr/>
            </p:nvSpPr>
            <p:spPr>
              <a:xfrm>
                <a:off x="6874795" y="3264129"/>
                <a:ext cx="2357" cy="2829"/>
              </a:xfrm>
              <a:custGeom>
                <a:avLst/>
                <a:gdLst/>
                <a:ahLst/>
                <a:cxnLst/>
                <a:rect l="l" t="t" r="r" b="b"/>
                <a:pathLst>
                  <a:path w="30" h="36" extrusionOk="0">
                    <a:moveTo>
                      <a:pt x="24" y="0"/>
                    </a:moveTo>
                    <a:cubicBezTo>
                      <a:pt x="13" y="0"/>
                      <a:pt x="1" y="7"/>
                      <a:pt x="1" y="18"/>
                    </a:cubicBezTo>
                    <a:lnTo>
                      <a:pt x="1" y="30"/>
                    </a:lnTo>
                    <a:lnTo>
                      <a:pt x="19" y="35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4"/>
              <p:cNvSpPr/>
              <p:nvPr/>
            </p:nvSpPr>
            <p:spPr>
              <a:xfrm>
                <a:off x="6874795" y="3266408"/>
                <a:ext cx="1493" cy="1100"/>
              </a:xfrm>
              <a:custGeom>
                <a:avLst/>
                <a:gdLst/>
                <a:ahLst/>
                <a:cxnLst/>
                <a:rect l="l" t="t" r="r" b="b"/>
                <a:pathLst>
                  <a:path w="19" h="14" extrusionOk="0">
                    <a:moveTo>
                      <a:pt x="1" y="1"/>
                    </a:moveTo>
                    <a:cubicBezTo>
                      <a:pt x="1" y="6"/>
                      <a:pt x="6" y="13"/>
                      <a:pt x="19" y="13"/>
                    </a:cubicBezTo>
                    <a:lnTo>
                      <a:pt x="19" y="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4141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4"/>
              <p:cNvSpPr/>
              <p:nvPr/>
            </p:nvSpPr>
            <p:spPr>
              <a:xfrm>
                <a:off x="6857509" y="3487825"/>
                <a:ext cx="304547" cy="55865"/>
              </a:xfrm>
              <a:custGeom>
                <a:avLst/>
                <a:gdLst/>
                <a:ahLst/>
                <a:cxnLst/>
                <a:rect l="l" t="t" r="r" b="b"/>
                <a:pathLst>
                  <a:path w="3876" h="711" extrusionOk="0">
                    <a:moveTo>
                      <a:pt x="287" y="1"/>
                    </a:moveTo>
                    <a:cubicBezTo>
                      <a:pt x="262" y="1"/>
                      <a:pt x="237" y="22"/>
                      <a:pt x="226" y="42"/>
                    </a:cubicBezTo>
                    <a:lnTo>
                      <a:pt x="17" y="577"/>
                    </a:lnTo>
                    <a:cubicBezTo>
                      <a:pt x="1" y="623"/>
                      <a:pt x="35" y="676"/>
                      <a:pt x="81" y="676"/>
                    </a:cubicBezTo>
                    <a:lnTo>
                      <a:pt x="3789" y="710"/>
                    </a:lnTo>
                    <a:cubicBezTo>
                      <a:pt x="3840" y="710"/>
                      <a:pt x="3875" y="652"/>
                      <a:pt x="3853" y="606"/>
                    </a:cubicBezTo>
                    <a:lnTo>
                      <a:pt x="3580" y="66"/>
                    </a:lnTo>
                    <a:cubicBezTo>
                      <a:pt x="3567" y="42"/>
                      <a:pt x="3545" y="25"/>
                      <a:pt x="3516" y="25"/>
                    </a:cubicBezTo>
                    <a:lnTo>
                      <a:pt x="296" y="2"/>
                    </a:lnTo>
                    <a:cubicBezTo>
                      <a:pt x="293" y="1"/>
                      <a:pt x="290" y="1"/>
                      <a:pt x="2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34"/>
              <p:cNvSpPr/>
              <p:nvPr/>
            </p:nvSpPr>
            <p:spPr>
              <a:xfrm>
                <a:off x="6853344" y="3483425"/>
                <a:ext cx="312404" cy="64272"/>
              </a:xfrm>
              <a:custGeom>
                <a:avLst/>
                <a:gdLst/>
                <a:ahLst/>
                <a:cxnLst/>
                <a:rect l="l" t="t" r="r" b="b"/>
                <a:pathLst>
                  <a:path w="3976" h="818" extrusionOk="0">
                    <a:moveTo>
                      <a:pt x="349" y="111"/>
                    </a:moveTo>
                    <a:lnTo>
                      <a:pt x="3569" y="140"/>
                    </a:lnTo>
                    <a:cubicBezTo>
                      <a:pt x="3575" y="140"/>
                      <a:pt x="3580" y="140"/>
                      <a:pt x="3580" y="145"/>
                    </a:cubicBezTo>
                    <a:lnTo>
                      <a:pt x="3853" y="684"/>
                    </a:lnTo>
                    <a:lnTo>
                      <a:pt x="3853" y="702"/>
                    </a:lnTo>
                    <a:cubicBezTo>
                      <a:pt x="3847" y="702"/>
                      <a:pt x="3847" y="702"/>
                      <a:pt x="3842" y="708"/>
                    </a:cubicBezTo>
                    <a:lnTo>
                      <a:pt x="134" y="673"/>
                    </a:lnTo>
                    <a:cubicBezTo>
                      <a:pt x="129" y="673"/>
                      <a:pt x="129" y="673"/>
                      <a:pt x="123" y="667"/>
                    </a:cubicBezTo>
                    <a:lnTo>
                      <a:pt x="123" y="655"/>
                    </a:lnTo>
                    <a:lnTo>
                      <a:pt x="332" y="122"/>
                    </a:lnTo>
                    <a:cubicBezTo>
                      <a:pt x="338" y="116"/>
                      <a:pt x="343" y="111"/>
                      <a:pt x="349" y="111"/>
                    </a:cubicBezTo>
                    <a:close/>
                    <a:moveTo>
                      <a:pt x="349" y="1"/>
                    </a:moveTo>
                    <a:cubicBezTo>
                      <a:pt x="297" y="1"/>
                      <a:pt x="244" y="28"/>
                      <a:pt x="228" y="81"/>
                    </a:cubicBezTo>
                    <a:lnTo>
                      <a:pt x="19" y="615"/>
                    </a:lnTo>
                    <a:cubicBezTo>
                      <a:pt x="1" y="655"/>
                      <a:pt x="8" y="697"/>
                      <a:pt x="30" y="732"/>
                    </a:cubicBezTo>
                    <a:cubicBezTo>
                      <a:pt x="54" y="766"/>
                      <a:pt x="94" y="789"/>
                      <a:pt x="134" y="789"/>
                    </a:cubicBezTo>
                    <a:lnTo>
                      <a:pt x="3836" y="818"/>
                    </a:lnTo>
                    <a:lnTo>
                      <a:pt x="3842" y="818"/>
                    </a:lnTo>
                    <a:cubicBezTo>
                      <a:pt x="3882" y="818"/>
                      <a:pt x="3923" y="794"/>
                      <a:pt x="3946" y="759"/>
                    </a:cubicBezTo>
                    <a:cubicBezTo>
                      <a:pt x="3975" y="719"/>
                      <a:pt x="3975" y="673"/>
                      <a:pt x="3952" y="633"/>
                    </a:cubicBezTo>
                    <a:lnTo>
                      <a:pt x="3685" y="93"/>
                    </a:lnTo>
                    <a:cubicBezTo>
                      <a:pt x="3662" y="52"/>
                      <a:pt x="3620" y="23"/>
                      <a:pt x="3569" y="23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34"/>
              <p:cNvSpPr/>
              <p:nvPr/>
            </p:nvSpPr>
            <p:spPr>
              <a:xfrm>
                <a:off x="6865759" y="3465589"/>
                <a:ext cx="282154" cy="24279"/>
              </a:xfrm>
              <a:custGeom>
                <a:avLst/>
                <a:gdLst/>
                <a:ahLst/>
                <a:cxnLst/>
                <a:rect l="l" t="t" r="r" b="b"/>
                <a:pathLst>
                  <a:path w="3591" h="309" extrusionOk="0">
                    <a:moveTo>
                      <a:pt x="24" y="1"/>
                    </a:moveTo>
                    <a:cubicBezTo>
                      <a:pt x="11" y="1"/>
                      <a:pt x="0" y="6"/>
                      <a:pt x="0" y="19"/>
                    </a:cubicBezTo>
                    <a:lnTo>
                      <a:pt x="0" y="262"/>
                    </a:lnTo>
                    <a:cubicBezTo>
                      <a:pt x="0" y="274"/>
                      <a:pt x="11" y="279"/>
                      <a:pt x="24" y="279"/>
                    </a:cubicBezTo>
                    <a:lnTo>
                      <a:pt x="3567" y="308"/>
                    </a:lnTo>
                    <a:cubicBezTo>
                      <a:pt x="3579" y="308"/>
                      <a:pt x="3591" y="303"/>
                      <a:pt x="3591" y="290"/>
                    </a:cubicBezTo>
                    <a:lnTo>
                      <a:pt x="3591" y="47"/>
                    </a:lnTo>
                    <a:cubicBezTo>
                      <a:pt x="3591" y="36"/>
                      <a:pt x="3579" y="30"/>
                      <a:pt x="3567" y="30"/>
                    </a:cubicBezTo>
                    <a:lnTo>
                      <a:pt x="24" y="1"/>
                    </a:lnTo>
                    <a:close/>
                  </a:path>
                </a:pathLst>
              </a:custGeom>
              <a:solidFill>
                <a:srgbClr val="6A9D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34"/>
              <p:cNvSpPr/>
              <p:nvPr/>
            </p:nvSpPr>
            <p:spPr>
              <a:xfrm>
                <a:off x="6861123" y="3461032"/>
                <a:ext cx="291425" cy="33393"/>
              </a:xfrm>
              <a:custGeom>
                <a:avLst/>
                <a:gdLst/>
                <a:ahLst/>
                <a:cxnLst/>
                <a:rect l="l" t="t" r="r" b="b"/>
                <a:pathLst>
                  <a:path w="3709" h="425" extrusionOk="0">
                    <a:moveTo>
                      <a:pt x="204" y="117"/>
                    </a:moveTo>
                    <a:lnTo>
                      <a:pt x="3510" y="139"/>
                    </a:lnTo>
                    <a:cubicBezTo>
                      <a:pt x="3528" y="139"/>
                      <a:pt x="3551" y="152"/>
                      <a:pt x="3569" y="169"/>
                    </a:cubicBezTo>
                    <a:cubicBezTo>
                      <a:pt x="3586" y="181"/>
                      <a:pt x="3591" y="203"/>
                      <a:pt x="3591" y="227"/>
                    </a:cubicBezTo>
                    <a:cubicBezTo>
                      <a:pt x="3591" y="251"/>
                      <a:pt x="3580" y="268"/>
                      <a:pt x="3569" y="286"/>
                    </a:cubicBezTo>
                    <a:cubicBezTo>
                      <a:pt x="3551" y="302"/>
                      <a:pt x="3528" y="308"/>
                      <a:pt x="3505" y="308"/>
                    </a:cubicBezTo>
                    <a:lnTo>
                      <a:pt x="198" y="286"/>
                    </a:lnTo>
                    <a:cubicBezTo>
                      <a:pt x="152" y="286"/>
                      <a:pt x="118" y="244"/>
                      <a:pt x="118" y="198"/>
                    </a:cubicBezTo>
                    <a:cubicBezTo>
                      <a:pt x="118" y="152"/>
                      <a:pt x="158" y="117"/>
                      <a:pt x="198" y="117"/>
                    </a:cubicBezTo>
                    <a:close/>
                    <a:moveTo>
                      <a:pt x="204" y="0"/>
                    </a:moveTo>
                    <a:cubicBezTo>
                      <a:pt x="94" y="7"/>
                      <a:pt x="1" y="88"/>
                      <a:pt x="1" y="198"/>
                    </a:cubicBezTo>
                    <a:cubicBezTo>
                      <a:pt x="1" y="308"/>
                      <a:pt x="88" y="396"/>
                      <a:pt x="198" y="396"/>
                    </a:cubicBezTo>
                    <a:lnTo>
                      <a:pt x="3505" y="425"/>
                    </a:lnTo>
                    <a:cubicBezTo>
                      <a:pt x="3563" y="425"/>
                      <a:pt x="3609" y="407"/>
                      <a:pt x="3644" y="366"/>
                    </a:cubicBezTo>
                    <a:cubicBezTo>
                      <a:pt x="3684" y="332"/>
                      <a:pt x="3708" y="279"/>
                      <a:pt x="3708" y="227"/>
                    </a:cubicBezTo>
                    <a:cubicBezTo>
                      <a:pt x="3708" y="117"/>
                      <a:pt x="3620" y="29"/>
                      <a:pt x="3510" y="29"/>
                    </a:cubicBezTo>
                    <a:lnTo>
                      <a:pt x="2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34"/>
              <p:cNvSpPr/>
              <p:nvPr/>
            </p:nvSpPr>
            <p:spPr>
              <a:xfrm>
                <a:off x="6873066" y="3231443"/>
                <a:ext cx="15086" cy="8643"/>
              </a:xfrm>
              <a:custGeom>
                <a:avLst/>
                <a:gdLst/>
                <a:ahLst/>
                <a:cxnLst/>
                <a:rect l="l" t="t" r="r" b="b"/>
                <a:pathLst>
                  <a:path w="192" h="110" extrusionOk="0">
                    <a:moveTo>
                      <a:pt x="131" y="1"/>
                    </a:moveTo>
                    <a:cubicBezTo>
                      <a:pt x="114" y="1"/>
                      <a:pt x="95" y="4"/>
                      <a:pt x="76" y="11"/>
                    </a:cubicBezTo>
                    <a:cubicBezTo>
                      <a:pt x="28" y="28"/>
                      <a:pt x="0" y="63"/>
                      <a:pt x="6" y="86"/>
                    </a:cubicBezTo>
                    <a:cubicBezTo>
                      <a:pt x="13" y="102"/>
                      <a:pt x="35" y="110"/>
                      <a:pt x="63" y="110"/>
                    </a:cubicBezTo>
                    <a:cubicBezTo>
                      <a:pt x="78" y="110"/>
                      <a:pt x="94" y="107"/>
                      <a:pt x="110" y="103"/>
                    </a:cubicBezTo>
                    <a:cubicBezTo>
                      <a:pt x="156" y="86"/>
                      <a:pt x="191" y="52"/>
                      <a:pt x="180" y="28"/>
                    </a:cubicBezTo>
                    <a:cubicBezTo>
                      <a:pt x="177" y="10"/>
                      <a:pt x="157" y="1"/>
                      <a:pt x="1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4"/>
              <p:cNvSpPr/>
              <p:nvPr/>
            </p:nvSpPr>
            <p:spPr>
              <a:xfrm>
                <a:off x="6960046" y="3151142"/>
                <a:ext cx="16972" cy="7779"/>
              </a:xfrm>
              <a:custGeom>
                <a:avLst/>
                <a:gdLst/>
                <a:ahLst/>
                <a:cxnLst/>
                <a:rect l="l" t="t" r="r" b="b"/>
                <a:pathLst>
                  <a:path w="216" h="99" extrusionOk="0">
                    <a:moveTo>
                      <a:pt x="144" y="0"/>
                    </a:moveTo>
                    <a:cubicBezTo>
                      <a:pt x="59" y="0"/>
                      <a:pt x="0" y="99"/>
                      <a:pt x="0" y="99"/>
                    </a:cubicBezTo>
                    <a:lnTo>
                      <a:pt x="216" y="24"/>
                    </a:lnTo>
                    <a:cubicBezTo>
                      <a:pt x="191" y="7"/>
                      <a:pt x="166" y="0"/>
                      <a:pt x="1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4"/>
              <p:cNvSpPr/>
              <p:nvPr/>
            </p:nvSpPr>
            <p:spPr>
              <a:xfrm>
                <a:off x="6955096" y="3146663"/>
                <a:ext cx="26872" cy="1689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215" extrusionOk="0">
                    <a:moveTo>
                      <a:pt x="211" y="1"/>
                    </a:moveTo>
                    <a:cubicBezTo>
                      <a:pt x="199" y="1"/>
                      <a:pt x="187" y="2"/>
                      <a:pt x="175" y="6"/>
                    </a:cubicBezTo>
                    <a:cubicBezTo>
                      <a:pt x="81" y="28"/>
                      <a:pt x="23" y="116"/>
                      <a:pt x="12" y="127"/>
                    </a:cubicBezTo>
                    <a:cubicBezTo>
                      <a:pt x="1" y="150"/>
                      <a:pt x="6" y="191"/>
                      <a:pt x="35" y="202"/>
                    </a:cubicBezTo>
                    <a:cubicBezTo>
                      <a:pt x="41" y="208"/>
                      <a:pt x="52" y="214"/>
                      <a:pt x="63" y="214"/>
                    </a:cubicBezTo>
                    <a:cubicBezTo>
                      <a:pt x="81" y="214"/>
                      <a:pt x="98" y="202"/>
                      <a:pt x="111" y="185"/>
                    </a:cubicBezTo>
                    <a:cubicBezTo>
                      <a:pt x="116" y="173"/>
                      <a:pt x="156" y="127"/>
                      <a:pt x="197" y="116"/>
                    </a:cubicBezTo>
                    <a:cubicBezTo>
                      <a:pt x="209" y="116"/>
                      <a:pt x="226" y="116"/>
                      <a:pt x="250" y="127"/>
                    </a:cubicBezTo>
                    <a:cubicBezTo>
                      <a:pt x="258" y="134"/>
                      <a:pt x="268" y="137"/>
                      <a:pt x="278" y="137"/>
                    </a:cubicBezTo>
                    <a:cubicBezTo>
                      <a:pt x="296" y="137"/>
                      <a:pt x="314" y="128"/>
                      <a:pt x="325" y="110"/>
                    </a:cubicBezTo>
                    <a:cubicBezTo>
                      <a:pt x="342" y="86"/>
                      <a:pt x="336" y="52"/>
                      <a:pt x="314" y="33"/>
                    </a:cubicBezTo>
                    <a:cubicBezTo>
                      <a:pt x="279" y="13"/>
                      <a:pt x="245" y="1"/>
                      <a:pt x="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4"/>
              <p:cNvSpPr/>
              <p:nvPr/>
            </p:nvSpPr>
            <p:spPr>
              <a:xfrm>
                <a:off x="6967825" y="3059526"/>
                <a:ext cx="12414" cy="25143"/>
              </a:xfrm>
              <a:custGeom>
                <a:avLst/>
                <a:gdLst/>
                <a:ahLst/>
                <a:cxnLst/>
                <a:rect l="l" t="t" r="r" b="b"/>
                <a:pathLst>
                  <a:path w="158" h="320" extrusionOk="0">
                    <a:moveTo>
                      <a:pt x="0" y="1"/>
                    </a:moveTo>
                    <a:lnTo>
                      <a:pt x="157" y="320"/>
                    </a:lnTo>
                    <a:cubicBezTo>
                      <a:pt x="157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34"/>
              <p:cNvSpPr/>
              <p:nvPr/>
            </p:nvSpPr>
            <p:spPr>
              <a:xfrm>
                <a:off x="6963267" y="3054969"/>
                <a:ext cx="21450" cy="34179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5" extrusionOk="0">
                    <a:moveTo>
                      <a:pt x="58" y="0"/>
                    </a:moveTo>
                    <a:cubicBezTo>
                      <a:pt x="29" y="0"/>
                      <a:pt x="7" y="24"/>
                      <a:pt x="1" y="52"/>
                    </a:cubicBezTo>
                    <a:cubicBezTo>
                      <a:pt x="1" y="81"/>
                      <a:pt x="23" y="110"/>
                      <a:pt x="52" y="110"/>
                    </a:cubicBezTo>
                    <a:cubicBezTo>
                      <a:pt x="87" y="116"/>
                      <a:pt x="157" y="174"/>
                      <a:pt x="157" y="378"/>
                    </a:cubicBezTo>
                    <a:cubicBezTo>
                      <a:pt x="157" y="407"/>
                      <a:pt x="181" y="435"/>
                      <a:pt x="215" y="435"/>
                    </a:cubicBezTo>
                    <a:cubicBezTo>
                      <a:pt x="245" y="435"/>
                      <a:pt x="272" y="407"/>
                      <a:pt x="272" y="378"/>
                    </a:cubicBezTo>
                    <a:cubicBezTo>
                      <a:pt x="272" y="6"/>
                      <a:pt x="71" y="0"/>
                      <a:pt x="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4"/>
              <p:cNvSpPr/>
              <p:nvPr/>
            </p:nvSpPr>
            <p:spPr>
              <a:xfrm>
                <a:off x="6821994" y="2959661"/>
                <a:ext cx="65215" cy="65765"/>
              </a:xfrm>
              <a:custGeom>
                <a:avLst/>
                <a:gdLst/>
                <a:ahLst/>
                <a:cxnLst/>
                <a:rect l="l" t="t" r="r" b="b"/>
                <a:pathLst>
                  <a:path w="830" h="837" extrusionOk="0">
                    <a:moveTo>
                      <a:pt x="0" y="1"/>
                    </a:moveTo>
                    <a:lnTo>
                      <a:pt x="830" y="8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4"/>
              <p:cNvSpPr/>
              <p:nvPr/>
            </p:nvSpPr>
            <p:spPr>
              <a:xfrm>
                <a:off x="6816965" y="2955104"/>
                <a:ext cx="75272" cy="74487"/>
              </a:xfrm>
              <a:custGeom>
                <a:avLst/>
                <a:gdLst/>
                <a:ahLst/>
                <a:cxnLst/>
                <a:rect l="l" t="t" r="r" b="b"/>
                <a:pathLst>
                  <a:path w="958" h="948" extrusionOk="0">
                    <a:moveTo>
                      <a:pt x="64" y="1"/>
                    </a:moveTo>
                    <a:cubicBezTo>
                      <a:pt x="49" y="1"/>
                      <a:pt x="35" y="7"/>
                      <a:pt x="24" y="18"/>
                    </a:cubicBezTo>
                    <a:cubicBezTo>
                      <a:pt x="0" y="42"/>
                      <a:pt x="0" y="77"/>
                      <a:pt x="24" y="99"/>
                    </a:cubicBezTo>
                    <a:lnTo>
                      <a:pt x="854" y="929"/>
                    </a:lnTo>
                    <a:cubicBezTo>
                      <a:pt x="865" y="940"/>
                      <a:pt x="881" y="947"/>
                      <a:pt x="894" y="947"/>
                    </a:cubicBezTo>
                    <a:cubicBezTo>
                      <a:pt x="911" y="947"/>
                      <a:pt x="923" y="940"/>
                      <a:pt x="934" y="929"/>
                    </a:cubicBezTo>
                    <a:cubicBezTo>
                      <a:pt x="958" y="912"/>
                      <a:pt x="958" y="870"/>
                      <a:pt x="934" y="854"/>
                    </a:cubicBezTo>
                    <a:lnTo>
                      <a:pt x="105" y="18"/>
                    </a:lnTo>
                    <a:cubicBezTo>
                      <a:pt x="93" y="7"/>
                      <a:pt x="78" y="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4"/>
              <p:cNvSpPr/>
              <p:nvPr/>
            </p:nvSpPr>
            <p:spPr>
              <a:xfrm>
                <a:off x="7079476" y="2959661"/>
                <a:ext cx="65687" cy="65765"/>
              </a:xfrm>
              <a:custGeom>
                <a:avLst/>
                <a:gdLst/>
                <a:ahLst/>
                <a:cxnLst/>
                <a:rect l="l" t="t" r="r" b="b"/>
                <a:pathLst>
                  <a:path w="836" h="837" extrusionOk="0">
                    <a:moveTo>
                      <a:pt x="836" y="1"/>
                    </a:moveTo>
                    <a:lnTo>
                      <a:pt x="0" y="8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4"/>
              <p:cNvSpPr/>
              <p:nvPr/>
            </p:nvSpPr>
            <p:spPr>
              <a:xfrm>
                <a:off x="7074447" y="2955104"/>
                <a:ext cx="75351" cy="74487"/>
              </a:xfrm>
              <a:custGeom>
                <a:avLst/>
                <a:gdLst/>
                <a:ahLst/>
                <a:cxnLst/>
                <a:rect l="l" t="t" r="r" b="b"/>
                <a:pathLst>
                  <a:path w="959" h="948" extrusionOk="0">
                    <a:moveTo>
                      <a:pt x="900" y="1"/>
                    </a:moveTo>
                    <a:cubicBezTo>
                      <a:pt x="886" y="1"/>
                      <a:pt x="871" y="7"/>
                      <a:pt x="859" y="18"/>
                    </a:cubicBezTo>
                    <a:lnTo>
                      <a:pt x="24" y="854"/>
                    </a:lnTo>
                    <a:cubicBezTo>
                      <a:pt x="0" y="870"/>
                      <a:pt x="0" y="912"/>
                      <a:pt x="24" y="929"/>
                    </a:cubicBezTo>
                    <a:cubicBezTo>
                      <a:pt x="35" y="940"/>
                      <a:pt x="53" y="947"/>
                      <a:pt x="64" y="947"/>
                    </a:cubicBezTo>
                    <a:cubicBezTo>
                      <a:pt x="83" y="947"/>
                      <a:pt x="94" y="940"/>
                      <a:pt x="105" y="929"/>
                    </a:cubicBezTo>
                    <a:lnTo>
                      <a:pt x="940" y="99"/>
                    </a:lnTo>
                    <a:cubicBezTo>
                      <a:pt x="958" y="77"/>
                      <a:pt x="958" y="42"/>
                      <a:pt x="940" y="18"/>
                    </a:cubicBezTo>
                    <a:cubicBezTo>
                      <a:pt x="929" y="7"/>
                      <a:pt x="915" y="1"/>
                      <a:pt x="9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4"/>
              <p:cNvSpPr/>
              <p:nvPr/>
            </p:nvSpPr>
            <p:spPr>
              <a:xfrm>
                <a:off x="6986918" y="2887296"/>
                <a:ext cx="79" cy="88865"/>
              </a:xfrm>
              <a:custGeom>
                <a:avLst/>
                <a:gdLst/>
                <a:ahLst/>
                <a:cxnLst/>
                <a:rect l="l" t="t" r="r" b="b"/>
                <a:pathLst>
                  <a:path w="1" h="1131" extrusionOk="0">
                    <a:moveTo>
                      <a:pt x="1" y="0"/>
                    </a:moveTo>
                    <a:lnTo>
                      <a:pt x="1" y="113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4"/>
              <p:cNvSpPr/>
              <p:nvPr/>
            </p:nvSpPr>
            <p:spPr>
              <a:xfrm>
                <a:off x="6982439" y="2882660"/>
                <a:ext cx="9193" cy="98137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249" extrusionOk="0">
                    <a:moveTo>
                      <a:pt x="58" y="1"/>
                    </a:moveTo>
                    <a:cubicBezTo>
                      <a:pt x="23" y="1"/>
                      <a:pt x="1" y="30"/>
                      <a:pt x="1" y="59"/>
                    </a:cubicBezTo>
                    <a:lnTo>
                      <a:pt x="1" y="1190"/>
                    </a:lnTo>
                    <a:cubicBezTo>
                      <a:pt x="1" y="1219"/>
                      <a:pt x="23" y="1248"/>
                      <a:pt x="58" y="1248"/>
                    </a:cubicBezTo>
                    <a:cubicBezTo>
                      <a:pt x="87" y="1248"/>
                      <a:pt x="116" y="1219"/>
                      <a:pt x="116" y="1190"/>
                    </a:cubicBezTo>
                    <a:lnTo>
                      <a:pt x="116" y="59"/>
                    </a:lnTo>
                    <a:cubicBezTo>
                      <a:pt x="116" y="30"/>
                      <a:pt x="87" y="1"/>
                      <a:pt x="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"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5"/>
          <p:cNvSpPr/>
          <p:nvPr/>
        </p:nvSpPr>
        <p:spPr>
          <a:xfrm rot="-9450333">
            <a:off x="6718491" y="-1670485"/>
            <a:ext cx="3954777" cy="3618440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grpSp>
        <p:nvGrpSpPr>
          <p:cNvPr id="965" name="Google Shape;965;p35"/>
          <p:cNvGrpSpPr/>
          <p:nvPr/>
        </p:nvGrpSpPr>
        <p:grpSpPr>
          <a:xfrm>
            <a:off x="7192150" y="253975"/>
            <a:ext cx="1754053" cy="1533854"/>
            <a:chOff x="218475" y="3294000"/>
            <a:chExt cx="1754053" cy="1533854"/>
          </a:xfrm>
        </p:grpSpPr>
        <p:grpSp>
          <p:nvGrpSpPr>
            <p:cNvPr id="966" name="Google Shape;966;p35"/>
            <p:cNvGrpSpPr/>
            <p:nvPr/>
          </p:nvGrpSpPr>
          <p:grpSpPr>
            <a:xfrm>
              <a:off x="498725" y="3294000"/>
              <a:ext cx="90125" cy="83350"/>
              <a:chOff x="2985975" y="2917825"/>
              <a:chExt cx="90125" cy="83350"/>
            </a:xfrm>
          </p:grpSpPr>
          <p:sp>
            <p:nvSpPr>
              <p:cNvPr id="967" name="Google Shape;967;p35"/>
              <p:cNvSpPr/>
              <p:nvPr/>
            </p:nvSpPr>
            <p:spPr>
              <a:xfrm>
                <a:off x="2987050" y="2922500"/>
                <a:ext cx="83850" cy="74250"/>
              </a:xfrm>
              <a:custGeom>
                <a:avLst/>
                <a:gdLst/>
                <a:ahLst/>
                <a:cxnLst/>
                <a:rect l="l" t="t" r="r" b="b"/>
                <a:pathLst>
                  <a:path w="3354" h="2970" extrusionOk="0">
                    <a:moveTo>
                      <a:pt x="1674" y="0"/>
                    </a:moveTo>
                    <a:cubicBezTo>
                      <a:pt x="1357" y="0"/>
                      <a:pt x="1038" y="99"/>
                      <a:pt x="765" y="303"/>
                    </a:cubicBezTo>
                    <a:cubicBezTo>
                      <a:pt x="122" y="799"/>
                      <a:pt x="0" y="1739"/>
                      <a:pt x="496" y="2382"/>
                    </a:cubicBezTo>
                    <a:cubicBezTo>
                      <a:pt x="784" y="2769"/>
                      <a:pt x="1228" y="2970"/>
                      <a:pt x="1676" y="2970"/>
                    </a:cubicBezTo>
                    <a:cubicBezTo>
                      <a:pt x="1991" y="2970"/>
                      <a:pt x="2308" y="2870"/>
                      <a:pt x="2574" y="2665"/>
                    </a:cubicBezTo>
                    <a:cubicBezTo>
                      <a:pt x="3231" y="2159"/>
                      <a:pt x="3353" y="1229"/>
                      <a:pt x="2858" y="573"/>
                    </a:cubicBezTo>
                    <a:cubicBezTo>
                      <a:pt x="2562" y="197"/>
                      <a:pt x="2121" y="0"/>
                      <a:pt x="167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5"/>
              <p:cNvSpPr/>
              <p:nvPr/>
            </p:nvSpPr>
            <p:spPr>
              <a:xfrm>
                <a:off x="2985975" y="2917825"/>
                <a:ext cx="90125" cy="8335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334" extrusionOk="0">
                    <a:moveTo>
                      <a:pt x="1720" y="372"/>
                    </a:moveTo>
                    <a:cubicBezTo>
                      <a:pt x="2107" y="372"/>
                      <a:pt x="2499" y="537"/>
                      <a:pt x="2753" y="878"/>
                    </a:cubicBezTo>
                    <a:cubicBezTo>
                      <a:pt x="3184" y="1449"/>
                      <a:pt x="3080" y="2271"/>
                      <a:pt x="2513" y="2705"/>
                    </a:cubicBezTo>
                    <a:cubicBezTo>
                      <a:pt x="2278" y="2885"/>
                      <a:pt x="2000" y="2972"/>
                      <a:pt x="1723" y="2972"/>
                    </a:cubicBezTo>
                    <a:cubicBezTo>
                      <a:pt x="1330" y="2972"/>
                      <a:pt x="942" y="2797"/>
                      <a:pt x="690" y="2465"/>
                    </a:cubicBezTo>
                    <a:cubicBezTo>
                      <a:pt x="463" y="2181"/>
                      <a:pt x="374" y="1836"/>
                      <a:pt x="420" y="1492"/>
                    </a:cubicBezTo>
                    <a:cubicBezTo>
                      <a:pt x="463" y="1147"/>
                      <a:pt x="643" y="849"/>
                      <a:pt x="926" y="641"/>
                    </a:cubicBezTo>
                    <a:cubicBezTo>
                      <a:pt x="1167" y="447"/>
                      <a:pt x="1436" y="372"/>
                      <a:pt x="1720" y="372"/>
                    </a:cubicBezTo>
                    <a:close/>
                    <a:moveTo>
                      <a:pt x="1715" y="1"/>
                    </a:moveTo>
                    <a:cubicBezTo>
                      <a:pt x="1362" y="1"/>
                      <a:pt x="1006" y="112"/>
                      <a:pt x="704" y="340"/>
                    </a:cubicBezTo>
                    <a:cubicBezTo>
                      <a:pt x="345" y="609"/>
                      <a:pt x="119" y="1014"/>
                      <a:pt x="61" y="1449"/>
                    </a:cubicBezTo>
                    <a:cubicBezTo>
                      <a:pt x="0" y="1897"/>
                      <a:pt x="119" y="2332"/>
                      <a:pt x="388" y="2691"/>
                    </a:cubicBezTo>
                    <a:cubicBezTo>
                      <a:pt x="718" y="3107"/>
                      <a:pt x="1210" y="3333"/>
                      <a:pt x="1720" y="3333"/>
                    </a:cubicBezTo>
                    <a:cubicBezTo>
                      <a:pt x="2079" y="3333"/>
                      <a:pt x="2438" y="3229"/>
                      <a:pt x="2736" y="2989"/>
                    </a:cubicBezTo>
                    <a:cubicBezTo>
                      <a:pt x="3453" y="2436"/>
                      <a:pt x="3604" y="1388"/>
                      <a:pt x="3037" y="656"/>
                    </a:cubicBezTo>
                    <a:cubicBezTo>
                      <a:pt x="2712" y="225"/>
                      <a:pt x="2217" y="1"/>
                      <a:pt x="17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9" name="Google Shape;969;p35"/>
            <p:cNvGrpSpPr/>
            <p:nvPr/>
          </p:nvGrpSpPr>
          <p:grpSpPr>
            <a:xfrm>
              <a:off x="1564550" y="3856100"/>
              <a:ext cx="72625" cy="69125"/>
              <a:chOff x="2363375" y="2639225"/>
              <a:chExt cx="72625" cy="69125"/>
            </a:xfrm>
          </p:grpSpPr>
          <p:sp>
            <p:nvSpPr>
              <p:cNvPr id="970" name="Google Shape;970;p35"/>
              <p:cNvSpPr/>
              <p:nvPr/>
            </p:nvSpPr>
            <p:spPr>
              <a:xfrm>
                <a:off x="2364900" y="2642200"/>
                <a:ext cx="68050" cy="63200"/>
              </a:xfrm>
              <a:custGeom>
                <a:avLst/>
                <a:gdLst/>
                <a:ahLst/>
                <a:cxnLst/>
                <a:rect l="l" t="t" r="r" b="b"/>
                <a:pathLst>
                  <a:path w="2722" h="2528" extrusionOk="0">
                    <a:moveTo>
                      <a:pt x="1358" y="0"/>
                    </a:moveTo>
                    <a:cubicBezTo>
                      <a:pt x="738" y="0"/>
                      <a:pt x="199" y="440"/>
                      <a:pt x="104" y="1077"/>
                    </a:cubicBezTo>
                    <a:cubicBezTo>
                      <a:pt x="0" y="1763"/>
                      <a:pt x="478" y="2409"/>
                      <a:pt x="1167" y="2513"/>
                    </a:cubicBezTo>
                    <a:cubicBezTo>
                      <a:pt x="1232" y="2523"/>
                      <a:pt x="1297" y="2528"/>
                      <a:pt x="1360" y="2528"/>
                    </a:cubicBezTo>
                    <a:cubicBezTo>
                      <a:pt x="1973" y="2528"/>
                      <a:pt x="2508" y="2088"/>
                      <a:pt x="2603" y="1450"/>
                    </a:cubicBezTo>
                    <a:cubicBezTo>
                      <a:pt x="2721" y="761"/>
                      <a:pt x="2244" y="119"/>
                      <a:pt x="1555" y="15"/>
                    </a:cubicBezTo>
                    <a:cubicBezTo>
                      <a:pt x="1489" y="5"/>
                      <a:pt x="1423" y="0"/>
                      <a:pt x="13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5"/>
              <p:cNvSpPr/>
              <p:nvPr/>
            </p:nvSpPr>
            <p:spPr>
              <a:xfrm>
                <a:off x="2363375" y="2639225"/>
                <a:ext cx="72625" cy="69125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765" extrusionOk="0">
                    <a:moveTo>
                      <a:pt x="1422" y="223"/>
                    </a:moveTo>
                    <a:cubicBezTo>
                      <a:pt x="1483" y="223"/>
                      <a:pt x="1526" y="223"/>
                      <a:pt x="1587" y="238"/>
                    </a:cubicBezTo>
                    <a:cubicBezTo>
                      <a:pt x="2229" y="342"/>
                      <a:pt x="2664" y="927"/>
                      <a:pt x="2560" y="1555"/>
                    </a:cubicBezTo>
                    <a:cubicBezTo>
                      <a:pt x="2478" y="2128"/>
                      <a:pt x="1972" y="2540"/>
                      <a:pt x="1407" y="2540"/>
                    </a:cubicBezTo>
                    <a:cubicBezTo>
                      <a:pt x="1353" y="2540"/>
                      <a:pt x="1298" y="2536"/>
                      <a:pt x="1242" y="2528"/>
                    </a:cubicBezTo>
                    <a:cubicBezTo>
                      <a:pt x="944" y="2481"/>
                      <a:pt x="675" y="2316"/>
                      <a:pt x="481" y="2061"/>
                    </a:cubicBezTo>
                    <a:cubicBezTo>
                      <a:pt x="302" y="1824"/>
                      <a:pt x="226" y="1508"/>
                      <a:pt x="270" y="1211"/>
                    </a:cubicBezTo>
                    <a:cubicBezTo>
                      <a:pt x="316" y="895"/>
                      <a:pt x="481" y="625"/>
                      <a:pt x="736" y="446"/>
                    </a:cubicBezTo>
                    <a:cubicBezTo>
                      <a:pt x="930" y="299"/>
                      <a:pt x="1167" y="223"/>
                      <a:pt x="1422" y="223"/>
                    </a:cubicBezTo>
                    <a:close/>
                    <a:moveTo>
                      <a:pt x="1430" y="1"/>
                    </a:moveTo>
                    <a:cubicBezTo>
                      <a:pt x="748" y="1"/>
                      <a:pt x="156" y="486"/>
                      <a:pt x="61" y="1182"/>
                    </a:cubicBezTo>
                    <a:cubicBezTo>
                      <a:pt x="0" y="1541"/>
                      <a:pt x="90" y="1900"/>
                      <a:pt x="302" y="2198"/>
                    </a:cubicBezTo>
                    <a:cubicBezTo>
                      <a:pt x="524" y="2496"/>
                      <a:pt x="840" y="2689"/>
                      <a:pt x="1214" y="2750"/>
                    </a:cubicBezTo>
                    <a:cubicBezTo>
                      <a:pt x="1275" y="2750"/>
                      <a:pt x="1346" y="2765"/>
                      <a:pt x="1422" y="2765"/>
                    </a:cubicBezTo>
                    <a:cubicBezTo>
                      <a:pt x="2082" y="2765"/>
                      <a:pt x="2678" y="2273"/>
                      <a:pt x="2782" y="1584"/>
                    </a:cubicBezTo>
                    <a:cubicBezTo>
                      <a:pt x="2904" y="837"/>
                      <a:pt x="2380" y="134"/>
                      <a:pt x="1634" y="15"/>
                    </a:cubicBezTo>
                    <a:cubicBezTo>
                      <a:pt x="1565" y="6"/>
                      <a:pt x="1497" y="1"/>
                      <a:pt x="1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2" name="Google Shape;972;p35"/>
            <p:cNvGrpSpPr/>
            <p:nvPr/>
          </p:nvGrpSpPr>
          <p:grpSpPr>
            <a:xfrm>
              <a:off x="1401625" y="4756175"/>
              <a:ext cx="75150" cy="71675"/>
              <a:chOff x="3386825" y="3172850"/>
              <a:chExt cx="75150" cy="71675"/>
            </a:xfrm>
          </p:grpSpPr>
          <p:sp>
            <p:nvSpPr>
              <p:cNvPr id="973" name="Google Shape;973;p35"/>
              <p:cNvSpPr/>
              <p:nvPr/>
            </p:nvSpPr>
            <p:spPr>
              <a:xfrm>
                <a:off x="3390500" y="3177300"/>
                <a:ext cx="66625" cy="62650"/>
              </a:xfrm>
              <a:custGeom>
                <a:avLst/>
                <a:gdLst/>
                <a:ahLst/>
                <a:cxnLst/>
                <a:rect l="l" t="t" r="r" b="b"/>
                <a:pathLst>
                  <a:path w="2665" h="2506" extrusionOk="0">
                    <a:moveTo>
                      <a:pt x="1336" y="1"/>
                    </a:moveTo>
                    <a:cubicBezTo>
                      <a:pt x="713" y="1"/>
                      <a:pt x="173" y="470"/>
                      <a:pt x="91" y="1088"/>
                    </a:cubicBezTo>
                    <a:cubicBezTo>
                      <a:pt x="1" y="1777"/>
                      <a:pt x="482" y="2405"/>
                      <a:pt x="1167" y="2495"/>
                    </a:cubicBezTo>
                    <a:cubicBezTo>
                      <a:pt x="1223" y="2502"/>
                      <a:pt x="1279" y="2506"/>
                      <a:pt x="1334" y="2506"/>
                    </a:cubicBezTo>
                    <a:cubicBezTo>
                      <a:pt x="1955" y="2506"/>
                      <a:pt x="2492" y="2052"/>
                      <a:pt x="2575" y="1418"/>
                    </a:cubicBezTo>
                    <a:cubicBezTo>
                      <a:pt x="2664" y="729"/>
                      <a:pt x="2169" y="101"/>
                      <a:pt x="1498" y="11"/>
                    </a:cubicBezTo>
                    <a:cubicBezTo>
                      <a:pt x="1443" y="4"/>
                      <a:pt x="1389" y="1"/>
                      <a:pt x="13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5"/>
              <p:cNvSpPr/>
              <p:nvPr/>
            </p:nvSpPr>
            <p:spPr>
              <a:xfrm>
                <a:off x="3386825" y="3172850"/>
                <a:ext cx="75150" cy="71675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2867" extrusionOk="0">
                    <a:moveTo>
                      <a:pt x="1616" y="369"/>
                    </a:moveTo>
                    <a:cubicBezTo>
                      <a:pt x="2197" y="458"/>
                      <a:pt x="2617" y="997"/>
                      <a:pt x="2542" y="1582"/>
                    </a:cubicBezTo>
                    <a:cubicBezTo>
                      <a:pt x="2495" y="1865"/>
                      <a:pt x="2348" y="2106"/>
                      <a:pt x="2122" y="2285"/>
                    </a:cubicBezTo>
                    <a:cubicBezTo>
                      <a:pt x="1943" y="2430"/>
                      <a:pt x="1724" y="2507"/>
                      <a:pt x="1495" y="2507"/>
                    </a:cubicBezTo>
                    <a:cubicBezTo>
                      <a:pt x="1440" y="2507"/>
                      <a:pt x="1384" y="2503"/>
                      <a:pt x="1329" y="2494"/>
                    </a:cubicBezTo>
                    <a:cubicBezTo>
                      <a:pt x="1045" y="2465"/>
                      <a:pt x="808" y="2314"/>
                      <a:pt x="629" y="2092"/>
                    </a:cubicBezTo>
                    <a:cubicBezTo>
                      <a:pt x="449" y="1865"/>
                      <a:pt x="374" y="1582"/>
                      <a:pt x="417" y="1298"/>
                    </a:cubicBezTo>
                    <a:cubicBezTo>
                      <a:pt x="449" y="1015"/>
                      <a:pt x="597" y="760"/>
                      <a:pt x="823" y="595"/>
                    </a:cubicBezTo>
                    <a:cubicBezTo>
                      <a:pt x="1017" y="444"/>
                      <a:pt x="1239" y="369"/>
                      <a:pt x="1480" y="369"/>
                    </a:cubicBezTo>
                    <a:close/>
                    <a:moveTo>
                      <a:pt x="1493" y="0"/>
                    </a:moveTo>
                    <a:cubicBezTo>
                      <a:pt x="1176" y="0"/>
                      <a:pt x="866" y="104"/>
                      <a:pt x="597" y="297"/>
                    </a:cubicBezTo>
                    <a:cubicBezTo>
                      <a:pt x="299" y="534"/>
                      <a:pt x="105" y="864"/>
                      <a:pt x="58" y="1252"/>
                    </a:cubicBezTo>
                    <a:cubicBezTo>
                      <a:pt x="1" y="1625"/>
                      <a:pt x="105" y="2002"/>
                      <a:pt x="342" y="2314"/>
                    </a:cubicBezTo>
                    <a:cubicBezTo>
                      <a:pt x="568" y="2612"/>
                      <a:pt x="912" y="2810"/>
                      <a:pt x="1286" y="2853"/>
                    </a:cubicBezTo>
                    <a:cubicBezTo>
                      <a:pt x="1347" y="2867"/>
                      <a:pt x="1419" y="2867"/>
                      <a:pt x="1480" y="2867"/>
                    </a:cubicBezTo>
                    <a:cubicBezTo>
                      <a:pt x="1795" y="2867"/>
                      <a:pt x="2093" y="2763"/>
                      <a:pt x="2348" y="2569"/>
                    </a:cubicBezTo>
                    <a:cubicBezTo>
                      <a:pt x="2646" y="2343"/>
                      <a:pt x="2840" y="2002"/>
                      <a:pt x="2901" y="1625"/>
                    </a:cubicBezTo>
                    <a:cubicBezTo>
                      <a:pt x="3005" y="850"/>
                      <a:pt x="2452" y="117"/>
                      <a:pt x="1659" y="10"/>
                    </a:cubicBezTo>
                    <a:cubicBezTo>
                      <a:pt x="1604" y="3"/>
                      <a:pt x="1548" y="0"/>
                      <a:pt x="14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5" name="Google Shape;975;p35"/>
            <p:cNvGrpSpPr/>
            <p:nvPr/>
          </p:nvGrpSpPr>
          <p:grpSpPr>
            <a:xfrm>
              <a:off x="218475" y="3413450"/>
              <a:ext cx="1076586" cy="713400"/>
              <a:chOff x="2353625" y="3247400"/>
              <a:chExt cx="1076586" cy="713400"/>
            </a:xfrm>
          </p:grpSpPr>
          <p:sp>
            <p:nvSpPr>
              <p:cNvPr id="976" name="Google Shape;976;p35"/>
              <p:cNvSpPr/>
              <p:nvPr/>
            </p:nvSpPr>
            <p:spPr>
              <a:xfrm>
                <a:off x="2880959" y="3267210"/>
                <a:ext cx="500031" cy="464906"/>
              </a:xfrm>
              <a:custGeom>
                <a:avLst/>
                <a:gdLst/>
                <a:ahLst/>
                <a:cxnLst/>
                <a:rect l="l" t="t" r="r" b="b"/>
                <a:pathLst>
                  <a:path w="10677" h="9927" extrusionOk="0">
                    <a:moveTo>
                      <a:pt x="5376" y="1"/>
                    </a:moveTo>
                    <a:cubicBezTo>
                      <a:pt x="5119" y="1"/>
                      <a:pt x="4859" y="21"/>
                      <a:pt x="4598" y="63"/>
                    </a:cubicBezTo>
                    <a:cubicBezTo>
                      <a:pt x="1881" y="462"/>
                      <a:pt x="1" y="2994"/>
                      <a:pt x="438" y="5704"/>
                    </a:cubicBezTo>
                    <a:cubicBezTo>
                      <a:pt x="801" y="8172"/>
                      <a:pt x="2918" y="9926"/>
                      <a:pt x="5340" y="9926"/>
                    </a:cubicBezTo>
                    <a:cubicBezTo>
                      <a:pt x="5584" y="9926"/>
                      <a:pt x="5831" y="9908"/>
                      <a:pt x="6079" y="9872"/>
                    </a:cubicBezTo>
                    <a:cubicBezTo>
                      <a:pt x="8796" y="9442"/>
                      <a:pt x="10676" y="6911"/>
                      <a:pt x="10247" y="4194"/>
                    </a:cubicBezTo>
                    <a:cubicBezTo>
                      <a:pt x="9879" y="1747"/>
                      <a:pt x="7761" y="1"/>
                      <a:pt x="53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5"/>
              <p:cNvSpPr/>
              <p:nvPr/>
            </p:nvSpPr>
            <p:spPr>
              <a:xfrm>
                <a:off x="2886860" y="3261262"/>
                <a:ext cx="498298" cy="475584"/>
              </a:xfrm>
              <a:custGeom>
                <a:avLst/>
                <a:gdLst/>
                <a:ahLst/>
                <a:cxnLst/>
                <a:rect l="l" t="t" r="r" b="b"/>
                <a:pathLst>
                  <a:path w="10640" h="10155" extrusionOk="0">
                    <a:moveTo>
                      <a:pt x="5203" y="223"/>
                    </a:moveTo>
                    <a:cubicBezTo>
                      <a:pt x="7564" y="223"/>
                      <a:pt x="9635" y="1946"/>
                      <a:pt x="10025" y="4350"/>
                    </a:cubicBezTo>
                    <a:cubicBezTo>
                      <a:pt x="10425" y="7008"/>
                      <a:pt x="8603" y="9473"/>
                      <a:pt x="5953" y="9873"/>
                    </a:cubicBezTo>
                    <a:cubicBezTo>
                      <a:pt x="5707" y="9910"/>
                      <a:pt x="5462" y="9928"/>
                      <a:pt x="5220" y="9928"/>
                    </a:cubicBezTo>
                    <a:cubicBezTo>
                      <a:pt x="2861" y="9928"/>
                      <a:pt x="790" y="8212"/>
                      <a:pt x="401" y="5801"/>
                    </a:cubicBezTo>
                    <a:cubicBezTo>
                      <a:pt x="1" y="3180"/>
                      <a:pt x="1822" y="686"/>
                      <a:pt x="4472" y="278"/>
                    </a:cubicBezTo>
                    <a:cubicBezTo>
                      <a:pt x="4718" y="241"/>
                      <a:pt x="4962" y="223"/>
                      <a:pt x="5203" y="223"/>
                    </a:cubicBezTo>
                    <a:close/>
                    <a:moveTo>
                      <a:pt x="5226" y="1"/>
                    </a:moveTo>
                    <a:cubicBezTo>
                      <a:pt x="4965" y="1"/>
                      <a:pt x="4703" y="22"/>
                      <a:pt x="4443" y="64"/>
                    </a:cubicBezTo>
                    <a:cubicBezTo>
                      <a:pt x="3118" y="278"/>
                      <a:pt x="1911" y="989"/>
                      <a:pt x="1111" y="2070"/>
                    </a:cubicBezTo>
                    <a:cubicBezTo>
                      <a:pt x="312" y="3180"/>
                      <a:pt x="1" y="4506"/>
                      <a:pt x="186" y="5868"/>
                    </a:cubicBezTo>
                    <a:cubicBezTo>
                      <a:pt x="586" y="8363"/>
                      <a:pt x="2747" y="10154"/>
                      <a:pt x="5213" y="10154"/>
                    </a:cubicBezTo>
                    <a:cubicBezTo>
                      <a:pt x="5457" y="10154"/>
                      <a:pt x="5709" y="10154"/>
                      <a:pt x="5983" y="10088"/>
                    </a:cubicBezTo>
                    <a:cubicBezTo>
                      <a:pt x="8759" y="9658"/>
                      <a:pt x="10639" y="7067"/>
                      <a:pt x="10239" y="4321"/>
                    </a:cubicBezTo>
                    <a:cubicBezTo>
                      <a:pt x="10025" y="2966"/>
                      <a:pt x="9314" y="1796"/>
                      <a:pt x="8204" y="989"/>
                    </a:cubicBezTo>
                    <a:cubicBezTo>
                      <a:pt x="7335" y="347"/>
                      <a:pt x="6290" y="1"/>
                      <a:pt x="5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5"/>
              <p:cNvSpPr/>
              <p:nvPr/>
            </p:nvSpPr>
            <p:spPr>
              <a:xfrm>
                <a:off x="2858105" y="3252692"/>
                <a:ext cx="498251" cy="464859"/>
              </a:xfrm>
              <a:custGeom>
                <a:avLst/>
                <a:gdLst/>
                <a:ahLst/>
                <a:cxnLst/>
                <a:rect l="l" t="t" r="r" b="b"/>
                <a:pathLst>
                  <a:path w="10639" h="9926" extrusionOk="0">
                    <a:moveTo>
                      <a:pt x="5336" y="1"/>
                    </a:moveTo>
                    <a:cubicBezTo>
                      <a:pt x="5080" y="1"/>
                      <a:pt x="4821" y="20"/>
                      <a:pt x="4561" y="62"/>
                    </a:cubicBezTo>
                    <a:cubicBezTo>
                      <a:pt x="1851" y="461"/>
                      <a:pt x="0" y="2993"/>
                      <a:pt x="430" y="5710"/>
                    </a:cubicBezTo>
                    <a:cubicBezTo>
                      <a:pt x="793" y="8172"/>
                      <a:pt x="2916" y="9925"/>
                      <a:pt x="5334" y="9925"/>
                    </a:cubicBezTo>
                    <a:cubicBezTo>
                      <a:pt x="5577" y="9925"/>
                      <a:pt x="5823" y="9907"/>
                      <a:pt x="6071" y="9871"/>
                    </a:cubicBezTo>
                    <a:cubicBezTo>
                      <a:pt x="8788" y="9441"/>
                      <a:pt x="10639" y="6910"/>
                      <a:pt x="10239" y="4200"/>
                    </a:cubicBezTo>
                    <a:cubicBezTo>
                      <a:pt x="9851" y="1771"/>
                      <a:pt x="7744" y="1"/>
                      <a:pt x="53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5"/>
              <p:cNvSpPr/>
              <p:nvPr/>
            </p:nvSpPr>
            <p:spPr>
              <a:xfrm>
                <a:off x="2852204" y="3247400"/>
                <a:ext cx="499984" cy="474882"/>
              </a:xfrm>
              <a:custGeom>
                <a:avLst/>
                <a:gdLst/>
                <a:ahLst/>
                <a:cxnLst/>
                <a:rect l="l" t="t" r="r" b="b"/>
                <a:pathLst>
                  <a:path w="10676" h="10140" extrusionOk="0">
                    <a:moveTo>
                      <a:pt x="5439" y="218"/>
                    </a:moveTo>
                    <a:cubicBezTo>
                      <a:pt x="6466" y="218"/>
                      <a:pt x="7478" y="537"/>
                      <a:pt x="8329" y="1167"/>
                    </a:cubicBezTo>
                    <a:cubicBezTo>
                      <a:pt x="9380" y="1937"/>
                      <a:pt x="10054" y="3047"/>
                      <a:pt x="10239" y="4343"/>
                    </a:cubicBezTo>
                    <a:cubicBezTo>
                      <a:pt x="10454" y="5638"/>
                      <a:pt x="10121" y="6904"/>
                      <a:pt x="9380" y="7948"/>
                    </a:cubicBezTo>
                    <a:cubicBezTo>
                      <a:pt x="8603" y="8999"/>
                      <a:pt x="7463" y="9680"/>
                      <a:pt x="6197" y="9865"/>
                    </a:cubicBezTo>
                    <a:cubicBezTo>
                      <a:pt x="5936" y="9908"/>
                      <a:pt x="5677" y="9928"/>
                      <a:pt x="5421" y="9928"/>
                    </a:cubicBezTo>
                    <a:cubicBezTo>
                      <a:pt x="3076" y="9928"/>
                      <a:pt x="1012" y="8213"/>
                      <a:pt x="645" y="5823"/>
                    </a:cubicBezTo>
                    <a:cubicBezTo>
                      <a:pt x="245" y="3166"/>
                      <a:pt x="2066" y="671"/>
                      <a:pt x="4716" y="271"/>
                    </a:cubicBezTo>
                    <a:cubicBezTo>
                      <a:pt x="4957" y="236"/>
                      <a:pt x="5198" y="218"/>
                      <a:pt x="5439" y="218"/>
                    </a:cubicBezTo>
                    <a:close/>
                    <a:moveTo>
                      <a:pt x="5450" y="1"/>
                    </a:moveTo>
                    <a:cubicBezTo>
                      <a:pt x="5195" y="1"/>
                      <a:pt x="4940" y="19"/>
                      <a:pt x="4687" y="56"/>
                    </a:cubicBezTo>
                    <a:cubicBezTo>
                      <a:pt x="1911" y="486"/>
                      <a:pt x="0" y="3077"/>
                      <a:pt x="430" y="5853"/>
                    </a:cubicBezTo>
                    <a:cubicBezTo>
                      <a:pt x="830" y="8348"/>
                      <a:pt x="2991" y="10139"/>
                      <a:pt x="5457" y="10139"/>
                    </a:cubicBezTo>
                    <a:cubicBezTo>
                      <a:pt x="5708" y="10139"/>
                      <a:pt x="5953" y="10139"/>
                      <a:pt x="6234" y="10080"/>
                    </a:cubicBezTo>
                    <a:cubicBezTo>
                      <a:pt x="7559" y="9895"/>
                      <a:pt x="8729" y="9184"/>
                      <a:pt x="9528" y="8074"/>
                    </a:cubicBezTo>
                    <a:cubicBezTo>
                      <a:pt x="10335" y="6993"/>
                      <a:pt x="10676" y="5638"/>
                      <a:pt x="10454" y="4313"/>
                    </a:cubicBezTo>
                    <a:cubicBezTo>
                      <a:pt x="10269" y="2951"/>
                      <a:pt x="9528" y="1781"/>
                      <a:pt x="8455" y="982"/>
                    </a:cubicBezTo>
                    <a:cubicBezTo>
                      <a:pt x="7581" y="329"/>
                      <a:pt x="6523" y="1"/>
                      <a:pt x="54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35"/>
              <p:cNvSpPr/>
              <p:nvPr/>
            </p:nvSpPr>
            <p:spPr>
              <a:xfrm>
                <a:off x="2810242" y="3857441"/>
                <a:ext cx="106825" cy="98067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2094" extrusionOk="0">
                    <a:moveTo>
                      <a:pt x="1162" y="0"/>
                    </a:moveTo>
                    <a:cubicBezTo>
                      <a:pt x="1103" y="0"/>
                      <a:pt x="1044" y="5"/>
                      <a:pt x="985" y="15"/>
                    </a:cubicBezTo>
                    <a:cubicBezTo>
                      <a:pt x="400" y="75"/>
                      <a:pt x="1" y="630"/>
                      <a:pt x="97" y="1185"/>
                    </a:cubicBezTo>
                    <a:cubicBezTo>
                      <a:pt x="177" y="1715"/>
                      <a:pt x="641" y="2093"/>
                      <a:pt x="1141" y="2093"/>
                    </a:cubicBezTo>
                    <a:cubicBezTo>
                      <a:pt x="1192" y="2093"/>
                      <a:pt x="1244" y="2089"/>
                      <a:pt x="1296" y="2081"/>
                    </a:cubicBezTo>
                    <a:cubicBezTo>
                      <a:pt x="1881" y="1985"/>
                      <a:pt x="2281" y="1466"/>
                      <a:pt x="2192" y="874"/>
                    </a:cubicBezTo>
                    <a:cubicBezTo>
                      <a:pt x="2106" y="351"/>
                      <a:pt x="1653" y="0"/>
                      <a:pt x="11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35"/>
              <p:cNvSpPr/>
              <p:nvPr/>
            </p:nvSpPr>
            <p:spPr>
              <a:xfrm>
                <a:off x="2806074" y="3851399"/>
                <a:ext cx="114131" cy="109401"/>
              </a:xfrm>
              <a:custGeom>
                <a:avLst/>
                <a:gdLst/>
                <a:ahLst/>
                <a:cxnLst/>
                <a:rect l="l" t="t" r="r" b="b"/>
                <a:pathLst>
                  <a:path w="2437" h="2336" extrusionOk="0">
                    <a:moveTo>
                      <a:pt x="1230" y="233"/>
                    </a:moveTo>
                    <a:cubicBezTo>
                      <a:pt x="1444" y="233"/>
                      <a:pt x="1630" y="300"/>
                      <a:pt x="1785" y="418"/>
                    </a:cubicBezTo>
                    <a:cubicBezTo>
                      <a:pt x="2000" y="544"/>
                      <a:pt x="2126" y="788"/>
                      <a:pt x="2155" y="1040"/>
                    </a:cubicBezTo>
                    <a:cubicBezTo>
                      <a:pt x="2185" y="1284"/>
                      <a:pt x="2155" y="1529"/>
                      <a:pt x="2000" y="1714"/>
                    </a:cubicBezTo>
                    <a:cubicBezTo>
                      <a:pt x="1852" y="1928"/>
                      <a:pt x="1630" y="2054"/>
                      <a:pt x="1385" y="2084"/>
                    </a:cubicBezTo>
                    <a:cubicBezTo>
                      <a:pt x="1321" y="2101"/>
                      <a:pt x="1257" y="2110"/>
                      <a:pt x="1193" y="2110"/>
                    </a:cubicBezTo>
                    <a:cubicBezTo>
                      <a:pt x="1012" y="2110"/>
                      <a:pt x="833" y="2043"/>
                      <a:pt x="675" y="1928"/>
                    </a:cubicBezTo>
                    <a:cubicBezTo>
                      <a:pt x="460" y="1780"/>
                      <a:pt x="334" y="1558"/>
                      <a:pt x="304" y="1314"/>
                    </a:cubicBezTo>
                    <a:cubicBezTo>
                      <a:pt x="216" y="788"/>
                      <a:pt x="586" y="329"/>
                      <a:pt x="1074" y="233"/>
                    </a:cubicBezTo>
                    <a:close/>
                    <a:moveTo>
                      <a:pt x="1238" y="0"/>
                    </a:moveTo>
                    <a:cubicBezTo>
                      <a:pt x="1174" y="0"/>
                      <a:pt x="1109" y="6"/>
                      <a:pt x="1045" y="18"/>
                    </a:cubicBezTo>
                    <a:cubicBezTo>
                      <a:pt x="430" y="115"/>
                      <a:pt x="1" y="700"/>
                      <a:pt x="90" y="1344"/>
                    </a:cubicBezTo>
                    <a:cubicBezTo>
                      <a:pt x="119" y="1655"/>
                      <a:pt x="304" y="1928"/>
                      <a:pt x="556" y="2114"/>
                    </a:cubicBezTo>
                    <a:cubicBezTo>
                      <a:pt x="741" y="2239"/>
                      <a:pt x="985" y="2336"/>
                      <a:pt x="1230" y="2336"/>
                    </a:cubicBezTo>
                    <a:cubicBezTo>
                      <a:pt x="1296" y="2336"/>
                      <a:pt x="1356" y="2336"/>
                      <a:pt x="1415" y="2299"/>
                    </a:cubicBezTo>
                    <a:cubicBezTo>
                      <a:pt x="1726" y="2269"/>
                      <a:pt x="1970" y="2114"/>
                      <a:pt x="2155" y="1869"/>
                    </a:cubicBezTo>
                    <a:cubicBezTo>
                      <a:pt x="2340" y="1595"/>
                      <a:pt x="2437" y="1284"/>
                      <a:pt x="2370" y="1003"/>
                    </a:cubicBezTo>
                    <a:cubicBezTo>
                      <a:pt x="2340" y="700"/>
                      <a:pt x="2155" y="418"/>
                      <a:pt x="1911" y="233"/>
                    </a:cubicBezTo>
                    <a:cubicBezTo>
                      <a:pt x="1717" y="86"/>
                      <a:pt x="1482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35"/>
              <p:cNvSpPr/>
              <p:nvPr/>
            </p:nvSpPr>
            <p:spPr>
              <a:xfrm>
                <a:off x="3391012" y="3819413"/>
                <a:ext cx="33298" cy="29551"/>
              </a:xfrm>
              <a:custGeom>
                <a:avLst/>
                <a:gdLst/>
                <a:ahLst/>
                <a:cxnLst/>
                <a:rect l="l" t="t" r="r" b="b"/>
                <a:pathLst>
                  <a:path w="711" h="631" extrusionOk="0">
                    <a:moveTo>
                      <a:pt x="345" y="0"/>
                    </a:moveTo>
                    <a:cubicBezTo>
                      <a:pt x="248" y="0"/>
                      <a:pt x="150" y="41"/>
                      <a:pt x="96" y="117"/>
                    </a:cubicBezTo>
                    <a:cubicBezTo>
                      <a:pt x="0" y="272"/>
                      <a:pt x="30" y="457"/>
                      <a:pt x="156" y="576"/>
                    </a:cubicBezTo>
                    <a:cubicBezTo>
                      <a:pt x="215" y="612"/>
                      <a:pt x="279" y="631"/>
                      <a:pt x="340" y="631"/>
                    </a:cubicBezTo>
                    <a:cubicBezTo>
                      <a:pt x="439" y="631"/>
                      <a:pt x="530" y="583"/>
                      <a:pt x="585" y="487"/>
                    </a:cubicBezTo>
                    <a:cubicBezTo>
                      <a:pt x="711" y="361"/>
                      <a:pt x="681" y="146"/>
                      <a:pt x="526" y="57"/>
                    </a:cubicBezTo>
                    <a:cubicBezTo>
                      <a:pt x="475" y="19"/>
                      <a:pt x="410" y="0"/>
                      <a:pt x="3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35"/>
              <p:cNvSpPr/>
              <p:nvPr/>
            </p:nvSpPr>
            <p:spPr>
              <a:xfrm>
                <a:off x="3386844" y="3814121"/>
                <a:ext cx="43367" cy="39573"/>
              </a:xfrm>
              <a:custGeom>
                <a:avLst/>
                <a:gdLst/>
                <a:ahLst/>
                <a:cxnLst/>
                <a:rect l="l" t="t" r="r" b="b"/>
                <a:pathLst>
                  <a:path w="926" h="845" extrusionOk="0">
                    <a:moveTo>
                      <a:pt x="430" y="230"/>
                    </a:moveTo>
                    <a:cubicBezTo>
                      <a:pt x="489" y="230"/>
                      <a:pt x="519" y="230"/>
                      <a:pt x="556" y="259"/>
                    </a:cubicBezTo>
                    <a:cubicBezTo>
                      <a:pt x="644" y="318"/>
                      <a:pt x="674" y="444"/>
                      <a:pt x="615" y="541"/>
                    </a:cubicBezTo>
                    <a:cubicBezTo>
                      <a:pt x="553" y="598"/>
                      <a:pt x="481" y="631"/>
                      <a:pt x="412" y="631"/>
                    </a:cubicBezTo>
                    <a:cubicBezTo>
                      <a:pt x="375" y="631"/>
                      <a:pt x="338" y="621"/>
                      <a:pt x="304" y="600"/>
                    </a:cubicBezTo>
                    <a:cubicBezTo>
                      <a:pt x="274" y="570"/>
                      <a:pt x="245" y="504"/>
                      <a:pt x="245" y="444"/>
                    </a:cubicBezTo>
                    <a:cubicBezTo>
                      <a:pt x="215" y="415"/>
                      <a:pt x="245" y="355"/>
                      <a:pt x="274" y="289"/>
                    </a:cubicBezTo>
                    <a:cubicBezTo>
                      <a:pt x="304" y="259"/>
                      <a:pt x="370" y="230"/>
                      <a:pt x="430" y="230"/>
                    </a:cubicBezTo>
                    <a:close/>
                    <a:moveTo>
                      <a:pt x="437" y="0"/>
                    </a:moveTo>
                    <a:cubicBezTo>
                      <a:pt x="310" y="0"/>
                      <a:pt x="183" y="58"/>
                      <a:pt x="89" y="170"/>
                    </a:cubicBezTo>
                    <a:cubicBezTo>
                      <a:pt x="30" y="259"/>
                      <a:pt x="0" y="385"/>
                      <a:pt x="30" y="474"/>
                    </a:cubicBezTo>
                    <a:cubicBezTo>
                      <a:pt x="30" y="600"/>
                      <a:pt x="89" y="689"/>
                      <a:pt x="185" y="785"/>
                    </a:cubicBezTo>
                    <a:cubicBezTo>
                      <a:pt x="245" y="814"/>
                      <a:pt x="333" y="844"/>
                      <a:pt x="430" y="844"/>
                    </a:cubicBezTo>
                    <a:lnTo>
                      <a:pt x="489" y="844"/>
                    </a:lnTo>
                    <a:cubicBezTo>
                      <a:pt x="615" y="814"/>
                      <a:pt x="704" y="785"/>
                      <a:pt x="770" y="689"/>
                    </a:cubicBezTo>
                    <a:cubicBezTo>
                      <a:pt x="926" y="474"/>
                      <a:pt x="889" y="230"/>
                      <a:pt x="674" y="74"/>
                    </a:cubicBezTo>
                    <a:cubicBezTo>
                      <a:pt x="601" y="25"/>
                      <a:pt x="519" y="0"/>
                      <a:pt x="4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35"/>
              <p:cNvSpPr/>
              <p:nvPr/>
            </p:nvSpPr>
            <p:spPr>
              <a:xfrm>
                <a:off x="2355358" y="3573214"/>
                <a:ext cx="73574" cy="6528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394" extrusionOk="0">
                    <a:moveTo>
                      <a:pt x="792" y="1"/>
                    </a:moveTo>
                    <a:cubicBezTo>
                      <a:pt x="581" y="1"/>
                      <a:pt x="374" y="98"/>
                      <a:pt x="245" y="280"/>
                    </a:cubicBezTo>
                    <a:cubicBezTo>
                      <a:pt x="1" y="591"/>
                      <a:pt x="60" y="1021"/>
                      <a:pt x="371" y="1243"/>
                    </a:cubicBezTo>
                    <a:cubicBezTo>
                      <a:pt x="497" y="1345"/>
                      <a:pt x="647" y="1394"/>
                      <a:pt x="797" y="1394"/>
                    </a:cubicBezTo>
                    <a:cubicBezTo>
                      <a:pt x="1005" y="1394"/>
                      <a:pt x="1213" y="1298"/>
                      <a:pt x="1355" y="1117"/>
                    </a:cubicBezTo>
                    <a:cubicBezTo>
                      <a:pt x="1570" y="806"/>
                      <a:pt x="1511" y="377"/>
                      <a:pt x="1200" y="132"/>
                    </a:cubicBezTo>
                    <a:cubicBezTo>
                      <a:pt x="1076" y="44"/>
                      <a:pt x="933" y="1"/>
                      <a:pt x="7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35"/>
              <p:cNvSpPr/>
              <p:nvPr/>
            </p:nvSpPr>
            <p:spPr>
              <a:xfrm>
                <a:off x="2353625" y="3568671"/>
                <a:ext cx="76665" cy="74183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1584" extrusionOk="0">
                    <a:moveTo>
                      <a:pt x="837" y="229"/>
                    </a:moveTo>
                    <a:cubicBezTo>
                      <a:pt x="926" y="229"/>
                      <a:pt x="1052" y="259"/>
                      <a:pt x="1178" y="318"/>
                    </a:cubicBezTo>
                    <a:cubicBezTo>
                      <a:pt x="1296" y="414"/>
                      <a:pt x="1363" y="562"/>
                      <a:pt x="1392" y="718"/>
                    </a:cubicBezTo>
                    <a:cubicBezTo>
                      <a:pt x="1422" y="873"/>
                      <a:pt x="1392" y="999"/>
                      <a:pt x="1296" y="1155"/>
                    </a:cubicBezTo>
                    <a:cubicBezTo>
                      <a:pt x="1207" y="1273"/>
                      <a:pt x="1052" y="1340"/>
                      <a:pt x="896" y="1369"/>
                    </a:cubicBezTo>
                    <a:cubicBezTo>
                      <a:pt x="868" y="1375"/>
                      <a:pt x="840" y="1377"/>
                      <a:pt x="812" y="1377"/>
                    </a:cubicBezTo>
                    <a:cubicBezTo>
                      <a:pt x="688" y="1377"/>
                      <a:pt x="570" y="1328"/>
                      <a:pt x="467" y="1273"/>
                    </a:cubicBezTo>
                    <a:cubicBezTo>
                      <a:pt x="341" y="1184"/>
                      <a:pt x="282" y="1029"/>
                      <a:pt x="252" y="873"/>
                    </a:cubicBezTo>
                    <a:cubicBezTo>
                      <a:pt x="223" y="718"/>
                      <a:pt x="252" y="562"/>
                      <a:pt x="341" y="444"/>
                    </a:cubicBezTo>
                    <a:cubicBezTo>
                      <a:pt x="467" y="288"/>
                      <a:pt x="652" y="229"/>
                      <a:pt x="837" y="229"/>
                    </a:cubicBezTo>
                    <a:close/>
                    <a:moveTo>
                      <a:pt x="815" y="1"/>
                    </a:moveTo>
                    <a:cubicBezTo>
                      <a:pt x="571" y="1"/>
                      <a:pt x="336" y="115"/>
                      <a:pt x="186" y="318"/>
                    </a:cubicBezTo>
                    <a:cubicBezTo>
                      <a:pt x="67" y="503"/>
                      <a:pt x="1" y="688"/>
                      <a:pt x="38" y="903"/>
                    </a:cubicBezTo>
                    <a:cubicBezTo>
                      <a:pt x="67" y="1118"/>
                      <a:pt x="186" y="1303"/>
                      <a:pt x="341" y="1429"/>
                    </a:cubicBezTo>
                    <a:cubicBezTo>
                      <a:pt x="497" y="1554"/>
                      <a:pt x="652" y="1584"/>
                      <a:pt x="808" y="1584"/>
                    </a:cubicBezTo>
                    <a:lnTo>
                      <a:pt x="926" y="1584"/>
                    </a:lnTo>
                    <a:cubicBezTo>
                      <a:pt x="1148" y="1554"/>
                      <a:pt x="1333" y="1429"/>
                      <a:pt x="1452" y="1273"/>
                    </a:cubicBezTo>
                    <a:cubicBezTo>
                      <a:pt x="1578" y="1088"/>
                      <a:pt x="1637" y="873"/>
                      <a:pt x="1607" y="659"/>
                    </a:cubicBezTo>
                    <a:cubicBezTo>
                      <a:pt x="1578" y="474"/>
                      <a:pt x="1452" y="288"/>
                      <a:pt x="1296" y="163"/>
                    </a:cubicBezTo>
                    <a:cubicBezTo>
                      <a:pt x="1147" y="52"/>
                      <a:pt x="979" y="1"/>
                      <a:pt x="8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5"/>
              <p:cNvSpPr/>
              <p:nvPr/>
            </p:nvSpPr>
            <p:spPr>
              <a:xfrm>
                <a:off x="2583479" y="3412953"/>
                <a:ext cx="257345" cy="33345"/>
              </a:xfrm>
              <a:custGeom>
                <a:avLst/>
                <a:gdLst/>
                <a:ahLst/>
                <a:cxnLst/>
                <a:rect l="l" t="t" r="r" b="b"/>
                <a:pathLst>
                  <a:path w="5495" h="712" extrusionOk="0">
                    <a:moveTo>
                      <a:pt x="1" y="1"/>
                    </a:moveTo>
                    <a:lnTo>
                      <a:pt x="1" y="711"/>
                    </a:lnTo>
                    <a:lnTo>
                      <a:pt x="5494" y="711"/>
                    </a:lnTo>
                    <a:lnTo>
                      <a:pt x="549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35"/>
              <p:cNvSpPr/>
              <p:nvPr/>
            </p:nvSpPr>
            <p:spPr>
              <a:xfrm>
                <a:off x="2577625" y="3407427"/>
                <a:ext cx="267367" cy="43367"/>
              </a:xfrm>
              <a:custGeom>
                <a:avLst/>
                <a:gdLst/>
                <a:ahLst/>
                <a:cxnLst/>
                <a:rect l="l" t="t" r="r" b="b"/>
                <a:pathLst>
                  <a:path w="5709" h="926" extrusionOk="0">
                    <a:moveTo>
                      <a:pt x="5493" y="215"/>
                    </a:moveTo>
                    <a:lnTo>
                      <a:pt x="5493" y="711"/>
                    </a:lnTo>
                    <a:lnTo>
                      <a:pt x="252" y="711"/>
                    </a:lnTo>
                    <a:lnTo>
                      <a:pt x="252" y="215"/>
                    </a:lnTo>
                    <a:close/>
                    <a:moveTo>
                      <a:pt x="126" y="0"/>
                    </a:moveTo>
                    <a:cubicBezTo>
                      <a:pt x="67" y="0"/>
                      <a:pt x="0" y="59"/>
                      <a:pt x="0" y="119"/>
                    </a:cubicBezTo>
                    <a:lnTo>
                      <a:pt x="0" y="829"/>
                    </a:lnTo>
                    <a:cubicBezTo>
                      <a:pt x="0" y="896"/>
                      <a:pt x="67" y="926"/>
                      <a:pt x="126" y="926"/>
                    </a:cubicBezTo>
                    <a:lnTo>
                      <a:pt x="5619" y="926"/>
                    </a:lnTo>
                    <a:cubicBezTo>
                      <a:pt x="5678" y="926"/>
                      <a:pt x="5708" y="896"/>
                      <a:pt x="5708" y="829"/>
                    </a:cubicBezTo>
                    <a:lnTo>
                      <a:pt x="5708" y="119"/>
                    </a:lnTo>
                    <a:cubicBezTo>
                      <a:pt x="5708" y="59"/>
                      <a:pt x="5678" y="0"/>
                      <a:pt x="56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35"/>
              <p:cNvSpPr/>
              <p:nvPr/>
            </p:nvSpPr>
            <p:spPr>
              <a:xfrm>
                <a:off x="2693395" y="3485403"/>
                <a:ext cx="147429" cy="21543"/>
              </a:xfrm>
              <a:custGeom>
                <a:avLst/>
                <a:gdLst/>
                <a:ahLst/>
                <a:cxnLst/>
                <a:rect l="l" t="t" r="r" b="b"/>
                <a:pathLst>
                  <a:path w="3148" h="460" extrusionOk="0">
                    <a:moveTo>
                      <a:pt x="1" y="1"/>
                    </a:moveTo>
                    <a:lnTo>
                      <a:pt x="1" y="460"/>
                    </a:lnTo>
                    <a:lnTo>
                      <a:pt x="3147" y="460"/>
                    </a:lnTo>
                    <a:lnTo>
                      <a:pt x="314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35"/>
              <p:cNvSpPr/>
              <p:nvPr/>
            </p:nvSpPr>
            <p:spPr>
              <a:xfrm>
                <a:off x="2687494" y="3480907"/>
                <a:ext cx="157498" cy="31940"/>
              </a:xfrm>
              <a:custGeom>
                <a:avLst/>
                <a:gdLst/>
                <a:ahLst/>
                <a:cxnLst/>
                <a:rect l="l" t="t" r="r" b="b"/>
                <a:pathLst>
                  <a:path w="3363" h="682" extrusionOk="0">
                    <a:moveTo>
                      <a:pt x="3147" y="215"/>
                    </a:moveTo>
                    <a:lnTo>
                      <a:pt x="3147" y="438"/>
                    </a:lnTo>
                    <a:lnTo>
                      <a:pt x="216" y="438"/>
                    </a:lnTo>
                    <a:lnTo>
                      <a:pt x="216" y="215"/>
                    </a:lnTo>
                    <a:close/>
                    <a:moveTo>
                      <a:pt x="127" y="1"/>
                    </a:moveTo>
                    <a:cubicBezTo>
                      <a:pt x="60" y="1"/>
                      <a:pt x="1" y="30"/>
                      <a:pt x="1" y="97"/>
                    </a:cubicBezTo>
                    <a:lnTo>
                      <a:pt x="1" y="556"/>
                    </a:lnTo>
                    <a:cubicBezTo>
                      <a:pt x="1" y="623"/>
                      <a:pt x="60" y="682"/>
                      <a:pt x="127" y="682"/>
                    </a:cubicBezTo>
                    <a:lnTo>
                      <a:pt x="3273" y="682"/>
                    </a:lnTo>
                    <a:cubicBezTo>
                      <a:pt x="3332" y="682"/>
                      <a:pt x="3362" y="623"/>
                      <a:pt x="3362" y="556"/>
                    </a:cubicBezTo>
                    <a:lnTo>
                      <a:pt x="3362" y="97"/>
                    </a:lnTo>
                    <a:cubicBezTo>
                      <a:pt x="3362" y="30"/>
                      <a:pt x="3332" y="1"/>
                      <a:pt x="32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35"/>
              <p:cNvSpPr/>
              <p:nvPr/>
            </p:nvSpPr>
            <p:spPr>
              <a:xfrm>
                <a:off x="2693395" y="3547503"/>
                <a:ext cx="147429" cy="20138"/>
              </a:xfrm>
              <a:custGeom>
                <a:avLst/>
                <a:gdLst/>
                <a:ahLst/>
                <a:cxnLst/>
                <a:rect l="l" t="t" r="r" b="b"/>
                <a:pathLst>
                  <a:path w="3148" h="430" extrusionOk="0">
                    <a:moveTo>
                      <a:pt x="1" y="0"/>
                    </a:moveTo>
                    <a:lnTo>
                      <a:pt x="1" y="430"/>
                    </a:lnTo>
                    <a:lnTo>
                      <a:pt x="3147" y="430"/>
                    </a:lnTo>
                    <a:lnTo>
                      <a:pt x="314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35"/>
              <p:cNvSpPr/>
              <p:nvPr/>
            </p:nvSpPr>
            <p:spPr>
              <a:xfrm>
                <a:off x="2687494" y="3541602"/>
                <a:ext cx="157498" cy="31940"/>
              </a:xfrm>
              <a:custGeom>
                <a:avLst/>
                <a:gdLst/>
                <a:ahLst/>
                <a:cxnLst/>
                <a:rect l="l" t="t" r="r" b="b"/>
                <a:pathLst>
                  <a:path w="3363" h="682" extrusionOk="0">
                    <a:moveTo>
                      <a:pt x="3147" y="215"/>
                    </a:moveTo>
                    <a:lnTo>
                      <a:pt x="3147" y="467"/>
                    </a:lnTo>
                    <a:lnTo>
                      <a:pt x="216" y="467"/>
                    </a:lnTo>
                    <a:lnTo>
                      <a:pt x="216" y="215"/>
                    </a:lnTo>
                    <a:close/>
                    <a:moveTo>
                      <a:pt x="127" y="0"/>
                    </a:moveTo>
                    <a:cubicBezTo>
                      <a:pt x="60" y="0"/>
                      <a:pt x="1" y="67"/>
                      <a:pt x="1" y="126"/>
                    </a:cubicBezTo>
                    <a:lnTo>
                      <a:pt x="1" y="556"/>
                    </a:lnTo>
                    <a:cubicBezTo>
                      <a:pt x="1" y="622"/>
                      <a:pt x="60" y="681"/>
                      <a:pt x="127" y="681"/>
                    </a:cubicBezTo>
                    <a:lnTo>
                      <a:pt x="3273" y="681"/>
                    </a:lnTo>
                    <a:cubicBezTo>
                      <a:pt x="3332" y="681"/>
                      <a:pt x="3362" y="622"/>
                      <a:pt x="3362" y="556"/>
                    </a:cubicBezTo>
                    <a:lnTo>
                      <a:pt x="3362" y="126"/>
                    </a:lnTo>
                    <a:cubicBezTo>
                      <a:pt x="3362" y="67"/>
                      <a:pt x="3332" y="0"/>
                      <a:pt x="32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35"/>
              <p:cNvSpPr/>
              <p:nvPr/>
            </p:nvSpPr>
            <p:spPr>
              <a:xfrm>
                <a:off x="2996776" y="3400121"/>
                <a:ext cx="218146" cy="158856"/>
              </a:xfrm>
              <a:custGeom>
                <a:avLst/>
                <a:gdLst/>
                <a:ahLst/>
                <a:cxnLst/>
                <a:rect l="l" t="t" r="r" b="b"/>
                <a:pathLst>
                  <a:path w="4658" h="3392" extrusionOk="0">
                    <a:moveTo>
                      <a:pt x="186" y="1"/>
                    </a:moveTo>
                    <a:cubicBezTo>
                      <a:pt x="89" y="1"/>
                      <a:pt x="1" y="90"/>
                      <a:pt x="1" y="186"/>
                    </a:cubicBezTo>
                    <a:lnTo>
                      <a:pt x="1" y="3206"/>
                    </a:lnTo>
                    <a:cubicBezTo>
                      <a:pt x="1" y="3303"/>
                      <a:pt x="89" y="3391"/>
                      <a:pt x="186" y="3391"/>
                    </a:cubicBezTo>
                    <a:lnTo>
                      <a:pt x="4472" y="3391"/>
                    </a:lnTo>
                    <a:cubicBezTo>
                      <a:pt x="4561" y="3391"/>
                      <a:pt x="4657" y="3303"/>
                      <a:pt x="4657" y="3206"/>
                    </a:cubicBezTo>
                    <a:lnTo>
                      <a:pt x="4657" y="186"/>
                    </a:lnTo>
                    <a:cubicBezTo>
                      <a:pt x="4657" y="90"/>
                      <a:pt x="4561" y="1"/>
                      <a:pt x="44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35"/>
              <p:cNvSpPr/>
              <p:nvPr/>
            </p:nvSpPr>
            <p:spPr>
              <a:xfrm>
                <a:off x="2992280" y="3395625"/>
                <a:ext cx="226810" cy="169253"/>
              </a:xfrm>
              <a:custGeom>
                <a:avLst/>
                <a:gdLst/>
                <a:ahLst/>
                <a:cxnLst/>
                <a:rect l="l" t="t" r="r" b="b"/>
                <a:pathLst>
                  <a:path w="4843" h="3614" extrusionOk="0">
                    <a:moveTo>
                      <a:pt x="4413" y="223"/>
                    </a:moveTo>
                    <a:cubicBezTo>
                      <a:pt x="4539" y="223"/>
                      <a:pt x="4627" y="311"/>
                      <a:pt x="4627" y="437"/>
                    </a:cubicBezTo>
                    <a:lnTo>
                      <a:pt x="4627" y="3184"/>
                    </a:lnTo>
                    <a:cubicBezTo>
                      <a:pt x="4627" y="3273"/>
                      <a:pt x="4539" y="3369"/>
                      <a:pt x="4413" y="3369"/>
                    </a:cubicBezTo>
                    <a:lnTo>
                      <a:pt x="400" y="3369"/>
                    </a:lnTo>
                    <a:cubicBezTo>
                      <a:pt x="311" y="3369"/>
                      <a:pt x="215" y="3273"/>
                      <a:pt x="215" y="3184"/>
                    </a:cubicBezTo>
                    <a:lnTo>
                      <a:pt x="215" y="437"/>
                    </a:lnTo>
                    <a:cubicBezTo>
                      <a:pt x="215" y="311"/>
                      <a:pt x="311" y="223"/>
                      <a:pt x="400" y="223"/>
                    </a:cubicBezTo>
                    <a:close/>
                    <a:moveTo>
                      <a:pt x="400" y="1"/>
                    </a:moveTo>
                    <a:cubicBezTo>
                      <a:pt x="185" y="1"/>
                      <a:pt x="0" y="186"/>
                      <a:pt x="0" y="437"/>
                    </a:cubicBezTo>
                    <a:lnTo>
                      <a:pt x="0" y="3184"/>
                    </a:lnTo>
                    <a:cubicBezTo>
                      <a:pt x="0" y="3399"/>
                      <a:pt x="185" y="3613"/>
                      <a:pt x="400" y="3613"/>
                    </a:cubicBezTo>
                    <a:lnTo>
                      <a:pt x="4413" y="3613"/>
                    </a:lnTo>
                    <a:cubicBezTo>
                      <a:pt x="4657" y="3613"/>
                      <a:pt x="4842" y="3399"/>
                      <a:pt x="4842" y="3184"/>
                    </a:cubicBezTo>
                    <a:lnTo>
                      <a:pt x="4842" y="437"/>
                    </a:lnTo>
                    <a:cubicBezTo>
                      <a:pt x="4842" y="186"/>
                      <a:pt x="4657" y="1"/>
                      <a:pt x="44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35"/>
              <p:cNvSpPr/>
              <p:nvPr/>
            </p:nvSpPr>
            <p:spPr>
              <a:xfrm>
                <a:off x="3012371" y="3404289"/>
                <a:ext cx="189344" cy="92635"/>
              </a:xfrm>
              <a:custGeom>
                <a:avLst/>
                <a:gdLst/>
                <a:ahLst/>
                <a:cxnLst/>
                <a:rect l="l" t="t" r="r" b="b"/>
                <a:pathLst>
                  <a:path w="4043" h="1978" extrusionOk="0">
                    <a:moveTo>
                      <a:pt x="4043" y="1"/>
                    </a:moveTo>
                    <a:lnTo>
                      <a:pt x="1" y="38"/>
                    </a:lnTo>
                    <a:lnTo>
                      <a:pt x="2007" y="1977"/>
                    </a:lnTo>
                    <a:lnTo>
                      <a:pt x="404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35"/>
              <p:cNvSpPr/>
              <p:nvPr/>
            </p:nvSpPr>
            <p:spPr>
              <a:xfrm>
                <a:off x="3006845" y="3399418"/>
                <a:ext cx="200771" cy="103406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2208" extrusionOk="0">
                    <a:moveTo>
                      <a:pt x="4158" y="1"/>
                    </a:moveTo>
                    <a:cubicBezTo>
                      <a:pt x="4131" y="1"/>
                      <a:pt x="4102" y="16"/>
                      <a:pt x="4072" y="45"/>
                    </a:cubicBezTo>
                    <a:lnTo>
                      <a:pt x="2125" y="1926"/>
                    </a:lnTo>
                    <a:lnTo>
                      <a:pt x="185" y="75"/>
                    </a:lnTo>
                    <a:cubicBezTo>
                      <a:pt x="171" y="45"/>
                      <a:pt x="147" y="31"/>
                      <a:pt x="119" y="31"/>
                    </a:cubicBezTo>
                    <a:cubicBezTo>
                      <a:pt x="91" y="31"/>
                      <a:pt x="60" y="45"/>
                      <a:pt x="30" y="75"/>
                    </a:cubicBezTo>
                    <a:cubicBezTo>
                      <a:pt x="0" y="105"/>
                      <a:pt x="0" y="171"/>
                      <a:pt x="30" y="230"/>
                    </a:cubicBezTo>
                    <a:lnTo>
                      <a:pt x="2036" y="2178"/>
                    </a:lnTo>
                    <a:cubicBezTo>
                      <a:pt x="2066" y="2178"/>
                      <a:pt x="2095" y="2207"/>
                      <a:pt x="2125" y="2207"/>
                    </a:cubicBezTo>
                    <a:cubicBezTo>
                      <a:pt x="2155" y="2207"/>
                      <a:pt x="2155" y="2178"/>
                      <a:pt x="2192" y="2178"/>
                    </a:cubicBezTo>
                    <a:lnTo>
                      <a:pt x="4228" y="201"/>
                    </a:lnTo>
                    <a:cubicBezTo>
                      <a:pt x="4257" y="142"/>
                      <a:pt x="4287" y="75"/>
                      <a:pt x="4228" y="45"/>
                    </a:cubicBezTo>
                    <a:cubicBezTo>
                      <a:pt x="4209" y="16"/>
                      <a:pt x="4185" y="1"/>
                      <a:pt x="41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35"/>
              <p:cNvSpPr/>
              <p:nvPr/>
            </p:nvSpPr>
            <p:spPr>
              <a:xfrm>
                <a:off x="3034242" y="3478144"/>
                <a:ext cx="49268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1015" extrusionOk="0">
                    <a:moveTo>
                      <a:pt x="0" y="1015"/>
                    </a:moveTo>
                    <a:lnTo>
                      <a:pt x="10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35"/>
              <p:cNvSpPr/>
              <p:nvPr/>
            </p:nvSpPr>
            <p:spPr>
              <a:xfrm>
                <a:off x="3028341" y="3472618"/>
                <a:ext cx="60695" cy="58962"/>
              </a:xfrm>
              <a:custGeom>
                <a:avLst/>
                <a:gdLst/>
                <a:ahLst/>
                <a:cxnLst/>
                <a:rect l="l" t="t" r="r" b="b"/>
                <a:pathLst>
                  <a:path w="1296" h="1259" extrusionOk="0">
                    <a:moveTo>
                      <a:pt x="1170" y="0"/>
                    </a:moveTo>
                    <a:cubicBezTo>
                      <a:pt x="1142" y="0"/>
                      <a:pt x="1111" y="7"/>
                      <a:pt x="1081" y="22"/>
                    </a:cubicBezTo>
                    <a:lnTo>
                      <a:pt x="67" y="1074"/>
                    </a:lnTo>
                    <a:cubicBezTo>
                      <a:pt x="0" y="1103"/>
                      <a:pt x="0" y="1199"/>
                      <a:pt x="67" y="1229"/>
                    </a:cubicBezTo>
                    <a:cubicBezTo>
                      <a:pt x="67" y="1259"/>
                      <a:pt x="97" y="1259"/>
                      <a:pt x="126" y="1259"/>
                    </a:cubicBezTo>
                    <a:cubicBezTo>
                      <a:pt x="156" y="1259"/>
                      <a:pt x="185" y="1259"/>
                      <a:pt x="215" y="1229"/>
                    </a:cubicBezTo>
                    <a:lnTo>
                      <a:pt x="1237" y="178"/>
                    </a:lnTo>
                    <a:cubicBezTo>
                      <a:pt x="1296" y="148"/>
                      <a:pt x="1296" y="89"/>
                      <a:pt x="1237" y="22"/>
                    </a:cubicBezTo>
                    <a:cubicBezTo>
                      <a:pt x="1222" y="7"/>
                      <a:pt x="1198" y="0"/>
                      <a:pt x="11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35"/>
              <p:cNvSpPr/>
              <p:nvPr/>
            </p:nvSpPr>
            <p:spPr>
              <a:xfrm>
                <a:off x="3128188" y="3478144"/>
                <a:ext cx="48940" cy="47535"/>
              </a:xfrm>
              <a:custGeom>
                <a:avLst/>
                <a:gdLst/>
                <a:ahLst/>
                <a:cxnLst/>
                <a:rect l="l" t="t" r="r" b="b"/>
                <a:pathLst>
                  <a:path w="1045" h="1015" extrusionOk="0">
                    <a:moveTo>
                      <a:pt x="1044" y="1015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35"/>
              <p:cNvSpPr/>
              <p:nvPr/>
            </p:nvSpPr>
            <p:spPr>
              <a:xfrm>
                <a:off x="3122287" y="3472618"/>
                <a:ext cx="60742" cy="58962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1259" extrusionOk="0">
                    <a:moveTo>
                      <a:pt x="129" y="0"/>
                    </a:moveTo>
                    <a:cubicBezTo>
                      <a:pt x="102" y="0"/>
                      <a:pt x="78" y="7"/>
                      <a:pt x="60" y="22"/>
                    </a:cubicBezTo>
                    <a:cubicBezTo>
                      <a:pt x="1" y="89"/>
                      <a:pt x="1" y="148"/>
                      <a:pt x="60" y="178"/>
                    </a:cubicBezTo>
                    <a:lnTo>
                      <a:pt x="1081" y="1229"/>
                    </a:lnTo>
                    <a:cubicBezTo>
                      <a:pt x="1111" y="1259"/>
                      <a:pt x="1141" y="1259"/>
                      <a:pt x="1170" y="1259"/>
                    </a:cubicBezTo>
                    <a:cubicBezTo>
                      <a:pt x="1207" y="1259"/>
                      <a:pt x="1237" y="1259"/>
                      <a:pt x="1237" y="1229"/>
                    </a:cubicBezTo>
                    <a:cubicBezTo>
                      <a:pt x="1296" y="1199"/>
                      <a:pt x="1296" y="1103"/>
                      <a:pt x="1237" y="1074"/>
                    </a:cubicBezTo>
                    <a:lnTo>
                      <a:pt x="215" y="22"/>
                    </a:lnTo>
                    <a:cubicBezTo>
                      <a:pt x="186" y="7"/>
                      <a:pt x="156" y="0"/>
                      <a:pt x="1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0" name="Google Shape;1000;p35"/>
            <p:cNvGrpSpPr/>
            <p:nvPr/>
          </p:nvGrpSpPr>
          <p:grpSpPr>
            <a:xfrm>
              <a:off x="1476769" y="4054338"/>
              <a:ext cx="495759" cy="572703"/>
              <a:chOff x="5215419" y="2266450"/>
              <a:chExt cx="495759" cy="572703"/>
            </a:xfrm>
          </p:grpSpPr>
          <p:sp>
            <p:nvSpPr>
              <p:cNvPr id="1001" name="Google Shape;1001;p35"/>
              <p:cNvSpPr/>
              <p:nvPr/>
            </p:nvSpPr>
            <p:spPr>
              <a:xfrm>
                <a:off x="5218097" y="2301268"/>
                <a:ext cx="488677" cy="533845"/>
              </a:xfrm>
              <a:custGeom>
                <a:avLst/>
                <a:gdLst/>
                <a:ahLst/>
                <a:cxnLst/>
                <a:rect l="l" t="t" r="r" b="b"/>
                <a:pathLst>
                  <a:path w="10765" h="11760" extrusionOk="0">
                    <a:moveTo>
                      <a:pt x="5412" y="1"/>
                    </a:moveTo>
                    <a:cubicBezTo>
                      <a:pt x="5358" y="1"/>
                      <a:pt x="5304" y="1"/>
                      <a:pt x="5249" y="3"/>
                    </a:cubicBezTo>
                    <a:cubicBezTo>
                      <a:pt x="2318" y="99"/>
                      <a:pt x="0" y="2535"/>
                      <a:pt x="97" y="5467"/>
                    </a:cubicBezTo>
                    <a:cubicBezTo>
                      <a:pt x="184" y="8361"/>
                      <a:pt x="2560" y="10620"/>
                      <a:pt x="5441" y="10620"/>
                    </a:cubicBezTo>
                    <a:cubicBezTo>
                      <a:pt x="5478" y="10620"/>
                      <a:pt x="5516" y="10620"/>
                      <a:pt x="5553" y="10619"/>
                    </a:cubicBezTo>
                    <a:cubicBezTo>
                      <a:pt x="5990" y="10590"/>
                      <a:pt x="6389" y="10523"/>
                      <a:pt x="6789" y="10434"/>
                    </a:cubicBezTo>
                    <a:lnTo>
                      <a:pt x="9351" y="11759"/>
                    </a:lnTo>
                    <a:lnTo>
                      <a:pt x="9351" y="11759"/>
                    </a:lnTo>
                    <a:lnTo>
                      <a:pt x="8766" y="9412"/>
                    </a:lnTo>
                    <a:cubicBezTo>
                      <a:pt x="9995" y="8398"/>
                      <a:pt x="10765" y="6851"/>
                      <a:pt x="10706" y="5156"/>
                    </a:cubicBezTo>
                    <a:cubicBezTo>
                      <a:pt x="10618" y="2279"/>
                      <a:pt x="8264" y="1"/>
                      <a:pt x="5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35"/>
              <p:cNvSpPr/>
              <p:nvPr/>
            </p:nvSpPr>
            <p:spPr>
              <a:xfrm>
                <a:off x="5215419" y="2295957"/>
                <a:ext cx="495759" cy="543197"/>
              </a:xfrm>
              <a:custGeom>
                <a:avLst/>
                <a:gdLst/>
                <a:ahLst/>
                <a:cxnLst/>
                <a:rect l="l" t="t" r="r" b="b"/>
                <a:pathLst>
                  <a:path w="10921" h="11966" extrusionOk="0">
                    <a:moveTo>
                      <a:pt x="5483" y="213"/>
                    </a:moveTo>
                    <a:cubicBezTo>
                      <a:pt x="8270" y="213"/>
                      <a:pt x="10581" y="2466"/>
                      <a:pt x="10639" y="5273"/>
                    </a:cubicBezTo>
                    <a:cubicBezTo>
                      <a:pt x="10705" y="6879"/>
                      <a:pt x="9995" y="8419"/>
                      <a:pt x="8758" y="9441"/>
                    </a:cubicBezTo>
                    <a:cubicBezTo>
                      <a:pt x="8729" y="9470"/>
                      <a:pt x="8699" y="9500"/>
                      <a:pt x="8699" y="9559"/>
                    </a:cubicBezTo>
                    <a:lnTo>
                      <a:pt x="9225" y="11662"/>
                    </a:lnTo>
                    <a:lnTo>
                      <a:pt x="6907" y="10425"/>
                    </a:lnTo>
                    <a:lnTo>
                      <a:pt x="6819" y="10425"/>
                    </a:lnTo>
                    <a:cubicBezTo>
                      <a:pt x="6448" y="10551"/>
                      <a:pt x="6012" y="10610"/>
                      <a:pt x="5612" y="10610"/>
                    </a:cubicBezTo>
                    <a:cubicBezTo>
                      <a:pt x="5554" y="10612"/>
                      <a:pt x="5496" y="10613"/>
                      <a:pt x="5438" y="10613"/>
                    </a:cubicBezTo>
                    <a:cubicBezTo>
                      <a:pt x="2650" y="10613"/>
                      <a:pt x="339" y="8361"/>
                      <a:pt x="274" y="5584"/>
                    </a:cubicBezTo>
                    <a:cubicBezTo>
                      <a:pt x="215" y="4192"/>
                      <a:pt x="741" y="2867"/>
                      <a:pt x="1696" y="1852"/>
                    </a:cubicBezTo>
                    <a:cubicBezTo>
                      <a:pt x="2621" y="831"/>
                      <a:pt x="3917" y="276"/>
                      <a:pt x="5308" y="216"/>
                    </a:cubicBezTo>
                    <a:cubicBezTo>
                      <a:pt x="5367" y="214"/>
                      <a:pt x="5425" y="213"/>
                      <a:pt x="5483" y="213"/>
                    </a:cubicBezTo>
                    <a:close/>
                    <a:moveTo>
                      <a:pt x="5433" y="0"/>
                    </a:moveTo>
                    <a:cubicBezTo>
                      <a:pt x="5391" y="0"/>
                      <a:pt x="5350" y="1"/>
                      <a:pt x="5308" y="2"/>
                    </a:cubicBezTo>
                    <a:cubicBezTo>
                      <a:pt x="3857" y="61"/>
                      <a:pt x="2532" y="646"/>
                      <a:pt x="1511" y="1697"/>
                    </a:cubicBezTo>
                    <a:cubicBezTo>
                      <a:pt x="526" y="2748"/>
                      <a:pt x="0" y="4133"/>
                      <a:pt x="59" y="5584"/>
                    </a:cubicBezTo>
                    <a:cubicBezTo>
                      <a:pt x="125" y="8515"/>
                      <a:pt x="2551" y="10828"/>
                      <a:pt x="5436" y="10828"/>
                    </a:cubicBezTo>
                    <a:cubicBezTo>
                      <a:pt x="5495" y="10828"/>
                      <a:pt x="5553" y="10827"/>
                      <a:pt x="5612" y="10825"/>
                    </a:cubicBezTo>
                    <a:cubicBezTo>
                      <a:pt x="6049" y="10825"/>
                      <a:pt x="6448" y="10766"/>
                      <a:pt x="6848" y="10640"/>
                    </a:cubicBezTo>
                    <a:lnTo>
                      <a:pt x="9343" y="11965"/>
                    </a:lnTo>
                    <a:lnTo>
                      <a:pt x="9410" y="11965"/>
                    </a:lnTo>
                    <a:cubicBezTo>
                      <a:pt x="9410" y="11965"/>
                      <a:pt x="9439" y="11965"/>
                      <a:pt x="9469" y="11935"/>
                    </a:cubicBezTo>
                    <a:cubicBezTo>
                      <a:pt x="9499" y="11935"/>
                      <a:pt x="9499" y="11876"/>
                      <a:pt x="9499" y="11847"/>
                    </a:cubicBezTo>
                    <a:lnTo>
                      <a:pt x="8943" y="9559"/>
                    </a:lnTo>
                    <a:cubicBezTo>
                      <a:pt x="10209" y="8486"/>
                      <a:pt x="10920" y="6938"/>
                      <a:pt x="10890" y="5243"/>
                    </a:cubicBezTo>
                    <a:cubicBezTo>
                      <a:pt x="10796" y="2323"/>
                      <a:pt x="8368" y="0"/>
                      <a:pt x="54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35"/>
              <p:cNvSpPr/>
              <p:nvPr/>
            </p:nvSpPr>
            <p:spPr>
              <a:xfrm>
                <a:off x="5223817" y="2272124"/>
                <a:ext cx="481641" cy="539111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11876" extrusionOk="0">
                    <a:moveTo>
                      <a:pt x="5308" y="1"/>
                    </a:moveTo>
                    <a:cubicBezTo>
                      <a:pt x="2377" y="1"/>
                      <a:pt x="0" y="2377"/>
                      <a:pt x="0" y="5309"/>
                    </a:cubicBezTo>
                    <a:cubicBezTo>
                      <a:pt x="0" y="8233"/>
                      <a:pt x="2377" y="10610"/>
                      <a:pt x="5308" y="10610"/>
                    </a:cubicBezTo>
                    <a:cubicBezTo>
                      <a:pt x="5738" y="10610"/>
                      <a:pt x="6138" y="10550"/>
                      <a:pt x="6537" y="10454"/>
                    </a:cubicBezTo>
                    <a:lnTo>
                      <a:pt x="9040" y="11876"/>
                    </a:lnTo>
                    <a:lnTo>
                      <a:pt x="8544" y="9499"/>
                    </a:lnTo>
                    <a:cubicBezTo>
                      <a:pt x="9780" y="8544"/>
                      <a:pt x="10609" y="7004"/>
                      <a:pt x="10609" y="5309"/>
                    </a:cubicBezTo>
                    <a:cubicBezTo>
                      <a:pt x="10609" y="2377"/>
                      <a:pt x="8233" y="1"/>
                      <a:pt x="53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35"/>
              <p:cNvSpPr/>
              <p:nvPr/>
            </p:nvSpPr>
            <p:spPr>
              <a:xfrm>
                <a:off x="5218097" y="2266450"/>
                <a:ext cx="491719" cy="549143"/>
              </a:xfrm>
              <a:custGeom>
                <a:avLst/>
                <a:gdLst/>
                <a:ahLst/>
                <a:cxnLst/>
                <a:rect l="l" t="t" r="r" b="b"/>
                <a:pathLst>
                  <a:path w="10832" h="12097" extrusionOk="0">
                    <a:moveTo>
                      <a:pt x="5434" y="215"/>
                    </a:moveTo>
                    <a:cubicBezTo>
                      <a:pt x="8300" y="215"/>
                      <a:pt x="10617" y="2562"/>
                      <a:pt x="10617" y="5434"/>
                    </a:cubicBezTo>
                    <a:cubicBezTo>
                      <a:pt x="10617" y="7033"/>
                      <a:pt x="9876" y="8543"/>
                      <a:pt x="8581" y="9535"/>
                    </a:cubicBezTo>
                    <a:cubicBezTo>
                      <a:pt x="8544" y="9565"/>
                      <a:pt x="8544" y="9624"/>
                      <a:pt x="8544" y="9654"/>
                    </a:cubicBezTo>
                    <a:lnTo>
                      <a:pt x="9010" y="11786"/>
                    </a:lnTo>
                    <a:lnTo>
                      <a:pt x="6730" y="10490"/>
                    </a:lnTo>
                    <a:cubicBezTo>
                      <a:pt x="6693" y="10490"/>
                      <a:pt x="6693" y="10461"/>
                      <a:pt x="6663" y="10461"/>
                    </a:cubicBezTo>
                    <a:lnTo>
                      <a:pt x="6634" y="10490"/>
                    </a:lnTo>
                    <a:cubicBezTo>
                      <a:pt x="6234" y="10579"/>
                      <a:pt x="5834" y="10616"/>
                      <a:pt x="5434" y="10616"/>
                    </a:cubicBezTo>
                    <a:cubicBezTo>
                      <a:pt x="2562" y="10616"/>
                      <a:pt x="215" y="8299"/>
                      <a:pt x="215" y="5434"/>
                    </a:cubicBezTo>
                    <a:cubicBezTo>
                      <a:pt x="215" y="2562"/>
                      <a:pt x="2562" y="215"/>
                      <a:pt x="5434" y="215"/>
                    </a:cubicBezTo>
                    <a:close/>
                    <a:moveTo>
                      <a:pt x="5434" y="0"/>
                    </a:moveTo>
                    <a:cubicBezTo>
                      <a:pt x="2436" y="0"/>
                      <a:pt x="0" y="2436"/>
                      <a:pt x="0" y="5434"/>
                    </a:cubicBezTo>
                    <a:cubicBezTo>
                      <a:pt x="0" y="8425"/>
                      <a:pt x="2436" y="10831"/>
                      <a:pt x="5434" y="10831"/>
                    </a:cubicBezTo>
                    <a:cubicBezTo>
                      <a:pt x="5834" y="10831"/>
                      <a:pt x="6264" y="10801"/>
                      <a:pt x="6634" y="10705"/>
                    </a:cubicBezTo>
                    <a:lnTo>
                      <a:pt x="9099" y="12097"/>
                    </a:lnTo>
                    <a:lnTo>
                      <a:pt x="9166" y="12097"/>
                    </a:lnTo>
                    <a:cubicBezTo>
                      <a:pt x="9195" y="12097"/>
                      <a:pt x="9195" y="12097"/>
                      <a:pt x="9225" y="12060"/>
                    </a:cubicBezTo>
                    <a:cubicBezTo>
                      <a:pt x="9255" y="12060"/>
                      <a:pt x="9284" y="12001"/>
                      <a:pt x="9255" y="11971"/>
                    </a:cubicBezTo>
                    <a:lnTo>
                      <a:pt x="8796" y="9691"/>
                    </a:lnTo>
                    <a:cubicBezTo>
                      <a:pt x="10091" y="8640"/>
                      <a:pt x="10831" y="7100"/>
                      <a:pt x="10831" y="5434"/>
                    </a:cubicBezTo>
                    <a:cubicBezTo>
                      <a:pt x="10831" y="2436"/>
                      <a:pt x="8396" y="0"/>
                      <a:pt x="54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35"/>
              <p:cNvSpPr/>
              <p:nvPr/>
            </p:nvSpPr>
            <p:spPr>
              <a:xfrm>
                <a:off x="5541716" y="2487886"/>
                <a:ext cx="44759" cy="44759"/>
              </a:xfrm>
              <a:custGeom>
                <a:avLst/>
                <a:gdLst/>
                <a:ahLst/>
                <a:cxnLst/>
                <a:rect l="l" t="t" r="r" b="b"/>
                <a:pathLst>
                  <a:path w="986" h="986" extrusionOk="0">
                    <a:moveTo>
                      <a:pt x="489" y="1"/>
                    </a:moveTo>
                    <a:cubicBezTo>
                      <a:pt x="215" y="1"/>
                      <a:pt x="1" y="215"/>
                      <a:pt x="1" y="489"/>
                    </a:cubicBezTo>
                    <a:cubicBezTo>
                      <a:pt x="1" y="771"/>
                      <a:pt x="215" y="985"/>
                      <a:pt x="489" y="985"/>
                    </a:cubicBezTo>
                    <a:cubicBezTo>
                      <a:pt x="741" y="985"/>
                      <a:pt x="985" y="771"/>
                      <a:pt x="985" y="489"/>
                    </a:cubicBezTo>
                    <a:cubicBezTo>
                      <a:pt x="985" y="215"/>
                      <a:pt x="741" y="1"/>
                      <a:pt x="4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35"/>
              <p:cNvSpPr/>
              <p:nvPr/>
            </p:nvSpPr>
            <p:spPr>
              <a:xfrm>
                <a:off x="5535997" y="2483528"/>
                <a:ext cx="54837" cy="54837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1208" extrusionOk="0">
                    <a:moveTo>
                      <a:pt x="615" y="215"/>
                    </a:moveTo>
                    <a:cubicBezTo>
                      <a:pt x="800" y="215"/>
                      <a:pt x="986" y="371"/>
                      <a:pt x="986" y="585"/>
                    </a:cubicBezTo>
                    <a:cubicBezTo>
                      <a:pt x="986" y="800"/>
                      <a:pt x="800" y="956"/>
                      <a:pt x="615" y="956"/>
                    </a:cubicBezTo>
                    <a:cubicBezTo>
                      <a:pt x="401" y="956"/>
                      <a:pt x="245" y="800"/>
                      <a:pt x="245" y="585"/>
                    </a:cubicBezTo>
                    <a:cubicBezTo>
                      <a:pt x="245" y="371"/>
                      <a:pt x="401" y="215"/>
                      <a:pt x="615" y="215"/>
                    </a:cubicBezTo>
                    <a:close/>
                    <a:moveTo>
                      <a:pt x="615" y="1"/>
                    </a:moveTo>
                    <a:cubicBezTo>
                      <a:pt x="282" y="1"/>
                      <a:pt x="1" y="282"/>
                      <a:pt x="1" y="585"/>
                    </a:cubicBezTo>
                    <a:cubicBezTo>
                      <a:pt x="1" y="926"/>
                      <a:pt x="282" y="1207"/>
                      <a:pt x="615" y="1207"/>
                    </a:cubicBezTo>
                    <a:cubicBezTo>
                      <a:pt x="926" y="1207"/>
                      <a:pt x="1208" y="926"/>
                      <a:pt x="1208" y="585"/>
                    </a:cubicBezTo>
                    <a:cubicBezTo>
                      <a:pt x="1208" y="282"/>
                      <a:pt x="926" y="1"/>
                      <a:pt x="6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35"/>
              <p:cNvSpPr/>
              <p:nvPr/>
            </p:nvSpPr>
            <p:spPr>
              <a:xfrm>
                <a:off x="5439578" y="2487886"/>
                <a:ext cx="44714" cy="44759"/>
              </a:xfrm>
              <a:custGeom>
                <a:avLst/>
                <a:gdLst/>
                <a:ahLst/>
                <a:cxnLst/>
                <a:rect l="l" t="t" r="r" b="b"/>
                <a:pathLst>
                  <a:path w="985" h="986" extrusionOk="0">
                    <a:moveTo>
                      <a:pt x="489" y="1"/>
                    </a:moveTo>
                    <a:cubicBezTo>
                      <a:pt x="215" y="1"/>
                      <a:pt x="0" y="215"/>
                      <a:pt x="0" y="489"/>
                    </a:cubicBezTo>
                    <a:cubicBezTo>
                      <a:pt x="0" y="771"/>
                      <a:pt x="215" y="985"/>
                      <a:pt x="489" y="985"/>
                    </a:cubicBezTo>
                    <a:cubicBezTo>
                      <a:pt x="770" y="985"/>
                      <a:pt x="985" y="771"/>
                      <a:pt x="985" y="489"/>
                    </a:cubicBezTo>
                    <a:cubicBezTo>
                      <a:pt x="985" y="215"/>
                      <a:pt x="770" y="1"/>
                      <a:pt x="4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35"/>
              <p:cNvSpPr/>
              <p:nvPr/>
            </p:nvSpPr>
            <p:spPr>
              <a:xfrm>
                <a:off x="5435175" y="2483528"/>
                <a:ext cx="53158" cy="54837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1208" extrusionOk="0">
                    <a:moveTo>
                      <a:pt x="586" y="215"/>
                    </a:moveTo>
                    <a:cubicBezTo>
                      <a:pt x="801" y="215"/>
                      <a:pt x="956" y="371"/>
                      <a:pt x="956" y="585"/>
                    </a:cubicBezTo>
                    <a:cubicBezTo>
                      <a:pt x="956" y="800"/>
                      <a:pt x="801" y="956"/>
                      <a:pt x="586" y="956"/>
                    </a:cubicBezTo>
                    <a:cubicBezTo>
                      <a:pt x="371" y="956"/>
                      <a:pt x="216" y="800"/>
                      <a:pt x="216" y="585"/>
                    </a:cubicBezTo>
                    <a:cubicBezTo>
                      <a:pt x="216" y="371"/>
                      <a:pt x="371" y="215"/>
                      <a:pt x="586" y="215"/>
                    </a:cubicBezTo>
                    <a:close/>
                    <a:moveTo>
                      <a:pt x="586" y="1"/>
                    </a:moveTo>
                    <a:cubicBezTo>
                      <a:pt x="245" y="1"/>
                      <a:pt x="1" y="282"/>
                      <a:pt x="1" y="585"/>
                    </a:cubicBezTo>
                    <a:cubicBezTo>
                      <a:pt x="1" y="926"/>
                      <a:pt x="245" y="1207"/>
                      <a:pt x="586" y="1207"/>
                    </a:cubicBezTo>
                    <a:cubicBezTo>
                      <a:pt x="926" y="1207"/>
                      <a:pt x="1171" y="926"/>
                      <a:pt x="1171" y="585"/>
                    </a:cubicBezTo>
                    <a:cubicBezTo>
                      <a:pt x="1171" y="282"/>
                      <a:pt x="926" y="1"/>
                      <a:pt x="5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35"/>
              <p:cNvSpPr/>
              <p:nvPr/>
            </p:nvSpPr>
            <p:spPr>
              <a:xfrm>
                <a:off x="5337077" y="2487886"/>
                <a:ext cx="45077" cy="44759"/>
              </a:xfrm>
              <a:custGeom>
                <a:avLst/>
                <a:gdLst/>
                <a:ahLst/>
                <a:cxnLst/>
                <a:rect l="l" t="t" r="r" b="b"/>
                <a:pathLst>
                  <a:path w="993" h="986" extrusionOk="0">
                    <a:moveTo>
                      <a:pt x="496" y="1"/>
                    </a:moveTo>
                    <a:cubicBezTo>
                      <a:pt x="252" y="1"/>
                      <a:pt x="0" y="215"/>
                      <a:pt x="0" y="489"/>
                    </a:cubicBezTo>
                    <a:cubicBezTo>
                      <a:pt x="0" y="771"/>
                      <a:pt x="252" y="985"/>
                      <a:pt x="496" y="985"/>
                    </a:cubicBezTo>
                    <a:cubicBezTo>
                      <a:pt x="778" y="985"/>
                      <a:pt x="992" y="771"/>
                      <a:pt x="992" y="489"/>
                    </a:cubicBezTo>
                    <a:cubicBezTo>
                      <a:pt x="992" y="215"/>
                      <a:pt x="778" y="1"/>
                      <a:pt x="4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35"/>
              <p:cNvSpPr/>
              <p:nvPr/>
            </p:nvSpPr>
            <p:spPr>
              <a:xfrm>
                <a:off x="5333037" y="2483528"/>
                <a:ext cx="54474" cy="54837"/>
              </a:xfrm>
              <a:custGeom>
                <a:avLst/>
                <a:gdLst/>
                <a:ahLst/>
                <a:cxnLst/>
                <a:rect l="l" t="t" r="r" b="b"/>
                <a:pathLst>
                  <a:path w="1200" h="1208" extrusionOk="0">
                    <a:moveTo>
                      <a:pt x="585" y="215"/>
                    </a:moveTo>
                    <a:cubicBezTo>
                      <a:pt x="800" y="215"/>
                      <a:pt x="955" y="371"/>
                      <a:pt x="955" y="585"/>
                    </a:cubicBezTo>
                    <a:cubicBezTo>
                      <a:pt x="955" y="800"/>
                      <a:pt x="800" y="956"/>
                      <a:pt x="585" y="956"/>
                    </a:cubicBezTo>
                    <a:cubicBezTo>
                      <a:pt x="400" y="956"/>
                      <a:pt x="215" y="800"/>
                      <a:pt x="215" y="585"/>
                    </a:cubicBezTo>
                    <a:cubicBezTo>
                      <a:pt x="215" y="371"/>
                      <a:pt x="400" y="215"/>
                      <a:pt x="585" y="215"/>
                    </a:cubicBezTo>
                    <a:close/>
                    <a:moveTo>
                      <a:pt x="585" y="1"/>
                    </a:moveTo>
                    <a:cubicBezTo>
                      <a:pt x="274" y="1"/>
                      <a:pt x="0" y="282"/>
                      <a:pt x="0" y="585"/>
                    </a:cubicBezTo>
                    <a:cubicBezTo>
                      <a:pt x="0" y="926"/>
                      <a:pt x="274" y="1207"/>
                      <a:pt x="585" y="1207"/>
                    </a:cubicBezTo>
                    <a:cubicBezTo>
                      <a:pt x="926" y="1207"/>
                      <a:pt x="1200" y="926"/>
                      <a:pt x="1200" y="585"/>
                    </a:cubicBezTo>
                    <a:cubicBezTo>
                      <a:pt x="1200" y="282"/>
                      <a:pt x="926" y="1"/>
                      <a:pt x="5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1" name="Google Shape;1011;p35"/>
            <p:cNvGrpSpPr/>
            <p:nvPr/>
          </p:nvGrpSpPr>
          <p:grpSpPr>
            <a:xfrm>
              <a:off x="457000" y="4255150"/>
              <a:ext cx="724415" cy="572704"/>
              <a:chOff x="4234925" y="1689875"/>
              <a:chExt cx="724415" cy="572704"/>
            </a:xfrm>
          </p:grpSpPr>
          <p:sp>
            <p:nvSpPr>
              <p:cNvPr id="1012" name="Google Shape;1012;p35"/>
              <p:cNvSpPr/>
              <p:nvPr/>
            </p:nvSpPr>
            <p:spPr>
              <a:xfrm>
                <a:off x="4239457" y="1695231"/>
                <a:ext cx="713395" cy="561889"/>
              </a:xfrm>
              <a:custGeom>
                <a:avLst/>
                <a:gdLst/>
                <a:ahLst/>
                <a:cxnLst/>
                <a:rect l="l" t="t" r="r" b="b"/>
                <a:pathLst>
                  <a:path w="13853" h="10911" extrusionOk="0">
                    <a:moveTo>
                      <a:pt x="13726" y="1"/>
                    </a:moveTo>
                    <a:lnTo>
                      <a:pt x="97" y="3732"/>
                    </a:lnTo>
                    <a:cubicBezTo>
                      <a:pt x="30" y="3761"/>
                      <a:pt x="1" y="3858"/>
                      <a:pt x="68" y="3887"/>
                    </a:cubicBezTo>
                    <a:lnTo>
                      <a:pt x="8359" y="10891"/>
                    </a:lnTo>
                    <a:cubicBezTo>
                      <a:pt x="8374" y="10903"/>
                      <a:pt x="8394" y="10910"/>
                      <a:pt x="8413" y="10910"/>
                    </a:cubicBezTo>
                    <a:cubicBezTo>
                      <a:pt x="8440" y="10910"/>
                      <a:pt x="8468" y="10896"/>
                      <a:pt x="8485" y="10861"/>
                    </a:cubicBezTo>
                    <a:lnTo>
                      <a:pt x="13823" y="127"/>
                    </a:lnTo>
                    <a:cubicBezTo>
                      <a:pt x="13852" y="60"/>
                      <a:pt x="13793" y="1"/>
                      <a:pt x="13726" y="1"/>
                    </a:cubicBezTo>
                    <a:close/>
                  </a:path>
                </a:pathLst>
              </a:custGeom>
              <a:solidFill>
                <a:srgbClr val="CBDA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35"/>
              <p:cNvSpPr/>
              <p:nvPr/>
            </p:nvSpPr>
            <p:spPr>
              <a:xfrm>
                <a:off x="4234925" y="1689875"/>
                <a:ext cx="724415" cy="572704"/>
              </a:xfrm>
              <a:custGeom>
                <a:avLst/>
                <a:gdLst/>
                <a:ahLst/>
                <a:cxnLst/>
                <a:rect l="l" t="t" r="r" b="b"/>
                <a:pathLst>
                  <a:path w="14067" h="11121" extrusionOk="0">
                    <a:moveTo>
                      <a:pt x="13785" y="231"/>
                    </a:moveTo>
                    <a:lnTo>
                      <a:pt x="8484" y="10898"/>
                    </a:lnTo>
                    <a:lnTo>
                      <a:pt x="244" y="3932"/>
                    </a:lnTo>
                    <a:lnTo>
                      <a:pt x="13785" y="231"/>
                    </a:lnTo>
                    <a:close/>
                    <a:moveTo>
                      <a:pt x="13857" y="1"/>
                    </a:moveTo>
                    <a:cubicBezTo>
                      <a:pt x="13835" y="1"/>
                      <a:pt x="13811" y="6"/>
                      <a:pt x="13785" y="16"/>
                    </a:cubicBezTo>
                    <a:lnTo>
                      <a:pt x="156" y="3747"/>
                    </a:lnTo>
                    <a:cubicBezTo>
                      <a:pt x="59" y="3777"/>
                      <a:pt x="30" y="3806"/>
                      <a:pt x="0" y="3902"/>
                    </a:cubicBezTo>
                    <a:cubicBezTo>
                      <a:pt x="0" y="3962"/>
                      <a:pt x="30" y="4021"/>
                      <a:pt x="59" y="4088"/>
                    </a:cubicBezTo>
                    <a:lnTo>
                      <a:pt x="8358" y="11083"/>
                    </a:lnTo>
                    <a:cubicBezTo>
                      <a:pt x="8418" y="11121"/>
                      <a:pt x="8447" y="11121"/>
                      <a:pt x="8484" y="11121"/>
                    </a:cubicBezTo>
                    <a:lnTo>
                      <a:pt x="8543" y="11121"/>
                    </a:lnTo>
                    <a:cubicBezTo>
                      <a:pt x="8603" y="11121"/>
                      <a:pt x="8632" y="11054"/>
                      <a:pt x="8669" y="11024"/>
                    </a:cubicBezTo>
                    <a:lnTo>
                      <a:pt x="14037" y="290"/>
                    </a:lnTo>
                    <a:cubicBezTo>
                      <a:pt x="14066" y="231"/>
                      <a:pt x="14037" y="134"/>
                      <a:pt x="14000" y="75"/>
                    </a:cubicBezTo>
                    <a:cubicBezTo>
                      <a:pt x="13957" y="32"/>
                      <a:pt x="13914" y="1"/>
                      <a:pt x="138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35"/>
              <p:cNvSpPr/>
              <p:nvPr/>
            </p:nvSpPr>
            <p:spPr>
              <a:xfrm>
                <a:off x="4345850" y="1757388"/>
                <a:ext cx="508641" cy="393853"/>
              </a:xfrm>
              <a:custGeom>
                <a:avLst/>
                <a:gdLst/>
                <a:ahLst/>
                <a:cxnLst/>
                <a:rect l="l" t="t" r="r" b="b"/>
                <a:pathLst>
                  <a:path w="9877" h="7648" extrusionOk="0">
                    <a:moveTo>
                      <a:pt x="9780" y="0"/>
                    </a:moveTo>
                    <a:lnTo>
                      <a:pt x="67" y="2621"/>
                    </a:lnTo>
                    <a:cubicBezTo>
                      <a:pt x="0" y="2621"/>
                      <a:pt x="0" y="2680"/>
                      <a:pt x="37" y="2710"/>
                    </a:cubicBezTo>
                    <a:lnTo>
                      <a:pt x="5960" y="7648"/>
                    </a:lnTo>
                    <a:lnTo>
                      <a:pt x="5990" y="7648"/>
                    </a:lnTo>
                    <a:cubicBezTo>
                      <a:pt x="6019" y="7648"/>
                      <a:pt x="6049" y="7648"/>
                      <a:pt x="6049" y="7618"/>
                    </a:cubicBezTo>
                    <a:lnTo>
                      <a:pt x="9876" y="89"/>
                    </a:lnTo>
                    <a:cubicBezTo>
                      <a:pt x="9876" y="30"/>
                      <a:pt x="9847" y="0"/>
                      <a:pt x="9810" y="0"/>
                    </a:cubicBezTo>
                    <a:close/>
                  </a:path>
                </a:pathLst>
              </a:custGeom>
              <a:solidFill>
                <a:srgbClr val="B3CC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35"/>
              <p:cNvSpPr/>
              <p:nvPr/>
            </p:nvSpPr>
            <p:spPr>
              <a:xfrm>
                <a:off x="4420572" y="2049428"/>
                <a:ext cx="117826" cy="190644"/>
              </a:xfrm>
              <a:custGeom>
                <a:avLst/>
                <a:gdLst/>
                <a:ahLst/>
                <a:cxnLst/>
                <a:rect l="l" t="t" r="r" b="b"/>
                <a:pathLst>
                  <a:path w="2288" h="3702" extrusionOk="0">
                    <a:moveTo>
                      <a:pt x="0" y="0"/>
                    </a:moveTo>
                    <a:lnTo>
                      <a:pt x="0" y="3702"/>
                    </a:lnTo>
                    <a:lnTo>
                      <a:pt x="2288" y="19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9BF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35"/>
              <p:cNvSpPr/>
              <p:nvPr/>
            </p:nvSpPr>
            <p:spPr>
              <a:xfrm>
                <a:off x="4415989" y="2043712"/>
                <a:ext cx="128538" cy="201304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3909" extrusionOk="0">
                    <a:moveTo>
                      <a:pt x="215" y="363"/>
                    </a:moveTo>
                    <a:lnTo>
                      <a:pt x="2222" y="2088"/>
                    </a:lnTo>
                    <a:lnTo>
                      <a:pt x="215" y="3598"/>
                    </a:lnTo>
                    <a:lnTo>
                      <a:pt x="215" y="363"/>
                    </a:lnTo>
                    <a:close/>
                    <a:moveTo>
                      <a:pt x="123" y="0"/>
                    </a:moveTo>
                    <a:cubicBezTo>
                      <a:pt x="99" y="0"/>
                      <a:pt x="75" y="8"/>
                      <a:pt x="60" y="22"/>
                    </a:cubicBezTo>
                    <a:cubicBezTo>
                      <a:pt x="30" y="22"/>
                      <a:pt x="1" y="82"/>
                      <a:pt x="1" y="111"/>
                    </a:cubicBezTo>
                    <a:lnTo>
                      <a:pt x="1" y="3813"/>
                    </a:lnTo>
                    <a:cubicBezTo>
                      <a:pt x="1" y="3842"/>
                      <a:pt x="30" y="3879"/>
                      <a:pt x="60" y="3909"/>
                    </a:cubicBezTo>
                    <a:lnTo>
                      <a:pt x="186" y="3909"/>
                    </a:lnTo>
                    <a:lnTo>
                      <a:pt x="2436" y="2177"/>
                    </a:lnTo>
                    <a:cubicBezTo>
                      <a:pt x="2466" y="2177"/>
                      <a:pt x="2495" y="2147"/>
                      <a:pt x="2495" y="2117"/>
                    </a:cubicBezTo>
                    <a:cubicBezTo>
                      <a:pt x="2495" y="2058"/>
                      <a:pt x="2466" y="2029"/>
                      <a:pt x="2466" y="2029"/>
                    </a:cubicBezTo>
                    <a:lnTo>
                      <a:pt x="186" y="22"/>
                    </a:lnTo>
                    <a:cubicBezTo>
                      <a:pt x="171" y="8"/>
                      <a:pt x="147" y="0"/>
                      <a:pt x="1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35"/>
              <p:cNvSpPr/>
              <p:nvPr/>
            </p:nvSpPr>
            <p:spPr>
              <a:xfrm>
                <a:off x="4433550" y="1698269"/>
                <a:ext cx="517756" cy="352706"/>
              </a:xfrm>
              <a:custGeom>
                <a:avLst/>
                <a:gdLst/>
                <a:ahLst/>
                <a:cxnLst/>
                <a:rect l="l" t="t" r="r" b="b"/>
                <a:pathLst>
                  <a:path w="10054" h="6849" extrusionOk="0">
                    <a:moveTo>
                      <a:pt x="10054" y="1"/>
                    </a:moveTo>
                    <a:lnTo>
                      <a:pt x="0" y="6849"/>
                    </a:lnTo>
                    <a:close/>
                  </a:path>
                </a:pathLst>
              </a:custGeom>
              <a:solidFill>
                <a:srgbClr val="CBDA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35"/>
              <p:cNvSpPr/>
              <p:nvPr/>
            </p:nvSpPr>
            <p:spPr>
              <a:xfrm>
                <a:off x="4427061" y="1692707"/>
                <a:ext cx="530733" cy="363212"/>
              </a:xfrm>
              <a:custGeom>
                <a:avLst/>
                <a:gdLst/>
                <a:ahLst/>
                <a:cxnLst/>
                <a:rect l="l" t="t" r="r" b="b"/>
                <a:pathLst>
                  <a:path w="10306" h="7053" extrusionOk="0">
                    <a:moveTo>
                      <a:pt x="10192" y="1"/>
                    </a:moveTo>
                    <a:cubicBezTo>
                      <a:pt x="10170" y="1"/>
                      <a:pt x="10145" y="8"/>
                      <a:pt x="10120" y="20"/>
                    </a:cubicBezTo>
                    <a:lnTo>
                      <a:pt x="59" y="6868"/>
                    </a:lnTo>
                    <a:cubicBezTo>
                      <a:pt x="0" y="6898"/>
                      <a:pt x="0" y="6957"/>
                      <a:pt x="30" y="7023"/>
                    </a:cubicBezTo>
                    <a:cubicBezTo>
                      <a:pt x="30" y="7053"/>
                      <a:pt x="89" y="7053"/>
                      <a:pt x="126" y="7053"/>
                    </a:cubicBezTo>
                    <a:lnTo>
                      <a:pt x="185" y="7053"/>
                    </a:lnTo>
                    <a:lnTo>
                      <a:pt x="10239" y="205"/>
                    </a:lnTo>
                    <a:cubicBezTo>
                      <a:pt x="10306" y="176"/>
                      <a:pt x="10306" y="109"/>
                      <a:pt x="10269" y="50"/>
                    </a:cubicBezTo>
                    <a:cubicBezTo>
                      <a:pt x="10251" y="15"/>
                      <a:pt x="10224" y="1"/>
                      <a:pt x="101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-1173850" y="3570775"/>
            <a:ext cx="4435779" cy="4058516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grpSp>
        <p:nvGrpSpPr>
          <p:cNvPr id="102" name="Google Shape;102;p7"/>
          <p:cNvGrpSpPr/>
          <p:nvPr/>
        </p:nvGrpSpPr>
        <p:grpSpPr>
          <a:xfrm>
            <a:off x="446225" y="3699722"/>
            <a:ext cx="1536447" cy="1286060"/>
            <a:chOff x="446225" y="3699722"/>
            <a:chExt cx="1536447" cy="1286060"/>
          </a:xfrm>
        </p:grpSpPr>
        <p:grpSp>
          <p:nvGrpSpPr>
            <p:cNvPr id="103" name="Google Shape;103;p7"/>
            <p:cNvGrpSpPr/>
            <p:nvPr/>
          </p:nvGrpSpPr>
          <p:grpSpPr>
            <a:xfrm>
              <a:off x="446225" y="3699722"/>
              <a:ext cx="537760" cy="547651"/>
              <a:chOff x="2921650" y="2601500"/>
              <a:chExt cx="237275" cy="241650"/>
            </a:xfrm>
          </p:grpSpPr>
          <p:sp>
            <p:nvSpPr>
              <p:cNvPr id="104" name="Google Shape;104;p7"/>
              <p:cNvSpPr/>
              <p:nvPr/>
            </p:nvSpPr>
            <p:spPr>
              <a:xfrm>
                <a:off x="2930650" y="2615000"/>
                <a:ext cx="226275" cy="226250"/>
              </a:xfrm>
              <a:custGeom>
                <a:avLst/>
                <a:gdLst/>
                <a:ahLst/>
                <a:cxnLst/>
                <a:rect l="l" t="t" r="r" b="b"/>
                <a:pathLst>
                  <a:path w="9051" h="9050" extrusionOk="0">
                    <a:moveTo>
                      <a:pt x="4526" y="1"/>
                    </a:moveTo>
                    <a:cubicBezTo>
                      <a:pt x="2031" y="1"/>
                      <a:pt x="1" y="2025"/>
                      <a:pt x="1" y="4525"/>
                    </a:cubicBezTo>
                    <a:cubicBezTo>
                      <a:pt x="1" y="7026"/>
                      <a:pt x="2031" y="9050"/>
                      <a:pt x="4526" y="9050"/>
                    </a:cubicBezTo>
                    <a:cubicBezTo>
                      <a:pt x="7025" y="9050"/>
                      <a:pt x="9050" y="7026"/>
                      <a:pt x="9050" y="4525"/>
                    </a:cubicBezTo>
                    <a:cubicBezTo>
                      <a:pt x="9050" y="2025"/>
                      <a:pt x="7025" y="1"/>
                      <a:pt x="45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7"/>
              <p:cNvSpPr/>
              <p:nvPr/>
            </p:nvSpPr>
            <p:spPr>
              <a:xfrm>
                <a:off x="2928750" y="2612950"/>
                <a:ext cx="230175" cy="230200"/>
              </a:xfrm>
              <a:custGeom>
                <a:avLst/>
                <a:gdLst/>
                <a:ahLst/>
                <a:cxnLst/>
                <a:rect l="l" t="t" r="r" b="b"/>
                <a:pathLst>
                  <a:path w="9207" h="9208" extrusionOk="0">
                    <a:moveTo>
                      <a:pt x="4602" y="163"/>
                    </a:moveTo>
                    <a:cubicBezTo>
                      <a:pt x="7055" y="163"/>
                      <a:pt x="9044" y="2158"/>
                      <a:pt x="9044" y="4607"/>
                    </a:cubicBezTo>
                    <a:cubicBezTo>
                      <a:pt x="9044" y="7055"/>
                      <a:pt x="7055" y="9050"/>
                      <a:pt x="4602" y="9050"/>
                    </a:cubicBezTo>
                    <a:cubicBezTo>
                      <a:pt x="2153" y="9050"/>
                      <a:pt x="158" y="7055"/>
                      <a:pt x="158" y="4607"/>
                    </a:cubicBezTo>
                    <a:cubicBezTo>
                      <a:pt x="158" y="2158"/>
                      <a:pt x="2153" y="163"/>
                      <a:pt x="4602" y="163"/>
                    </a:cubicBezTo>
                    <a:close/>
                    <a:moveTo>
                      <a:pt x="4602" y="0"/>
                    </a:moveTo>
                    <a:cubicBezTo>
                      <a:pt x="2066" y="0"/>
                      <a:pt x="0" y="2066"/>
                      <a:pt x="0" y="4607"/>
                    </a:cubicBezTo>
                    <a:cubicBezTo>
                      <a:pt x="0" y="7142"/>
                      <a:pt x="2066" y="9207"/>
                      <a:pt x="4602" y="9207"/>
                    </a:cubicBezTo>
                    <a:cubicBezTo>
                      <a:pt x="7142" y="9207"/>
                      <a:pt x="9207" y="7142"/>
                      <a:pt x="9207" y="4607"/>
                    </a:cubicBezTo>
                    <a:cubicBezTo>
                      <a:pt x="9207" y="2066"/>
                      <a:pt x="7142" y="0"/>
                      <a:pt x="4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7"/>
              <p:cNvSpPr/>
              <p:nvPr/>
            </p:nvSpPr>
            <p:spPr>
              <a:xfrm>
                <a:off x="2923700" y="2603550"/>
                <a:ext cx="226075" cy="226075"/>
              </a:xfrm>
              <a:custGeom>
                <a:avLst/>
                <a:gdLst/>
                <a:ahLst/>
                <a:cxnLst/>
                <a:rect l="l" t="t" r="r" b="b"/>
                <a:pathLst>
                  <a:path w="9043" h="9043" extrusionOk="0">
                    <a:moveTo>
                      <a:pt x="4518" y="1"/>
                    </a:moveTo>
                    <a:cubicBezTo>
                      <a:pt x="2025" y="1"/>
                      <a:pt x="1" y="2025"/>
                      <a:pt x="1" y="4525"/>
                    </a:cubicBezTo>
                    <a:cubicBezTo>
                      <a:pt x="1" y="7019"/>
                      <a:pt x="2025" y="9043"/>
                      <a:pt x="4518" y="9043"/>
                    </a:cubicBezTo>
                    <a:cubicBezTo>
                      <a:pt x="7019" y="9043"/>
                      <a:pt x="9043" y="7019"/>
                      <a:pt x="9043" y="4525"/>
                    </a:cubicBezTo>
                    <a:cubicBezTo>
                      <a:pt x="9043" y="2025"/>
                      <a:pt x="7019" y="1"/>
                      <a:pt x="45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2921650" y="2601500"/>
                <a:ext cx="230175" cy="230175"/>
              </a:xfrm>
              <a:custGeom>
                <a:avLst/>
                <a:gdLst/>
                <a:ahLst/>
                <a:cxnLst/>
                <a:rect l="l" t="t" r="r" b="b"/>
                <a:pathLst>
                  <a:path w="9207" h="9207" extrusionOk="0">
                    <a:moveTo>
                      <a:pt x="4600" y="163"/>
                    </a:moveTo>
                    <a:cubicBezTo>
                      <a:pt x="7055" y="163"/>
                      <a:pt x="9044" y="2153"/>
                      <a:pt x="9044" y="4607"/>
                    </a:cubicBezTo>
                    <a:cubicBezTo>
                      <a:pt x="9044" y="7055"/>
                      <a:pt x="7055" y="9044"/>
                      <a:pt x="4600" y="9044"/>
                    </a:cubicBezTo>
                    <a:cubicBezTo>
                      <a:pt x="2153" y="9044"/>
                      <a:pt x="158" y="7055"/>
                      <a:pt x="158" y="4607"/>
                    </a:cubicBezTo>
                    <a:cubicBezTo>
                      <a:pt x="158" y="2153"/>
                      <a:pt x="2153" y="163"/>
                      <a:pt x="4600" y="163"/>
                    </a:cubicBezTo>
                    <a:close/>
                    <a:moveTo>
                      <a:pt x="4600" y="0"/>
                    </a:moveTo>
                    <a:cubicBezTo>
                      <a:pt x="2066" y="0"/>
                      <a:pt x="0" y="2066"/>
                      <a:pt x="0" y="4607"/>
                    </a:cubicBezTo>
                    <a:cubicBezTo>
                      <a:pt x="0" y="7141"/>
                      <a:pt x="2066" y="9207"/>
                      <a:pt x="4600" y="9207"/>
                    </a:cubicBezTo>
                    <a:cubicBezTo>
                      <a:pt x="7141" y="9207"/>
                      <a:pt x="9207" y="7141"/>
                      <a:pt x="9207" y="4607"/>
                    </a:cubicBezTo>
                    <a:cubicBezTo>
                      <a:pt x="9207" y="2066"/>
                      <a:pt x="7141" y="0"/>
                      <a:pt x="46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7"/>
              <p:cNvSpPr/>
              <p:nvPr/>
            </p:nvSpPr>
            <p:spPr>
              <a:xfrm>
                <a:off x="2958200" y="2638050"/>
                <a:ext cx="157100" cy="15710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6284" extrusionOk="0">
                    <a:moveTo>
                      <a:pt x="3138" y="0"/>
                    </a:moveTo>
                    <a:cubicBezTo>
                      <a:pt x="1405" y="0"/>
                      <a:pt x="0" y="1411"/>
                      <a:pt x="0" y="3145"/>
                    </a:cubicBezTo>
                    <a:cubicBezTo>
                      <a:pt x="0" y="4873"/>
                      <a:pt x="1405" y="6283"/>
                      <a:pt x="3138" y="6283"/>
                    </a:cubicBezTo>
                    <a:cubicBezTo>
                      <a:pt x="4873" y="6283"/>
                      <a:pt x="6283" y="4873"/>
                      <a:pt x="6283" y="3145"/>
                    </a:cubicBezTo>
                    <a:cubicBezTo>
                      <a:pt x="6283" y="1411"/>
                      <a:pt x="4873" y="0"/>
                      <a:pt x="31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7"/>
              <p:cNvSpPr/>
              <p:nvPr/>
            </p:nvSpPr>
            <p:spPr>
              <a:xfrm>
                <a:off x="2956175" y="2636025"/>
                <a:ext cx="161000" cy="161125"/>
              </a:xfrm>
              <a:custGeom>
                <a:avLst/>
                <a:gdLst/>
                <a:ahLst/>
                <a:cxnLst/>
                <a:rect l="l" t="t" r="r" b="b"/>
                <a:pathLst>
                  <a:path w="6440" h="6445" extrusionOk="0">
                    <a:moveTo>
                      <a:pt x="3219" y="163"/>
                    </a:moveTo>
                    <a:cubicBezTo>
                      <a:pt x="4908" y="163"/>
                      <a:pt x="6282" y="1537"/>
                      <a:pt x="6282" y="3226"/>
                    </a:cubicBezTo>
                    <a:cubicBezTo>
                      <a:pt x="6282" y="4908"/>
                      <a:pt x="4908" y="6282"/>
                      <a:pt x="3219" y="6282"/>
                    </a:cubicBezTo>
                    <a:cubicBezTo>
                      <a:pt x="1532" y="6282"/>
                      <a:pt x="163" y="4908"/>
                      <a:pt x="163" y="3226"/>
                    </a:cubicBezTo>
                    <a:cubicBezTo>
                      <a:pt x="163" y="1537"/>
                      <a:pt x="1532" y="163"/>
                      <a:pt x="3219" y="163"/>
                    </a:cubicBezTo>
                    <a:close/>
                    <a:moveTo>
                      <a:pt x="3219" y="0"/>
                    </a:moveTo>
                    <a:cubicBezTo>
                      <a:pt x="1444" y="0"/>
                      <a:pt x="0" y="1444"/>
                      <a:pt x="0" y="3226"/>
                    </a:cubicBezTo>
                    <a:cubicBezTo>
                      <a:pt x="0" y="5001"/>
                      <a:pt x="1444" y="6445"/>
                      <a:pt x="3219" y="6445"/>
                    </a:cubicBezTo>
                    <a:cubicBezTo>
                      <a:pt x="4994" y="6445"/>
                      <a:pt x="6439" y="5001"/>
                      <a:pt x="6439" y="3226"/>
                    </a:cubicBezTo>
                    <a:cubicBezTo>
                      <a:pt x="6439" y="1444"/>
                      <a:pt x="4994" y="0"/>
                      <a:pt x="32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>
                <a:off x="2988950" y="2668950"/>
                <a:ext cx="9542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3817" h="3811" extrusionOk="0">
                    <a:moveTo>
                      <a:pt x="1908" y="0"/>
                    </a:moveTo>
                    <a:cubicBezTo>
                      <a:pt x="858" y="0"/>
                      <a:pt x="1" y="853"/>
                      <a:pt x="1" y="1909"/>
                    </a:cubicBezTo>
                    <a:cubicBezTo>
                      <a:pt x="1" y="2959"/>
                      <a:pt x="858" y="3811"/>
                      <a:pt x="1908" y="3811"/>
                    </a:cubicBezTo>
                    <a:cubicBezTo>
                      <a:pt x="2965" y="3811"/>
                      <a:pt x="3817" y="2959"/>
                      <a:pt x="3817" y="1909"/>
                    </a:cubicBezTo>
                    <a:cubicBezTo>
                      <a:pt x="3817" y="853"/>
                      <a:pt x="2965" y="0"/>
                      <a:pt x="19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7"/>
              <p:cNvSpPr/>
              <p:nvPr/>
            </p:nvSpPr>
            <p:spPr>
              <a:xfrm>
                <a:off x="2987050" y="2666900"/>
                <a:ext cx="99400" cy="99400"/>
              </a:xfrm>
              <a:custGeom>
                <a:avLst/>
                <a:gdLst/>
                <a:ahLst/>
                <a:cxnLst/>
                <a:rect l="l" t="t" r="r" b="b"/>
                <a:pathLst>
                  <a:path w="3976" h="3976" extrusionOk="0">
                    <a:moveTo>
                      <a:pt x="1984" y="158"/>
                    </a:moveTo>
                    <a:cubicBezTo>
                      <a:pt x="2994" y="158"/>
                      <a:pt x="3812" y="982"/>
                      <a:pt x="3812" y="1991"/>
                    </a:cubicBezTo>
                    <a:cubicBezTo>
                      <a:pt x="3812" y="2994"/>
                      <a:pt x="2994" y="3818"/>
                      <a:pt x="1984" y="3818"/>
                    </a:cubicBezTo>
                    <a:cubicBezTo>
                      <a:pt x="982" y="3818"/>
                      <a:pt x="158" y="2994"/>
                      <a:pt x="158" y="1991"/>
                    </a:cubicBezTo>
                    <a:cubicBezTo>
                      <a:pt x="158" y="982"/>
                      <a:pt x="982" y="158"/>
                      <a:pt x="1984" y="158"/>
                    </a:cubicBezTo>
                    <a:close/>
                    <a:moveTo>
                      <a:pt x="1984" y="0"/>
                    </a:moveTo>
                    <a:cubicBezTo>
                      <a:pt x="889" y="0"/>
                      <a:pt x="0" y="894"/>
                      <a:pt x="0" y="1991"/>
                    </a:cubicBezTo>
                    <a:cubicBezTo>
                      <a:pt x="0" y="3081"/>
                      <a:pt x="889" y="3975"/>
                      <a:pt x="1984" y="3975"/>
                    </a:cubicBezTo>
                    <a:cubicBezTo>
                      <a:pt x="3081" y="3975"/>
                      <a:pt x="3975" y="3081"/>
                      <a:pt x="3975" y="1991"/>
                    </a:cubicBezTo>
                    <a:cubicBezTo>
                      <a:pt x="3975" y="894"/>
                      <a:pt x="3081" y="0"/>
                      <a:pt x="19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7"/>
              <p:cNvSpPr/>
              <p:nvPr/>
            </p:nvSpPr>
            <p:spPr>
              <a:xfrm>
                <a:off x="3009250" y="2689100"/>
                <a:ext cx="54975" cy="54975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2199" extrusionOk="0">
                    <a:moveTo>
                      <a:pt x="1096" y="563"/>
                    </a:moveTo>
                    <a:cubicBezTo>
                      <a:pt x="1393" y="563"/>
                      <a:pt x="1636" y="801"/>
                      <a:pt x="1636" y="1103"/>
                    </a:cubicBezTo>
                    <a:cubicBezTo>
                      <a:pt x="1636" y="1398"/>
                      <a:pt x="1393" y="1636"/>
                      <a:pt x="1096" y="1636"/>
                    </a:cubicBezTo>
                    <a:cubicBezTo>
                      <a:pt x="801" y="1636"/>
                      <a:pt x="557" y="1398"/>
                      <a:pt x="557" y="1103"/>
                    </a:cubicBezTo>
                    <a:cubicBezTo>
                      <a:pt x="557" y="801"/>
                      <a:pt x="801" y="563"/>
                      <a:pt x="1096" y="563"/>
                    </a:cubicBezTo>
                    <a:close/>
                    <a:moveTo>
                      <a:pt x="1096" y="1"/>
                    </a:moveTo>
                    <a:cubicBezTo>
                      <a:pt x="493" y="1"/>
                      <a:pt x="1" y="493"/>
                      <a:pt x="1" y="1103"/>
                    </a:cubicBezTo>
                    <a:cubicBezTo>
                      <a:pt x="1" y="1706"/>
                      <a:pt x="493" y="2199"/>
                      <a:pt x="1096" y="2199"/>
                    </a:cubicBezTo>
                    <a:cubicBezTo>
                      <a:pt x="1706" y="2199"/>
                      <a:pt x="2199" y="1706"/>
                      <a:pt x="2199" y="1103"/>
                    </a:cubicBezTo>
                    <a:cubicBezTo>
                      <a:pt x="2199" y="493"/>
                      <a:pt x="1706" y="1"/>
                      <a:pt x="109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7"/>
              <p:cNvSpPr/>
              <p:nvPr/>
            </p:nvSpPr>
            <p:spPr>
              <a:xfrm>
                <a:off x="3007225" y="2687075"/>
                <a:ext cx="59025" cy="59025"/>
              </a:xfrm>
              <a:custGeom>
                <a:avLst/>
                <a:gdLst/>
                <a:ahLst/>
                <a:cxnLst/>
                <a:rect l="l" t="t" r="r" b="b"/>
                <a:pathLst>
                  <a:path w="2361" h="2361" extrusionOk="0">
                    <a:moveTo>
                      <a:pt x="1177" y="719"/>
                    </a:moveTo>
                    <a:cubicBezTo>
                      <a:pt x="1433" y="719"/>
                      <a:pt x="1637" y="928"/>
                      <a:pt x="1637" y="1184"/>
                    </a:cubicBezTo>
                    <a:cubicBezTo>
                      <a:pt x="1637" y="1433"/>
                      <a:pt x="1433" y="1642"/>
                      <a:pt x="1177" y="1642"/>
                    </a:cubicBezTo>
                    <a:cubicBezTo>
                      <a:pt x="928" y="1642"/>
                      <a:pt x="719" y="1433"/>
                      <a:pt x="719" y="1184"/>
                    </a:cubicBezTo>
                    <a:cubicBezTo>
                      <a:pt x="719" y="928"/>
                      <a:pt x="928" y="719"/>
                      <a:pt x="1177" y="719"/>
                    </a:cubicBezTo>
                    <a:close/>
                    <a:moveTo>
                      <a:pt x="1177" y="563"/>
                    </a:moveTo>
                    <a:cubicBezTo>
                      <a:pt x="842" y="563"/>
                      <a:pt x="563" y="842"/>
                      <a:pt x="563" y="1184"/>
                    </a:cubicBezTo>
                    <a:cubicBezTo>
                      <a:pt x="563" y="1520"/>
                      <a:pt x="842" y="1798"/>
                      <a:pt x="1177" y="1798"/>
                    </a:cubicBezTo>
                    <a:cubicBezTo>
                      <a:pt x="1520" y="1798"/>
                      <a:pt x="1798" y="1520"/>
                      <a:pt x="1798" y="1184"/>
                    </a:cubicBezTo>
                    <a:cubicBezTo>
                      <a:pt x="1798" y="842"/>
                      <a:pt x="1520" y="563"/>
                      <a:pt x="1177" y="563"/>
                    </a:cubicBezTo>
                    <a:close/>
                    <a:moveTo>
                      <a:pt x="1177" y="162"/>
                    </a:moveTo>
                    <a:cubicBezTo>
                      <a:pt x="1741" y="162"/>
                      <a:pt x="2199" y="620"/>
                      <a:pt x="2199" y="1184"/>
                    </a:cubicBezTo>
                    <a:cubicBezTo>
                      <a:pt x="2199" y="1741"/>
                      <a:pt x="1741" y="2199"/>
                      <a:pt x="1177" y="2199"/>
                    </a:cubicBezTo>
                    <a:cubicBezTo>
                      <a:pt x="615" y="2199"/>
                      <a:pt x="157" y="1741"/>
                      <a:pt x="157" y="1184"/>
                    </a:cubicBezTo>
                    <a:cubicBezTo>
                      <a:pt x="157" y="620"/>
                      <a:pt x="615" y="162"/>
                      <a:pt x="1177" y="162"/>
                    </a:cubicBezTo>
                    <a:close/>
                    <a:moveTo>
                      <a:pt x="1177" y="1"/>
                    </a:moveTo>
                    <a:cubicBezTo>
                      <a:pt x="528" y="1"/>
                      <a:pt x="1" y="528"/>
                      <a:pt x="1" y="1184"/>
                    </a:cubicBezTo>
                    <a:cubicBezTo>
                      <a:pt x="1" y="1833"/>
                      <a:pt x="528" y="2361"/>
                      <a:pt x="1177" y="2361"/>
                    </a:cubicBezTo>
                    <a:cubicBezTo>
                      <a:pt x="1827" y="2361"/>
                      <a:pt x="2361" y="1833"/>
                      <a:pt x="2361" y="1184"/>
                    </a:cubicBezTo>
                    <a:cubicBezTo>
                      <a:pt x="2361" y="528"/>
                      <a:pt x="1827" y="1"/>
                      <a:pt x="1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7"/>
              <p:cNvSpPr/>
              <p:nvPr/>
            </p:nvSpPr>
            <p:spPr>
              <a:xfrm>
                <a:off x="2957925" y="2627375"/>
                <a:ext cx="80650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226" h="3683" extrusionOk="0">
                    <a:moveTo>
                      <a:pt x="125" y="1"/>
                    </a:moveTo>
                    <a:cubicBezTo>
                      <a:pt x="99" y="1"/>
                      <a:pt x="73" y="9"/>
                      <a:pt x="52" y="28"/>
                    </a:cubicBezTo>
                    <a:cubicBezTo>
                      <a:pt x="6" y="68"/>
                      <a:pt x="0" y="138"/>
                      <a:pt x="40" y="184"/>
                    </a:cubicBezTo>
                    <a:lnTo>
                      <a:pt x="3017" y="3642"/>
                    </a:lnTo>
                    <a:cubicBezTo>
                      <a:pt x="3039" y="3670"/>
                      <a:pt x="3068" y="3682"/>
                      <a:pt x="3103" y="3682"/>
                    </a:cubicBezTo>
                    <a:cubicBezTo>
                      <a:pt x="3127" y="3682"/>
                      <a:pt x="3156" y="3677"/>
                      <a:pt x="3173" y="3653"/>
                    </a:cubicBezTo>
                    <a:cubicBezTo>
                      <a:pt x="3219" y="3618"/>
                      <a:pt x="3226" y="3543"/>
                      <a:pt x="3184" y="3496"/>
                    </a:cubicBezTo>
                    <a:lnTo>
                      <a:pt x="209" y="39"/>
                    </a:lnTo>
                    <a:cubicBezTo>
                      <a:pt x="187" y="14"/>
                      <a:pt x="156" y="1"/>
                      <a:pt x="1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7"/>
              <p:cNvSpPr/>
              <p:nvPr/>
            </p:nvSpPr>
            <p:spPr>
              <a:xfrm>
                <a:off x="2936575" y="2606400"/>
                <a:ext cx="30775" cy="30025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1201" extrusionOk="0">
                    <a:moveTo>
                      <a:pt x="899" y="0"/>
                    </a:moveTo>
                    <a:cubicBezTo>
                      <a:pt x="892" y="0"/>
                      <a:pt x="885" y="1"/>
                      <a:pt x="878" y="2"/>
                    </a:cubicBezTo>
                    <a:cubicBezTo>
                      <a:pt x="819" y="13"/>
                      <a:pt x="779" y="72"/>
                      <a:pt x="790" y="136"/>
                    </a:cubicBezTo>
                    <a:lnTo>
                      <a:pt x="929" y="814"/>
                    </a:lnTo>
                    <a:cubicBezTo>
                      <a:pt x="934" y="835"/>
                      <a:pt x="912" y="855"/>
                      <a:pt x="892" y="855"/>
                    </a:cubicBezTo>
                    <a:cubicBezTo>
                      <a:pt x="889" y="855"/>
                      <a:pt x="886" y="855"/>
                      <a:pt x="883" y="854"/>
                    </a:cubicBezTo>
                    <a:lnTo>
                      <a:pt x="164" y="588"/>
                    </a:lnTo>
                    <a:cubicBezTo>
                      <a:pt x="150" y="583"/>
                      <a:pt x="136" y="580"/>
                      <a:pt x="122" y="580"/>
                    </a:cubicBezTo>
                    <a:cubicBezTo>
                      <a:pt x="78" y="580"/>
                      <a:pt x="37" y="608"/>
                      <a:pt x="19" y="652"/>
                    </a:cubicBezTo>
                    <a:cubicBezTo>
                      <a:pt x="1" y="709"/>
                      <a:pt x="30" y="773"/>
                      <a:pt x="88" y="797"/>
                    </a:cubicBezTo>
                    <a:lnTo>
                      <a:pt x="1178" y="1197"/>
                    </a:lnTo>
                    <a:cubicBezTo>
                      <a:pt x="1184" y="1199"/>
                      <a:pt x="1189" y="1200"/>
                      <a:pt x="1194" y="1200"/>
                    </a:cubicBezTo>
                    <a:cubicBezTo>
                      <a:pt x="1216" y="1200"/>
                      <a:pt x="1230" y="1181"/>
                      <a:pt x="1226" y="1162"/>
                    </a:cubicBezTo>
                    <a:lnTo>
                      <a:pt x="1010" y="88"/>
                    </a:lnTo>
                    <a:cubicBezTo>
                      <a:pt x="1000" y="38"/>
                      <a:pt x="953" y="0"/>
                      <a:pt x="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7"/>
              <p:cNvSpPr/>
              <p:nvPr/>
            </p:nvSpPr>
            <p:spPr>
              <a:xfrm>
                <a:off x="2935300" y="2604875"/>
                <a:ext cx="3350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322" extrusionOk="0">
                    <a:moveTo>
                      <a:pt x="940" y="122"/>
                    </a:moveTo>
                    <a:cubicBezTo>
                      <a:pt x="957" y="122"/>
                      <a:pt x="969" y="122"/>
                      <a:pt x="980" y="127"/>
                    </a:cubicBezTo>
                    <a:cubicBezTo>
                      <a:pt x="991" y="138"/>
                      <a:pt x="998" y="149"/>
                      <a:pt x="1004" y="162"/>
                    </a:cubicBezTo>
                    <a:lnTo>
                      <a:pt x="1213" y="1188"/>
                    </a:lnTo>
                    <a:lnTo>
                      <a:pt x="156" y="800"/>
                    </a:lnTo>
                    <a:cubicBezTo>
                      <a:pt x="145" y="794"/>
                      <a:pt x="134" y="788"/>
                      <a:pt x="128" y="776"/>
                    </a:cubicBezTo>
                    <a:cubicBezTo>
                      <a:pt x="121" y="759"/>
                      <a:pt x="121" y="748"/>
                      <a:pt x="128" y="736"/>
                    </a:cubicBezTo>
                    <a:cubicBezTo>
                      <a:pt x="134" y="724"/>
                      <a:pt x="139" y="713"/>
                      <a:pt x="156" y="706"/>
                    </a:cubicBezTo>
                    <a:cubicBezTo>
                      <a:pt x="163" y="701"/>
                      <a:pt x="169" y="701"/>
                      <a:pt x="174" y="701"/>
                    </a:cubicBezTo>
                    <a:cubicBezTo>
                      <a:pt x="180" y="701"/>
                      <a:pt x="185" y="701"/>
                      <a:pt x="191" y="706"/>
                    </a:cubicBezTo>
                    <a:lnTo>
                      <a:pt x="911" y="968"/>
                    </a:lnTo>
                    <a:cubicBezTo>
                      <a:pt x="922" y="972"/>
                      <a:pt x="934" y="974"/>
                      <a:pt x="945" y="974"/>
                    </a:cubicBezTo>
                    <a:cubicBezTo>
                      <a:pt x="968" y="974"/>
                      <a:pt x="990" y="966"/>
                      <a:pt x="1009" y="950"/>
                    </a:cubicBezTo>
                    <a:cubicBezTo>
                      <a:pt x="1033" y="933"/>
                      <a:pt x="1044" y="898"/>
                      <a:pt x="1039" y="864"/>
                    </a:cubicBezTo>
                    <a:lnTo>
                      <a:pt x="899" y="184"/>
                    </a:lnTo>
                    <a:cubicBezTo>
                      <a:pt x="899" y="156"/>
                      <a:pt x="916" y="127"/>
                      <a:pt x="940" y="122"/>
                    </a:cubicBezTo>
                    <a:close/>
                    <a:moveTo>
                      <a:pt x="953" y="0"/>
                    </a:moveTo>
                    <a:cubicBezTo>
                      <a:pt x="941" y="0"/>
                      <a:pt x="929" y="2"/>
                      <a:pt x="916" y="5"/>
                    </a:cubicBezTo>
                    <a:cubicBezTo>
                      <a:pt x="824" y="23"/>
                      <a:pt x="766" y="115"/>
                      <a:pt x="783" y="208"/>
                    </a:cubicBezTo>
                    <a:lnTo>
                      <a:pt x="911" y="840"/>
                    </a:lnTo>
                    <a:lnTo>
                      <a:pt x="238" y="591"/>
                    </a:lnTo>
                    <a:cubicBezTo>
                      <a:pt x="218" y="584"/>
                      <a:pt x="199" y="581"/>
                      <a:pt x="180" y="581"/>
                    </a:cubicBezTo>
                    <a:cubicBezTo>
                      <a:pt x="153" y="581"/>
                      <a:pt x="128" y="587"/>
                      <a:pt x="105" y="596"/>
                    </a:cubicBezTo>
                    <a:cubicBezTo>
                      <a:pt x="64" y="614"/>
                      <a:pt x="29" y="649"/>
                      <a:pt x="17" y="695"/>
                    </a:cubicBezTo>
                    <a:cubicBezTo>
                      <a:pt x="0" y="736"/>
                      <a:pt x="0" y="783"/>
                      <a:pt x="17" y="823"/>
                    </a:cubicBezTo>
                    <a:cubicBezTo>
                      <a:pt x="41" y="864"/>
                      <a:pt x="75" y="898"/>
                      <a:pt x="116" y="915"/>
                    </a:cubicBezTo>
                    <a:lnTo>
                      <a:pt x="1213" y="1316"/>
                    </a:lnTo>
                    <a:cubicBezTo>
                      <a:pt x="1218" y="1322"/>
                      <a:pt x="1229" y="1322"/>
                      <a:pt x="1242" y="1322"/>
                    </a:cubicBezTo>
                    <a:cubicBezTo>
                      <a:pt x="1264" y="1322"/>
                      <a:pt x="1288" y="1316"/>
                      <a:pt x="1305" y="1298"/>
                    </a:cubicBezTo>
                    <a:cubicBezTo>
                      <a:pt x="1328" y="1276"/>
                      <a:pt x="1339" y="1241"/>
                      <a:pt x="1334" y="1206"/>
                    </a:cubicBezTo>
                    <a:lnTo>
                      <a:pt x="1119" y="138"/>
                    </a:lnTo>
                    <a:cubicBezTo>
                      <a:pt x="1114" y="92"/>
                      <a:pt x="1085" y="58"/>
                      <a:pt x="1044" y="28"/>
                    </a:cubicBezTo>
                    <a:cubicBezTo>
                      <a:pt x="1019" y="11"/>
                      <a:pt x="987" y="0"/>
                      <a:pt x="9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7"/>
              <p:cNvSpPr/>
              <p:nvPr/>
            </p:nvSpPr>
            <p:spPr>
              <a:xfrm>
                <a:off x="2944575" y="2615675"/>
                <a:ext cx="30750" cy="30025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201" extrusionOk="0">
                    <a:moveTo>
                      <a:pt x="904" y="1"/>
                    </a:moveTo>
                    <a:cubicBezTo>
                      <a:pt x="897" y="1"/>
                      <a:pt x="889" y="1"/>
                      <a:pt x="882" y="3"/>
                    </a:cubicBezTo>
                    <a:cubicBezTo>
                      <a:pt x="818" y="14"/>
                      <a:pt x="783" y="72"/>
                      <a:pt x="794" y="135"/>
                    </a:cubicBezTo>
                    <a:lnTo>
                      <a:pt x="928" y="814"/>
                    </a:lnTo>
                    <a:cubicBezTo>
                      <a:pt x="933" y="834"/>
                      <a:pt x="919" y="852"/>
                      <a:pt x="897" y="852"/>
                    </a:cubicBezTo>
                    <a:cubicBezTo>
                      <a:pt x="893" y="852"/>
                      <a:pt x="887" y="851"/>
                      <a:pt x="882" y="849"/>
                    </a:cubicBezTo>
                    <a:lnTo>
                      <a:pt x="162" y="588"/>
                    </a:lnTo>
                    <a:cubicBezTo>
                      <a:pt x="149" y="582"/>
                      <a:pt x="136" y="580"/>
                      <a:pt x="123" y="580"/>
                    </a:cubicBezTo>
                    <a:cubicBezTo>
                      <a:pt x="78" y="580"/>
                      <a:pt x="36" y="608"/>
                      <a:pt x="18" y="652"/>
                    </a:cubicBezTo>
                    <a:cubicBezTo>
                      <a:pt x="1" y="710"/>
                      <a:pt x="29" y="774"/>
                      <a:pt x="87" y="796"/>
                    </a:cubicBezTo>
                    <a:lnTo>
                      <a:pt x="1177" y="1197"/>
                    </a:lnTo>
                    <a:cubicBezTo>
                      <a:pt x="1183" y="1199"/>
                      <a:pt x="1188" y="1200"/>
                      <a:pt x="1192" y="1200"/>
                    </a:cubicBezTo>
                    <a:cubicBezTo>
                      <a:pt x="1214" y="1200"/>
                      <a:pt x="1229" y="1181"/>
                      <a:pt x="1225" y="1157"/>
                    </a:cubicBezTo>
                    <a:lnTo>
                      <a:pt x="1010" y="89"/>
                    </a:lnTo>
                    <a:cubicBezTo>
                      <a:pt x="999" y="38"/>
                      <a:pt x="954" y="1"/>
                      <a:pt x="90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2943250" y="2614175"/>
                <a:ext cx="3370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322" extrusionOk="0">
                    <a:moveTo>
                      <a:pt x="957" y="118"/>
                    </a:moveTo>
                    <a:cubicBezTo>
                      <a:pt x="965" y="118"/>
                      <a:pt x="973" y="122"/>
                      <a:pt x="981" y="125"/>
                    </a:cubicBezTo>
                    <a:cubicBezTo>
                      <a:pt x="994" y="138"/>
                      <a:pt x="1005" y="149"/>
                      <a:pt x="1005" y="160"/>
                    </a:cubicBezTo>
                    <a:lnTo>
                      <a:pt x="1214" y="1188"/>
                    </a:lnTo>
                    <a:lnTo>
                      <a:pt x="1214" y="1188"/>
                    </a:lnTo>
                    <a:lnTo>
                      <a:pt x="158" y="799"/>
                    </a:lnTo>
                    <a:cubicBezTo>
                      <a:pt x="146" y="794"/>
                      <a:pt x="135" y="787"/>
                      <a:pt x="129" y="776"/>
                    </a:cubicBezTo>
                    <a:cubicBezTo>
                      <a:pt x="123" y="759"/>
                      <a:pt x="123" y="746"/>
                      <a:pt x="129" y="735"/>
                    </a:cubicBezTo>
                    <a:cubicBezTo>
                      <a:pt x="135" y="717"/>
                      <a:pt x="146" y="712"/>
                      <a:pt x="158" y="706"/>
                    </a:cubicBezTo>
                    <a:cubicBezTo>
                      <a:pt x="164" y="700"/>
                      <a:pt x="169" y="700"/>
                      <a:pt x="175" y="700"/>
                    </a:cubicBezTo>
                    <a:lnTo>
                      <a:pt x="199" y="700"/>
                    </a:lnTo>
                    <a:lnTo>
                      <a:pt x="917" y="968"/>
                    </a:lnTo>
                    <a:cubicBezTo>
                      <a:pt x="927" y="971"/>
                      <a:pt x="937" y="973"/>
                      <a:pt x="947" y="973"/>
                    </a:cubicBezTo>
                    <a:cubicBezTo>
                      <a:pt x="969" y="973"/>
                      <a:pt x="991" y="966"/>
                      <a:pt x="1010" y="950"/>
                    </a:cubicBezTo>
                    <a:cubicBezTo>
                      <a:pt x="1034" y="926"/>
                      <a:pt x="1045" y="891"/>
                      <a:pt x="1040" y="863"/>
                    </a:cubicBezTo>
                    <a:lnTo>
                      <a:pt x="906" y="178"/>
                    </a:lnTo>
                    <a:cubicBezTo>
                      <a:pt x="900" y="167"/>
                      <a:pt x="906" y="155"/>
                      <a:pt x="911" y="144"/>
                    </a:cubicBezTo>
                    <a:cubicBezTo>
                      <a:pt x="917" y="132"/>
                      <a:pt x="930" y="120"/>
                      <a:pt x="946" y="120"/>
                    </a:cubicBezTo>
                    <a:cubicBezTo>
                      <a:pt x="950" y="118"/>
                      <a:pt x="953" y="118"/>
                      <a:pt x="957" y="118"/>
                    </a:cubicBezTo>
                    <a:close/>
                    <a:moveTo>
                      <a:pt x="957" y="0"/>
                    </a:moveTo>
                    <a:cubicBezTo>
                      <a:pt x="946" y="0"/>
                      <a:pt x="935" y="1"/>
                      <a:pt x="924" y="4"/>
                    </a:cubicBezTo>
                    <a:cubicBezTo>
                      <a:pt x="877" y="10"/>
                      <a:pt x="836" y="39"/>
                      <a:pt x="813" y="74"/>
                    </a:cubicBezTo>
                    <a:cubicBezTo>
                      <a:pt x="785" y="114"/>
                      <a:pt x="778" y="160"/>
                      <a:pt x="790" y="208"/>
                    </a:cubicBezTo>
                    <a:lnTo>
                      <a:pt x="917" y="840"/>
                    </a:lnTo>
                    <a:lnTo>
                      <a:pt x="239" y="590"/>
                    </a:lnTo>
                    <a:cubicBezTo>
                      <a:pt x="222" y="583"/>
                      <a:pt x="203" y="579"/>
                      <a:pt x="184" y="579"/>
                    </a:cubicBezTo>
                    <a:cubicBezTo>
                      <a:pt x="159" y="579"/>
                      <a:pt x="132" y="586"/>
                      <a:pt x="105" y="596"/>
                    </a:cubicBezTo>
                    <a:cubicBezTo>
                      <a:pt x="65" y="613"/>
                      <a:pt x="36" y="648"/>
                      <a:pt x="19" y="695"/>
                    </a:cubicBezTo>
                    <a:cubicBezTo>
                      <a:pt x="1" y="735"/>
                      <a:pt x="1" y="781"/>
                      <a:pt x="25" y="822"/>
                    </a:cubicBezTo>
                    <a:cubicBezTo>
                      <a:pt x="41" y="863"/>
                      <a:pt x="76" y="898"/>
                      <a:pt x="117" y="909"/>
                    </a:cubicBezTo>
                    <a:lnTo>
                      <a:pt x="1214" y="1316"/>
                    </a:lnTo>
                    <a:cubicBezTo>
                      <a:pt x="1225" y="1321"/>
                      <a:pt x="1237" y="1321"/>
                      <a:pt x="1243" y="1321"/>
                    </a:cubicBezTo>
                    <a:cubicBezTo>
                      <a:pt x="1265" y="1321"/>
                      <a:pt x="1289" y="1316"/>
                      <a:pt x="1307" y="1298"/>
                    </a:cubicBezTo>
                    <a:cubicBezTo>
                      <a:pt x="1335" y="1274"/>
                      <a:pt x="1347" y="1239"/>
                      <a:pt x="1342" y="1204"/>
                    </a:cubicBezTo>
                    <a:lnTo>
                      <a:pt x="1120" y="138"/>
                    </a:lnTo>
                    <a:cubicBezTo>
                      <a:pt x="1115" y="91"/>
                      <a:pt x="1085" y="56"/>
                      <a:pt x="1051" y="28"/>
                    </a:cubicBezTo>
                    <a:cubicBezTo>
                      <a:pt x="1021" y="11"/>
                      <a:pt x="988" y="0"/>
                      <a:pt x="9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" name="Google Shape;119;p7"/>
            <p:cNvGrpSpPr/>
            <p:nvPr/>
          </p:nvGrpSpPr>
          <p:grpSpPr>
            <a:xfrm>
              <a:off x="872637" y="4334694"/>
              <a:ext cx="530946" cy="547617"/>
              <a:chOff x="-4011463" y="4778467"/>
              <a:chExt cx="925316" cy="954701"/>
            </a:xfrm>
          </p:grpSpPr>
          <p:sp>
            <p:nvSpPr>
              <p:cNvPr id="120" name="Google Shape;120;p7"/>
              <p:cNvSpPr/>
              <p:nvPr/>
            </p:nvSpPr>
            <p:spPr>
              <a:xfrm>
                <a:off x="-3999935" y="4824671"/>
                <a:ext cx="910482" cy="902356"/>
              </a:xfrm>
              <a:custGeom>
                <a:avLst/>
                <a:gdLst/>
                <a:ahLst/>
                <a:cxnLst/>
                <a:rect l="l" t="t" r="r" b="b"/>
                <a:pathLst>
                  <a:path w="9636" h="9550" extrusionOk="0">
                    <a:moveTo>
                      <a:pt x="4821" y="2671"/>
                    </a:moveTo>
                    <a:cubicBezTo>
                      <a:pt x="5062" y="2671"/>
                      <a:pt x="5307" y="2712"/>
                      <a:pt x="5546" y="2799"/>
                    </a:cubicBezTo>
                    <a:cubicBezTo>
                      <a:pt x="6654" y="3200"/>
                      <a:pt x="7222" y="4418"/>
                      <a:pt x="6822" y="5526"/>
                    </a:cubicBezTo>
                    <a:cubicBezTo>
                      <a:pt x="6508" y="6389"/>
                      <a:pt x="5688" y="6929"/>
                      <a:pt x="4818" y="6929"/>
                    </a:cubicBezTo>
                    <a:cubicBezTo>
                      <a:pt x="4578" y="6929"/>
                      <a:pt x="4334" y="6888"/>
                      <a:pt x="4096" y="6801"/>
                    </a:cubicBezTo>
                    <a:cubicBezTo>
                      <a:pt x="2988" y="6396"/>
                      <a:pt x="2419" y="5178"/>
                      <a:pt x="2820" y="4075"/>
                    </a:cubicBezTo>
                    <a:cubicBezTo>
                      <a:pt x="3133" y="3208"/>
                      <a:pt x="3952" y="2671"/>
                      <a:pt x="4821" y="2671"/>
                    </a:cubicBezTo>
                    <a:close/>
                    <a:moveTo>
                      <a:pt x="6052" y="0"/>
                    </a:moveTo>
                    <a:cubicBezTo>
                      <a:pt x="5920" y="0"/>
                      <a:pt x="5794" y="82"/>
                      <a:pt x="5749" y="218"/>
                    </a:cubicBezTo>
                    <a:lnTo>
                      <a:pt x="5419" y="1117"/>
                    </a:lnTo>
                    <a:cubicBezTo>
                      <a:pt x="5219" y="1084"/>
                      <a:pt x="5018" y="1067"/>
                      <a:pt x="4819" y="1067"/>
                    </a:cubicBezTo>
                    <a:cubicBezTo>
                      <a:pt x="4503" y="1067"/>
                      <a:pt x="4190" y="1108"/>
                      <a:pt x="3888" y="1187"/>
                    </a:cubicBezTo>
                    <a:lnTo>
                      <a:pt x="3481" y="316"/>
                    </a:lnTo>
                    <a:cubicBezTo>
                      <a:pt x="3427" y="199"/>
                      <a:pt x="3312" y="127"/>
                      <a:pt x="3188" y="127"/>
                    </a:cubicBezTo>
                    <a:cubicBezTo>
                      <a:pt x="3141" y="127"/>
                      <a:pt x="3092" y="138"/>
                      <a:pt x="3045" y="161"/>
                    </a:cubicBezTo>
                    <a:lnTo>
                      <a:pt x="2408" y="456"/>
                    </a:lnTo>
                    <a:cubicBezTo>
                      <a:pt x="2245" y="531"/>
                      <a:pt x="2175" y="729"/>
                      <a:pt x="2252" y="891"/>
                    </a:cubicBezTo>
                    <a:lnTo>
                      <a:pt x="2657" y="1762"/>
                    </a:lnTo>
                    <a:cubicBezTo>
                      <a:pt x="2245" y="2057"/>
                      <a:pt x="1891" y="2440"/>
                      <a:pt x="1625" y="2892"/>
                    </a:cubicBezTo>
                    <a:lnTo>
                      <a:pt x="720" y="2562"/>
                    </a:lnTo>
                    <a:cubicBezTo>
                      <a:pt x="685" y="2550"/>
                      <a:pt x="648" y="2544"/>
                      <a:pt x="612" y="2544"/>
                    </a:cubicBezTo>
                    <a:cubicBezTo>
                      <a:pt x="477" y="2544"/>
                      <a:pt x="348" y="2626"/>
                      <a:pt x="303" y="2758"/>
                    </a:cubicBezTo>
                    <a:lnTo>
                      <a:pt x="59" y="3420"/>
                    </a:lnTo>
                    <a:cubicBezTo>
                      <a:pt x="1" y="3594"/>
                      <a:pt x="87" y="3780"/>
                      <a:pt x="255" y="3843"/>
                    </a:cubicBezTo>
                    <a:lnTo>
                      <a:pt x="1160" y="4169"/>
                    </a:lnTo>
                    <a:cubicBezTo>
                      <a:pt x="1074" y="4691"/>
                      <a:pt x="1103" y="5213"/>
                      <a:pt x="1224" y="5700"/>
                    </a:cubicBezTo>
                    <a:lnTo>
                      <a:pt x="360" y="6105"/>
                    </a:lnTo>
                    <a:cubicBezTo>
                      <a:pt x="191" y="6182"/>
                      <a:pt x="122" y="6378"/>
                      <a:pt x="198" y="6541"/>
                    </a:cubicBezTo>
                    <a:lnTo>
                      <a:pt x="499" y="7179"/>
                    </a:lnTo>
                    <a:cubicBezTo>
                      <a:pt x="554" y="7301"/>
                      <a:pt x="674" y="7372"/>
                      <a:pt x="798" y="7372"/>
                    </a:cubicBezTo>
                    <a:cubicBezTo>
                      <a:pt x="844" y="7372"/>
                      <a:pt x="891" y="7362"/>
                      <a:pt x="935" y="7341"/>
                    </a:cubicBezTo>
                    <a:lnTo>
                      <a:pt x="1805" y="6935"/>
                    </a:lnTo>
                    <a:cubicBezTo>
                      <a:pt x="2100" y="7347"/>
                      <a:pt x="2477" y="7701"/>
                      <a:pt x="2935" y="7968"/>
                    </a:cubicBezTo>
                    <a:lnTo>
                      <a:pt x="2605" y="8867"/>
                    </a:lnTo>
                    <a:cubicBezTo>
                      <a:pt x="2547" y="9041"/>
                      <a:pt x="2635" y="9227"/>
                      <a:pt x="2802" y="9291"/>
                    </a:cubicBezTo>
                    <a:lnTo>
                      <a:pt x="3463" y="9529"/>
                    </a:lnTo>
                    <a:cubicBezTo>
                      <a:pt x="3500" y="9543"/>
                      <a:pt x="3539" y="9550"/>
                      <a:pt x="3577" y="9550"/>
                    </a:cubicBezTo>
                    <a:cubicBezTo>
                      <a:pt x="3710" y="9550"/>
                      <a:pt x="3838" y="9466"/>
                      <a:pt x="3888" y="9331"/>
                    </a:cubicBezTo>
                    <a:lnTo>
                      <a:pt x="4212" y="8432"/>
                    </a:lnTo>
                    <a:cubicBezTo>
                      <a:pt x="4414" y="8465"/>
                      <a:pt x="4615" y="8482"/>
                      <a:pt x="4814" y="8482"/>
                    </a:cubicBezTo>
                    <a:cubicBezTo>
                      <a:pt x="5130" y="8482"/>
                      <a:pt x="5441" y="8441"/>
                      <a:pt x="5743" y="8362"/>
                    </a:cubicBezTo>
                    <a:lnTo>
                      <a:pt x="6150" y="9232"/>
                    </a:lnTo>
                    <a:cubicBezTo>
                      <a:pt x="6205" y="9351"/>
                      <a:pt x="6323" y="9420"/>
                      <a:pt x="6447" y="9420"/>
                    </a:cubicBezTo>
                    <a:cubicBezTo>
                      <a:pt x="6493" y="9420"/>
                      <a:pt x="6540" y="9410"/>
                      <a:pt x="6584" y="9389"/>
                    </a:cubicBezTo>
                    <a:lnTo>
                      <a:pt x="7222" y="9093"/>
                    </a:lnTo>
                    <a:cubicBezTo>
                      <a:pt x="7385" y="9018"/>
                      <a:pt x="7460" y="8820"/>
                      <a:pt x="7379" y="8658"/>
                    </a:cubicBezTo>
                    <a:lnTo>
                      <a:pt x="6973" y="7788"/>
                    </a:lnTo>
                    <a:cubicBezTo>
                      <a:pt x="7385" y="7492"/>
                      <a:pt x="7744" y="7109"/>
                      <a:pt x="8011" y="6657"/>
                    </a:cubicBezTo>
                    <a:lnTo>
                      <a:pt x="8911" y="6982"/>
                    </a:lnTo>
                    <a:cubicBezTo>
                      <a:pt x="8948" y="6996"/>
                      <a:pt x="8986" y="7003"/>
                      <a:pt x="9024" y="7003"/>
                    </a:cubicBezTo>
                    <a:cubicBezTo>
                      <a:pt x="9157" y="7003"/>
                      <a:pt x="9283" y="6921"/>
                      <a:pt x="9328" y="6790"/>
                    </a:cubicBezTo>
                    <a:lnTo>
                      <a:pt x="9572" y="6123"/>
                    </a:lnTo>
                    <a:cubicBezTo>
                      <a:pt x="9636" y="5955"/>
                      <a:pt x="9543" y="5770"/>
                      <a:pt x="9374" y="5706"/>
                    </a:cubicBezTo>
                    <a:lnTo>
                      <a:pt x="8475" y="5381"/>
                    </a:lnTo>
                    <a:cubicBezTo>
                      <a:pt x="8557" y="4859"/>
                      <a:pt x="8533" y="4337"/>
                      <a:pt x="8405" y="3850"/>
                    </a:cubicBezTo>
                    <a:lnTo>
                      <a:pt x="9275" y="3443"/>
                    </a:lnTo>
                    <a:cubicBezTo>
                      <a:pt x="9438" y="3363"/>
                      <a:pt x="9508" y="3170"/>
                      <a:pt x="9433" y="3008"/>
                    </a:cubicBezTo>
                    <a:lnTo>
                      <a:pt x="9136" y="2370"/>
                    </a:lnTo>
                    <a:cubicBezTo>
                      <a:pt x="9077" y="2247"/>
                      <a:pt x="8960" y="2177"/>
                      <a:pt x="8836" y="2177"/>
                    </a:cubicBezTo>
                    <a:cubicBezTo>
                      <a:pt x="8789" y="2177"/>
                      <a:pt x="8742" y="2187"/>
                      <a:pt x="8696" y="2207"/>
                    </a:cubicBezTo>
                    <a:lnTo>
                      <a:pt x="7832" y="2614"/>
                    </a:lnTo>
                    <a:cubicBezTo>
                      <a:pt x="7535" y="2202"/>
                      <a:pt x="7152" y="1848"/>
                      <a:pt x="6700" y="1581"/>
                    </a:cubicBezTo>
                    <a:lnTo>
                      <a:pt x="7026" y="683"/>
                    </a:lnTo>
                    <a:cubicBezTo>
                      <a:pt x="7090" y="509"/>
                      <a:pt x="7002" y="322"/>
                      <a:pt x="6828" y="258"/>
                    </a:cubicBezTo>
                    <a:lnTo>
                      <a:pt x="6167" y="21"/>
                    </a:lnTo>
                    <a:cubicBezTo>
                      <a:pt x="6129" y="7"/>
                      <a:pt x="6090" y="0"/>
                      <a:pt x="60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7"/>
              <p:cNvSpPr/>
              <p:nvPr/>
            </p:nvSpPr>
            <p:spPr>
              <a:xfrm>
                <a:off x="-4003242" y="4818435"/>
                <a:ext cx="917096" cy="914733"/>
              </a:xfrm>
              <a:custGeom>
                <a:avLst/>
                <a:gdLst/>
                <a:ahLst/>
                <a:cxnLst/>
                <a:rect l="l" t="t" r="r" b="b"/>
                <a:pathLst>
                  <a:path w="9706" h="9681" extrusionOk="0">
                    <a:moveTo>
                      <a:pt x="4855" y="2800"/>
                    </a:moveTo>
                    <a:cubicBezTo>
                      <a:pt x="5092" y="2800"/>
                      <a:pt x="5330" y="2841"/>
                      <a:pt x="5558" y="2923"/>
                    </a:cubicBezTo>
                    <a:cubicBezTo>
                      <a:pt x="6630" y="3312"/>
                      <a:pt x="7182" y="4501"/>
                      <a:pt x="6793" y="5568"/>
                    </a:cubicBezTo>
                    <a:cubicBezTo>
                      <a:pt x="6489" y="6405"/>
                      <a:pt x="5696" y="6928"/>
                      <a:pt x="4853" y="6928"/>
                    </a:cubicBezTo>
                    <a:cubicBezTo>
                      <a:pt x="4621" y="6928"/>
                      <a:pt x="4385" y="6889"/>
                      <a:pt x="4154" y="6805"/>
                    </a:cubicBezTo>
                    <a:cubicBezTo>
                      <a:pt x="3080" y="6415"/>
                      <a:pt x="2530" y="5231"/>
                      <a:pt x="2919" y="4160"/>
                    </a:cubicBezTo>
                    <a:cubicBezTo>
                      <a:pt x="3104" y="3643"/>
                      <a:pt x="3481" y="3231"/>
                      <a:pt x="3980" y="2998"/>
                    </a:cubicBezTo>
                    <a:cubicBezTo>
                      <a:pt x="4258" y="2866"/>
                      <a:pt x="4557" y="2800"/>
                      <a:pt x="4855" y="2800"/>
                    </a:cubicBezTo>
                    <a:close/>
                    <a:moveTo>
                      <a:pt x="4852" y="2670"/>
                    </a:moveTo>
                    <a:cubicBezTo>
                      <a:pt x="4536" y="2670"/>
                      <a:pt x="4221" y="2739"/>
                      <a:pt x="3928" y="2877"/>
                    </a:cubicBezTo>
                    <a:cubicBezTo>
                      <a:pt x="3394" y="3126"/>
                      <a:pt x="2994" y="3568"/>
                      <a:pt x="2796" y="4118"/>
                    </a:cubicBezTo>
                    <a:cubicBezTo>
                      <a:pt x="2384" y="5255"/>
                      <a:pt x="2970" y="6514"/>
                      <a:pt x="4108" y="6926"/>
                    </a:cubicBezTo>
                    <a:cubicBezTo>
                      <a:pt x="4351" y="7013"/>
                      <a:pt x="4606" y="7059"/>
                      <a:pt x="4855" y="7059"/>
                    </a:cubicBezTo>
                    <a:cubicBezTo>
                      <a:pt x="5749" y="7059"/>
                      <a:pt x="6596" y="6503"/>
                      <a:pt x="6916" y="5614"/>
                    </a:cubicBezTo>
                    <a:cubicBezTo>
                      <a:pt x="7327" y="4478"/>
                      <a:pt x="6742" y="3220"/>
                      <a:pt x="5604" y="2802"/>
                    </a:cubicBezTo>
                    <a:cubicBezTo>
                      <a:pt x="5359" y="2714"/>
                      <a:pt x="5105" y="2670"/>
                      <a:pt x="4852" y="2670"/>
                    </a:cubicBezTo>
                    <a:close/>
                    <a:moveTo>
                      <a:pt x="6098" y="131"/>
                    </a:moveTo>
                    <a:cubicBezTo>
                      <a:pt x="6125" y="131"/>
                      <a:pt x="6152" y="135"/>
                      <a:pt x="6178" y="144"/>
                    </a:cubicBezTo>
                    <a:lnTo>
                      <a:pt x="6839" y="388"/>
                    </a:lnTo>
                    <a:cubicBezTo>
                      <a:pt x="6978" y="435"/>
                      <a:pt x="7048" y="586"/>
                      <a:pt x="7002" y="725"/>
                    </a:cubicBezTo>
                    <a:lnTo>
                      <a:pt x="6672" y="1624"/>
                    </a:lnTo>
                    <a:cubicBezTo>
                      <a:pt x="6660" y="1654"/>
                      <a:pt x="6672" y="1688"/>
                      <a:pt x="6700" y="1705"/>
                    </a:cubicBezTo>
                    <a:cubicBezTo>
                      <a:pt x="7141" y="1960"/>
                      <a:pt x="7513" y="2302"/>
                      <a:pt x="7808" y="2720"/>
                    </a:cubicBezTo>
                    <a:cubicBezTo>
                      <a:pt x="7824" y="2736"/>
                      <a:pt x="7842" y="2746"/>
                      <a:pt x="7862" y="2746"/>
                    </a:cubicBezTo>
                    <a:cubicBezTo>
                      <a:pt x="7871" y="2746"/>
                      <a:pt x="7881" y="2744"/>
                      <a:pt x="7890" y="2738"/>
                    </a:cubicBezTo>
                    <a:lnTo>
                      <a:pt x="8760" y="2332"/>
                    </a:lnTo>
                    <a:cubicBezTo>
                      <a:pt x="8795" y="2316"/>
                      <a:pt x="8832" y="2309"/>
                      <a:pt x="8868" y="2309"/>
                    </a:cubicBezTo>
                    <a:cubicBezTo>
                      <a:pt x="8969" y="2309"/>
                      <a:pt x="9065" y="2365"/>
                      <a:pt x="9109" y="2460"/>
                    </a:cubicBezTo>
                    <a:lnTo>
                      <a:pt x="9409" y="3097"/>
                    </a:lnTo>
                    <a:cubicBezTo>
                      <a:pt x="9468" y="3231"/>
                      <a:pt x="9415" y="3387"/>
                      <a:pt x="9283" y="3451"/>
                    </a:cubicBezTo>
                    <a:lnTo>
                      <a:pt x="8412" y="3857"/>
                    </a:lnTo>
                    <a:cubicBezTo>
                      <a:pt x="8383" y="3869"/>
                      <a:pt x="8371" y="3898"/>
                      <a:pt x="8378" y="3933"/>
                    </a:cubicBezTo>
                    <a:cubicBezTo>
                      <a:pt x="8504" y="4425"/>
                      <a:pt x="8528" y="4931"/>
                      <a:pt x="8440" y="5435"/>
                    </a:cubicBezTo>
                    <a:cubicBezTo>
                      <a:pt x="8440" y="5464"/>
                      <a:pt x="8458" y="5493"/>
                      <a:pt x="8488" y="5504"/>
                    </a:cubicBezTo>
                    <a:lnTo>
                      <a:pt x="9387" y="5836"/>
                    </a:lnTo>
                    <a:cubicBezTo>
                      <a:pt x="9457" y="5858"/>
                      <a:pt x="9508" y="5905"/>
                      <a:pt x="9537" y="5969"/>
                    </a:cubicBezTo>
                    <a:cubicBezTo>
                      <a:pt x="9567" y="6032"/>
                      <a:pt x="9567" y="6102"/>
                      <a:pt x="9543" y="6171"/>
                    </a:cubicBezTo>
                    <a:lnTo>
                      <a:pt x="9305" y="6833"/>
                    </a:lnTo>
                    <a:cubicBezTo>
                      <a:pt x="9283" y="6897"/>
                      <a:pt x="9230" y="6949"/>
                      <a:pt x="9166" y="6979"/>
                    </a:cubicBezTo>
                    <a:cubicBezTo>
                      <a:pt x="9132" y="6995"/>
                      <a:pt x="9092" y="7004"/>
                      <a:pt x="9052" y="7004"/>
                    </a:cubicBezTo>
                    <a:cubicBezTo>
                      <a:pt x="9023" y="7004"/>
                      <a:pt x="8995" y="7000"/>
                      <a:pt x="8969" y="6990"/>
                    </a:cubicBezTo>
                    <a:lnTo>
                      <a:pt x="8064" y="6658"/>
                    </a:lnTo>
                    <a:cubicBezTo>
                      <a:pt x="8060" y="6658"/>
                      <a:pt x="8055" y="6657"/>
                      <a:pt x="8050" y="6657"/>
                    </a:cubicBezTo>
                    <a:cubicBezTo>
                      <a:pt x="8026" y="6657"/>
                      <a:pt x="8003" y="6669"/>
                      <a:pt x="7988" y="6688"/>
                    </a:cubicBezTo>
                    <a:cubicBezTo>
                      <a:pt x="7727" y="7129"/>
                      <a:pt x="7385" y="7506"/>
                      <a:pt x="6973" y="7801"/>
                    </a:cubicBezTo>
                    <a:cubicBezTo>
                      <a:pt x="6944" y="7820"/>
                      <a:pt x="6938" y="7854"/>
                      <a:pt x="6951" y="7884"/>
                    </a:cubicBezTo>
                    <a:lnTo>
                      <a:pt x="7356" y="8747"/>
                    </a:lnTo>
                    <a:cubicBezTo>
                      <a:pt x="7385" y="8811"/>
                      <a:pt x="7391" y="8886"/>
                      <a:pt x="7368" y="8950"/>
                    </a:cubicBezTo>
                    <a:cubicBezTo>
                      <a:pt x="7345" y="9014"/>
                      <a:pt x="7292" y="9073"/>
                      <a:pt x="7229" y="9102"/>
                    </a:cubicBezTo>
                    <a:lnTo>
                      <a:pt x="6590" y="9397"/>
                    </a:lnTo>
                    <a:cubicBezTo>
                      <a:pt x="6553" y="9414"/>
                      <a:pt x="6514" y="9423"/>
                      <a:pt x="6476" y="9423"/>
                    </a:cubicBezTo>
                    <a:cubicBezTo>
                      <a:pt x="6448" y="9423"/>
                      <a:pt x="6420" y="9418"/>
                      <a:pt x="6394" y="9408"/>
                    </a:cubicBezTo>
                    <a:cubicBezTo>
                      <a:pt x="6324" y="9386"/>
                      <a:pt x="6271" y="9333"/>
                      <a:pt x="6242" y="9269"/>
                    </a:cubicBezTo>
                    <a:lnTo>
                      <a:pt x="5837" y="8399"/>
                    </a:lnTo>
                    <a:cubicBezTo>
                      <a:pt x="5826" y="8379"/>
                      <a:pt x="5798" y="8363"/>
                      <a:pt x="5771" y="8363"/>
                    </a:cubicBezTo>
                    <a:cubicBezTo>
                      <a:pt x="5768" y="8363"/>
                      <a:pt x="5764" y="8363"/>
                      <a:pt x="5760" y="8364"/>
                    </a:cubicBezTo>
                    <a:cubicBezTo>
                      <a:pt x="5459" y="8442"/>
                      <a:pt x="5154" y="8481"/>
                      <a:pt x="4847" y="8481"/>
                    </a:cubicBezTo>
                    <a:cubicBezTo>
                      <a:pt x="4651" y="8481"/>
                      <a:pt x="4455" y="8465"/>
                      <a:pt x="4258" y="8434"/>
                    </a:cubicBezTo>
                    <a:cubicBezTo>
                      <a:pt x="4255" y="8433"/>
                      <a:pt x="4251" y="8433"/>
                      <a:pt x="4247" y="8433"/>
                    </a:cubicBezTo>
                    <a:cubicBezTo>
                      <a:pt x="4221" y="8433"/>
                      <a:pt x="4193" y="8450"/>
                      <a:pt x="4189" y="8475"/>
                    </a:cubicBezTo>
                    <a:lnTo>
                      <a:pt x="3859" y="9380"/>
                    </a:lnTo>
                    <a:cubicBezTo>
                      <a:pt x="3835" y="9443"/>
                      <a:pt x="3789" y="9496"/>
                      <a:pt x="3725" y="9525"/>
                    </a:cubicBezTo>
                    <a:cubicBezTo>
                      <a:pt x="3688" y="9542"/>
                      <a:pt x="3647" y="9551"/>
                      <a:pt x="3607" y="9551"/>
                    </a:cubicBezTo>
                    <a:cubicBezTo>
                      <a:pt x="3578" y="9551"/>
                      <a:pt x="3549" y="9546"/>
                      <a:pt x="3522" y="9536"/>
                    </a:cubicBezTo>
                    <a:lnTo>
                      <a:pt x="2860" y="9293"/>
                    </a:lnTo>
                    <a:cubicBezTo>
                      <a:pt x="2721" y="9247"/>
                      <a:pt x="2652" y="9095"/>
                      <a:pt x="2704" y="8956"/>
                    </a:cubicBezTo>
                    <a:lnTo>
                      <a:pt x="3029" y="8058"/>
                    </a:lnTo>
                    <a:cubicBezTo>
                      <a:pt x="3040" y="8028"/>
                      <a:pt x="3029" y="7994"/>
                      <a:pt x="3000" y="7975"/>
                    </a:cubicBezTo>
                    <a:cubicBezTo>
                      <a:pt x="2558" y="7721"/>
                      <a:pt x="2188" y="7378"/>
                      <a:pt x="1891" y="6961"/>
                    </a:cubicBezTo>
                    <a:cubicBezTo>
                      <a:pt x="1880" y="6944"/>
                      <a:pt x="1857" y="6931"/>
                      <a:pt x="1840" y="6931"/>
                    </a:cubicBezTo>
                    <a:cubicBezTo>
                      <a:pt x="1827" y="6931"/>
                      <a:pt x="1822" y="6937"/>
                      <a:pt x="1811" y="6937"/>
                    </a:cubicBezTo>
                    <a:lnTo>
                      <a:pt x="941" y="7343"/>
                    </a:lnTo>
                    <a:cubicBezTo>
                      <a:pt x="905" y="7361"/>
                      <a:pt x="867" y="7370"/>
                      <a:pt x="829" y="7370"/>
                    </a:cubicBezTo>
                    <a:cubicBezTo>
                      <a:pt x="730" y="7370"/>
                      <a:pt x="635" y="7314"/>
                      <a:pt x="592" y="7222"/>
                    </a:cubicBezTo>
                    <a:lnTo>
                      <a:pt x="290" y="6583"/>
                    </a:lnTo>
                    <a:cubicBezTo>
                      <a:pt x="261" y="6519"/>
                      <a:pt x="261" y="6444"/>
                      <a:pt x="285" y="6380"/>
                    </a:cubicBezTo>
                    <a:cubicBezTo>
                      <a:pt x="308" y="6317"/>
                      <a:pt x="354" y="6259"/>
                      <a:pt x="418" y="6230"/>
                    </a:cubicBezTo>
                    <a:lnTo>
                      <a:pt x="1289" y="5823"/>
                    </a:lnTo>
                    <a:cubicBezTo>
                      <a:pt x="1318" y="5812"/>
                      <a:pt x="1335" y="5783"/>
                      <a:pt x="1323" y="5748"/>
                    </a:cubicBezTo>
                    <a:cubicBezTo>
                      <a:pt x="1195" y="5255"/>
                      <a:pt x="1173" y="4751"/>
                      <a:pt x="1259" y="4246"/>
                    </a:cubicBezTo>
                    <a:cubicBezTo>
                      <a:pt x="1265" y="4217"/>
                      <a:pt x="1248" y="4187"/>
                      <a:pt x="1219" y="4176"/>
                    </a:cubicBezTo>
                    <a:lnTo>
                      <a:pt x="314" y="3846"/>
                    </a:lnTo>
                    <a:cubicBezTo>
                      <a:pt x="250" y="3823"/>
                      <a:pt x="198" y="3777"/>
                      <a:pt x="164" y="3713"/>
                    </a:cubicBezTo>
                    <a:cubicBezTo>
                      <a:pt x="134" y="3649"/>
                      <a:pt x="134" y="3579"/>
                      <a:pt x="157" y="3509"/>
                    </a:cubicBezTo>
                    <a:lnTo>
                      <a:pt x="395" y="2848"/>
                    </a:lnTo>
                    <a:cubicBezTo>
                      <a:pt x="418" y="2784"/>
                      <a:pt x="470" y="2733"/>
                      <a:pt x="534" y="2703"/>
                    </a:cubicBezTo>
                    <a:cubicBezTo>
                      <a:pt x="570" y="2684"/>
                      <a:pt x="607" y="2675"/>
                      <a:pt x="644" y="2675"/>
                    </a:cubicBezTo>
                    <a:cubicBezTo>
                      <a:pt x="674" y="2675"/>
                      <a:pt x="703" y="2681"/>
                      <a:pt x="732" y="2691"/>
                    </a:cubicBezTo>
                    <a:lnTo>
                      <a:pt x="1637" y="3017"/>
                    </a:lnTo>
                    <a:cubicBezTo>
                      <a:pt x="1644" y="3019"/>
                      <a:pt x="1653" y="3021"/>
                      <a:pt x="1661" y="3021"/>
                    </a:cubicBezTo>
                    <a:cubicBezTo>
                      <a:pt x="1683" y="3021"/>
                      <a:pt x="1704" y="3010"/>
                      <a:pt x="1712" y="2993"/>
                    </a:cubicBezTo>
                    <a:cubicBezTo>
                      <a:pt x="1974" y="2552"/>
                      <a:pt x="2315" y="2176"/>
                      <a:pt x="2727" y="1879"/>
                    </a:cubicBezTo>
                    <a:cubicBezTo>
                      <a:pt x="2756" y="1862"/>
                      <a:pt x="2762" y="1828"/>
                      <a:pt x="2750" y="1798"/>
                    </a:cubicBezTo>
                    <a:lnTo>
                      <a:pt x="2344" y="928"/>
                    </a:lnTo>
                    <a:cubicBezTo>
                      <a:pt x="2315" y="870"/>
                      <a:pt x="2309" y="795"/>
                      <a:pt x="2338" y="731"/>
                    </a:cubicBezTo>
                    <a:cubicBezTo>
                      <a:pt x="2362" y="661"/>
                      <a:pt x="2408" y="609"/>
                      <a:pt x="2472" y="580"/>
                    </a:cubicBezTo>
                    <a:lnTo>
                      <a:pt x="3110" y="284"/>
                    </a:lnTo>
                    <a:cubicBezTo>
                      <a:pt x="3147" y="267"/>
                      <a:pt x="3185" y="258"/>
                      <a:pt x="3225" y="258"/>
                    </a:cubicBezTo>
                    <a:cubicBezTo>
                      <a:pt x="3254" y="258"/>
                      <a:pt x="3283" y="263"/>
                      <a:pt x="3313" y="272"/>
                    </a:cubicBezTo>
                    <a:cubicBezTo>
                      <a:pt x="3377" y="296"/>
                      <a:pt x="3428" y="348"/>
                      <a:pt x="3458" y="412"/>
                    </a:cubicBezTo>
                    <a:lnTo>
                      <a:pt x="3864" y="1282"/>
                    </a:lnTo>
                    <a:cubicBezTo>
                      <a:pt x="3879" y="1302"/>
                      <a:pt x="3903" y="1318"/>
                      <a:pt x="3928" y="1318"/>
                    </a:cubicBezTo>
                    <a:cubicBezTo>
                      <a:pt x="3932" y="1318"/>
                      <a:pt x="3935" y="1317"/>
                      <a:pt x="3939" y="1317"/>
                    </a:cubicBezTo>
                    <a:cubicBezTo>
                      <a:pt x="4240" y="1238"/>
                      <a:pt x="4547" y="1200"/>
                      <a:pt x="4855" y="1200"/>
                    </a:cubicBezTo>
                    <a:cubicBezTo>
                      <a:pt x="5051" y="1200"/>
                      <a:pt x="5247" y="1216"/>
                      <a:pt x="5441" y="1247"/>
                    </a:cubicBezTo>
                    <a:cubicBezTo>
                      <a:pt x="5446" y="1248"/>
                      <a:pt x="5450" y="1248"/>
                      <a:pt x="5455" y="1248"/>
                    </a:cubicBezTo>
                    <a:cubicBezTo>
                      <a:pt x="5484" y="1248"/>
                      <a:pt x="5507" y="1232"/>
                      <a:pt x="5517" y="1207"/>
                    </a:cubicBezTo>
                    <a:lnTo>
                      <a:pt x="5842" y="302"/>
                    </a:lnTo>
                    <a:cubicBezTo>
                      <a:pt x="5865" y="238"/>
                      <a:pt x="5918" y="185"/>
                      <a:pt x="5982" y="157"/>
                    </a:cubicBezTo>
                    <a:cubicBezTo>
                      <a:pt x="6019" y="140"/>
                      <a:pt x="6059" y="131"/>
                      <a:pt x="6098" y="131"/>
                    </a:cubicBezTo>
                    <a:close/>
                    <a:moveTo>
                      <a:pt x="6091" y="0"/>
                    </a:moveTo>
                    <a:cubicBezTo>
                      <a:pt x="6035" y="0"/>
                      <a:pt x="5978" y="12"/>
                      <a:pt x="5923" y="34"/>
                    </a:cubicBezTo>
                    <a:cubicBezTo>
                      <a:pt x="5830" y="80"/>
                      <a:pt x="5755" y="163"/>
                      <a:pt x="5720" y="261"/>
                    </a:cubicBezTo>
                    <a:lnTo>
                      <a:pt x="5412" y="1113"/>
                    </a:lnTo>
                    <a:cubicBezTo>
                      <a:pt x="5224" y="1084"/>
                      <a:pt x="5037" y="1070"/>
                      <a:pt x="4849" y="1070"/>
                    </a:cubicBezTo>
                    <a:cubicBezTo>
                      <a:pt x="4551" y="1070"/>
                      <a:pt x="4255" y="1106"/>
                      <a:pt x="3963" y="1177"/>
                    </a:cubicBezTo>
                    <a:lnTo>
                      <a:pt x="3580" y="353"/>
                    </a:lnTo>
                    <a:cubicBezTo>
                      <a:pt x="3533" y="261"/>
                      <a:pt x="3452" y="185"/>
                      <a:pt x="3353" y="150"/>
                    </a:cubicBezTo>
                    <a:cubicBezTo>
                      <a:pt x="3311" y="135"/>
                      <a:pt x="3269" y="128"/>
                      <a:pt x="3226" y="128"/>
                    </a:cubicBezTo>
                    <a:cubicBezTo>
                      <a:pt x="3167" y="128"/>
                      <a:pt x="3109" y="142"/>
                      <a:pt x="3052" y="168"/>
                    </a:cubicBezTo>
                    <a:lnTo>
                      <a:pt x="2419" y="463"/>
                    </a:lnTo>
                    <a:cubicBezTo>
                      <a:pt x="2322" y="511"/>
                      <a:pt x="2252" y="586"/>
                      <a:pt x="2210" y="685"/>
                    </a:cubicBezTo>
                    <a:cubicBezTo>
                      <a:pt x="2175" y="783"/>
                      <a:pt x="2182" y="893"/>
                      <a:pt x="2228" y="985"/>
                    </a:cubicBezTo>
                    <a:lnTo>
                      <a:pt x="2611" y="1804"/>
                    </a:lnTo>
                    <a:cubicBezTo>
                      <a:pt x="2217" y="2099"/>
                      <a:pt x="1886" y="2460"/>
                      <a:pt x="1631" y="2877"/>
                    </a:cubicBezTo>
                    <a:lnTo>
                      <a:pt x="778" y="2570"/>
                    </a:lnTo>
                    <a:cubicBezTo>
                      <a:pt x="734" y="2554"/>
                      <a:pt x="689" y="2547"/>
                      <a:pt x="644" y="2547"/>
                    </a:cubicBezTo>
                    <a:cubicBezTo>
                      <a:pt x="587" y="2547"/>
                      <a:pt x="531" y="2558"/>
                      <a:pt x="477" y="2581"/>
                    </a:cubicBezTo>
                    <a:cubicBezTo>
                      <a:pt x="384" y="2628"/>
                      <a:pt x="308" y="2709"/>
                      <a:pt x="274" y="2808"/>
                    </a:cubicBezTo>
                    <a:lnTo>
                      <a:pt x="36" y="3469"/>
                    </a:lnTo>
                    <a:cubicBezTo>
                      <a:pt x="1" y="3568"/>
                      <a:pt x="1" y="3672"/>
                      <a:pt x="47" y="3764"/>
                    </a:cubicBezTo>
                    <a:cubicBezTo>
                      <a:pt x="94" y="3863"/>
                      <a:pt x="169" y="3933"/>
                      <a:pt x="268" y="3967"/>
                    </a:cubicBezTo>
                    <a:lnTo>
                      <a:pt x="1120" y="4281"/>
                    </a:lnTo>
                    <a:cubicBezTo>
                      <a:pt x="1045" y="4768"/>
                      <a:pt x="1069" y="5255"/>
                      <a:pt x="1184" y="5731"/>
                    </a:cubicBezTo>
                    <a:lnTo>
                      <a:pt x="366" y="6114"/>
                    </a:lnTo>
                    <a:cubicBezTo>
                      <a:pt x="268" y="6160"/>
                      <a:pt x="198" y="6235"/>
                      <a:pt x="164" y="6334"/>
                    </a:cubicBezTo>
                    <a:cubicBezTo>
                      <a:pt x="129" y="6433"/>
                      <a:pt x="134" y="6543"/>
                      <a:pt x="175" y="6636"/>
                    </a:cubicBezTo>
                    <a:lnTo>
                      <a:pt x="477" y="7274"/>
                    </a:lnTo>
                    <a:cubicBezTo>
                      <a:pt x="540" y="7418"/>
                      <a:pt x="683" y="7503"/>
                      <a:pt x="833" y="7503"/>
                    </a:cubicBezTo>
                    <a:cubicBezTo>
                      <a:pt x="889" y="7503"/>
                      <a:pt x="945" y="7491"/>
                      <a:pt x="999" y="7466"/>
                    </a:cubicBezTo>
                    <a:lnTo>
                      <a:pt x="1816" y="7083"/>
                    </a:lnTo>
                    <a:cubicBezTo>
                      <a:pt x="2106" y="7477"/>
                      <a:pt x="2466" y="7807"/>
                      <a:pt x="2890" y="8063"/>
                    </a:cubicBezTo>
                    <a:lnTo>
                      <a:pt x="2582" y="8910"/>
                    </a:lnTo>
                    <a:cubicBezTo>
                      <a:pt x="2507" y="9118"/>
                      <a:pt x="2611" y="9345"/>
                      <a:pt x="2814" y="9415"/>
                    </a:cubicBezTo>
                    <a:lnTo>
                      <a:pt x="3476" y="9659"/>
                    </a:lnTo>
                    <a:cubicBezTo>
                      <a:pt x="3522" y="9670"/>
                      <a:pt x="3568" y="9681"/>
                      <a:pt x="3609" y="9681"/>
                    </a:cubicBezTo>
                    <a:cubicBezTo>
                      <a:pt x="3666" y="9681"/>
                      <a:pt x="3725" y="9670"/>
                      <a:pt x="3776" y="9641"/>
                    </a:cubicBezTo>
                    <a:cubicBezTo>
                      <a:pt x="3875" y="9600"/>
                      <a:pt x="3945" y="9519"/>
                      <a:pt x="3980" y="9421"/>
                    </a:cubicBezTo>
                    <a:lnTo>
                      <a:pt x="4287" y="8567"/>
                    </a:lnTo>
                    <a:cubicBezTo>
                      <a:pt x="4476" y="8596"/>
                      <a:pt x="4665" y="8611"/>
                      <a:pt x="4854" y="8611"/>
                    </a:cubicBezTo>
                    <a:cubicBezTo>
                      <a:pt x="5152" y="8611"/>
                      <a:pt x="5449" y="8575"/>
                      <a:pt x="5744" y="8503"/>
                    </a:cubicBezTo>
                    <a:lnTo>
                      <a:pt x="6126" y="9327"/>
                    </a:lnTo>
                    <a:cubicBezTo>
                      <a:pt x="6167" y="9421"/>
                      <a:pt x="6248" y="9496"/>
                      <a:pt x="6346" y="9531"/>
                    </a:cubicBezTo>
                    <a:cubicBezTo>
                      <a:pt x="6389" y="9545"/>
                      <a:pt x="6432" y="9553"/>
                      <a:pt x="6475" y="9553"/>
                    </a:cubicBezTo>
                    <a:cubicBezTo>
                      <a:pt x="6534" y="9553"/>
                      <a:pt x="6592" y="9540"/>
                      <a:pt x="6649" y="9512"/>
                    </a:cubicBezTo>
                    <a:lnTo>
                      <a:pt x="7286" y="9217"/>
                    </a:lnTo>
                    <a:cubicBezTo>
                      <a:pt x="7379" y="9171"/>
                      <a:pt x="7455" y="9095"/>
                      <a:pt x="7489" y="8997"/>
                    </a:cubicBezTo>
                    <a:cubicBezTo>
                      <a:pt x="7524" y="8899"/>
                      <a:pt x="7519" y="8789"/>
                      <a:pt x="7473" y="8695"/>
                    </a:cubicBezTo>
                    <a:lnTo>
                      <a:pt x="7090" y="7871"/>
                    </a:lnTo>
                    <a:cubicBezTo>
                      <a:pt x="7489" y="7582"/>
                      <a:pt x="7814" y="7222"/>
                      <a:pt x="8070" y="6805"/>
                    </a:cubicBezTo>
                    <a:lnTo>
                      <a:pt x="8922" y="7111"/>
                    </a:lnTo>
                    <a:cubicBezTo>
                      <a:pt x="8966" y="7126"/>
                      <a:pt x="9012" y="7134"/>
                      <a:pt x="9058" y="7134"/>
                    </a:cubicBezTo>
                    <a:cubicBezTo>
                      <a:pt x="9115" y="7134"/>
                      <a:pt x="9172" y="7122"/>
                      <a:pt x="9224" y="7100"/>
                    </a:cubicBezTo>
                    <a:cubicBezTo>
                      <a:pt x="9317" y="7054"/>
                      <a:pt x="9393" y="6972"/>
                      <a:pt x="9427" y="6874"/>
                    </a:cubicBezTo>
                    <a:lnTo>
                      <a:pt x="9665" y="6213"/>
                    </a:lnTo>
                    <a:cubicBezTo>
                      <a:pt x="9706" y="6114"/>
                      <a:pt x="9700" y="6010"/>
                      <a:pt x="9653" y="5911"/>
                    </a:cubicBezTo>
                    <a:cubicBezTo>
                      <a:pt x="9607" y="5818"/>
                      <a:pt x="9532" y="5748"/>
                      <a:pt x="9433" y="5708"/>
                    </a:cubicBezTo>
                    <a:lnTo>
                      <a:pt x="8579" y="5400"/>
                    </a:lnTo>
                    <a:cubicBezTo>
                      <a:pt x="8656" y="4913"/>
                      <a:pt x="8632" y="4425"/>
                      <a:pt x="8517" y="3951"/>
                    </a:cubicBezTo>
                    <a:lnTo>
                      <a:pt x="9334" y="3568"/>
                    </a:lnTo>
                    <a:cubicBezTo>
                      <a:pt x="9532" y="3475"/>
                      <a:pt x="9618" y="3242"/>
                      <a:pt x="9526" y="3046"/>
                    </a:cubicBezTo>
                    <a:lnTo>
                      <a:pt x="9230" y="2407"/>
                    </a:lnTo>
                    <a:cubicBezTo>
                      <a:pt x="9162" y="2264"/>
                      <a:pt x="9018" y="2179"/>
                      <a:pt x="8871" y="2179"/>
                    </a:cubicBezTo>
                    <a:cubicBezTo>
                      <a:pt x="8816" y="2179"/>
                      <a:pt x="8760" y="2191"/>
                      <a:pt x="8708" y="2216"/>
                    </a:cubicBezTo>
                    <a:lnTo>
                      <a:pt x="7883" y="2599"/>
                    </a:lnTo>
                    <a:cubicBezTo>
                      <a:pt x="7594" y="2203"/>
                      <a:pt x="7235" y="1874"/>
                      <a:pt x="6811" y="1619"/>
                    </a:cubicBezTo>
                    <a:lnTo>
                      <a:pt x="7125" y="765"/>
                    </a:lnTo>
                    <a:cubicBezTo>
                      <a:pt x="7194" y="562"/>
                      <a:pt x="7090" y="337"/>
                      <a:pt x="6887" y="267"/>
                    </a:cubicBezTo>
                    <a:lnTo>
                      <a:pt x="6225" y="23"/>
                    </a:lnTo>
                    <a:cubicBezTo>
                      <a:pt x="6181" y="8"/>
                      <a:pt x="6136" y="0"/>
                      <a:pt x="6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7"/>
              <p:cNvSpPr/>
              <p:nvPr/>
            </p:nvSpPr>
            <p:spPr>
              <a:xfrm>
                <a:off x="-4008250" y="4784609"/>
                <a:ext cx="910009" cy="902356"/>
              </a:xfrm>
              <a:custGeom>
                <a:avLst/>
                <a:gdLst/>
                <a:ahLst/>
                <a:cxnLst/>
                <a:rect l="l" t="t" r="r" b="b"/>
                <a:pathLst>
                  <a:path w="9631" h="9550" extrusionOk="0">
                    <a:moveTo>
                      <a:pt x="4810" y="2620"/>
                    </a:moveTo>
                    <a:cubicBezTo>
                      <a:pt x="5051" y="2620"/>
                      <a:pt x="5296" y="2661"/>
                      <a:pt x="5535" y="2748"/>
                    </a:cubicBezTo>
                    <a:cubicBezTo>
                      <a:pt x="6643" y="3148"/>
                      <a:pt x="7212" y="4371"/>
                      <a:pt x="6811" y="5474"/>
                    </a:cubicBezTo>
                    <a:cubicBezTo>
                      <a:pt x="6499" y="6342"/>
                      <a:pt x="5679" y="6878"/>
                      <a:pt x="4810" y="6878"/>
                    </a:cubicBezTo>
                    <a:cubicBezTo>
                      <a:pt x="4569" y="6878"/>
                      <a:pt x="4324" y="6837"/>
                      <a:pt x="4086" y="6751"/>
                    </a:cubicBezTo>
                    <a:cubicBezTo>
                      <a:pt x="2977" y="6350"/>
                      <a:pt x="2409" y="5126"/>
                      <a:pt x="2809" y="4023"/>
                    </a:cubicBezTo>
                    <a:cubicBezTo>
                      <a:pt x="3123" y="3157"/>
                      <a:pt x="3941" y="2620"/>
                      <a:pt x="4810" y="2620"/>
                    </a:cubicBezTo>
                    <a:close/>
                    <a:moveTo>
                      <a:pt x="6055" y="0"/>
                    </a:moveTo>
                    <a:cubicBezTo>
                      <a:pt x="5921" y="0"/>
                      <a:pt x="5795" y="82"/>
                      <a:pt x="5751" y="213"/>
                    </a:cubicBezTo>
                    <a:lnTo>
                      <a:pt x="5419" y="1118"/>
                    </a:lnTo>
                    <a:cubicBezTo>
                      <a:pt x="5220" y="1084"/>
                      <a:pt x="5019" y="1067"/>
                      <a:pt x="4820" y="1067"/>
                    </a:cubicBezTo>
                    <a:cubicBezTo>
                      <a:pt x="4504" y="1067"/>
                      <a:pt x="4190" y="1109"/>
                      <a:pt x="3888" y="1187"/>
                    </a:cubicBezTo>
                    <a:lnTo>
                      <a:pt x="3481" y="317"/>
                    </a:lnTo>
                    <a:cubicBezTo>
                      <a:pt x="3427" y="195"/>
                      <a:pt x="3307" y="124"/>
                      <a:pt x="3184" y="124"/>
                    </a:cubicBezTo>
                    <a:cubicBezTo>
                      <a:pt x="3138" y="124"/>
                      <a:pt x="3091" y="134"/>
                      <a:pt x="3047" y="154"/>
                    </a:cubicBezTo>
                    <a:lnTo>
                      <a:pt x="2409" y="456"/>
                    </a:lnTo>
                    <a:cubicBezTo>
                      <a:pt x="2246" y="532"/>
                      <a:pt x="2177" y="729"/>
                      <a:pt x="2252" y="891"/>
                    </a:cubicBezTo>
                    <a:lnTo>
                      <a:pt x="2659" y="1761"/>
                    </a:lnTo>
                    <a:cubicBezTo>
                      <a:pt x="2246" y="2057"/>
                      <a:pt x="1893" y="2440"/>
                      <a:pt x="1626" y="2893"/>
                    </a:cubicBezTo>
                    <a:lnTo>
                      <a:pt x="721" y="2561"/>
                    </a:lnTo>
                    <a:cubicBezTo>
                      <a:pt x="686" y="2550"/>
                      <a:pt x="650" y="2544"/>
                      <a:pt x="614" y="2544"/>
                    </a:cubicBezTo>
                    <a:cubicBezTo>
                      <a:pt x="478" y="2544"/>
                      <a:pt x="349" y="2626"/>
                      <a:pt x="303" y="2759"/>
                    </a:cubicBezTo>
                    <a:lnTo>
                      <a:pt x="59" y="3420"/>
                    </a:lnTo>
                    <a:cubicBezTo>
                      <a:pt x="1" y="3594"/>
                      <a:pt x="89" y="3780"/>
                      <a:pt x="257" y="3844"/>
                    </a:cubicBezTo>
                    <a:lnTo>
                      <a:pt x="1162" y="4169"/>
                    </a:lnTo>
                    <a:cubicBezTo>
                      <a:pt x="1074" y="4692"/>
                      <a:pt x="1098" y="5207"/>
                      <a:pt x="1226" y="5701"/>
                    </a:cubicBezTo>
                    <a:lnTo>
                      <a:pt x="356" y="6106"/>
                    </a:lnTo>
                    <a:cubicBezTo>
                      <a:pt x="193" y="6181"/>
                      <a:pt x="123" y="6379"/>
                      <a:pt x="199" y="6542"/>
                    </a:cubicBezTo>
                    <a:lnTo>
                      <a:pt x="501" y="7179"/>
                    </a:lnTo>
                    <a:cubicBezTo>
                      <a:pt x="555" y="7297"/>
                      <a:pt x="670" y="7369"/>
                      <a:pt x="794" y="7369"/>
                    </a:cubicBezTo>
                    <a:cubicBezTo>
                      <a:pt x="841" y="7369"/>
                      <a:pt x="889" y="7359"/>
                      <a:pt x="935" y="7337"/>
                    </a:cubicBezTo>
                    <a:lnTo>
                      <a:pt x="1805" y="6930"/>
                    </a:lnTo>
                    <a:cubicBezTo>
                      <a:pt x="2096" y="7348"/>
                      <a:pt x="2479" y="7701"/>
                      <a:pt x="2931" y="7969"/>
                    </a:cubicBezTo>
                    <a:lnTo>
                      <a:pt x="2606" y="8868"/>
                    </a:lnTo>
                    <a:cubicBezTo>
                      <a:pt x="2542" y="9035"/>
                      <a:pt x="2635" y="9227"/>
                      <a:pt x="2803" y="9291"/>
                    </a:cubicBezTo>
                    <a:lnTo>
                      <a:pt x="3465" y="9529"/>
                    </a:lnTo>
                    <a:cubicBezTo>
                      <a:pt x="3501" y="9543"/>
                      <a:pt x="3538" y="9549"/>
                      <a:pt x="3575" y="9549"/>
                    </a:cubicBezTo>
                    <a:cubicBezTo>
                      <a:pt x="3709" y="9549"/>
                      <a:pt x="3836" y="9464"/>
                      <a:pt x="3882" y="9332"/>
                    </a:cubicBezTo>
                    <a:lnTo>
                      <a:pt x="4212" y="8432"/>
                    </a:lnTo>
                    <a:cubicBezTo>
                      <a:pt x="4412" y="8466"/>
                      <a:pt x="4612" y="8483"/>
                      <a:pt x="4812" y="8483"/>
                    </a:cubicBezTo>
                    <a:cubicBezTo>
                      <a:pt x="5128" y="8483"/>
                      <a:pt x="5441" y="8441"/>
                      <a:pt x="5744" y="8363"/>
                    </a:cubicBezTo>
                    <a:lnTo>
                      <a:pt x="6150" y="9233"/>
                    </a:lnTo>
                    <a:cubicBezTo>
                      <a:pt x="6205" y="9351"/>
                      <a:pt x="6324" y="9420"/>
                      <a:pt x="6448" y="9420"/>
                    </a:cubicBezTo>
                    <a:cubicBezTo>
                      <a:pt x="6494" y="9420"/>
                      <a:pt x="6542" y="9411"/>
                      <a:pt x="6586" y="9390"/>
                    </a:cubicBezTo>
                    <a:lnTo>
                      <a:pt x="7224" y="9094"/>
                    </a:lnTo>
                    <a:cubicBezTo>
                      <a:pt x="7386" y="9013"/>
                      <a:pt x="7456" y="8821"/>
                      <a:pt x="7380" y="8652"/>
                    </a:cubicBezTo>
                    <a:lnTo>
                      <a:pt x="6974" y="7789"/>
                    </a:lnTo>
                    <a:cubicBezTo>
                      <a:pt x="7386" y="7493"/>
                      <a:pt x="7740" y="7110"/>
                      <a:pt x="8006" y="6657"/>
                    </a:cubicBezTo>
                    <a:lnTo>
                      <a:pt x="8911" y="6982"/>
                    </a:lnTo>
                    <a:cubicBezTo>
                      <a:pt x="8949" y="6996"/>
                      <a:pt x="8987" y="7003"/>
                      <a:pt x="9026" y="7003"/>
                    </a:cubicBezTo>
                    <a:cubicBezTo>
                      <a:pt x="9158" y="7003"/>
                      <a:pt x="9284" y="6921"/>
                      <a:pt x="9329" y="6785"/>
                    </a:cubicBezTo>
                    <a:lnTo>
                      <a:pt x="9572" y="6124"/>
                    </a:lnTo>
                    <a:cubicBezTo>
                      <a:pt x="9631" y="5956"/>
                      <a:pt x="9544" y="5764"/>
                      <a:pt x="9376" y="5706"/>
                    </a:cubicBezTo>
                    <a:lnTo>
                      <a:pt x="8471" y="5375"/>
                    </a:lnTo>
                    <a:cubicBezTo>
                      <a:pt x="8557" y="4859"/>
                      <a:pt x="8535" y="4337"/>
                      <a:pt x="8407" y="3849"/>
                    </a:cubicBezTo>
                    <a:lnTo>
                      <a:pt x="9271" y="3444"/>
                    </a:lnTo>
                    <a:cubicBezTo>
                      <a:pt x="9440" y="3362"/>
                      <a:pt x="9510" y="3171"/>
                      <a:pt x="9433" y="3003"/>
                    </a:cubicBezTo>
                    <a:lnTo>
                      <a:pt x="9132" y="2365"/>
                    </a:lnTo>
                    <a:cubicBezTo>
                      <a:pt x="9078" y="2247"/>
                      <a:pt x="8961" y="2178"/>
                      <a:pt x="8837" y="2178"/>
                    </a:cubicBezTo>
                    <a:cubicBezTo>
                      <a:pt x="8790" y="2178"/>
                      <a:pt x="8742" y="2187"/>
                      <a:pt x="8697" y="2208"/>
                    </a:cubicBezTo>
                    <a:lnTo>
                      <a:pt x="7826" y="2614"/>
                    </a:lnTo>
                    <a:cubicBezTo>
                      <a:pt x="7537" y="2202"/>
                      <a:pt x="7154" y="1849"/>
                      <a:pt x="6702" y="1581"/>
                    </a:cubicBezTo>
                    <a:lnTo>
                      <a:pt x="7026" y="676"/>
                    </a:lnTo>
                    <a:cubicBezTo>
                      <a:pt x="7090" y="508"/>
                      <a:pt x="6997" y="323"/>
                      <a:pt x="6830" y="259"/>
                    </a:cubicBezTo>
                    <a:lnTo>
                      <a:pt x="6168" y="21"/>
                    </a:lnTo>
                    <a:cubicBezTo>
                      <a:pt x="6131" y="7"/>
                      <a:pt x="6093" y="0"/>
                      <a:pt x="60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7"/>
              <p:cNvSpPr/>
              <p:nvPr/>
            </p:nvSpPr>
            <p:spPr>
              <a:xfrm>
                <a:off x="-4011463" y="4778467"/>
                <a:ext cx="916529" cy="914733"/>
              </a:xfrm>
              <a:custGeom>
                <a:avLst/>
                <a:gdLst/>
                <a:ahLst/>
                <a:cxnLst/>
                <a:rect l="l" t="t" r="r" b="b"/>
                <a:pathLst>
                  <a:path w="9700" h="9681" extrusionOk="0">
                    <a:moveTo>
                      <a:pt x="4845" y="2749"/>
                    </a:moveTo>
                    <a:cubicBezTo>
                      <a:pt x="5082" y="2749"/>
                      <a:pt x="5320" y="2789"/>
                      <a:pt x="5547" y="2877"/>
                    </a:cubicBezTo>
                    <a:cubicBezTo>
                      <a:pt x="6069" y="3062"/>
                      <a:pt x="6481" y="3440"/>
                      <a:pt x="6712" y="3938"/>
                    </a:cubicBezTo>
                    <a:cubicBezTo>
                      <a:pt x="6950" y="4436"/>
                      <a:pt x="6974" y="5000"/>
                      <a:pt x="6781" y="5515"/>
                    </a:cubicBezTo>
                    <a:cubicBezTo>
                      <a:pt x="6596" y="6037"/>
                      <a:pt x="6219" y="6449"/>
                      <a:pt x="5721" y="6682"/>
                    </a:cubicBezTo>
                    <a:cubicBezTo>
                      <a:pt x="5442" y="6812"/>
                      <a:pt x="5144" y="6878"/>
                      <a:pt x="4845" y="6878"/>
                    </a:cubicBezTo>
                    <a:cubicBezTo>
                      <a:pt x="4608" y="6878"/>
                      <a:pt x="4370" y="6836"/>
                      <a:pt x="4142" y="6752"/>
                    </a:cubicBezTo>
                    <a:cubicBezTo>
                      <a:pt x="3620" y="6566"/>
                      <a:pt x="3209" y="6189"/>
                      <a:pt x="2977" y="5689"/>
                    </a:cubicBezTo>
                    <a:cubicBezTo>
                      <a:pt x="2744" y="5185"/>
                      <a:pt x="2715" y="4628"/>
                      <a:pt x="2907" y="4112"/>
                    </a:cubicBezTo>
                    <a:cubicBezTo>
                      <a:pt x="3092" y="3590"/>
                      <a:pt x="3469" y="3178"/>
                      <a:pt x="3975" y="2947"/>
                    </a:cubicBezTo>
                    <a:cubicBezTo>
                      <a:pt x="4246" y="2813"/>
                      <a:pt x="4548" y="2749"/>
                      <a:pt x="4845" y="2749"/>
                    </a:cubicBezTo>
                    <a:close/>
                    <a:moveTo>
                      <a:pt x="4840" y="2620"/>
                    </a:moveTo>
                    <a:cubicBezTo>
                      <a:pt x="4524" y="2620"/>
                      <a:pt x="4209" y="2689"/>
                      <a:pt x="3916" y="2824"/>
                    </a:cubicBezTo>
                    <a:cubicBezTo>
                      <a:pt x="3389" y="3073"/>
                      <a:pt x="2982" y="3515"/>
                      <a:pt x="2784" y="4066"/>
                    </a:cubicBezTo>
                    <a:cubicBezTo>
                      <a:pt x="2583" y="4617"/>
                      <a:pt x="2610" y="5215"/>
                      <a:pt x="2861" y="5742"/>
                    </a:cubicBezTo>
                    <a:cubicBezTo>
                      <a:pt x="3105" y="6270"/>
                      <a:pt x="3545" y="6676"/>
                      <a:pt x="4096" y="6873"/>
                    </a:cubicBezTo>
                    <a:cubicBezTo>
                      <a:pt x="4340" y="6966"/>
                      <a:pt x="4594" y="7006"/>
                      <a:pt x="4845" y="7006"/>
                    </a:cubicBezTo>
                    <a:cubicBezTo>
                      <a:pt x="5164" y="7006"/>
                      <a:pt x="5477" y="6937"/>
                      <a:pt x="5772" y="6797"/>
                    </a:cubicBezTo>
                    <a:cubicBezTo>
                      <a:pt x="6307" y="6554"/>
                      <a:pt x="6706" y="6114"/>
                      <a:pt x="6904" y="5563"/>
                    </a:cubicBezTo>
                    <a:cubicBezTo>
                      <a:pt x="7107" y="5011"/>
                      <a:pt x="7078" y="4414"/>
                      <a:pt x="6834" y="3886"/>
                    </a:cubicBezTo>
                    <a:cubicBezTo>
                      <a:pt x="6585" y="3352"/>
                      <a:pt x="6144" y="2952"/>
                      <a:pt x="5593" y="2755"/>
                    </a:cubicBezTo>
                    <a:cubicBezTo>
                      <a:pt x="5347" y="2664"/>
                      <a:pt x="5093" y="2620"/>
                      <a:pt x="4840" y="2620"/>
                    </a:cubicBezTo>
                    <a:close/>
                    <a:moveTo>
                      <a:pt x="6087" y="128"/>
                    </a:moveTo>
                    <a:cubicBezTo>
                      <a:pt x="6118" y="128"/>
                      <a:pt x="6150" y="133"/>
                      <a:pt x="6179" y="144"/>
                    </a:cubicBezTo>
                    <a:lnTo>
                      <a:pt x="6840" y="382"/>
                    </a:lnTo>
                    <a:cubicBezTo>
                      <a:pt x="6910" y="411"/>
                      <a:pt x="6961" y="457"/>
                      <a:pt x="6990" y="521"/>
                    </a:cubicBezTo>
                    <a:cubicBezTo>
                      <a:pt x="7020" y="586"/>
                      <a:pt x="7025" y="655"/>
                      <a:pt x="6996" y="725"/>
                    </a:cubicBezTo>
                    <a:lnTo>
                      <a:pt x="6671" y="1624"/>
                    </a:lnTo>
                    <a:cubicBezTo>
                      <a:pt x="6660" y="1652"/>
                      <a:pt x="6671" y="1687"/>
                      <a:pt x="6701" y="1705"/>
                    </a:cubicBezTo>
                    <a:cubicBezTo>
                      <a:pt x="7142" y="1960"/>
                      <a:pt x="7512" y="2302"/>
                      <a:pt x="7809" y="2720"/>
                    </a:cubicBezTo>
                    <a:cubicBezTo>
                      <a:pt x="7820" y="2736"/>
                      <a:pt x="7839" y="2746"/>
                      <a:pt x="7860" y="2746"/>
                    </a:cubicBezTo>
                    <a:cubicBezTo>
                      <a:pt x="7870" y="2746"/>
                      <a:pt x="7880" y="2743"/>
                      <a:pt x="7890" y="2738"/>
                    </a:cubicBezTo>
                    <a:lnTo>
                      <a:pt x="8760" y="2331"/>
                    </a:lnTo>
                    <a:cubicBezTo>
                      <a:pt x="8796" y="2315"/>
                      <a:pt x="8834" y="2308"/>
                      <a:pt x="8872" y="2308"/>
                    </a:cubicBezTo>
                    <a:cubicBezTo>
                      <a:pt x="8971" y="2308"/>
                      <a:pt x="9065" y="2362"/>
                      <a:pt x="9108" y="2459"/>
                    </a:cubicBezTo>
                    <a:lnTo>
                      <a:pt x="9410" y="3097"/>
                    </a:lnTo>
                    <a:cubicBezTo>
                      <a:pt x="9439" y="3161"/>
                      <a:pt x="9439" y="3231"/>
                      <a:pt x="9415" y="3300"/>
                    </a:cubicBezTo>
                    <a:cubicBezTo>
                      <a:pt x="9392" y="3364"/>
                      <a:pt x="9346" y="3416"/>
                      <a:pt x="9282" y="3445"/>
                    </a:cubicBezTo>
                    <a:lnTo>
                      <a:pt x="8412" y="3852"/>
                    </a:lnTo>
                    <a:cubicBezTo>
                      <a:pt x="8382" y="3868"/>
                      <a:pt x="8366" y="3898"/>
                      <a:pt x="8377" y="3927"/>
                    </a:cubicBezTo>
                    <a:cubicBezTo>
                      <a:pt x="8505" y="4425"/>
                      <a:pt x="8527" y="4931"/>
                      <a:pt x="8441" y="5435"/>
                    </a:cubicBezTo>
                    <a:cubicBezTo>
                      <a:pt x="8435" y="5464"/>
                      <a:pt x="8452" y="5493"/>
                      <a:pt x="8487" y="5504"/>
                    </a:cubicBezTo>
                    <a:lnTo>
                      <a:pt x="9386" y="5829"/>
                    </a:lnTo>
                    <a:cubicBezTo>
                      <a:pt x="9450" y="5852"/>
                      <a:pt x="9509" y="5905"/>
                      <a:pt x="9537" y="5968"/>
                    </a:cubicBezTo>
                    <a:cubicBezTo>
                      <a:pt x="9566" y="6032"/>
                      <a:pt x="9566" y="6101"/>
                      <a:pt x="9544" y="6165"/>
                    </a:cubicBezTo>
                    <a:lnTo>
                      <a:pt x="9305" y="6832"/>
                    </a:lnTo>
                    <a:cubicBezTo>
                      <a:pt x="9264" y="6938"/>
                      <a:pt x="9161" y="7004"/>
                      <a:pt x="9053" y="7004"/>
                    </a:cubicBezTo>
                    <a:cubicBezTo>
                      <a:pt x="9025" y="7004"/>
                      <a:pt x="8996" y="6999"/>
                      <a:pt x="8969" y="6990"/>
                    </a:cubicBezTo>
                    <a:lnTo>
                      <a:pt x="8064" y="6658"/>
                    </a:lnTo>
                    <a:cubicBezTo>
                      <a:pt x="8056" y="6655"/>
                      <a:pt x="8048" y="6654"/>
                      <a:pt x="8041" y="6654"/>
                    </a:cubicBezTo>
                    <a:cubicBezTo>
                      <a:pt x="8018" y="6654"/>
                      <a:pt x="7997" y="6666"/>
                      <a:pt x="7988" y="6687"/>
                    </a:cubicBezTo>
                    <a:cubicBezTo>
                      <a:pt x="7727" y="7129"/>
                      <a:pt x="7386" y="7499"/>
                      <a:pt x="6974" y="7801"/>
                    </a:cubicBezTo>
                    <a:cubicBezTo>
                      <a:pt x="6944" y="7819"/>
                      <a:pt x="6939" y="7847"/>
                      <a:pt x="6950" y="7876"/>
                    </a:cubicBezTo>
                    <a:lnTo>
                      <a:pt x="7356" y="8747"/>
                    </a:lnTo>
                    <a:cubicBezTo>
                      <a:pt x="7386" y="8811"/>
                      <a:pt x="7391" y="8880"/>
                      <a:pt x="7368" y="8950"/>
                    </a:cubicBezTo>
                    <a:cubicBezTo>
                      <a:pt x="7338" y="9014"/>
                      <a:pt x="7292" y="9065"/>
                      <a:pt x="7228" y="9100"/>
                    </a:cubicBezTo>
                    <a:lnTo>
                      <a:pt x="6591" y="9397"/>
                    </a:lnTo>
                    <a:cubicBezTo>
                      <a:pt x="6556" y="9413"/>
                      <a:pt x="6519" y="9422"/>
                      <a:pt x="6482" y="9422"/>
                    </a:cubicBezTo>
                    <a:cubicBezTo>
                      <a:pt x="6451" y="9422"/>
                      <a:pt x="6419" y="9416"/>
                      <a:pt x="6387" y="9402"/>
                    </a:cubicBezTo>
                    <a:cubicBezTo>
                      <a:pt x="6323" y="9379"/>
                      <a:pt x="6272" y="9333"/>
                      <a:pt x="6243" y="9269"/>
                    </a:cubicBezTo>
                    <a:lnTo>
                      <a:pt x="5836" y="8398"/>
                    </a:lnTo>
                    <a:cubicBezTo>
                      <a:pt x="5827" y="8374"/>
                      <a:pt x="5801" y="8362"/>
                      <a:pt x="5776" y="8362"/>
                    </a:cubicBezTo>
                    <a:cubicBezTo>
                      <a:pt x="5771" y="8362"/>
                      <a:pt x="5766" y="8363"/>
                      <a:pt x="5761" y="8364"/>
                    </a:cubicBezTo>
                    <a:cubicBezTo>
                      <a:pt x="5460" y="8442"/>
                      <a:pt x="5154" y="8481"/>
                      <a:pt x="4847" y="8481"/>
                    </a:cubicBezTo>
                    <a:cubicBezTo>
                      <a:pt x="4651" y="8481"/>
                      <a:pt x="4455" y="8465"/>
                      <a:pt x="4259" y="8433"/>
                    </a:cubicBezTo>
                    <a:cubicBezTo>
                      <a:pt x="4255" y="8433"/>
                      <a:pt x="4250" y="8432"/>
                      <a:pt x="4246" y="8432"/>
                    </a:cubicBezTo>
                    <a:cubicBezTo>
                      <a:pt x="4217" y="8432"/>
                      <a:pt x="4193" y="8449"/>
                      <a:pt x="4184" y="8474"/>
                    </a:cubicBezTo>
                    <a:lnTo>
                      <a:pt x="3858" y="9373"/>
                    </a:lnTo>
                    <a:cubicBezTo>
                      <a:pt x="3818" y="9481"/>
                      <a:pt x="3717" y="9547"/>
                      <a:pt x="3612" y="9547"/>
                    </a:cubicBezTo>
                    <a:cubicBezTo>
                      <a:pt x="3582" y="9547"/>
                      <a:pt x="3552" y="9542"/>
                      <a:pt x="3522" y="9530"/>
                    </a:cubicBezTo>
                    <a:lnTo>
                      <a:pt x="2861" y="9292"/>
                    </a:lnTo>
                    <a:cubicBezTo>
                      <a:pt x="2722" y="9246"/>
                      <a:pt x="2652" y="9089"/>
                      <a:pt x="2704" y="8955"/>
                    </a:cubicBezTo>
                    <a:lnTo>
                      <a:pt x="3028" y="8050"/>
                    </a:lnTo>
                    <a:cubicBezTo>
                      <a:pt x="3041" y="8021"/>
                      <a:pt x="3028" y="7993"/>
                      <a:pt x="3000" y="7975"/>
                    </a:cubicBezTo>
                    <a:cubicBezTo>
                      <a:pt x="2559" y="7715"/>
                      <a:pt x="2187" y="7372"/>
                      <a:pt x="1892" y="6960"/>
                    </a:cubicBezTo>
                    <a:cubicBezTo>
                      <a:pt x="1880" y="6942"/>
                      <a:pt x="1857" y="6931"/>
                      <a:pt x="1839" y="6931"/>
                    </a:cubicBezTo>
                    <a:cubicBezTo>
                      <a:pt x="1828" y="6931"/>
                      <a:pt x="1817" y="6937"/>
                      <a:pt x="1810" y="6937"/>
                    </a:cubicBezTo>
                    <a:lnTo>
                      <a:pt x="940" y="7343"/>
                    </a:lnTo>
                    <a:cubicBezTo>
                      <a:pt x="904" y="7360"/>
                      <a:pt x="865" y="7369"/>
                      <a:pt x="825" y="7369"/>
                    </a:cubicBezTo>
                    <a:cubicBezTo>
                      <a:pt x="797" y="7369"/>
                      <a:pt x="767" y="7364"/>
                      <a:pt x="738" y="7354"/>
                    </a:cubicBezTo>
                    <a:cubicBezTo>
                      <a:pt x="674" y="7332"/>
                      <a:pt x="621" y="7279"/>
                      <a:pt x="592" y="7215"/>
                    </a:cubicBezTo>
                    <a:lnTo>
                      <a:pt x="291" y="6578"/>
                    </a:lnTo>
                    <a:cubicBezTo>
                      <a:pt x="262" y="6513"/>
                      <a:pt x="262" y="6444"/>
                      <a:pt x="285" y="6380"/>
                    </a:cubicBezTo>
                    <a:cubicBezTo>
                      <a:pt x="308" y="6310"/>
                      <a:pt x="355" y="6259"/>
                      <a:pt x="418" y="6229"/>
                    </a:cubicBezTo>
                    <a:lnTo>
                      <a:pt x="1288" y="5823"/>
                    </a:lnTo>
                    <a:cubicBezTo>
                      <a:pt x="1317" y="5812"/>
                      <a:pt x="1335" y="5777"/>
                      <a:pt x="1323" y="5748"/>
                    </a:cubicBezTo>
                    <a:cubicBezTo>
                      <a:pt x="1196" y="5255"/>
                      <a:pt x="1172" y="4750"/>
                      <a:pt x="1260" y="4246"/>
                    </a:cubicBezTo>
                    <a:cubicBezTo>
                      <a:pt x="1266" y="4216"/>
                      <a:pt x="1242" y="4182"/>
                      <a:pt x="1213" y="4176"/>
                    </a:cubicBezTo>
                    <a:lnTo>
                      <a:pt x="313" y="3845"/>
                    </a:lnTo>
                    <a:cubicBezTo>
                      <a:pt x="251" y="3822"/>
                      <a:pt x="192" y="3775"/>
                      <a:pt x="163" y="3712"/>
                    </a:cubicBezTo>
                    <a:cubicBezTo>
                      <a:pt x="134" y="3648"/>
                      <a:pt x="134" y="3573"/>
                      <a:pt x="157" y="3509"/>
                    </a:cubicBezTo>
                    <a:lnTo>
                      <a:pt x="395" y="2848"/>
                    </a:lnTo>
                    <a:cubicBezTo>
                      <a:pt x="418" y="2784"/>
                      <a:pt x="471" y="2725"/>
                      <a:pt x="535" y="2696"/>
                    </a:cubicBezTo>
                    <a:cubicBezTo>
                      <a:pt x="568" y="2681"/>
                      <a:pt x="604" y="2674"/>
                      <a:pt x="639" y="2674"/>
                    </a:cubicBezTo>
                    <a:cubicBezTo>
                      <a:pt x="670" y="2674"/>
                      <a:pt x="701" y="2680"/>
                      <a:pt x="731" y="2691"/>
                    </a:cubicBezTo>
                    <a:lnTo>
                      <a:pt x="1636" y="3016"/>
                    </a:lnTo>
                    <a:cubicBezTo>
                      <a:pt x="1643" y="3019"/>
                      <a:pt x="1651" y="3021"/>
                      <a:pt x="1659" y="3021"/>
                    </a:cubicBezTo>
                    <a:cubicBezTo>
                      <a:pt x="1682" y="3021"/>
                      <a:pt x="1703" y="3009"/>
                      <a:pt x="1712" y="2987"/>
                    </a:cubicBezTo>
                    <a:cubicBezTo>
                      <a:pt x="1973" y="2551"/>
                      <a:pt x="2315" y="2174"/>
                      <a:pt x="2727" y="1879"/>
                    </a:cubicBezTo>
                    <a:cubicBezTo>
                      <a:pt x="2757" y="1861"/>
                      <a:pt x="2762" y="1826"/>
                      <a:pt x="2750" y="1798"/>
                    </a:cubicBezTo>
                    <a:lnTo>
                      <a:pt x="2345" y="928"/>
                    </a:lnTo>
                    <a:cubicBezTo>
                      <a:pt x="2315" y="864"/>
                      <a:pt x="2310" y="794"/>
                      <a:pt x="2332" y="730"/>
                    </a:cubicBezTo>
                    <a:cubicBezTo>
                      <a:pt x="2361" y="661"/>
                      <a:pt x="2409" y="608"/>
                      <a:pt x="2471" y="580"/>
                    </a:cubicBezTo>
                    <a:lnTo>
                      <a:pt x="3110" y="283"/>
                    </a:lnTo>
                    <a:cubicBezTo>
                      <a:pt x="3145" y="264"/>
                      <a:pt x="3182" y="256"/>
                      <a:pt x="3218" y="256"/>
                    </a:cubicBezTo>
                    <a:cubicBezTo>
                      <a:pt x="3248" y="256"/>
                      <a:pt x="3278" y="262"/>
                      <a:pt x="3307" y="272"/>
                    </a:cubicBezTo>
                    <a:cubicBezTo>
                      <a:pt x="3376" y="295"/>
                      <a:pt x="3429" y="347"/>
                      <a:pt x="3458" y="406"/>
                    </a:cubicBezTo>
                    <a:lnTo>
                      <a:pt x="3863" y="1276"/>
                    </a:lnTo>
                    <a:cubicBezTo>
                      <a:pt x="3873" y="1298"/>
                      <a:pt x="3897" y="1314"/>
                      <a:pt x="3922" y="1314"/>
                    </a:cubicBezTo>
                    <a:cubicBezTo>
                      <a:pt x="3928" y="1314"/>
                      <a:pt x="3934" y="1313"/>
                      <a:pt x="3940" y="1311"/>
                    </a:cubicBezTo>
                    <a:cubicBezTo>
                      <a:pt x="4236" y="1234"/>
                      <a:pt x="4537" y="1195"/>
                      <a:pt x="4839" y="1195"/>
                    </a:cubicBezTo>
                    <a:cubicBezTo>
                      <a:pt x="5039" y="1195"/>
                      <a:pt x="5241" y="1212"/>
                      <a:pt x="5442" y="1247"/>
                    </a:cubicBezTo>
                    <a:cubicBezTo>
                      <a:pt x="5446" y="1247"/>
                      <a:pt x="5451" y="1248"/>
                      <a:pt x="5455" y="1248"/>
                    </a:cubicBezTo>
                    <a:cubicBezTo>
                      <a:pt x="5484" y="1248"/>
                      <a:pt x="5508" y="1231"/>
                      <a:pt x="5517" y="1206"/>
                    </a:cubicBezTo>
                    <a:lnTo>
                      <a:pt x="5842" y="302"/>
                    </a:lnTo>
                    <a:cubicBezTo>
                      <a:pt x="5865" y="237"/>
                      <a:pt x="5917" y="185"/>
                      <a:pt x="5975" y="155"/>
                    </a:cubicBezTo>
                    <a:cubicBezTo>
                      <a:pt x="6010" y="136"/>
                      <a:pt x="6049" y="128"/>
                      <a:pt x="6087" y="128"/>
                    </a:cubicBezTo>
                    <a:close/>
                    <a:moveTo>
                      <a:pt x="6089" y="0"/>
                    </a:moveTo>
                    <a:cubicBezTo>
                      <a:pt x="6031" y="0"/>
                      <a:pt x="5975" y="12"/>
                      <a:pt x="5924" y="34"/>
                    </a:cubicBezTo>
                    <a:cubicBezTo>
                      <a:pt x="5831" y="80"/>
                      <a:pt x="5755" y="162"/>
                      <a:pt x="5721" y="260"/>
                    </a:cubicBezTo>
                    <a:lnTo>
                      <a:pt x="5413" y="1108"/>
                    </a:lnTo>
                    <a:cubicBezTo>
                      <a:pt x="5222" y="1080"/>
                      <a:pt x="5032" y="1066"/>
                      <a:pt x="4842" y="1066"/>
                    </a:cubicBezTo>
                    <a:cubicBezTo>
                      <a:pt x="4546" y="1066"/>
                      <a:pt x="4250" y="1100"/>
                      <a:pt x="3957" y="1172"/>
                    </a:cubicBezTo>
                    <a:lnTo>
                      <a:pt x="3574" y="353"/>
                    </a:lnTo>
                    <a:cubicBezTo>
                      <a:pt x="3533" y="260"/>
                      <a:pt x="3453" y="185"/>
                      <a:pt x="3354" y="150"/>
                    </a:cubicBezTo>
                    <a:cubicBezTo>
                      <a:pt x="3310" y="134"/>
                      <a:pt x="3266" y="127"/>
                      <a:pt x="3221" y="127"/>
                    </a:cubicBezTo>
                    <a:cubicBezTo>
                      <a:pt x="3164" y="127"/>
                      <a:pt x="3107" y="139"/>
                      <a:pt x="3052" y="162"/>
                    </a:cubicBezTo>
                    <a:lnTo>
                      <a:pt x="2414" y="463"/>
                    </a:lnTo>
                    <a:cubicBezTo>
                      <a:pt x="2321" y="503"/>
                      <a:pt x="2251" y="586"/>
                      <a:pt x="2211" y="684"/>
                    </a:cubicBezTo>
                    <a:cubicBezTo>
                      <a:pt x="2176" y="782"/>
                      <a:pt x="2182" y="886"/>
                      <a:pt x="2228" y="985"/>
                    </a:cubicBezTo>
                    <a:lnTo>
                      <a:pt x="2610" y="1804"/>
                    </a:lnTo>
                    <a:cubicBezTo>
                      <a:pt x="2216" y="2093"/>
                      <a:pt x="1887" y="2459"/>
                      <a:pt x="1630" y="2877"/>
                    </a:cubicBezTo>
                    <a:lnTo>
                      <a:pt x="778" y="2569"/>
                    </a:lnTo>
                    <a:cubicBezTo>
                      <a:pt x="732" y="2553"/>
                      <a:pt x="685" y="2545"/>
                      <a:pt x="638" y="2545"/>
                    </a:cubicBezTo>
                    <a:cubicBezTo>
                      <a:pt x="584" y="2545"/>
                      <a:pt x="529" y="2556"/>
                      <a:pt x="476" y="2581"/>
                    </a:cubicBezTo>
                    <a:cubicBezTo>
                      <a:pt x="383" y="2626"/>
                      <a:pt x="308" y="2703"/>
                      <a:pt x="273" y="2800"/>
                    </a:cubicBezTo>
                    <a:lnTo>
                      <a:pt x="35" y="3462"/>
                    </a:lnTo>
                    <a:cubicBezTo>
                      <a:pt x="0" y="3561"/>
                      <a:pt x="0" y="3671"/>
                      <a:pt x="47" y="3764"/>
                    </a:cubicBezTo>
                    <a:cubicBezTo>
                      <a:pt x="93" y="3863"/>
                      <a:pt x="169" y="3932"/>
                      <a:pt x="267" y="3967"/>
                    </a:cubicBezTo>
                    <a:lnTo>
                      <a:pt x="1121" y="4280"/>
                    </a:lnTo>
                    <a:cubicBezTo>
                      <a:pt x="1044" y="4762"/>
                      <a:pt x="1068" y="5249"/>
                      <a:pt x="1183" y="5731"/>
                    </a:cubicBezTo>
                    <a:lnTo>
                      <a:pt x="366" y="6114"/>
                    </a:lnTo>
                    <a:cubicBezTo>
                      <a:pt x="267" y="6160"/>
                      <a:pt x="198" y="6235"/>
                      <a:pt x="163" y="6334"/>
                    </a:cubicBezTo>
                    <a:cubicBezTo>
                      <a:pt x="128" y="6433"/>
                      <a:pt x="128" y="6543"/>
                      <a:pt x="174" y="6636"/>
                    </a:cubicBezTo>
                    <a:lnTo>
                      <a:pt x="471" y="7274"/>
                    </a:lnTo>
                    <a:cubicBezTo>
                      <a:pt x="517" y="7367"/>
                      <a:pt x="599" y="7442"/>
                      <a:pt x="696" y="7477"/>
                    </a:cubicBezTo>
                    <a:cubicBezTo>
                      <a:pt x="740" y="7492"/>
                      <a:pt x="784" y="7500"/>
                      <a:pt x="829" y="7500"/>
                    </a:cubicBezTo>
                    <a:cubicBezTo>
                      <a:pt x="886" y="7500"/>
                      <a:pt x="943" y="7488"/>
                      <a:pt x="998" y="7464"/>
                    </a:cubicBezTo>
                    <a:lnTo>
                      <a:pt x="1817" y="7076"/>
                    </a:lnTo>
                    <a:cubicBezTo>
                      <a:pt x="2106" y="7477"/>
                      <a:pt x="2466" y="7801"/>
                      <a:pt x="2889" y="8056"/>
                    </a:cubicBezTo>
                    <a:lnTo>
                      <a:pt x="2576" y="8909"/>
                    </a:lnTo>
                    <a:cubicBezTo>
                      <a:pt x="2506" y="9113"/>
                      <a:pt x="2610" y="9338"/>
                      <a:pt x="2814" y="9413"/>
                    </a:cubicBezTo>
                    <a:lnTo>
                      <a:pt x="3475" y="9657"/>
                    </a:lnTo>
                    <a:cubicBezTo>
                      <a:pt x="3522" y="9670"/>
                      <a:pt x="3568" y="9681"/>
                      <a:pt x="3609" y="9681"/>
                    </a:cubicBezTo>
                    <a:cubicBezTo>
                      <a:pt x="3772" y="9681"/>
                      <a:pt x="3922" y="9576"/>
                      <a:pt x="3980" y="9420"/>
                    </a:cubicBezTo>
                    <a:lnTo>
                      <a:pt x="4288" y="8567"/>
                    </a:lnTo>
                    <a:cubicBezTo>
                      <a:pt x="4477" y="8596"/>
                      <a:pt x="4666" y="8611"/>
                      <a:pt x="4854" y="8611"/>
                    </a:cubicBezTo>
                    <a:cubicBezTo>
                      <a:pt x="5151" y="8611"/>
                      <a:pt x="5447" y="8574"/>
                      <a:pt x="5737" y="8503"/>
                    </a:cubicBezTo>
                    <a:lnTo>
                      <a:pt x="6126" y="9327"/>
                    </a:lnTo>
                    <a:cubicBezTo>
                      <a:pt x="6167" y="9420"/>
                      <a:pt x="6248" y="9490"/>
                      <a:pt x="6347" y="9525"/>
                    </a:cubicBezTo>
                    <a:cubicBezTo>
                      <a:pt x="6391" y="9543"/>
                      <a:pt x="6437" y="9552"/>
                      <a:pt x="6482" y="9552"/>
                    </a:cubicBezTo>
                    <a:cubicBezTo>
                      <a:pt x="6538" y="9552"/>
                      <a:pt x="6594" y="9538"/>
                      <a:pt x="6648" y="9512"/>
                    </a:cubicBezTo>
                    <a:lnTo>
                      <a:pt x="7287" y="9217"/>
                    </a:lnTo>
                    <a:cubicBezTo>
                      <a:pt x="7379" y="9170"/>
                      <a:pt x="7448" y="9095"/>
                      <a:pt x="7490" y="8996"/>
                    </a:cubicBezTo>
                    <a:cubicBezTo>
                      <a:pt x="7525" y="8898"/>
                      <a:pt x="7518" y="8787"/>
                      <a:pt x="7472" y="8695"/>
                    </a:cubicBezTo>
                    <a:lnTo>
                      <a:pt x="7089" y="7871"/>
                    </a:lnTo>
                    <a:cubicBezTo>
                      <a:pt x="7483" y="7581"/>
                      <a:pt x="7814" y="7221"/>
                      <a:pt x="8069" y="6797"/>
                    </a:cubicBezTo>
                    <a:lnTo>
                      <a:pt x="8923" y="7111"/>
                    </a:lnTo>
                    <a:cubicBezTo>
                      <a:pt x="8965" y="7125"/>
                      <a:pt x="9009" y="7132"/>
                      <a:pt x="9052" y="7132"/>
                    </a:cubicBezTo>
                    <a:cubicBezTo>
                      <a:pt x="9214" y="7132"/>
                      <a:pt x="9367" y="7033"/>
                      <a:pt x="9427" y="6873"/>
                    </a:cubicBezTo>
                    <a:lnTo>
                      <a:pt x="9665" y="6211"/>
                    </a:lnTo>
                    <a:cubicBezTo>
                      <a:pt x="9699" y="6114"/>
                      <a:pt x="9699" y="6009"/>
                      <a:pt x="9654" y="5911"/>
                    </a:cubicBezTo>
                    <a:cubicBezTo>
                      <a:pt x="9606" y="5817"/>
                      <a:pt x="9531" y="5742"/>
                      <a:pt x="9432" y="5707"/>
                    </a:cubicBezTo>
                    <a:lnTo>
                      <a:pt x="8580" y="5400"/>
                    </a:lnTo>
                    <a:cubicBezTo>
                      <a:pt x="8655" y="4912"/>
                      <a:pt x="8632" y="4425"/>
                      <a:pt x="8516" y="3949"/>
                    </a:cubicBezTo>
                    <a:lnTo>
                      <a:pt x="9335" y="3566"/>
                    </a:lnTo>
                    <a:cubicBezTo>
                      <a:pt x="9432" y="3520"/>
                      <a:pt x="9502" y="3440"/>
                      <a:pt x="9537" y="3341"/>
                    </a:cubicBezTo>
                    <a:cubicBezTo>
                      <a:pt x="9571" y="3242"/>
                      <a:pt x="9571" y="3137"/>
                      <a:pt x="9525" y="3044"/>
                    </a:cubicBezTo>
                    <a:lnTo>
                      <a:pt x="9230" y="2407"/>
                    </a:lnTo>
                    <a:cubicBezTo>
                      <a:pt x="9163" y="2263"/>
                      <a:pt x="9019" y="2178"/>
                      <a:pt x="8869" y="2178"/>
                    </a:cubicBezTo>
                    <a:cubicBezTo>
                      <a:pt x="8813" y="2178"/>
                      <a:pt x="8755" y="2190"/>
                      <a:pt x="8701" y="2216"/>
                    </a:cubicBezTo>
                    <a:lnTo>
                      <a:pt x="7884" y="2599"/>
                    </a:lnTo>
                    <a:cubicBezTo>
                      <a:pt x="7594" y="2203"/>
                      <a:pt x="7234" y="1873"/>
                      <a:pt x="6811" y="1617"/>
                    </a:cubicBezTo>
                    <a:lnTo>
                      <a:pt x="7118" y="765"/>
                    </a:lnTo>
                    <a:cubicBezTo>
                      <a:pt x="7159" y="666"/>
                      <a:pt x="7153" y="562"/>
                      <a:pt x="7107" y="463"/>
                    </a:cubicBezTo>
                    <a:cubicBezTo>
                      <a:pt x="7060" y="371"/>
                      <a:pt x="6985" y="302"/>
                      <a:pt x="6886" y="260"/>
                    </a:cubicBezTo>
                    <a:lnTo>
                      <a:pt x="6225" y="23"/>
                    </a:lnTo>
                    <a:cubicBezTo>
                      <a:pt x="6181" y="8"/>
                      <a:pt x="6134" y="0"/>
                      <a:pt x="60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" name="Google Shape;124;p7"/>
            <p:cNvGrpSpPr/>
            <p:nvPr/>
          </p:nvGrpSpPr>
          <p:grpSpPr>
            <a:xfrm rot="375283">
              <a:off x="451618" y="4556009"/>
              <a:ext cx="112118" cy="105008"/>
              <a:chOff x="-1622839" y="4549431"/>
              <a:chExt cx="141542" cy="132566"/>
            </a:xfrm>
          </p:grpSpPr>
          <p:sp>
            <p:nvSpPr>
              <p:cNvPr id="125" name="Google Shape;125;p7"/>
              <p:cNvSpPr/>
              <p:nvPr/>
            </p:nvSpPr>
            <p:spPr>
              <a:xfrm>
                <a:off x="-1616225" y="4555572"/>
                <a:ext cx="132188" cy="120377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274" extrusionOk="0">
                    <a:moveTo>
                      <a:pt x="709" y="1"/>
                    </a:moveTo>
                    <a:cubicBezTo>
                      <a:pt x="657" y="1"/>
                      <a:pt x="604" y="7"/>
                      <a:pt x="552" y="21"/>
                    </a:cubicBezTo>
                    <a:cubicBezTo>
                      <a:pt x="209" y="102"/>
                      <a:pt x="1" y="444"/>
                      <a:pt x="81" y="787"/>
                    </a:cubicBezTo>
                    <a:cubicBezTo>
                      <a:pt x="150" y="1079"/>
                      <a:pt x="414" y="1274"/>
                      <a:pt x="699" y="1274"/>
                    </a:cubicBezTo>
                    <a:cubicBezTo>
                      <a:pt x="748" y="1274"/>
                      <a:pt x="797" y="1268"/>
                      <a:pt x="847" y="1256"/>
                    </a:cubicBezTo>
                    <a:cubicBezTo>
                      <a:pt x="1189" y="1169"/>
                      <a:pt x="1398" y="827"/>
                      <a:pt x="1318" y="485"/>
                    </a:cubicBezTo>
                    <a:cubicBezTo>
                      <a:pt x="1248" y="195"/>
                      <a:pt x="992" y="1"/>
                      <a:pt x="7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7"/>
              <p:cNvSpPr/>
              <p:nvPr/>
            </p:nvSpPr>
            <p:spPr>
              <a:xfrm>
                <a:off x="-1622839" y="4549431"/>
                <a:ext cx="141542" cy="132566"/>
              </a:xfrm>
              <a:custGeom>
                <a:avLst/>
                <a:gdLst/>
                <a:ahLst/>
                <a:cxnLst/>
                <a:rect l="l" t="t" r="r" b="b"/>
                <a:pathLst>
                  <a:path w="1498" h="1403" extrusionOk="0">
                    <a:moveTo>
                      <a:pt x="772" y="132"/>
                    </a:moveTo>
                    <a:cubicBezTo>
                      <a:pt x="877" y="132"/>
                      <a:pt x="975" y="161"/>
                      <a:pt x="1067" y="213"/>
                    </a:cubicBezTo>
                    <a:cubicBezTo>
                      <a:pt x="1195" y="295"/>
                      <a:pt x="1289" y="416"/>
                      <a:pt x="1323" y="568"/>
                    </a:cubicBezTo>
                    <a:cubicBezTo>
                      <a:pt x="1364" y="712"/>
                      <a:pt x="1335" y="868"/>
                      <a:pt x="1259" y="996"/>
                    </a:cubicBezTo>
                    <a:cubicBezTo>
                      <a:pt x="1179" y="1130"/>
                      <a:pt x="1051" y="1222"/>
                      <a:pt x="906" y="1257"/>
                    </a:cubicBezTo>
                    <a:cubicBezTo>
                      <a:pt x="860" y="1268"/>
                      <a:pt x="814" y="1274"/>
                      <a:pt x="769" y="1274"/>
                    </a:cubicBezTo>
                    <a:cubicBezTo>
                      <a:pt x="512" y="1274"/>
                      <a:pt x="279" y="1095"/>
                      <a:pt x="215" y="834"/>
                    </a:cubicBezTo>
                    <a:cubicBezTo>
                      <a:pt x="140" y="533"/>
                      <a:pt x="331" y="220"/>
                      <a:pt x="633" y="143"/>
                    </a:cubicBezTo>
                    <a:cubicBezTo>
                      <a:pt x="679" y="137"/>
                      <a:pt x="726" y="132"/>
                      <a:pt x="772" y="132"/>
                    </a:cubicBezTo>
                    <a:close/>
                    <a:moveTo>
                      <a:pt x="777" y="0"/>
                    </a:moveTo>
                    <a:cubicBezTo>
                      <a:pt x="720" y="0"/>
                      <a:pt x="662" y="7"/>
                      <a:pt x="604" y="22"/>
                    </a:cubicBezTo>
                    <a:cubicBezTo>
                      <a:pt x="226" y="108"/>
                      <a:pt x="1" y="491"/>
                      <a:pt x="87" y="868"/>
                    </a:cubicBezTo>
                    <a:cubicBezTo>
                      <a:pt x="169" y="1187"/>
                      <a:pt x="453" y="1403"/>
                      <a:pt x="772" y="1403"/>
                    </a:cubicBezTo>
                    <a:cubicBezTo>
                      <a:pt x="824" y="1403"/>
                      <a:pt x="882" y="1396"/>
                      <a:pt x="935" y="1385"/>
                    </a:cubicBezTo>
                    <a:cubicBezTo>
                      <a:pt x="1115" y="1339"/>
                      <a:pt x="1271" y="1229"/>
                      <a:pt x="1369" y="1066"/>
                    </a:cubicBezTo>
                    <a:cubicBezTo>
                      <a:pt x="1468" y="903"/>
                      <a:pt x="1497" y="718"/>
                      <a:pt x="1450" y="538"/>
                    </a:cubicBezTo>
                    <a:cubicBezTo>
                      <a:pt x="1404" y="352"/>
                      <a:pt x="1294" y="201"/>
                      <a:pt x="1137" y="103"/>
                    </a:cubicBezTo>
                    <a:cubicBezTo>
                      <a:pt x="1026" y="35"/>
                      <a:pt x="903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" name="Google Shape;127;p7"/>
            <p:cNvGrpSpPr/>
            <p:nvPr/>
          </p:nvGrpSpPr>
          <p:grpSpPr>
            <a:xfrm>
              <a:off x="1881716" y="4882308"/>
              <a:ext cx="100956" cy="103473"/>
              <a:chOff x="8003766" y="381721"/>
              <a:chExt cx="100956" cy="103473"/>
            </a:xfrm>
          </p:grpSpPr>
          <p:sp>
            <p:nvSpPr>
              <p:cNvPr id="128" name="Google Shape;128;p7"/>
              <p:cNvSpPr/>
              <p:nvPr/>
            </p:nvSpPr>
            <p:spPr>
              <a:xfrm flipH="1">
                <a:off x="8008006" y="386174"/>
                <a:ext cx="94596" cy="94604"/>
              </a:xfrm>
              <a:custGeom>
                <a:avLst/>
                <a:gdLst/>
                <a:ahLst/>
                <a:cxnLst/>
                <a:rect l="l" t="t" r="r" b="b"/>
                <a:pathLst>
                  <a:path w="2722" h="2528" extrusionOk="0">
                    <a:moveTo>
                      <a:pt x="1358" y="0"/>
                    </a:moveTo>
                    <a:cubicBezTo>
                      <a:pt x="738" y="0"/>
                      <a:pt x="199" y="440"/>
                      <a:pt x="104" y="1077"/>
                    </a:cubicBezTo>
                    <a:cubicBezTo>
                      <a:pt x="0" y="1763"/>
                      <a:pt x="478" y="2409"/>
                      <a:pt x="1167" y="2513"/>
                    </a:cubicBezTo>
                    <a:cubicBezTo>
                      <a:pt x="1232" y="2523"/>
                      <a:pt x="1297" y="2528"/>
                      <a:pt x="1360" y="2528"/>
                    </a:cubicBezTo>
                    <a:cubicBezTo>
                      <a:pt x="1973" y="2528"/>
                      <a:pt x="2508" y="2088"/>
                      <a:pt x="2603" y="1450"/>
                    </a:cubicBezTo>
                    <a:cubicBezTo>
                      <a:pt x="2721" y="761"/>
                      <a:pt x="2244" y="119"/>
                      <a:pt x="1555" y="15"/>
                    </a:cubicBezTo>
                    <a:cubicBezTo>
                      <a:pt x="1489" y="5"/>
                      <a:pt x="1423" y="0"/>
                      <a:pt x="13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7"/>
              <p:cNvSpPr/>
              <p:nvPr/>
            </p:nvSpPr>
            <p:spPr>
              <a:xfrm flipH="1">
                <a:off x="8003766" y="381721"/>
                <a:ext cx="100956" cy="103473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765" extrusionOk="0">
                    <a:moveTo>
                      <a:pt x="1422" y="223"/>
                    </a:moveTo>
                    <a:cubicBezTo>
                      <a:pt x="1483" y="223"/>
                      <a:pt x="1526" y="223"/>
                      <a:pt x="1587" y="238"/>
                    </a:cubicBezTo>
                    <a:cubicBezTo>
                      <a:pt x="2229" y="342"/>
                      <a:pt x="2664" y="927"/>
                      <a:pt x="2560" y="1555"/>
                    </a:cubicBezTo>
                    <a:cubicBezTo>
                      <a:pt x="2478" y="2128"/>
                      <a:pt x="1972" y="2540"/>
                      <a:pt x="1407" y="2540"/>
                    </a:cubicBezTo>
                    <a:cubicBezTo>
                      <a:pt x="1353" y="2540"/>
                      <a:pt x="1298" y="2536"/>
                      <a:pt x="1242" y="2528"/>
                    </a:cubicBezTo>
                    <a:cubicBezTo>
                      <a:pt x="944" y="2481"/>
                      <a:pt x="675" y="2316"/>
                      <a:pt x="481" y="2061"/>
                    </a:cubicBezTo>
                    <a:cubicBezTo>
                      <a:pt x="302" y="1824"/>
                      <a:pt x="226" y="1508"/>
                      <a:pt x="270" y="1211"/>
                    </a:cubicBezTo>
                    <a:cubicBezTo>
                      <a:pt x="316" y="895"/>
                      <a:pt x="481" y="625"/>
                      <a:pt x="736" y="446"/>
                    </a:cubicBezTo>
                    <a:cubicBezTo>
                      <a:pt x="930" y="299"/>
                      <a:pt x="1167" y="223"/>
                      <a:pt x="1422" y="223"/>
                    </a:cubicBezTo>
                    <a:close/>
                    <a:moveTo>
                      <a:pt x="1430" y="1"/>
                    </a:moveTo>
                    <a:cubicBezTo>
                      <a:pt x="748" y="1"/>
                      <a:pt x="156" y="486"/>
                      <a:pt x="61" y="1182"/>
                    </a:cubicBezTo>
                    <a:cubicBezTo>
                      <a:pt x="0" y="1541"/>
                      <a:pt x="90" y="1900"/>
                      <a:pt x="302" y="2198"/>
                    </a:cubicBezTo>
                    <a:cubicBezTo>
                      <a:pt x="524" y="2496"/>
                      <a:pt x="840" y="2689"/>
                      <a:pt x="1214" y="2750"/>
                    </a:cubicBezTo>
                    <a:cubicBezTo>
                      <a:pt x="1275" y="2750"/>
                      <a:pt x="1346" y="2765"/>
                      <a:pt x="1422" y="2765"/>
                    </a:cubicBezTo>
                    <a:cubicBezTo>
                      <a:pt x="2082" y="2765"/>
                      <a:pt x="2678" y="2273"/>
                      <a:pt x="2782" y="1584"/>
                    </a:cubicBezTo>
                    <a:cubicBezTo>
                      <a:pt x="2904" y="837"/>
                      <a:pt x="2380" y="134"/>
                      <a:pt x="1634" y="15"/>
                    </a:cubicBezTo>
                    <a:cubicBezTo>
                      <a:pt x="1565" y="6"/>
                      <a:pt x="1497" y="1"/>
                      <a:pt x="1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7"/>
            <p:cNvGrpSpPr/>
            <p:nvPr/>
          </p:nvGrpSpPr>
          <p:grpSpPr>
            <a:xfrm>
              <a:off x="1403577" y="4003834"/>
              <a:ext cx="49453" cy="51868"/>
              <a:chOff x="8108302" y="1196184"/>
              <a:chExt cx="49453" cy="51868"/>
            </a:xfrm>
          </p:grpSpPr>
          <p:sp>
            <p:nvSpPr>
              <p:cNvPr id="131" name="Google Shape;131;p7"/>
              <p:cNvSpPr/>
              <p:nvPr/>
            </p:nvSpPr>
            <p:spPr>
              <a:xfrm flipH="1">
                <a:off x="8110318" y="1200488"/>
                <a:ext cx="45804" cy="43522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163" extrusionOk="0">
                    <a:moveTo>
                      <a:pt x="651" y="1"/>
                    </a:moveTo>
                    <a:cubicBezTo>
                      <a:pt x="535" y="1"/>
                      <a:pt x="417" y="34"/>
                      <a:pt x="313" y="104"/>
                    </a:cubicBezTo>
                    <a:cubicBezTo>
                      <a:pt x="61" y="301"/>
                      <a:pt x="0" y="660"/>
                      <a:pt x="194" y="929"/>
                    </a:cubicBezTo>
                    <a:cubicBezTo>
                      <a:pt x="310" y="1080"/>
                      <a:pt x="486" y="1162"/>
                      <a:pt x="663" y="1162"/>
                    </a:cubicBezTo>
                    <a:cubicBezTo>
                      <a:pt x="781" y="1162"/>
                      <a:pt x="900" y="1126"/>
                      <a:pt x="1002" y="1048"/>
                    </a:cubicBezTo>
                    <a:cubicBezTo>
                      <a:pt x="1257" y="854"/>
                      <a:pt x="1318" y="495"/>
                      <a:pt x="1120" y="240"/>
                    </a:cubicBezTo>
                    <a:cubicBezTo>
                      <a:pt x="1010" y="84"/>
                      <a:pt x="833" y="1"/>
                      <a:pt x="65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7"/>
              <p:cNvSpPr/>
              <p:nvPr/>
            </p:nvSpPr>
            <p:spPr>
              <a:xfrm flipH="1">
                <a:off x="8108302" y="1196184"/>
                <a:ext cx="49453" cy="51868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386" extrusionOk="0">
                    <a:moveTo>
                      <a:pt x="704" y="219"/>
                    </a:moveTo>
                    <a:cubicBezTo>
                      <a:pt x="855" y="219"/>
                      <a:pt x="988" y="294"/>
                      <a:pt x="1078" y="416"/>
                    </a:cubicBezTo>
                    <a:cubicBezTo>
                      <a:pt x="1153" y="520"/>
                      <a:pt x="1185" y="639"/>
                      <a:pt x="1167" y="757"/>
                    </a:cubicBezTo>
                    <a:cubicBezTo>
                      <a:pt x="1153" y="894"/>
                      <a:pt x="1078" y="998"/>
                      <a:pt x="988" y="1073"/>
                    </a:cubicBezTo>
                    <a:cubicBezTo>
                      <a:pt x="901" y="1136"/>
                      <a:pt x="804" y="1166"/>
                      <a:pt x="695" y="1166"/>
                    </a:cubicBezTo>
                    <a:cubicBezTo>
                      <a:pt x="674" y="1166"/>
                      <a:pt x="652" y="1165"/>
                      <a:pt x="629" y="1163"/>
                    </a:cubicBezTo>
                    <a:cubicBezTo>
                      <a:pt x="511" y="1134"/>
                      <a:pt x="406" y="1073"/>
                      <a:pt x="331" y="969"/>
                    </a:cubicBezTo>
                    <a:cubicBezTo>
                      <a:pt x="256" y="865"/>
                      <a:pt x="227" y="743"/>
                      <a:pt x="241" y="625"/>
                    </a:cubicBezTo>
                    <a:cubicBezTo>
                      <a:pt x="256" y="506"/>
                      <a:pt x="331" y="384"/>
                      <a:pt x="435" y="309"/>
                    </a:cubicBezTo>
                    <a:cubicBezTo>
                      <a:pt x="511" y="251"/>
                      <a:pt x="615" y="219"/>
                      <a:pt x="704" y="219"/>
                    </a:cubicBezTo>
                    <a:close/>
                    <a:moveTo>
                      <a:pt x="696" y="0"/>
                    </a:moveTo>
                    <a:cubicBezTo>
                      <a:pt x="558" y="0"/>
                      <a:pt x="419" y="42"/>
                      <a:pt x="302" y="129"/>
                    </a:cubicBezTo>
                    <a:cubicBezTo>
                      <a:pt x="152" y="251"/>
                      <a:pt x="47" y="416"/>
                      <a:pt x="33" y="596"/>
                    </a:cubicBezTo>
                    <a:cubicBezTo>
                      <a:pt x="1" y="775"/>
                      <a:pt x="47" y="955"/>
                      <a:pt x="152" y="1102"/>
                    </a:cubicBezTo>
                    <a:cubicBezTo>
                      <a:pt x="288" y="1281"/>
                      <a:pt x="496" y="1385"/>
                      <a:pt x="704" y="1385"/>
                    </a:cubicBezTo>
                    <a:cubicBezTo>
                      <a:pt x="855" y="1385"/>
                      <a:pt x="988" y="1342"/>
                      <a:pt x="1110" y="1253"/>
                    </a:cubicBezTo>
                    <a:cubicBezTo>
                      <a:pt x="1257" y="1149"/>
                      <a:pt x="1365" y="983"/>
                      <a:pt x="1394" y="804"/>
                    </a:cubicBezTo>
                    <a:cubicBezTo>
                      <a:pt x="1422" y="625"/>
                      <a:pt x="1379" y="431"/>
                      <a:pt x="1257" y="280"/>
                    </a:cubicBezTo>
                    <a:cubicBezTo>
                      <a:pt x="1122" y="99"/>
                      <a:pt x="909" y="0"/>
                      <a:pt x="6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" name="Google Shape;133;p7"/>
            <p:cNvGrpSpPr/>
            <p:nvPr/>
          </p:nvGrpSpPr>
          <p:grpSpPr>
            <a:xfrm>
              <a:off x="1403572" y="4403791"/>
              <a:ext cx="421469" cy="409430"/>
              <a:chOff x="2596950" y="2497550"/>
              <a:chExt cx="255575" cy="248275"/>
            </a:xfrm>
          </p:grpSpPr>
          <p:sp>
            <p:nvSpPr>
              <p:cNvPr id="134" name="Google Shape;134;p7"/>
              <p:cNvSpPr/>
              <p:nvPr/>
            </p:nvSpPr>
            <p:spPr>
              <a:xfrm>
                <a:off x="2606800" y="2502250"/>
                <a:ext cx="244700" cy="241475"/>
              </a:xfrm>
              <a:custGeom>
                <a:avLst/>
                <a:gdLst/>
                <a:ahLst/>
                <a:cxnLst/>
                <a:rect l="l" t="t" r="r" b="b"/>
                <a:pathLst>
                  <a:path w="9788" h="9659" extrusionOk="0">
                    <a:moveTo>
                      <a:pt x="4859" y="2669"/>
                    </a:moveTo>
                    <a:cubicBezTo>
                      <a:pt x="5568" y="2669"/>
                      <a:pt x="6263" y="3018"/>
                      <a:pt x="6672" y="3657"/>
                    </a:cubicBezTo>
                    <a:cubicBezTo>
                      <a:pt x="7317" y="4655"/>
                      <a:pt x="7026" y="5989"/>
                      <a:pt x="6022" y="6628"/>
                    </a:cubicBezTo>
                    <a:cubicBezTo>
                      <a:pt x="5663" y="6860"/>
                      <a:pt x="5260" y="6971"/>
                      <a:pt x="4863" y="6971"/>
                    </a:cubicBezTo>
                    <a:cubicBezTo>
                      <a:pt x="4157" y="6971"/>
                      <a:pt x="3465" y="6622"/>
                      <a:pt x="3052" y="5984"/>
                    </a:cubicBezTo>
                    <a:cubicBezTo>
                      <a:pt x="2409" y="4980"/>
                      <a:pt x="2699" y="3652"/>
                      <a:pt x="3702" y="3008"/>
                    </a:cubicBezTo>
                    <a:cubicBezTo>
                      <a:pt x="4060" y="2779"/>
                      <a:pt x="4462" y="2669"/>
                      <a:pt x="4859" y="2669"/>
                    </a:cubicBezTo>
                    <a:close/>
                    <a:moveTo>
                      <a:pt x="5808" y="0"/>
                    </a:moveTo>
                    <a:cubicBezTo>
                      <a:pt x="5510" y="0"/>
                      <a:pt x="5241" y="207"/>
                      <a:pt x="5175" y="508"/>
                    </a:cubicBezTo>
                    <a:lnTo>
                      <a:pt x="5025" y="1192"/>
                    </a:lnTo>
                    <a:cubicBezTo>
                      <a:pt x="4984" y="1190"/>
                      <a:pt x="4943" y="1190"/>
                      <a:pt x="4902" y="1190"/>
                    </a:cubicBezTo>
                    <a:cubicBezTo>
                      <a:pt x="4431" y="1190"/>
                      <a:pt x="3958" y="1278"/>
                      <a:pt x="3505" y="1470"/>
                    </a:cubicBezTo>
                    <a:lnTo>
                      <a:pt x="3127" y="873"/>
                    </a:lnTo>
                    <a:cubicBezTo>
                      <a:pt x="3002" y="684"/>
                      <a:pt x="2792" y="578"/>
                      <a:pt x="2580" y="578"/>
                    </a:cubicBezTo>
                    <a:cubicBezTo>
                      <a:pt x="2461" y="578"/>
                      <a:pt x="2341" y="611"/>
                      <a:pt x="2235" y="682"/>
                    </a:cubicBezTo>
                    <a:cubicBezTo>
                      <a:pt x="1933" y="873"/>
                      <a:pt x="1845" y="1274"/>
                      <a:pt x="2037" y="1574"/>
                    </a:cubicBezTo>
                    <a:lnTo>
                      <a:pt x="2420" y="2166"/>
                    </a:lnTo>
                    <a:cubicBezTo>
                      <a:pt x="2026" y="2527"/>
                      <a:pt x="1730" y="2961"/>
                      <a:pt x="1539" y="3437"/>
                    </a:cubicBezTo>
                    <a:lnTo>
                      <a:pt x="848" y="3287"/>
                    </a:lnTo>
                    <a:cubicBezTo>
                      <a:pt x="800" y="3275"/>
                      <a:pt x="752" y="3270"/>
                      <a:pt x="704" y="3270"/>
                    </a:cubicBezTo>
                    <a:cubicBezTo>
                      <a:pt x="409" y="3270"/>
                      <a:pt x="142" y="3480"/>
                      <a:pt x="77" y="3780"/>
                    </a:cubicBezTo>
                    <a:cubicBezTo>
                      <a:pt x="1" y="4128"/>
                      <a:pt x="222" y="4470"/>
                      <a:pt x="570" y="4545"/>
                    </a:cubicBezTo>
                    <a:lnTo>
                      <a:pt x="1261" y="4696"/>
                    </a:lnTo>
                    <a:cubicBezTo>
                      <a:pt x="1242" y="5207"/>
                      <a:pt x="1330" y="5729"/>
                      <a:pt x="1532" y="6216"/>
                    </a:cubicBezTo>
                    <a:lnTo>
                      <a:pt x="940" y="6599"/>
                    </a:lnTo>
                    <a:cubicBezTo>
                      <a:pt x="640" y="6790"/>
                      <a:pt x="552" y="7191"/>
                      <a:pt x="744" y="7491"/>
                    </a:cubicBezTo>
                    <a:cubicBezTo>
                      <a:pt x="866" y="7684"/>
                      <a:pt x="1073" y="7789"/>
                      <a:pt x="1285" y="7789"/>
                    </a:cubicBezTo>
                    <a:cubicBezTo>
                      <a:pt x="1405" y="7789"/>
                      <a:pt x="1527" y="7755"/>
                      <a:pt x="1636" y="7683"/>
                    </a:cubicBezTo>
                    <a:lnTo>
                      <a:pt x="2228" y="7306"/>
                    </a:lnTo>
                    <a:cubicBezTo>
                      <a:pt x="2594" y="7695"/>
                      <a:pt x="3029" y="7991"/>
                      <a:pt x="3499" y="8187"/>
                    </a:cubicBezTo>
                    <a:lnTo>
                      <a:pt x="3349" y="8878"/>
                    </a:lnTo>
                    <a:cubicBezTo>
                      <a:pt x="3272" y="9226"/>
                      <a:pt x="3494" y="9568"/>
                      <a:pt x="3842" y="9644"/>
                    </a:cubicBezTo>
                    <a:cubicBezTo>
                      <a:pt x="3888" y="9654"/>
                      <a:pt x="3934" y="9658"/>
                      <a:pt x="3979" y="9658"/>
                    </a:cubicBezTo>
                    <a:cubicBezTo>
                      <a:pt x="4277" y="9658"/>
                      <a:pt x="4548" y="9453"/>
                      <a:pt x="4613" y="9151"/>
                    </a:cubicBezTo>
                    <a:lnTo>
                      <a:pt x="4763" y="8466"/>
                    </a:lnTo>
                    <a:cubicBezTo>
                      <a:pt x="4807" y="8467"/>
                      <a:pt x="4850" y="8468"/>
                      <a:pt x="4894" y="8468"/>
                    </a:cubicBezTo>
                    <a:cubicBezTo>
                      <a:pt x="5362" y="8468"/>
                      <a:pt x="5833" y="8378"/>
                      <a:pt x="6284" y="8187"/>
                    </a:cubicBezTo>
                    <a:lnTo>
                      <a:pt x="6666" y="8786"/>
                    </a:lnTo>
                    <a:cubicBezTo>
                      <a:pt x="6789" y="8975"/>
                      <a:pt x="6997" y="9081"/>
                      <a:pt x="7209" y="9081"/>
                    </a:cubicBezTo>
                    <a:cubicBezTo>
                      <a:pt x="7327" y="9081"/>
                      <a:pt x="7447" y="9048"/>
                      <a:pt x="7553" y="8977"/>
                    </a:cubicBezTo>
                    <a:cubicBezTo>
                      <a:pt x="7855" y="8786"/>
                      <a:pt x="7943" y="8385"/>
                      <a:pt x="7751" y="8083"/>
                    </a:cubicBezTo>
                    <a:lnTo>
                      <a:pt x="7368" y="7491"/>
                    </a:lnTo>
                    <a:cubicBezTo>
                      <a:pt x="7762" y="7132"/>
                      <a:pt x="8059" y="6698"/>
                      <a:pt x="8256" y="6222"/>
                    </a:cubicBezTo>
                    <a:lnTo>
                      <a:pt x="8940" y="6372"/>
                    </a:lnTo>
                    <a:cubicBezTo>
                      <a:pt x="8988" y="6383"/>
                      <a:pt x="9036" y="6389"/>
                      <a:pt x="9084" y="6389"/>
                    </a:cubicBezTo>
                    <a:cubicBezTo>
                      <a:pt x="9379" y="6389"/>
                      <a:pt x="9646" y="6179"/>
                      <a:pt x="9711" y="5879"/>
                    </a:cubicBezTo>
                    <a:cubicBezTo>
                      <a:pt x="9788" y="5531"/>
                      <a:pt x="9566" y="5189"/>
                      <a:pt x="9218" y="5113"/>
                    </a:cubicBezTo>
                    <a:lnTo>
                      <a:pt x="8528" y="4963"/>
                    </a:lnTo>
                    <a:cubicBezTo>
                      <a:pt x="8546" y="4452"/>
                      <a:pt x="8458" y="3930"/>
                      <a:pt x="8256" y="3443"/>
                    </a:cubicBezTo>
                    <a:lnTo>
                      <a:pt x="8848" y="3060"/>
                    </a:lnTo>
                    <a:cubicBezTo>
                      <a:pt x="9149" y="2869"/>
                      <a:pt x="9236" y="2468"/>
                      <a:pt x="9044" y="2166"/>
                    </a:cubicBezTo>
                    <a:cubicBezTo>
                      <a:pt x="8923" y="1975"/>
                      <a:pt x="8716" y="1869"/>
                      <a:pt x="8504" y="1869"/>
                    </a:cubicBezTo>
                    <a:cubicBezTo>
                      <a:pt x="8383" y="1869"/>
                      <a:pt x="8261" y="1904"/>
                      <a:pt x="8152" y="1975"/>
                    </a:cubicBezTo>
                    <a:lnTo>
                      <a:pt x="7560" y="2353"/>
                    </a:lnTo>
                    <a:cubicBezTo>
                      <a:pt x="7194" y="1964"/>
                      <a:pt x="6765" y="1668"/>
                      <a:pt x="6289" y="1470"/>
                    </a:cubicBezTo>
                    <a:lnTo>
                      <a:pt x="6440" y="781"/>
                    </a:lnTo>
                    <a:cubicBezTo>
                      <a:pt x="6516" y="433"/>
                      <a:pt x="6295" y="90"/>
                      <a:pt x="5947" y="15"/>
                    </a:cubicBezTo>
                    <a:cubicBezTo>
                      <a:pt x="5900" y="5"/>
                      <a:pt x="5854" y="0"/>
                      <a:pt x="58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7"/>
              <p:cNvSpPr/>
              <p:nvPr/>
            </p:nvSpPr>
            <p:spPr>
              <a:xfrm>
                <a:off x="2604650" y="2500175"/>
                <a:ext cx="247875" cy="245650"/>
              </a:xfrm>
              <a:custGeom>
                <a:avLst/>
                <a:gdLst/>
                <a:ahLst/>
                <a:cxnLst/>
                <a:rect l="l" t="t" r="r" b="b"/>
                <a:pathLst>
                  <a:path w="9915" h="9826" extrusionOk="0">
                    <a:moveTo>
                      <a:pt x="4935" y="2831"/>
                    </a:moveTo>
                    <a:cubicBezTo>
                      <a:pt x="5086" y="2831"/>
                      <a:pt x="5238" y="2848"/>
                      <a:pt x="5389" y="2883"/>
                    </a:cubicBezTo>
                    <a:cubicBezTo>
                      <a:pt x="5928" y="2998"/>
                      <a:pt x="6393" y="3317"/>
                      <a:pt x="6694" y="3788"/>
                    </a:cubicBezTo>
                    <a:cubicBezTo>
                      <a:pt x="7309" y="4744"/>
                      <a:pt x="7025" y="6032"/>
                      <a:pt x="6067" y="6647"/>
                    </a:cubicBezTo>
                    <a:cubicBezTo>
                      <a:pt x="5730" y="6862"/>
                      <a:pt x="5344" y="6973"/>
                      <a:pt x="4950" y="6973"/>
                    </a:cubicBezTo>
                    <a:cubicBezTo>
                      <a:pt x="4803" y="6973"/>
                      <a:pt x="4654" y="6957"/>
                      <a:pt x="4507" y="6926"/>
                    </a:cubicBezTo>
                    <a:cubicBezTo>
                      <a:pt x="3968" y="6809"/>
                      <a:pt x="3504" y="6484"/>
                      <a:pt x="3208" y="6021"/>
                    </a:cubicBezTo>
                    <a:cubicBezTo>
                      <a:pt x="2587" y="5057"/>
                      <a:pt x="2871" y="3775"/>
                      <a:pt x="3829" y="3161"/>
                    </a:cubicBezTo>
                    <a:cubicBezTo>
                      <a:pt x="4167" y="2943"/>
                      <a:pt x="4547" y="2831"/>
                      <a:pt x="4935" y="2831"/>
                    </a:cubicBezTo>
                    <a:close/>
                    <a:moveTo>
                      <a:pt x="4940" y="2672"/>
                    </a:moveTo>
                    <a:cubicBezTo>
                      <a:pt x="4520" y="2672"/>
                      <a:pt x="4106" y="2792"/>
                      <a:pt x="3741" y="3027"/>
                    </a:cubicBezTo>
                    <a:cubicBezTo>
                      <a:pt x="2710" y="3689"/>
                      <a:pt x="2407" y="5068"/>
                      <a:pt x="3069" y="6107"/>
                    </a:cubicBezTo>
                    <a:cubicBezTo>
                      <a:pt x="3393" y="6607"/>
                      <a:pt x="3893" y="6955"/>
                      <a:pt x="4472" y="7081"/>
                    </a:cubicBezTo>
                    <a:cubicBezTo>
                      <a:pt x="4635" y="7116"/>
                      <a:pt x="4792" y="7134"/>
                      <a:pt x="4954" y="7134"/>
                    </a:cubicBezTo>
                    <a:cubicBezTo>
                      <a:pt x="5377" y="7134"/>
                      <a:pt x="5789" y="7012"/>
                      <a:pt x="6155" y="6781"/>
                    </a:cubicBezTo>
                    <a:cubicBezTo>
                      <a:pt x="7187" y="6119"/>
                      <a:pt x="7489" y="4733"/>
                      <a:pt x="6828" y="3700"/>
                    </a:cubicBezTo>
                    <a:cubicBezTo>
                      <a:pt x="6503" y="3196"/>
                      <a:pt x="6003" y="2853"/>
                      <a:pt x="5424" y="2725"/>
                    </a:cubicBezTo>
                    <a:cubicBezTo>
                      <a:pt x="5263" y="2690"/>
                      <a:pt x="5101" y="2672"/>
                      <a:pt x="4940" y="2672"/>
                    </a:cubicBezTo>
                    <a:close/>
                    <a:moveTo>
                      <a:pt x="5897" y="161"/>
                    </a:moveTo>
                    <a:cubicBezTo>
                      <a:pt x="5936" y="161"/>
                      <a:pt x="5976" y="165"/>
                      <a:pt x="6016" y="173"/>
                    </a:cubicBezTo>
                    <a:cubicBezTo>
                      <a:pt x="6324" y="243"/>
                      <a:pt x="6514" y="544"/>
                      <a:pt x="6445" y="846"/>
                    </a:cubicBezTo>
                    <a:lnTo>
                      <a:pt x="6300" y="1536"/>
                    </a:lnTo>
                    <a:cubicBezTo>
                      <a:pt x="6289" y="1577"/>
                      <a:pt x="6311" y="1612"/>
                      <a:pt x="6346" y="1630"/>
                    </a:cubicBezTo>
                    <a:cubicBezTo>
                      <a:pt x="6822" y="1826"/>
                      <a:pt x="7240" y="2117"/>
                      <a:pt x="7588" y="2487"/>
                    </a:cubicBezTo>
                    <a:cubicBezTo>
                      <a:pt x="7603" y="2506"/>
                      <a:pt x="7626" y="2515"/>
                      <a:pt x="7649" y="2515"/>
                    </a:cubicBezTo>
                    <a:cubicBezTo>
                      <a:pt x="7663" y="2515"/>
                      <a:pt x="7676" y="2512"/>
                      <a:pt x="7687" y="2505"/>
                    </a:cubicBezTo>
                    <a:lnTo>
                      <a:pt x="8278" y="2122"/>
                    </a:lnTo>
                    <a:cubicBezTo>
                      <a:pt x="8369" y="2064"/>
                      <a:pt x="8473" y="2033"/>
                      <a:pt x="8580" y="2033"/>
                    </a:cubicBezTo>
                    <a:cubicBezTo>
                      <a:pt x="8622" y="2033"/>
                      <a:pt x="8665" y="2037"/>
                      <a:pt x="8707" y="2047"/>
                    </a:cubicBezTo>
                    <a:cubicBezTo>
                      <a:pt x="8852" y="2075"/>
                      <a:pt x="8980" y="2168"/>
                      <a:pt x="9061" y="2296"/>
                    </a:cubicBezTo>
                    <a:cubicBezTo>
                      <a:pt x="9143" y="2423"/>
                      <a:pt x="9171" y="2575"/>
                      <a:pt x="9136" y="2720"/>
                    </a:cubicBezTo>
                    <a:cubicBezTo>
                      <a:pt x="9108" y="2870"/>
                      <a:pt x="9020" y="2993"/>
                      <a:pt x="8892" y="3073"/>
                    </a:cubicBezTo>
                    <a:lnTo>
                      <a:pt x="8301" y="3456"/>
                    </a:lnTo>
                    <a:cubicBezTo>
                      <a:pt x="8266" y="3480"/>
                      <a:pt x="8255" y="3520"/>
                      <a:pt x="8266" y="3555"/>
                    </a:cubicBezTo>
                    <a:cubicBezTo>
                      <a:pt x="8463" y="4031"/>
                      <a:pt x="8557" y="4530"/>
                      <a:pt x="8533" y="5040"/>
                    </a:cubicBezTo>
                    <a:cubicBezTo>
                      <a:pt x="8533" y="5081"/>
                      <a:pt x="8562" y="5116"/>
                      <a:pt x="8597" y="5121"/>
                    </a:cubicBezTo>
                    <a:lnTo>
                      <a:pt x="9288" y="5272"/>
                    </a:lnTo>
                    <a:cubicBezTo>
                      <a:pt x="9432" y="5306"/>
                      <a:pt x="9561" y="5394"/>
                      <a:pt x="9641" y="5521"/>
                    </a:cubicBezTo>
                    <a:cubicBezTo>
                      <a:pt x="9722" y="5649"/>
                      <a:pt x="9751" y="5799"/>
                      <a:pt x="9716" y="5945"/>
                    </a:cubicBezTo>
                    <a:cubicBezTo>
                      <a:pt x="9661" y="6212"/>
                      <a:pt x="9426" y="6392"/>
                      <a:pt x="9163" y="6392"/>
                    </a:cubicBezTo>
                    <a:cubicBezTo>
                      <a:pt x="9124" y="6392"/>
                      <a:pt x="9084" y="6388"/>
                      <a:pt x="9044" y="6380"/>
                    </a:cubicBezTo>
                    <a:lnTo>
                      <a:pt x="8359" y="6229"/>
                    </a:lnTo>
                    <a:cubicBezTo>
                      <a:pt x="8354" y="6229"/>
                      <a:pt x="8349" y="6228"/>
                      <a:pt x="8344" y="6228"/>
                    </a:cubicBezTo>
                    <a:cubicBezTo>
                      <a:pt x="8309" y="6228"/>
                      <a:pt x="8277" y="6245"/>
                      <a:pt x="8266" y="6275"/>
                    </a:cubicBezTo>
                    <a:cubicBezTo>
                      <a:pt x="8069" y="6751"/>
                      <a:pt x="7778" y="7169"/>
                      <a:pt x="7403" y="7517"/>
                    </a:cubicBezTo>
                    <a:cubicBezTo>
                      <a:pt x="7373" y="7546"/>
                      <a:pt x="7368" y="7587"/>
                      <a:pt x="7390" y="7622"/>
                    </a:cubicBezTo>
                    <a:lnTo>
                      <a:pt x="7767" y="8213"/>
                    </a:lnTo>
                    <a:cubicBezTo>
                      <a:pt x="7941" y="8474"/>
                      <a:pt x="7861" y="8827"/>
                      <a:pt x="7599" y="8996"/>
                    </a:cubicBezTo>
                    <a:cubicBezTo>
                      <a:pt x="7507" y="9055"/>
                      <a:pt x="7403" y="9083"/>
                      <a:pt x="7295" y="9083"/>
                    </a:cubicBezTo>
                    <a:cubicBezTo>
                      <a:pt x="7254" y="9083"/>
                      <a:pt x="7212" y="9079"/>
                      <a:pt x="7170" y="9071"/>
                    </a:cubicBezTo>
                    <a:cubicBezTo>
                      <a:pt x="7025" y="9036"/>
                      <a:pt x="6897" y="8950"/>
                      <a:pt x="6816" y="8822"/>
                    </a:cubicBezTo>
                    <a:lnTo>
                      <a:pt x="6439" y="8230"/>
                    </a:lnTo>
                    <a:cubicBezTo>
                      <a:pt x="6423" y="8206"/>
                      <a:pt x="6398" y="8193"/>
                      <a:pt x="6373" y="8193"/>
                    </a:cubicBezTo>
                    <a:cubicBezTo>
                      <a:pt x="6362" y="8193"/>
                      <a:pt x="6351" y="8196"/>
                      <a:pt x="6340" y="8201"/>
                    </a:cubicBezTo>
                    <a:cubicBezTo>
                      <a:pt x="5905" y="8382"/>
                      <a:pt x="5451" y="8470"/>
                      <a:pt x="4981" y="8470"/>
                    </a:cubicBezTo>
                    <a:cubicBezTo>
                      <a:pt x="4937" y="8470"/>
                      <a:pt x="4893" y="8470"/>
                      <a:pt x="4849" y="8468"/>
                    </a:cubicBezTo>
                    <a:cubicBezTo>
                      <a:pt x="4846" y="8468"/>
                      <a:pt x="4844" y="8467"/>
                      <a:pt x="4841" y="8467"/>
                    </a:cubicBezTo>
                    <a:cubicBezTo>
                      <a:pt x="4809" y="8467"/>
                      <a:pt x="4779" y="8495"/>
                      <a:pt x="4769" y="8532"/>
                    </a:cubicBezTo>
                    <a:lnTo>
                      <a:pt x="4618" y="9217"/>
                    </a:lnTo>
                    <a:cubicBezTo>
                      <a:pt x="4589" y="9367"/>
                      <a:pt x="4501" y="9496"/>
                      <a:pt x="4375" y="9576"/>
                    </a:cubicBezTo>
                    <a:cubicBezTo>
                      <a:pt x="4282" y="9635"/>
                      <a:pt x="4177" y="9663"/>
                      <a:pt x="4068" y="9663"/>
                    </a:cubicBezTo>
                    <a:cubicBezTo>
                      <a:pt x="4027" y="9663"/>
                      <a:pt x="3986" y="9659"/>
                      <a:pt x="3944" y="9651"/>
                    </a:cubicBezTo>
                    <a:cubicBezTo>
                      <a:pt x="3644" y="9582"/>
                      <a:pt x="3446" y="9280"/>
                      <a:pt x="3516" y="8979"/>
                    </a:cubicBezTo>
                    <a:lnTo>
                      <a:pt x="3660" y="8288"/>
                    </a:lnTo>
                    <a:cubicBezTo>
                      <a:pt x="3672" y="8248"/>
                      <a:pt x="3649" y="8213"/>
                      <a:pt x="3614" y="8195"/>
                    </a:cubicBezTo>
                    <a:cubicBezTo>
                      <a:pt x="3144" y="7999"/>
                      <a:pt x="2726" y="7708"/>
                      <a:pt x="2373" y="7338"/>
                    </a:cubicBezTo>
                    <a:cubicBezTo>
                      <a:pt x="2361" y="7320"/>
                      <a:pt x="2338" y="7308"/>
                      <a:pt x="2314" y="7308"/>
                    </a:cubicBezTo>
                    <a:cubicBezTo>
                      <a:pt x="2303" y="7308"/>
                      <a:pt x="2286" y="7314"/>
                      <a:pt x="2274" y="7320"/>
                    </a:cubicBezTo>
                    <a:lnTo>
                      <a:pt x="1682" y="7702"/>
                    </a:lnTo>
                    <a:cubicBezTo>
                      <a:pt x="1587" y="7763"/>
                      <a:pt x="1480" y="7792"/>
                      <a:pt x="1376" y="7792"/>
                    </a:cubicBezTo>
                    <a:cubicBezTo>
                      <a:pt x="1189" y="7792"/>
                      <a:pt x="1008" y="7700"/>
                      <a:pt x="900" y="7528"/>
                    </a:cubicBezTo>
                    <a:cubicBezTo>
                      <a:pt x="731" y="7268"/>
                      <a:pt x="806" y="6920"/>
                      <a:pt x="1068" y="6751"/>
                    </a:cubicBezTo>
                    <a:lnTo>
                      <a:pt x="1660" y="6369"/>
                    </a:lnTo>
                    <a:cubicBezTo>
                      <a:pt x="1695" y="6345"/>
                      <a:pt x="1706" y="6305"/>
                      <a:pt x="1695" y="6270"/>
                    </a:cubicBezTo>
                    <a:cubicBezTo>
                      <a:pt x="1497" y="5794"/>
                      <a:pt x="1404" y="5295"/>
                      <a:pt x="1427" y="4784"/>
                    </a:cubicBezTo>
                    <a:cubicBezTo>
                      <a:pt x="1427" y="4744"/>
                      <a:pt x="1398" y="4709"/>
                      <a:pt x="1363" y="4704"/>
                    </a:cubicBezTo>
                    <a:lnTo>
                      <a:pt x="673" y="4553"/>
                    </a:lnTo>
                    <a:cubicBezTo>
                      <a:pt x="372" y="4484"/>
                      <a:pt x="174" y="4182"/>
                      <a:pt x="244" y="3879"/>
                    </a:cubicBezTo>
                    <a:cubicBezTo>
                      <a:pt x="300" y="3612"/>
                      <a:pt x="534" y="3433"/>
                      <a:pt x="797" y="3433"/>
                    </a:cubicBezTo>
                    <a:cubicBezTo>
                      <a:pt x="836" y="3433"/>
                      <a:pt x="876" y="3437"/>
                      <a:pt x="916" y="3445"/>
                    </a:cubicBezTo>
                    <a:lnTo>
                      <a:pt x="1607" y="3595"/>
                    </a:lnTo>
                    <a:cubicBezTo>
                      <a:pt x="1611" y="3596"/>
                      <a:pt x="1616" y="3596"/>
                      <a:pt x="1620" y="3596"/>
                    </a:cubicBezTo>
                    <a:cubicBezTo>
                      <a:pt x="1651" y="3596"/>
                      <a:pt x="1684" y="3580"/>
                      <a:pt x="1695" y="3549"/>
                    </a:cubicBezTo>
                    <a:cubicBezTo>
                      <a:pt x="1891" y="3073"/>
                      <a:pt x="2182" y="2656"/>
                      <a:pt x="2558" y="2308"/>
                    </a:cubicBezTo>
                    <a:cubicBezTo>
                      <a:pt x="2587" y="2278"/>
                      <a:pt x="2593" y="2238"/>
                      <a:pt x="2570" y="2203"/>
                    </a:cubicBezTo>
                    <a:lnTo>
                      <a:pt x="2193" y="1612"/>
                    </a:lnTo>
                    <a:cubicBezTo>
                      <a:pt x="2112" y="1483"/>
                      <a:pt x="2083" y="1333"/>
                      <a:pt x="2112" y="1188"/>
                    </a:cubicBezTo>
                    <a:cubicBezTo>
                      <a:pt x="2147" y="1038"/>
                      <a:pt x="2233" y="910"/>
                      <a:pt x="2361" y="829"/>
                    </a:cubicBezTo>
                    <a:cubicBezTo>
                      <a:pt x="2455" y="769"/>
                      <a:pt x="2561" y="740"/>
                      <a:pt x="2665" y="740"/>
                    </a:cubicBezTo>
                    <a:cubicBezTo>
                      <a:pt x="2852" y="740"/>
                      <a:pt x="3036" y="832"/>
                      <a:pt x="3144" y="1003"/>
                    </a:cubicBezTo>
                    <a:lnTo>
                      <a:pt x="3527" y="1595"/>
                    </a:lnTo>
                    <a:cubicBezTo>
                      <a:pt x="3539" y="1619"/>
                      <a:pt x="3562" y="1631"/>
                      <a:pt x="3586" y="1631"/>
                    </a:cubicBezTo>
                    <a:cubicBezTo>
                      <a:pt x="3597" y="1631"/>
                      <a:pt x="3609" y="1628"/>
                      <a:pt x="3620" y="1623"/>
                    </a:cubicBezTo>
                    <a:cubicBezTo>
                      <a:pt x="4055" y="1443"/>
                      <a:pt x="4510" y="1354"/>
                      <a:pt x="4979" y="1354"/>
                    </a:cubicBezTo>
                    <a:cubicBezTo>
                      <a:pt x="5023" y="1354"/>
                      <a:pt x="5067" y="1355"/>
                      <a:pt x="5111" y="1357"/>
                    </a:cubicBezTo>
                    <a:cubicBezTo>
                      <a:pt x="5114" y="1357"/>
                      <a:pt x="5117" y="1357"/>
                      <a:pt x="5120" y="1357"/>
                    </a:cubicBezTo>
                    <a:cubicBezTo>
                      <a:pt x="5151" y="1357"/>
                      <a:pt x="5182" y="1330"/>
                      <a:pt x="5192" y="1293"/>
                    </a:cubicBezTo>
                    <a:lnTo>
                      <a:pt x="5342" y="608"/>
                    </a:lnTo>
                    <a:cubicBezTo>
                      <a:pt x="5398" y="340"/>
                      <a:pt x="5634" y="161"/>
                      <a:pt x="5897" y="161"/>
                    </a:cubicBezTo>
                    <a:close/>
                    <a:moveTo>
                      <a:pt x="5899" y="1"/>
                    </a:moveTo>
                    <a:cubicBezTo>
                      <a:pt x="5562" y="1"/>
                      <a:pt x="5261" y="230"/>
                      <a:pt x="5186" y="573"/>
                    </a:cubicBezTo>
                    <a:lnTo>
                      <a:pt x="5047" y="1194"/>
                    </a:lnTo>
                    <a:cubicBezTo>
                      <a:pt x="5032" y="1194"/>
                      <a:pt x="5017" y="1194"/>
                      <a:pt x="5003" y="1194"/>
                    </a:cubicBezTo>
                    <a:cubicBezTo>
                      <a:pt x="4531" y="1194"/>
                      <a:pt x="4064" y="1280"/>
                      <a:pt x="3626" y="1449"/>
                    </a:cubicBezTo>
                    <a:lnTo>
                      <a:pt x="3278" y="915"/>
                    </a:lnTo>
                    <a:cubicBezTo>
                      <a:pt x="3140" y="699"/>
                      <a:pt x="2905" y="582"/>
                      <a:pt x="2665" y="582"/>
                    </a:cubicBezTo>
                    <a:cubicBezTo>
                      <a:pt x="2530" y="582"/>
                      <a:pt x="2395" y="619"/>
                      <a:pt x="2274" y="695"/>
                    </a:cubicBezTo>
                    <a:cubicBezTo>
                      <a:pt x="2112" y="800"/>
                      <a:pt x="2001" y="961"/>
                      <a:pt x="1961" y="1153"/>
                    </a:cubicBezTo>
                    <a:cubicBezTo>
                      <a:pt x="1915" y="1339"/>
                      <a:pt x="1949" y="1536"/>
                      <a:pt x="2054" y="1699"/>
                    </a:cubicBezTo>
                    <a:lnTo>
                      <a:pt x="2402" y="2238"/>
                    </a:lnTo>
                    <a:cubicBezTo>
                      <a:pt x="2048" y="2575"/>
                      <a:pt x="1770" y="2974"/>
                      <a:pt x="1572" y="3427"/>
                    </a:cubicBezTo>
                    <a:lnTo>
                      <a:pt x="951" y="3288"/>
                    </a:lnTo>
                    <a:cubicBezTo>
                      <a:pt x="899" y="3276"/>
                      <a:pt x="847" y="3271"/>
                      <a:pt x="796" y="3271"/>
                    </a:cubicBezTo>
                    <a:cubicBezTo>
                      <a:pt x="464" y="3271"/>
                      <a:pt x="163" y="3503"/>
                      <a:pt x="87" y="3845"/>
                    </a:cubicBezTo>
                    <a:cubicBezTo>
                      <a:pt x="0" y="4233"/>
                      <a:pt x="250" y="4623"/>
                      <a:pt x="638" y="4709"/>
                    </a:cubicBezTo>
                    <a:lnTo>
                      <a:pt x="1264" y="4843"/>
                    </a:lnTo>
                    <a:cubicBezTo>
                      <a:pt x="1253" y="5336"/>
                      <a:pt x="1340" y="5812"/>
                      <a:pt x="1521" y="6270"/>
                    </a:cubicBezTo>
                    <a:lnTo>
                      <a:pt x="980" y="6612"/>
                    </a:lnTo>
                    <a:cubicBezTo>
                      <a:pt x="644" y="6832"/>
                      <a:pt x="546" y="7279"/>
                      <a:pt x="766" y="7616"/>
                    </a:cubicBezTo>
                    <a:cubicBezTo>
                      <a:pt x="904" y="7831"/>
                      <a:pt x="1140" y="7949"/>
                      <a:pt x="1380" y="7949"/>
                    </a:cubicBezTo>
                    <a:cubicBezTo>
                      <a:pt x="1514" y="7949"/>
                      <a:pt x="1649" y="7913"/>
                      <a:pt x="1770" y="7836"/>
                    </a:cubicBezTo>
                    <a:lnTo>
                      <a:pt x="2303" y="7494"/>
                    </a:lnTo>
                    <a:cubicBezTo>
                      <a:pt x="2645" y="7847"/>
                      <a:pt x="3045" y="8120"/>
                      <a:pt x="3492" y="8318"/>
                    </a:cubicBezTo>
                    <a:lnTo>
                      <a:pt x="3358" y="8944"/>
                    </a:lnTo>
                    <a:cubicBezTo>
                      <a:pt x="3272" y="9333"/>
                      <a:pt x="3521" y="9721"/>
                      <a:pt x="3910" y="9809"/>
                    </a:cubicBezTo>
                    <a:cubicBezTo>
                      <a:pt x="3962" y="9820"/>
                      <a:pt x="4014" y="9825"/>
                      <a:pt x="4067" y="9825"/>
                    </a:cubicBezTo>
                    <a:cubicBezTo>
                      <a:pt x="4206" y="9825"/>
                      <a:pt x="4340" y="9785"/>
                      <a:pt x="4461" y="9710"/>
                    </a:cubicBezTo>
                    <a:cubicBezTo>
                      <a:pt x="4624" y="9605"/>
                      <a:pt x="4734" y="9443"/>
                      <a:pt x="4774" y="9252"/>
                    </a:cubicBezTo>
                    <a:lnTo>
                      <a:pt x="4913" y="8631"/>
                    </a:lnTo>
                    <a:cubicBezTo>
                      <a:pt x="4929" y="8631"/>
                      <a:pt x="4945" y="8631"/>
                      <a:pt x="4960" y="8631"/>
                    </a:cubicBezTo>
                    <a:cubicBezTo>
                      <a:pt x="5432" y="8631"/>
                      <a:pt x="5897" y="8550"/>
                      <a:pt x="6340" y="8375"/>
                    </a:cubicBezTo>
                    <a:lnTo>
                      <a:pt x="6683" y="8909"/>
                    </a:lnTo>
                    <a:cubicBezTo>
                      <a:pt x="6787" y="9071"/>
                      <a:pt x="6950" y="9188"/>
                      <a:pt x="7141" y="9228"/>
                    </a:cubicBezTo>
                    <a:cubicBezTo>
                      <a:pt x="7191" y="9239"/>
                      <a:pt x="7242" y="9245"/>
                      <a:pt x="7293" y="9245"/>
                    </a:cubicBezTo>
                    <a:cubicBezTo>
                      <a:pt x="7431" y="9245"/>
                      <a:pt x="7568" y="9205"/>
                      <a:pt x="7687" y="9129"/>
                    </a:cubicBezTo>
                    <a:cubicBezTo>
                      <a:pt x="8022" y="8915"/>
                      <a:pt x="8121" y="8463"/>
                      <a:pt x="7907" y="8126"/>
                    </a:cubicBezTo>
                    <a:lnTo>
                      <a:pt x="7559" y="7587"/>
                    </a:lnTo>
                    <a:cubicBezTo>
                      <a:pt x="7912" y="7250"/>
                      <a:pt x="8191" y="6850"/>
                      <a:pt x="8388" y="6398"/>
                    </a:cubicBezTo>
                    <a:lnTo>
                      <a:pt x="9009" y="6537"/>
                    </a:lnTo>
                    <a:cubicBezTo>
                      <a:pt x="9062" y="6549"/>
                      <a:pt x="9114" y="6554"/>
                      <a:pt x="9166" y="6554"/>
                    </a:cubicBezTo>
                    <a:cubicBezTo>
                      <a:pt x="9502" y="6554"/>
                      <a:pt x="9803" y="6322"/>
                      <a:pt x="9874" y="5980"/>
                    </a:cubicBezTo>
                    <a:cubicBezTo>
                      <a:pt x="9914" y="5794"/>
                      <a:pt x="9879" y="5597"/>
                      <a:pt x="9775" y="5434"/>
                    </a:cubicBezTo>
                    <a:cubicBezTo>
                      <a:pt x="9670" y="5272"/>
                      <a:pt x="9508" y="5156"/>
                      <a:pt x="9322" y="5116"/>
                    </a:cubicBezTo>
                    <a:lnTo>
                      <a:pt x="8696" y="4982"/>
                    </a:lnTo>
                    <a:cubicBezTo>
                      <a:pt x="8707" y="4489"/>
                      <a:pt x="8621" y="4013"/>
                      <a:pt x="8440" y="3555"/>
                    </a:cubicBezTo>
                    <a:lnTo>
                      <a:pt x="8980" y="3213"/>
                    </a:lnTo>
                    <a:cubicBezTo>
                      <a:pt x="9143" y="3108"/>
                      <a:pt x="9253" y="2945"/>
                      <a:pt x="9293" y="2755"/>
                    </a:cubicBezTo>
                    <a:cubicBezTo>
                      <a:pt x="9339" y="2562"/>
                      <a:pt x="9304" y="2372"/>
                      <a:pt x="9194" y="2209"/>
                    </a:cubicBezTo>
                    <a:cubicBezTo>
                      <a:pt x="9090" y="2047"/>
                      <a:pt x="8927" y="1930"/>
                      <a:pt x="8742" y="1890"/>
                    </a:cubicBezTo>
                    <a:cubicBezTo>
                      <a:pt x="8690" y="1879"/>
                      <a:pt x="8638" y="1874"/>
                      <a:pt x="8587" y="1874"/>
                    </a:cubicBezTo>
                    <a:cubicBezTo>
                      <a:pt x="8449" y="1874"/>
                      <a:pt x="8315" y="1913"/>
                      <a:pt x="8196" y="1989"/>
                    </a:cubicBezTo>
                    <a:lnTo>
                      <a:pt x="7657" y="2331"/>
                    </a:lnTo>
                    <a:cubicBezTo>
                      <a:pt x="7315" y="1978"/>
                      <a:pt x="6915" y="1705"/>
                      <a:pt x="6468" y="1507"/>
                    </a:cubicBezTo>
                    <a:lnTo>
                      <a:pt x="6602" y="881"/>
                    </a:lnTo>
                    <a:cubicBezTo>
                      <a:pt x="6688" y="492"/>
                      <a:pt x="6439" y="104"/>
                      <a:pt x="6051" y="16"/>
                    </a:cubicBezTo>
                    <a:cubicBezTo>
                      <a:pt x="6000" y="6"/>
                      <a:pt x="5949" y="1"/>
                      <a:pt x="5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7"/>
              <p:cNvSpPr/>
              <p:nvPr/>
            </p:nvSpPr>
            <p:spPr>
              <a:xfrm>
                <a:off x="2598100" y="2499475"/>
                <a:ext cx="244700" cy="241625"/>
              </a:xfrm>
              <a:custGeom>
                <a:avLst/>
                <a:gdLst/>
                <a:ahLst/>
                <a:cxnLst/>
                <a:rect l="l" t="t" r="r" b="b"/>
                <a:pathLst>
                  <a:path w="9788" h="9665" extrusionOk="0">
                    <a:moveTo>
                      <a:pt x="4921" y="2691"/>
                    </a:moveTo>
                    <a:cubicBezTo>
                      <a:pt x="5629" y="2691"/>
                      <a:pt x="6323" y="3042"/>
                      <a:pt x="6736" y="3682"/>
                    </a:cubicBezTo>
                    <a:cubicBezTo>
                      <a:pt x="7374" y="4679"/>
                      <a:pt x="7084" y="6014"/>
                      <a:pt x="6086" y="6651"/>
                    </a:cubicBezTo>
                    <a:cubicBezTo>
                      <a:pt x="5727" y="6883"/>
                      <a:pt x="5325" y="6994"/>
                      <a:pt x="4926" y="6994"/>
                    </a:cubicBezTo>
                    <a:cubicBezTo>
                      <a:pt x="4218" y="6994"/>
                      <a:pt x="3524" y="6644"/>
                      <a:pt x="3116" y="6001"/>
                    </a:cubicBezTo>
                    <a:cubicBezTo>
                      <a:pt x="2472" y="5004"/>
                      <a:pt x="2763" y="3676"/>
                      <a:pt x="3766" y="3032"/>
                    </a:cubicBezTo>
                    <a:cubicBezTo>
                      <a:pt x="4124" y="2801"/>
                      <a:pt x="4525" y="2691"/>
                      <a:pt x="4921" y="2691"/>
                    </a:cubicBezTo>
                    <a:close/>
                    <a:moveTo>
                      <a:pt x="5808" y="0"/>
                    </a:moveTo>
                    <a:cubicBezTo>
                      <a:pt x="5507" y="0"/>
                      <a:pt x="5241" y="207"/>
                      <a:pt x="5175" y="509"/>
                    </a:cubicBezTo>
                    <a:lnTo>
                      <a:pt x="5025" y="1198"/>
                    </a:lnTo>
                    <a:cubicBezTo>
                      <a:pt x="4984" y="1197"/>
                      <a:pt x="4943" y="1196"/>
                      <a:pt x="4901" y="1196"/>
                    </a:cubicBezTo>
                    <a:cubicBezTo>
                      <a:pt x="4431" y="1196"/>
                      <a:pt x="3958" y="1284"/>
                      <a:pt x="3505" y="1471"/>
                    </a:cubicBezTo>
                    <a:lnTo>
                      <a:pt x="3122" y="879"/>
                    </a:lnTo>
                    <a:cubicBezTo>
                      <a:pt x="3000" y="687"/>
                      <a:pt x="2791" y="581"/>
                      <a:pt x="2577" y="581"/>
                    </a:cubicBezTo>
                    <a:cubicBezTo>
                      <a:pt x="2458" y="581"/>
                      <a:pt x="2336" y="614"/>
                      <a:pt x="2228" y="683"/>
                    </a:cubicBezTo>
                    <a:cubicBezTo>
                      <a:pt x="1933" y="874"/>
                      <a:pt x="1845" y="1275"/>
                      <a:pt x="2037" y="1575"/>
                    </a:cubicBezTo>
                    <a:lnTo>
                      <a:pt x="2415" y="2167"/>
                    </a:lnTo>
                    <a:cubicBezTo>
                      <a:pt x="2026" y="2533"/>
                      <a:pt x="1730" y="2962"/>
                      <a:pt x="1532" y="3438"/>
                    </a:cubicBezTo>
                    <a:lnTo>
                      <a:pt x="848" y="3286"/>
                    </a:lnTo>
                    <a:cubicBezTo>
                      <a:pt x="802" y="3277"/>
                      <a:pt x="755" y="3272"/>
                      <a:pt x="710" y="3272"/>
                    </a:cubicBezTo>
                    <a:cubicBezTo>
                      <a:pt x="409" y="3272"/>
                      <a:pt x="142" y="3479"/>
                      <a:pt x="77" y="3781"/>
                    </a:cubicBezTo>
                    <a:cubicBezTo>
                      <a:pt x="1" y="4129"/>
                      <a:pt x="222" y="4477"/>
                      <a:pt x="570" y="4552"/>
                    </a:cubicBezTo>
                    <a:lnTo>
                      <a:pt x="1261" y="4702"/>
                    </a:lnTo>
                    <a:cubicBezTo>
                      <a:pt x="1237" y="5213"/>
                      <a:pt x="1330" y="5730"/>
                      <a:pt x="1532" y="6223"/>
                    </a:cubicBezTo>
                    <a:lnTo>
                      <a:pt x="940" y="6600"/>
                    </a:lnTo>
                    <a:cubicBezTo>
                      <a:pt x="640" y="6796"/>
                      <a:pt x="552" y="7197"/>
                      <a:pt x="744" y="7492"/>
                    </a:cubicBezTo>
                    <a:cubicBezTo>
                      <a:pt x="866" y="7686"/>
                      <a:pt x="1075" y="7791"/>
                      <a:pt x="1289" y="7791"/>
                    </a:cubicBezTo>
                    <a:cubicBezTo>
                      <a:pt x="1408" y="7791"/>
                      <a:pt x="1529" y="7758"/>
                      <a:pt x="1636" y="7690"/>
                    </a:cubicBezTo>
                    <a:lnTo>
                      <a:pt x="2228" y="7307"/>
                    </a:lnTo>
                    <a:cubicBezTo>
                      <a:pt x="2589" y="7701"/>
                      <a:pt x="3023" y="7998"/>
                      <a:pt x="3499" y="8188"/>
                    </a:cubicBezTo>
                    <a:lnTo>
                      <a:pt x="3349" y="8879"/>
                    </a:lnTo>
                    <a:cubicBezTo>
                      <a:pt x="3272" y="9227"/>
                      <a:pt x="3494" y="9575"/>
                      <a:pt x="3842" y="9650"/>
                    </a:cubicBezTo>
                    <a:cubicBezTo>
                      <a:pt x="3888" y="9660"/>
                      <a:pt x="3934" y="9665"/>
                      <a:pt x="3979" y="9665"/>
                    </a:cubicBezTo>
                    <a:cubicBezTo>
                      <a:pt x="4276" y="9665"/>
                      <a:pt x="4542" y="9459"/>
                      <a:pt x="4607" y="9157"/>
                    </a:cubicBezTo>
                    <a:lnTo>
                      <a:pt x="4758" y="8467"/>
                    </a:lnTo>
                    <a:cubicBezTo>
                      <a:pt x="4802" y="8468"/>
                      <a:pt x="4846" y="8469"/>
                      <a:pt x="4890" y="8469"/>
                    </a:cubicBezTo>
                    <a:cubicBezTo>
                      <a:pt x="5362" y="8469"/>
                      <a:pt x="5833" y="8380"/>
                      <a:pt x="6284" y="8194"/>
                    </a:cubicBezTo>
                    <a:lnTo>
                      <a:pt x="6661" y="8786"/>
                    </a:lnTo>
                    <a:cubicBezTo>
                      <a:pt x="6783" y="8980"/>
                      <a:pt x="6992" y="9085"/>
                      <a:pt x="7206" y="9085"/>
                    </a:cubicBezTo>
                    <a:cubicBezTo>
                      <a:pt x="7325" y="9085"/>
                      <a:pt x="7445" y="9052"/>
                      <a:pt x="7553" y="8983"/>
                    </a:cubicBezTo>
                    <a:cubicBezTo>
                      <a:pt x="7855" y="8793"/>
                      <a:pt x="7943" y="8392"/>
                      <a:pt x="7751" y="8090"/>
                    </a:cubicBezTo>
                    <a:lnTo>
                      <a:pt x="7368" y="7498"/>
                    </a:lnTo>
                    <a:cubicBezTo>
                      <a:pt x="7756" y="7133"/>
                      <a:pt x="8053" y="6697"/>
                      <a:pt x="8249" y="6228"/>
                    </a:cubicBezTo>
                    <a:lnTo>
                      <a:pt x="8940" y="6379"/>
                    </a:lnTo>
                    <a:cubicBezTo>
                      <a:pt x="8986" y="6388"/>
                      <a:pt x="9032" y="6393"/>
                      <a:pt x="9077" y="6393"/>
                    </a:cubicBezTo>
                    <a:cubicBezTo>
                      <a:pt x="9374" y="6393"/>
                      <a:pt x="9640" y="6188"/>
                      <a:pt x="9706" y="5886"/>
                    </a:cubicBezTo>
                    <a:cubicBezTo>
                      <a:pt x="9788" y="5538"/>
                      <a:pt x="9566" y="5190"/>
                      <a:pt x="9213" y="5114"/>
                    </a:cubicBezTo>
                    <a:lnTo>
                      <a:pt x="8528" y="4964"/>
                    </a:lnTo>
                    <a:cubicBezTo>
                      <a:pt x="8546" y="4453"/>
                      <a:pt x="8458" y="3937"/>
                      <a:pt x="8256" y="3444"/>
                    </a:cubicBezTo>
                    <a:lnTo>
                      <a:pt x="8848" y="3061"/>
                    </a:lnTo>
                    <a:cubicBezTo>
                      <a:pt x="9149" y="2869"/>
                      <a:pt x="9236" y="2469"/>
                      <a:pt x="9044" y="2173"/>
                    </a:cubicBezTo>
                    <a:cubicBezTo>
                      <a:pt x="8918" y="1980"/>
                      <a:pt x="8708" y="1875"/>
                      <a:pt x="8496" y="1875"/>
                    </a:cubicBezTo>
                    <a:cubicBezTo>
                      <a:pt x="8377" y="1875"/>
                      <a:pt x="8258" y="1908"/>
                      <a:pt x="8152" y="1976"/>
                    </a:cubicBezTo>
                    <a:lnTo>
                      <a:pt x="7553" y="2359"/>
                    </a:lnTo>
                    <a:cubicBezTo>
                      <a:pt x="7194" y="1964"/>
                      <a:pt x="6760" y="1669"/>
                      <a:pt x="6289" y="1471"/>
                    </a:cubicBezTo>
                    <a:lnTo>
                      <a:pt x="6439" y="788"/>
                    </a:lnTo>
                    <a:cubicBezTo>
                      <a:pt x="6516" y="439"/>
                      <a:pt x="6295" y="91"/>
                      <a:pt x="5947" y="15"/>
                    </a:cubicBezTo>
                    <a:cubicBezTo>
                      <a:pt x="5900" y="5"/>
                      <a:pt x="5854" y="0"/>
                      <a:pt x="58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2596950" y="2497550"/>
                <a:ext cx="246875" cy="245525"/>
              </a:xfrm>
              <a:custGeom>
                <a:avLst/>
                <a:gdLst/>
                <a:ahLst/>
                <a:cxnLst/>
                <a:rect l="l" t="t" r="r" b="b"/>
                <a:pathLst>
                  <a:path w="9875" h="9821" extrusionOk="0">
                    <a:moveTo>
                      <a:pt x="4970" y="2847"/>
                    </a:moveTo>
                    <a:cubicBezTo>
                      <a:pt x="5118" y="2847"/>
                      <a:pt x="5266" y="2863"/>
                      <a:pt x="5413" y="2894"/>
                    </a:cubicBezTo>
                    <a:cubicBezTo>
                      <a:pt x="5952" y="3015"/>
                      <a:pt x="6416" y="3336"/>
                      <a:pt x="6712" y="3799"/>
                    </a:cubicBezTo>
                    <a:cubicBezTo>
                      <a:pt x="7015" y="4268"/>
                      <a:pt x="7112" y="4820"/>
                      <a:pt x="6996" y="5360"/>
                    </a:cubicBezTo>
                    <a:cubicBezTo>
                      <a:pt x="6875" y="5899"/>
                      <a:pt x="6555" y="6364"/>
                      <a:pt x="6091" y="6664"/>
                    </a:cubicBezTo>
                    <a:cubicBezTo>
                      <a:pt x="5745" y="6885"/>
                      <a:pt x="5358" y="6991"/>
                      <a:pt x="4975" y="6991"/>
                    </a:cubicBezTo>
                    <a:cubicBezTo>
                      <a:pt x="4293" y="6991"/>
                      <a:pt x="3624" y="6655"/>
                      <a:pt x="3226" y="6038"/>
                    </a:cubicBezTo>
                    <a:cubicBezTo>
                      <a:pt x="2611" y="5076"/>
                      <a:pt x="2889" y="3794"/>
                      <a:pt x="3853" y="3178"/>
                    </a:cubicBezTo>
                    <a:cubicBezTo>
                      <a:pt x="4190" y="2959"/>
                      <a:pt x="4577" y="2847"/>
                      <a:pt x="4970" y="2847"/>
                    </a:cubicBezTo>
                    <a:close/>
                    <a:moveTo>
                      <a:pt x="4973" y="2688"/>
                    </a:moveTo>
                    <a:cubicBezTo>
                      <a:pt x="4546" y="2688"/>
                      <a:pt x="4130" y="2806"/>
                      <a:pt x="3765" y="3039"/>
                    </a:cubicBezTo>
                    <a:cubicBezTo>
                      <a:pt x="2734" y="3706"/>
                      <a:pt x="2431" y="5087"/>
                      <a:pt x="3093" y="6126"/>
                    </a:cubicBezTo>
                    <a:cubicBezTo>
                      <a:pt x="3516" y="6787"/>
                      <a:pt x="4241" y="7152"/>
                      <a:pt x="4972" y="7152"/>
                    </a:cubicBezTo>
                    <a:cubicBezTo>
                      <a:pt x="5384" y="7152"/>
                      <a:pt x="5802" y="7036"/>
                      <a:pt x="6172" y="6798"/>
                    </a:cubicBezTo>
                    <a:cubicBezTo>
                      <a:pt x="6678" y="6474"/>
                      <a:pt x="7026" y="5981"/>
                      <a:pt x="7147" y="5395"/>
                    </a:cubicBezTo>
                    <a:cubicBezTo>
                      <a:pt x="7275" y="4814"/>
                      <a:pt x="7170" y="4217"/>
                      <a:pt x="6846" y="3718"/>
                    </a:cubicBezTo>
                    <a:cubicBezTo>
                      <a:pt x="6527" y="3213"/>
                      <a:pt x="6027" y="2865"/>
                      <a:pt x="5448" y="2737"/>
                    </a:cubicBezTo>
                    <a:cubicBezTo>
                      <a:pt x="5290" y="2704"/>
                      <a:pt x="5131" y="2688"/>
                      <a:pt x="4973" y="2688"/>
                    </a:cubicBezTo>
                    <a:close/>
                    <a:moveTo>
                      <a:pt x="5850" y="160"/>
                    </a:moveTo>
                    <a:cubicBezTo>
                      <a:pt x="5891" y="160"/>
                      <a:pt x="5934" y="164"/>
                      <a:pt x="5976" y="174"/>
                    </a:cubicBezTo>
                    <a:cubicBezTo>
                      <a:pt x="6121" y="203"/>
                      <a:pt x="6249" y="290"/>
                      <a:pt x="6330" y="418"/>
                    </a:cubicBezTo>
                    <a:cubicBezTo>
                      <a:pt x="6410" y="544"/>
                      <a:pt x="6440" y="696"/>
                      <a:pt x="6405" y="846"/>
                    </a:cubicBezTo>
                    <a:lnTo>
                      <a:pt x="6254" y="1531"/>
                    </a:lnTo>
                    <a:cubicBezTo>
                      <a:pt x="6249" y="1572"/>
                      <a:pt x="6266" y="1612"/>
                      <a:pt x="6300" y="1623"/>
                    </a:cubicBezTo>
                    <a:cubicBezTo>
                      <a:pt x="6776" y="1821"/>
                      <a:pt x="7194" y="2111"/>
                      <a:pt x="7542" y="2488"/>
                    </a:cubicBezTo>
                    <a:cubicBezTo>
                      <a:pt x="7559" y="2505"/>
                      <a:pt x="7580" y="2514"/>
                      <a:pt x="7602" y="2514"/>
                    </a:cubicBezTo>
                    <a:cubicBezTo>
                      <a:pt x="7617" y="2514"/>
                      <a:pt x="7632" y="2510"/>
                      <a:pt x="7647" y="2500"/>
                    </a:cubicBezTo>
                    <a:lnTo>
                      <a:pt x="8238" y="2123"/>
                    </a:lnTo>
                    <a:cubicBezTo>
                      <a:pt x="8332" y="2062"/>
                      <a:pt x="8438" y="2033"/>
                      <a:pt x="8544" y="2033"/>
                    </a:cubicBezTo>
                    <a:cubicBezTo>
                      <a:pt x="8730" y="2033"/>
                      <a:pt x="8913" y="2124"/>
                      <a:pt x="9021" y="2291"/>
                    </a:cubicBezTo>
                    <a:cubicBezTo>
                      <a:pt x="9189" y="2552"/>
                      <a:pt x="9114" y="2905"/>
                      <a:pt x="8847" y="3074"/>
                    </a:cubicBezTo>
                    <a:lnTo>
                      <a:pt x="8255" y="3451"/>
                    </a:lnTo>
                    <a:cubicBezTo>
                      <a:pt x="8226" y="3475"/>
                      <a:pt x="8209" y="3515"/>
                      <a:pt x="8226" y="3550"/>
                    </a:cubicBezTo>
                    <a:cubicBezTo>
                      <a:pt x="8423" y="4025"/>
                      <a:pt x="8511" y="4525"/>
                      <a:pt x="8493" y="5041"/>
                    </a:cubicBezTo>
                    <a:cubicBezTo>
                      <a:pt x="8493" y="5076"/>
                      <a:pt x="8517" y="5111"/>
                      <a:pt x="8557" y="5122"/>
                    </a:cubicBezTo>
                    <a:lnTo>
                      <a:pt x="9248" y="5272"/>
                    </a:lnTo>
                    <a:cubicBezTo>
                      <a:pt x="9392" y="5301"/>
                      <a:pt x="9520" y="5389"/>
                      <a:pt x="9601" y="5516"/>
                    </a:cubicBezTo>
                    <a:cubicBezTo>
                      <a:pt x="9682" y="5644"/>
                      <a:pt x="9711" y="5794"/>
                      <a:pt x="9676" y="5946"/>
                    </a:cubicBezTo>
                    <a:cubicBezTo>
                      <a:pt x="9642" y="6091"/>
                      <a:pt x="9555" y="6217"/>
                      <a:pt x="9427" y="6300"/>
                    </a:cubicBezTo>
                    <a:cubicBezTo>
                      <a:pt x="9335" y="6358"/>
                      <a:pt x="9231" y="6389"/>
                      <a:pt x="9126" y="6389"/>
                    </a:cubicBezTo>
                    <a:cubicBezTo>
                      <a:pt x="9085" y="6389"/>
                      <a:pt x="9044" y="6385"/>
                      <a:pt x="9004" y="6375"/>
                    </a:cubicBezTo>
                    <a:lnTo>
                      <a:pt x="8313" y="6224"/>
                    </a:lnTo>
                    <a:cubicBezTo>
                      <a:pt x="8309" y="6224"/>
                      <a:pt x="8305" y="6223"/>
                      <a:pt x="8301" y="6223"/>
                    </a:cubicBezTo>
                    <a:cubicBezTo>
                      <a:pt x="8269" y="6223"/>
                      <a:pt x="8237" y="6245"/>
                      <a:pt x="8226" y="6276"/>
                    </a:cubicBezTo>
                    <a:cubicBezTo>
                      <a:pt x="8029" y="6747"/>
                      <a:pt x="7738" y="7164"/>
                      <a:pt x="7363" y="7518"/>
                    </a:cubicBezTo>
                    <a:cubicBezTo>
                      <a:pt x="7333" y="7540"/>
                      <a:pt x="7328" y="7582"/>
                      <a:pt x="7350" y="7617"/>
                    </a:cubicBezTo>
                    <a:lnTo>
                      <a:pt x="7727" y="8208"/>
                    </a:lnTo>
                    <a:cubicBezTo>
                      <a:pt x="7896" y="8474"/>
                      <a:pt x="7821" y="8822"/>
                      <a:pt x="7559" y="8991"/>
                    </a:cubicBezTo>
                    <a:cubicBezTo>
                      <a:pt x="7463" y="9052"/>
                      <a:pt x="7356" y="9081"/>
                      <a:pt x="7251" y="9081"/>
                    </a:cubicBezTo>
                    <a:cubicBezTo>
                      <a:pt x="7065" y="9081"/>
                      <a:pt x="6884" y="8990"/>
                      <a:pt x="6776" y="8822"/>
                    </a:cubicBezTo>
                    <a:lnTo>
                      <a:pt x="6394" y="8225"/>
                    </a:lnTo>
                    <a:cubicBezTo>
                      <a:pt x="6380" y="8203"/>
                      <a:pt x="6354" y="8192"/>
                      <a:pt x="6325" y="8192"/>
                    </a:cubicBezTo>
                    <a:cubicBezTo>
                      <a:pt x="6315" y="8192"/>
                      <a:pt x="6305" y="8193"/>
                      <a:pt x="6295" y="8196"/>
                    </a:cubicBezTo>
                    <a:cubicBezTo>
                      <a:pt x="5862" y="8378"/>
                      <a:pt x="5401" y="8465"/>
                      <a:pt x="4933" y="8465"/>
                    </a:cubicBezTo>
                    <a:cubicBezTo>
                      <a:pt x="4892" y="8465"/>
                      <a:pt x="4851" y="8464"/>
                      <a:pt x="4809" y="8463"/>
                    </a:cubicBezTo>
                    <a:cubicBezTo>
                      <a:pt x="4769" y="8463"/>
                      <a:pt x="4734" y="8492"/>
                      <a:pt x="4729" y="8527"/>
                    </a:cubicBezTo>
                    <a:lnTo>
                      <a:pt x="4578" y="9218"/>
                    </a:lnTo>
                    <a:cubicBezTo>
                      <a:pt x="4543" y="9362"/>
                      <a:pt x="4456" y="9489"/>
                      <a:pt x="4328" y="9571"/>
                    </a:cubicBezTo>
                    <a:cubicBezTo>
                      <a:pt x="4236" y="9629"/>
                      <a:pt x="4132" y="9661"/>
                      <a:pt x="4027" y="9661"/>
                    </a:cubicBezTo>
                    <a:cubicBezTo>
                      <a:pt x="3986" y="9661"/>
                      <a:pt x="3945" y="9656"/>
                      <a:pt x="3904" y="9646"/>
                    </a:cubicBezTo>
                    <a:cubicBezTo>
                      <a:pt x="3597" y="9582"/>
                      <a:pt x="3406" y="9280"/>
                      <a:pt x="3470" y="8974"/>
                    </a:cubicBezTo>
                    <a:lnTo>
                      <a:pt x="3620" y="8283"/>
                    </a:lnTo>
                    <a:cubicBezTo>
                      <a:pt x="3631" y="8249"/>
                      <a:pt x="3609" y="8208"/>
                      <a:pt x="3574" y="8196"/>
                    </a:cubicBezTo>
                    <a:cubicBezTo>
                      <a:pt x="3098" y="7999"/>
                      <a:pt x="2681" y="7709"/>
                      <a:pt x="2333" y="7331"/>
                    </a:cubicBezTo>
                    <a:cubicBezTo>
                      <a:pt x="2316" y="7315"/>
                      <a:pt x="2298" y="7309"/>
                      <a:pt x="2274" y="7309"/>
                    </a:cubicBezTo>
                    <a:cubicBezTo>
                      <a:pt x="2257" y="7309"/>
                      <a:pt x="2246" y="7309"/>
                      <a:pt x="2234" y="7320"/>
                    </a:cubicBezTo>
                    <a:lnTo>
                      <a:pt x="1636" y="7697"/>
                    </a:lnTo>
                    <a:cubicBezTo>
                      <a:pt x="1541" y="7758"/>
                      <a:pt x="1433" y="7789"/>
                      <a:pt x="1324" y="7789"/>
                    </a:cubicBezTo>
                    <a:cubicBezTo>
                      <a:pt x="1287" y="7789"/>
                      <a:pt x="1250" y="7786"/>
                      <a:pt x="1213" y="7778"/>
                    </a:cubicBezTo>
                    <a:cubicBezTo>
                      <a:pt x="1063" y="7743"/>
                      <a:pt x="940" y="7657"/>
                      <a:pt x="860" y="7529"/>
                    </a:cubicBezTo>
                    <a:cubicBezTo>
                      <a:pt x="772" y="7401"/>
                      <a:pt x="750" y="7250"/>
                      <a:pt x="777" y="7100"/>
                    </a:cubicBezTo>
                    <a:cubicBezTo>
                      <a:pt x="812" y="6955"/>
                      <a:pt x="900" y="6827"/>
                      <a:pt x="1028" y="6747"/>
                    </a:cubicBezTo>
                    <a:lnTo>
                      <a:pt x="1620" y="6364"/>
                    </a:lnTo>
                    <a:cubicBezTo>
                      <a:pt x="1655" y="6346"/>
                      <a:pt x="1666" y="6305"/>
                      <a:pt x="1648" y="6270"/>
                    </a:cubicBezTo>
                    <a:cubicBezTo>
                      <a:pt x="1457" y="5794"/>
                      <a:pt x="1364" y="5296"/>
                      <a:pt x="1382" y="4779"/>
                    </a:cubicBezTo>
                    <a:cubicBezTo>
                      <a:pt x="1387" y="4739"/>
                      <a:pt x="1358" y="4710"/>
                      <a:pt x="1323" y="4699"/>
                    </a:cubicBezTo>
                    <a:lnTo>
                      <a:pt x="633" y="4547"/>
                    </a:lnTo>
                    <a:cubicBezTo>
                      <a:pt x="482" y="4519"/>
                      <a:pt x="360" y="4431"/>
                      <a:pt x="279" y="4303"/>
                    </a:cubicBezTo>
                    <a:cubicBezTo>
                      <a:pt x="198" y="4177"/>
                      <a:pt x="169" y="4025"/>
                      <a:pt x="198" y="3874"/>
                    </a:cubicBezTo>
                    <a:cubicBezTo>
                      <a:pt x="233" y="3730"/>
                      <a:pt x="319" y="3602"/>
                      <a:pt x="448" y="3521"/>
                    </a:cubicBezTo>
                    <a:cubicBezTo>
                      <a:pt x="540" y="3463"/>
                      <a:pt x="644" y="3431"/>
                      <a:pt x="751" y="3431"/>
                    </a:cubicBezTo>
                    <a:cubicBezTo>
                      <a:pt x="792" y="3431"/>
                      <a:pt x="834" y="3436"/>
                      <a:pt x="876" y="3446"/>
                    </a:cubicBezTo>
                    <a:lnTo>
                      <a:pt x="1561" y="3590"/>
                    </a:lnTo>
                    <a:cubicBezTo>
                      <a:pt x="1568" y="3592"/>
                      <a:pt x="1575" y="3593"/>
                      <a:pt x="1582" y="3593"/>
                    </a:cubicBezTo>
                    <a:cubicBezTo>
                      <a:pt x="1613" y="3593"/>
                      <a:pt x="1640" y="3573"/>
                      <a:pt x="1655" y="3544"/>
                    </a:cubicBezTo>
                    <a:cubicBezTo>
                      <a:pt x="1851" y="3068"/>
                      <a:pt x="2142" y="2651"/>
                      <a:pt x="2518" y="2303"/>
                    </a:cubicBezTo>
                    <a:cubicBezTo>
                      <a:pt x="2547" y="2279"/>
                      <a:pt x="2553" y="2233"/>
                      <a:pt x="2530" y="2204"/>
                    </a:cubicBezTo>
                    <a:lnTo>
                      <a:pt x="2147" y="1612"/>
                    </a:lnTo>
                    <a:cubicBezTo>
                      <a:pt x="2065" y="1484"/>
                      <a:pt x="2043" y="1334"/>
                      <a:pt x="2072" y="1183"/>
                    </a:cubicBezTo>
                    <a:cubicBezTo>
                      <a:pt x="2107" y="1039"/>
                      <a:pt x="2193" y="910"/>
                      <a:pt x="2321" y="830"/>
                    </a:cubicBezTo>
                    <a:cubicBezTo>
                      <a:pt x="2413" y="770"/>
                      <a:pt x="2517" y="739"/>
                      <a:pt x="2623" y="739"/>
                    </a:cubicBezTo>
                    <a:cubicBezTo>
                      <a:pt x="2663" y="739"/>
                      <a:pt x="2704" y="743"/>
                      <a:pt x="2745" y="753"/>
                    </a:cubicBezTo>
                    <a:cubicBezTo>
                      <a:pt x="2895" y="782"/>
                      <a:pt x="3023" y="870"/>
                      <a:pt x="3104" y="997"/>
                    </a:cubicBezTo>
                    <a:lnTo>
                      <a:pt x="3481" y="1588"/>
                    </a:lnTo>
                    <a:cubicBezTo>
                      <a:pt x="3499" y="1614"/>
                      <a:pt x="3526" y="1628"/>
                      <a:pt x="3553" y="1628"/>
                    </a:cubicBezTo>
                    <a:cubicBezTo>
                      <a:pt x="3562" y="1628"/>
                      <a:pt x="3571" y="1626"/>
                      <a:pt x="3580" y="1623"/>
                    </a:cubicBezTo>
                    <a:cubicBezTo>
                      <a:pt x="4008" y="1447"/>
                      <a:pt x="4453" y="1354"/>
                      <a:pt x="4914" y="1354"/>
                    </a:cubicBezTo>
                    <a:cubicBezTo>
                      <a:pt x="4966" y="1354"/>
                      <a:pt x="5018" y="1355"/>
                      <a:pt x="5071" y="1357"/>
                    </a:cubicBezTo>
                    <a:cubicBezTo>
                      <a:pt x="5106" y="1357"/>
                      <a:pt x="5141" y="1328"/>
                      <a:pt x="5152" y="1293"/>
                    </a:cubicBezTo>
                    <a:lnTo>
                      <a:pt x="5297" y="603"/>
                    </a:lnTo>
                    <a:cubicBezTo>
                      <a:pt x="5331" y="458"/>
                      <a:pt x="5419" y="330"/>
                      <a:pt x="5546" y="249"/>
                    </a:cubicBezTo>
                    <a:cubicBezTo>
                      <a:pt x="5638" y="191"/>
                      <a:pt x="5742" y="160"/>
                      <a:pt x="5850" y="160"/>
                    </a:cubicBezTo>
                    <a:close/>
                    <a:moveTo>
                      <a:pt x="5854" y="0"/>
                    </a:moveTo>
                    <a:cubicBezTo>
                      <a:pt x="5715" y="0"/>
                      <a:pt x="5578" y="39"/>
                      <a:pt x="5459" y="116"/>
                    </a:cubicBezTo>
                    <a:cubicBezTo>
                      <a:pt x="5297" y="220"/>
                      <a:pt x="5187" y="383"/>
                      <a:pt x="5146" y="568"/>
                    </a:cubicBezTo>
                    <a:lnTo>
                      <a:pt x="5007" y="1194"/>
                    </a:lnTo>
                    <a:cubicBezTo>
                      <a:pt x="4979" y="1194"/>
                      <a:pt x="4951" y="1193"/>
                      <a:pt x="4923" y="1193"/>
                    </a:cubicBezTo>
                    <a:cubicBezTo>
                      <a:pt x="4465" y="1193"/>
                      <a:pt x="4012" y="1280"/>
                      <a:pt x="3580" y="1449"/>
                    </a:cubicBezTo>
                    <a:lnTo>
                      <a:pt x="3237" y="910"/>
                    </a:lnTo>
                    <a:cubicBezTo>
                      <a:pt x="3133" y="748"/>
                      <a:pt x="2970" y="638"/>
                      <a:pt x="2779" y="597"/>
                    </a:cubicBezTo>
                    <a:cubicBezTo>
                      <a:pt x="2729" y="586"/>
                      <a:pt x="2678" y="581"/>
                      <a:pt x="2627" y="581"/>
                    </a:cubicBezTo>
                    <a:cubicBezTo>
                      <a:pt x="2490" y="581"/>
                      <a:pt x="2352" y="620"/>
                      <a:pt x="2234" y="696"/>
                    </a:cubicBezTo>
                    <a:cubicBezTo>
                      <a:pt x="2072" y="800"/>
                      <a:pt x="1955" y="962"/>
                      <a:pt x="1915" y="1149"/>
                    </a:cubicBezTo>
                    <a:cubicBezTo>
                      <a:pt x="1875" y="1339"/>
                      <a:pt x="1909" y="1531"/>
                      <a:pt x="2014" y="1693"/>
                    </a:cubicBezTo>
                    <a:lnTo>
                      <a:pt x="2362" y="2233"/>
                    </a:lnTo>
                    <a:cubicBezTo>
                      <a:pt x="2008" y="2576"/>
                      <a:pt x="1730" y="2975"/>
                      <a:pt x="1532" y="3422"/>
                    </a:cubicBezTo>
                    <a:lnTo>
                      <a:pt x="906" y="3288"/>
                    </a:lnTo>
                    <a:cubicBezTo>
                      <a:pt x="854" y="3276"/>
                      <a:pt x="802" y="3270"/>
                      <a:pt x="750" y="3270"/>
                    </a:cubicBezTo>
                    <a:cubicBezTo>
                      <a:pt x="614" y="3270"/>
                      <a:pt x="478" y="3312"/>
                      <a:pt x="360" y="3387"/>
                    </a:cubicBezTo>
                    <a:cubicBezTo>
                      <a:pt x="198" y="3492"/>
                      <a:pt x="88" y="3654"/>
                      <a:pt x="47" y="3840"/>
                    </a:cubicBezTo>
                    <a:cubicBezTo>
                      <a:pt x="1" y="4032"/>
                      <a:pt x="35" y="4222"/>
                      <a:pt x="140" y="4385"/>
                    </a:cubicBezTo>
                    <a:cubicBezTo>
                      <a:pt x="244" y="4554"/>
                      <a:pt x="407" y="4664"/>
                      <a:pt x="598" y="4704"/>
                    </a:cubicBezTo>
                    <a:lnTo>
                      <a:pt x="1224" y="4843"/>
                    </a:lnTo>
                    <a:cubicBezTo>
                      <a:pt x="1213" y="5331"/>
                      <a:pt x="1300" y="5812"/>
                      <a:pt x="1481" y="6265"/>
                    </a:cubicBezTo>
                    <a:lnTo>
                      <a:pt x="940" y="6613"/>
                    </a:lnTo>
                    <a:cubicBezTo>
                      <a:pt x="777" y="6717"/>
                      <a:pt x="668" y="6879"/>
                      <a:pt x="622" y="7065"/>
                    </a:cubicBezTo>
                    <a:cubicBezTo>
                      <a:pt x="581" y="7256"/>
                      <a:pt x="616" y="7454"/>
                      <a:pt x="720" y="7617"/>
                    </a:cubicBezTo>
                    <a:cubicBezTo>
                      <a:pt x="825" y="7778"/>
                      <a:pt x="986" y="7888"/>
                      <a:pt x="1178" y="7930"/>
                    </a:cubicBezTo>
                    <a:cubicBezTo>
                      <a:pt x="1234" y="7943"/>
                      <a:pt x="1289" y="7950"/>
                      <a:pt x="1344" y="7950"/>
                    </a:cubicBezTo>
                    <a:cubicBezTo>
                      <a:pt x="1478" y="7950"/>
                      <a:pt x="1609" y="7911"/>
                      <a:pt x="1724" y="7837"/>
                    </a:cubicBezTo>
                    <a:lnTo>
                      <a:pt x="2263" y="7489"/>
                    </a:lnTo>
                    <a:cubicBezTo>
                      <a:pt x="2600" y="7842"/>
                      <a:pt x="2999" y="8121"/>
                      <a:pt x="3452" y="8318"/>
                    </a:cubicBezTo>
                    <a:lnTo>
                      <a:pt x="3313" y="8939"/>
                    </a:lnTo>
                    <a:cubicBezTo>
                      <a:pt x="3232" y="9333"/>
                      <a:pt x="3481" y="9716"/>
                      <a:pt x="3870" y="9802"/>
                    </a:cubicBezTo>
                    <a:cubicBezTo>
                      <a:pt x="3922" y="9815"/>
                      <a:pt x="3974" y="9820"/>
                      <a:pt x="4027" y="9820"/>
                    </a:cubicBezTo>
                    <a:cubicBezTo>
                      <a:pt x="4166" y="9820"/>
                      <a:pt x="4300" y="9780"/>
                      <a:pt x="4415" y="9705"/>
                    </a:cubicBezTo>
                    <a:cubicBezTo>
                      <a:pt x="4578" y="9601"/>
                      <a:pt x="4694" y="9438"/>
                      <a:pt x="4734" y="9252"/>
                    </a:cubicBezTo>
                    <a:lnTo>
                      <a:pt x="4868" y="8626"/>
                    </a:lnTo>
                    <a:cubicBezTo>
                      <a:pt x="4896" y="8627"/>
                      <a:pt x="4923" y="8627"/>
                      <a:pt x="4951" y="8627"/>
                    </a:cubicBezTo>
                    <a:cubicBezTo>
                      <a:pt x="5415" y="8627"/>
                      <a:pt x="5868" y="8539"/>
                      <a:pt x="6295" y="8370"/>
                    </a:cubicBezTo>
                    <a:lnTo>
                      <a:pt x="6643" y="8910"/>
                    </a:lnTo>
                    <a:cubicBezTo>
                      <a:pt x="6780" y="9124"/>
                      <a:pt x="7011" y="9242"/>
                      <a:pt x="7250" y="9242"/>
                    </a:cubicBezTo>
                    <a:cubicBezTo>
                      <a:pt x="7385" y="9242"/>
                      <a:pt x="7523" y="9204"/>
                      <a:pt x="7647" y="9124"/>
                    </a:cubicBezTo>
                    <a:cubicBezTo>
                      <a:pt x="7982" y="8910"/>
                      <a:pt x="8081" y="8463"/>
                      <a:pt x="7861" y="8121"/>
                    </a:cubicBezTo>
                    <a:lnTo>
                      <a:pt x="7518" y="7587"/>
                    </a:lnTo>
                    <a:cubicBezTo>
                      <a:pt x="7872" y="7245"/>
                      <a:pt x="8151" y="6844"/>
                      <a:pt x="8343" y="6398"/>
                    </a:cubicBezTo>
                    <a:lnTo>
                      <a:pt x="8969" y="6531"/>
                    </a:lnTo>
                    <a:cubicBezTo>
                      <a:pt x="9022" y="6542"/>
                      <a:pt x="9075" y="6548"/>
                      <a:pt x="9127" y="6548"/>
                    </a:cubicBezTo>
                    <a:cubicBezTo>
                      <a:pt x="9264" y="6548"/>
                      <a:pt x="9397" y="6509"/>
                      <a:pt x="9513" y="6433"/>
                    </a:cubicBezTo>
                    <a:cubicBezTo>
                      <a:pt x="9676" y="6329"/>
                      <a:pt x="9792" y="6166"/>
                      <a:pt x="9834" y="5981"/>
                    </a:cubicBezTo>
                    <a:cubicBezTo>
                      <a:pt x="9874" y="5789"/>
                      <a:pt x="9839" y="5598"/>
                      <a:pt x="9735" y="5430"/>
                    </a:cubicBezTo>
                    <a:cubicBezTo>
                      <a:pt x="9630" y="5267"/>
                      <a:pt x="9468" y="5157"/>
                      <a:pt x="9277" y="5116"/>
                    </a:cubicBezTo>
                    <a:lnTo>
                      <a:pt x="8656" y="4977"/>
                    </a:lnTo>
                    <a:cubicBezTo>
                      <a:pt x="8667" y="4490"/>
                      <a:pt x="8581" y="4008"/>
                      <a:pt x="8400" y="3550"/>
                    </a:cubicBezTo>
                    <a:lnTo>
                      <a:pt x="8934" y="3208"/>
                    </a:lnTo>
                    <a:cubicBezTo>
                      <a:pt x="9270" y="2993"/>
                      <a:pt x="9369" y="2541"/>
                      <a:pt x="9154" y="2204"/>
                    </a:cubicBezTo>
                    <a:cubicBezTo>
                      <a:pt x="9017" y="1988"/>
                      <a:pt x="8781" y="1870"/>
                      <a:pt x="8541" y="1870"/>
                    </a:cubicBezTo>
                    <a:cubicBezTo>
                      <a:pt x="8407" y="1870"/>
                      <a:pt x="8271" y="1907"/>
                      <a:pt x="8151" y="1984"/>
                    </a:cubicBezTo>
                    <a:lnTo>
                      <a:pt x="7617" y="2332"/>
                    </a:lnTo>
                    <a:cubicBezTo>
                      <a:pt x="7275" y="1978"/>
                      <a:pt x="6875" y="1700"/>
                      <a:pt x="6428" y="1502"/>
                    </a:cubicBezTo>
                    <a:lnTo>
                      <a:pt x="6562" y="881"/>
                    </a:lnTo>
                    <a:cubicBezTo>
                      <a:pt x="6602" y="690"/>
                      <a:pt x="6568" y="498"/>
                      <a:pt x="6463" y="330"/>
                    </a:cubicBezTo>
                    <a:cubicBezTo>
                      <a:pt x="6359" y="168"/>
                      <a:pt x="6196" y="57"/>
                      <a:pt x="6011" y="17"/>
                    </a:cubicBezTo>
                    <a:cubicBezTo>
                      <a:pt x="5959" y="6"/>
                      <a:pt x="5906" y="0"/>
                      <a:pt x="5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8" name="Google Shape;13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body" idx="1"/>
          </p:nvPr>
        </p:nvSpPr>
        <p:spPr>
          <a:xfrm>
            <a:off x="1548875" y="1798375"/>
            <a:ext cx="2181000" cy="17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7"/>
          <p:cNvSpPr>
            <a:spLocks noGrp="1"/>
          </p:cNvSpPr>
          <p:nvPr>
            <p:ph type="pic" idx="2"/>
          </p:nvPr>
        </p:nvSpPr>
        <p:spPr>
          <a:xfrm>
            <a:off x="4151775" y="1798375"/>
            <a:ext cx="3825900" cy="25311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2602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0"/>
          <p:cNvSpPr txBox="1">
            <a:spLocks noGrp="1"/>
          </p:cNvSpPr>
          <p:nvPr>
            <p:ph type="subTitle" idx="1"/>
          </p:nvPr>
        </p:nvSpPr>
        <p:spPr>
          <a:xfrm>
            <a:off x="1447819" y="1889413"/>
            <a:ext cx="27432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7" name="Google Shape;737;p30"/>
          <p:cNvSpPr txBox="1">
            <a:spLocks noGrp="1"/>
          </p:cNvSpPr>
          <p:nvPr>
            <p:ph type="subTitle" idx="2"/>
          </p:nvPr>
        </p:nvSpPr>
        <p:spPr>
          <a:xfrm>
            <a:off x="4938319" y="1889413"/>
            <a:ext cx="27432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8" name="Google Shape;738;p30"/>
          <p:cNvSpPr txBox="1">
            <a:spLocks noGrp="1"/>
          </p:cNvSpPr>
          <p:nvPr>
            <p:ph type="subTitle" idx="3"/>
          </p:nvPr>
        </p:nvSpPr>
        <p:spPr>
          <a:xfrm>
            <a:off x="1447819" y="2207075"/>
            <a:ext cx="2743200" cy="10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9" name="Google Shape;739;p30"/>
          <p:cNvSpPr txBox="1">
            <a:spLocks noGrp="1"/>
          </p:cNvSpPr>
          <p:nvPr>
            <p:ph type="subTitle" idx="4"/>
          </p:nvPr>
        </p:nvSpPr>
        <p:spPr>
          <a:xfrm>
            <a:off x="4938319" y="2207075"/>
            <a:ext cx="2743200" cy="10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0" name="Google Shape;740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41" name="Google Shape;741;p30"/>
          <p:cNvSpPr/>
          <p:nvPr/>
        </p:nvSpPr>
        <p:spPr>
          <a:xfrm rot="1417456">
            <a:off x="-1220602" y="3085032"/>
            <a:ext cx="3954753" cy="3618420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742" name="Google Shape;742;p30"/>
          <p:cNvSpPr/>
          <p:nvPr/>
        </p:nvSpPr>
        <p:spPr>
          <a:xfrm rot="9281965">
            <a:off x="6710506" y="2799280"/>
            <a:ext cx="3954774" cy="3618450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lt2">
              <a:alpha val="423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10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63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3" r:id="rId10"/>
    <p:sldLayoutId id="2147483680" r:id="rId11"/>
    <p:sldLayoutId id="2147483681" r:id="rId12"/>
    <p:sldLayoutId id="2147483687" r:id="rId13"/>
    <p:sldLayoutId id="2147483688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renaldybys@gmail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ublic.tableau.com/views/Gayanara/Dashboard1?:language=en-GB&amp;publish=yes&amp;:sid=&amp;:redirect=auth&amp;:display_count=n&amp;:origin=viz_share_link" TargetMode="External"/><Relationship Id="rId5" Type="http://schemas.openxmlformats.org/officeDocument/2006/relationships/hyperlink" Target="https://ngulikdata.com/datasets/gayanara" TargetMode="External"/><Relationship Id="rId4" Type="http://schemas.openxmlformats.org/officeDocument/2006/relationships/hyperlink" Target="https://renalazy.github.io/portofren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42"/>
          <p:cNvSpPr txBox="1">
            <a:spLocks noGrp="1"/>
          </p:cNvSpPr>
          <p:nvPr>
            <p:ph type="ctrTitle"/>
          </p:nvPr>
        </p:nvSpPr>
        <p:spPr>
          <a:xfrm>
            <a:off x="666350" y="188361"/>
            <a:ext cx="6617046" cy="17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 err="1">
                <a:solidFill>
                  <a:schemeClr val="accent4"/>
                </a:solidFill>
              </a:rPr>
              <a:t>Gayanara</a:t>
            </a:r>
            <a:r>
              <a:rPr lang="en" sz="4400" dirty="0">
                <a:solidFill>
                  <a:schemeClr val="accent4"/>
                </a:solidFill>
              </a:rPr>
              <a:t> E-commerce</a:t>
            </a:r>
            <a:br>
              <a:rPr lang="en" sz="4400" dirty="0">
                <a:solidFill>
                  <a:schemeClr val="accent4"/>
                </a:solidFill>
              </a:rPr>
            </a:br>
            <a:r>
              <a:rPr lang="en" sz="4400" dirty="0" err="1"/>
              <a:t>Perfomance</a:t>
            </a:r>
            <a:r>
              <a:rPr lang="en" sz="4400" dirty="0"/>
              <a:t> Review</a:t>
            </a:r>
            <a:endParaRPr sz="440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36" name="Google Shape;1036;p42"/>
          <p:cNvSpPr txBox="1">
            <a:spLocks noGrp="1"/>
          </p:cNvSpPr>
          <p:nvPr>
            <p:ph type="subTitle" idx="1"/>
          </p:nvPr>
        </p:nvSpPr>
        <p:spPr>
          <a:xfrm>
            <a:off x="666350" y="1825948"/>
            <a:ext cx="4120335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dirty="0"/>
              <a:t>Renaldy Bilal Setyawan</a:t>
            </a:r>
            <a:endParaRPr dirty="0"/>
          </a:p>
        </p:txBody>
      </p:sp>
      <p:grpSp>
        <p:nvGrpSpPr>
          <p:cNvPr id="1037" name="Google Shape;1037;p42"/>
          <p:cNvGrpSpPr/>
          <p:nvPr/>
        </p:nvGrpSpPr>
        <p:grpSpPr>
          <a:xfrm>
            <a:off x="4356535" y="1775970"/>
            <a:ext cx="1943158" cy="3267492"/>
            <a:chOff x="5789173" y="651115"/>
            <a:chExt cx="2391874" cy="4022024"/>
          </a:xfrm>
        </p:grpSpPr>
        <p:sp>
          <p:nvSpPr>
            <p:cNvPr id="1038" name="Google Shape;1038;p42"/>
            <p:cNvSpPr/>
            <p:nvPr/>
          </p:nvSpPr>
          <p:spPr>
            <a:xfrm>
              <a:off x="7571991" y="1188323"/>
              <a:ext cx="376144" cy="156953"/>
            </a:xfrm>
            <a:custGeom>
              <a:avLst/>
              <a:gdLst/>
              <a:ahLst/>
              <a:cxnLst/>
              <a:rect l="l" t="t" r="r" b="b"/>
              <a:pathLst>
                <a:path w="6497" h="2711" extrusionOk="0">
                  <a:moveTo>
                    <a:pt x="1426" y="0"/>
                  </a:moveTo>
                  <a:cubicBezTo>
                    <a:pt x="736" y="0"/>
                    <a:pt x="260" y="148"/>
                    <a:pt x="185" y="444"/>
                  </a:cubicBezTo>
                  <a:cubicBezTo>
                    <a:pt x="1" y="987"/>
                    <a:pt x="1280" y="1864"/>
                    <a:pt x="2955" y="2381"/>
                  </a:cubicBezTo>
                  <a:cubicBezTo>
                    <a:pt x="3751" y="2601"/>
                    <a:pt x="4501" y="2711"/>
                    <a:pt x="5094" y="2711"/>
                  </a:cubicBezTo>
                  <a:cubicBezTo>
                    <a:pt x="5780" y="2711"/>
                    <a:pt x="6257" y="2563"/>
                    <a:pt x="6356" y="2267"/>
                  </a:cubicBezTo>
                  <a:cubicBezTo>
                    <a:pt x="6496" y="1724"/>
                    <a:pt x="5260" y="847"/>
                    <a:pt x="3577" y="330"/>
                  </a:cubicBezTo>
                  <a:cubicBezTo>
                    <a:pt x="2780" y="111"/>
                    <a:pt x="2023" y="0"/>
                    <a:pt x="1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2"/>
            <p:cNvSpPr/>
            <p:nvPr/>
          </p:nvSpPr>
          <p:spPr>
            <a:xfrm>
              <a:off x="7563365" y="1181723"/>
              <a:ext cx="395423" cy="169864"/>
            </a:xfrm>
            <a:custGeom>
              <a:avLst/>
              <a:gdLst/>
              <a:ahLst/>
              <a:cxnLst/>
              <a:rect l="l" t="t" r="r" b="b"/>
              <a:pathLst>
                <a:path w="6830" h="2934" extrusionOk="0">
                  <a:moveTo>
                    <a:pt x="1570" y="225"/>
                  </a:moveTo>
                  <a:cubicBezTo>
                    <a:pt x="2157" y="225"/>
                    <a:pt x="2920" y="339"/>
                    <a:pt x="3691" y="593"/>
                  </a:cubicBezTo>
                  <a:cubicBezTo>
                    <a:pt x="5444" y="1101"/>
                    <a:pt x="6505" y="1943"/>
                    <a:pt x="6391" y="2346"/>
                  </a:cubicBezTo>
                  <a:cubicBezTo>
                    <a:pt x="6321" y="2565"/>
                    <a:pt x="5953" y="2714"/>
                    <a:pt x="5374" y="2714"/>
                  </a:cubicBezTo>
                  <a:cubicBezTo>
                    <a:pt x="5314" y="2718"/>
                    <a:pt x="5251" y="2719"/>
                    <a:pt x="5187" y="2719"/>
                  </a:cubicBezTo>
                  <a:cubicBezTo>
                    <a:pt x="4595" y="2719"/>
                    <a:pt x="3867" y="2576"/>
                    <a:pt x="3139" y="2346"/>
                  </a:cubicBezTo>
                  <a:cubicBezTo>
                    <a:pt x="1386" y="1838"/>
                    <a:pt x="334" y="1031"/>
                    <a:pt x="439" y="593"/>
                  </a:cubicBezTo>
                  <a:cubicBezTo>
                    <a:pt x="509" y="374"/>
                    <a:pt x="877" y="260"/>
                    <a:pt x="1464" y="225"/>
                  </a:cubicBezTo>
                  <a:close/>
                  <a:moveTo>
                    <a:pt x="1628" y="1"/>
                  </a:moveTo>
                  <a:cubicBezTo>
                    <a:pt x="1560" y="1"/>
                    <a:pt x="1494" y="2"/>
                    <a:pt x="1429" y="6"/>
                  </a:cubicBezTo>
                  <a:cubicBezTo>
                    <a:pt x="728" y="6"/>
                    <a:pt x="334" y="190"/>
                    <a:pt x="220" y="523"/>
                  </a:cubicBezTo>
                  <a:cubicBezTo>
                    <a:pt x="1" y="1250"/>
                    <a:pt x="1535" y="2127"/>
                    <a:pt x="3069" y="2600"/>
                  </a:cubicBezTo>
                  <a:cubicBezTo>
                    <a:pt x="3875" y="2820"/>
                    <a:pt x="4638" y="2933"/>
                    <a:pt x="5260" y="2933"/>
                  </a:cubicBezTo>
                  <a:lnTo>
                    <a:pt x="5374" y="2933"/>
                  </a:lnTo>
                  <a:cubicBezTo>
                    <a:pt x="6102" y="2933"/>
                    <a:pt x="6505" y="2749"/>
                    <a:pt x="6610" y="2416"/>
                  </a:cubicBezTo>
                  <a:cubicBezTo>
                    <a:pt x="6829" y="1689"/>
                    <a:pt x="5295" y="812"/>
                    <a:pt x="3726" y="339"/>
                  </a:cubicBezTo>
                  <a:cubicBezTo>
                    <a:pt x="2999" y="141"/>
                    <a:pt x="2250" y="1"/>
                    <a:pt x="1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2"/>
            <p:cNvSpPr/>
            <p:nvPr/>
          </p:nvSpPr>
          <p:spPr>
            <a:xfrm>
              <a:off x="7557286" y="835626"/>
              <a:ext cx="507565" cy="668224"/>
            </a:xfrm>
            <a:custGeom>
              <a:avLst/>
              <a:gdLst/>
              <a:ahLst/>
              <a:cxnLst/>
              <a:rect l="l" t="t" r="r" b="b"/>
              <a:pathLst>
                <a:path w="8767" h="11542" extrusionOk="0">
                  <a:moveTo>
                    <a:pt x="8123" y="1"/>
                  </a:moveTo>
                  <a:cubicBezTo>
                    <a:pt x="7883" y="1"/>
                    <a:pt x="7572" y="120"/>
                    <a:pt x="7188" y="400"/>
                  </a:cubicBezTo>
                  <a:cubicBezTo>
                    <a:pt x="7188" y="400"/>
                    <a:pt x="4892" y="2337"/>
                    <a:pt x="4638" y="2442"/>
                  </a:cubicBezTo>
                  <a:cubicBezTo>
                    <a:pt x="2297" y="3214"/>
                    <a:pt x="1271" y="6457"/>
                    <a:pt x="1271" y="6457"/>
                  </a:cubicBezTo>
                  <a:lnTo>
                    <a:pt x="0" y="9052"/>
                  </a:lnTo>
                  <a:lnTo>
                    <a:pt x="4199" y="11541"/>
                  </a:lnTo>
                  <a:lnTo>
                    <a:pt x="6172" y="7667"/>
                  </a:lnTo>
                  <a:lnTo>
                    <a:pt x="7188" y="6939"/>
                  </a:lnTo>
                  <a:cubicBezTo>
                    <a:pt x="8109" y="6282"/>
                    <a:pt x="8398" y="5072"/>
                    <a:pt x="7890" y="4090"/>
                  </a:cubicBezTo>
                  <a:cubicBezTo>
                    <a:pt x="7890" y="4090"/>
                    <a:pt x="7741" y="3135"/>
                    <a:pt x="7232" y="2477"/>
                  </a:cubicBezTo>
                  <a:lnTo>
                    <a:pt x="8398" y="1276"/>
                  </a:lnTo>
                  <a:cubicBezTo>
                    <a:pt x="8766" y="908"/>
                    <a:pt x="8766" y="286"/>
                    <a:pt x="8398" y="67"/>
                  </a:cubicBezTo>
                  <a:cubicBezTo>
                    <a:pt x="8320" y="24"/>
                    <a:pt x="8229" y="1"/>
                    <a:pt x="8123" y="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2"/>
            <p:cNvSpPr/>
            <p:nvPr/>
          </p:nvSpPr>
          <p:spPr>
            <a:xfrm>
              <a:off x="7550686" y="828911"/>
              <a:ext cx="518218" cy="681019"/>
            </a:xfrm>
            <a:custGeom>
              <a:avLst/>
              <a:gdLst/>
              <a:ahLst/>
              <a:cxnLst/>
              <a:rect l="l" t="t" r="r" b="b"/>
              <a:pathLst>
                <a:path w="8951" h="11763" extrusionOk="0">
                  <a:moveTo>
                    <a:pt x="8213" y="232"/>
                  </a:moveTo>
                  <a:cubicBezTo>
                    <a:pt x="8301" y="232"/>
                    <a:pt x="8378" y="253"/>
                    <a:pt x="8442" y="297"/>
                  </a:cubicBezTo>
                  <a:cubicBezTo>
                    <a:pt x="8582" y="367"/>
                    <a:pt x="8661" y="516"/>
                    <a:pt x="8661" y="621"/>
                  </a:cubicBezTo>
                  <a:cubicBezTo>
                    <a:pt x="8696" y="875"/>
                    <a:pt x="8582" y="1138"/>
                    <a:pt x="8442" y="1314"/>
                  </a:cubicBezTo>
                  <a:lnTo>
                    <a:pt x="7267" y="2523"/>
                  </a:lnTo>
                  <a:cubicBezTo>
                    <a:pt x="7232" y="2558"/>
                    <a:pt x="7232" y="2628"/>
                    <a:pt x="7267" y="2672"/>
                  </a:cubicBezTo>
                  <a:cubicBezTo>
                    <a:pt x="7741" y="3286"/>
                    <a:pt x="7890" y="4206"/>
                    <a:pt x="7890" y="4241"/>
                  </a:cubicBezTo>
                  <a:lnTo>
                    <a:pt x="7890" y="4276"/>
                  </a:lnTo>
                  <a:cubicBezTo>
                    <a:pt x="8363" y="5188"/>
                    <a:pt x="8109" y="6354"/>
                    <a:pt x="7232" y="6941"/>
                  </a:cubicBezTo>
                  <a:lnTo>
                    <a:pt x="6207" y="7669"/>
                  </a:lnTo>
                  <a:cubicBezTo>
                    <a:pt x="6207" y="7669"/>
                    <a:pt x="6207" y="7713"/>
                    <a:pt x="6172" y="7713"/>
                  </a:cubicBezTo>
                  <a:lnTo>
                    <a:pt x="4278" y="11508"/>
                  </a:lnTo>
                  <a:lnTo>
                    <a:pt x="255" y="9133"/>
                  </a:lnTo>
                  <a:lnTo>
                    <a:pt x="1499" y="6617"/>
                  </a:lnTo>
                  <a:cubicBezTo>
                    <a:pt x="1499" y="6573"/>
                    <a:pt x="2560" y="3400"/>
                    <a:pt x="4787" y="2672"/>
                  </a:cubicBezTo>
                  <a:cubicBezTo>
                    <a:pt x="5076" y="2558"/>
                    <a:pt x="7013" y="919"/>
                    <a:pt x="7381" y="586"/>
                  </a:cubicBezTo>
                  <a:cubicBezTo>
                    <a:pt x="7716" y="356"/>
                    <a:pt x="7999" y="232"/>
                    <a:pt x="8213" y="232"/>
                  </a:cubicBezTo>
                  <a:close/>
                  <a:moveTo>
                    <a:pt x="8197" y="1"/>
                  </a:moveTo>
                  <a:cubicBezTo>
                    <a:pt x="7940" y="1"/>
                    <a:pt x="7618" y="137"/>
                    <a:pt x="7232" y="402"/>
                  </a:cubicBezTo>
                  <a:cubicBezTo>
                    <a:pt x="6137" y="1357"/>
                    <a:pt x="4857" y="2374"/>
                    <a:pt x="4716" y="2453"/>
                  </a:cubicBezTo>
                  <a:cubicBezTo>
                    <a:pt x="2376" y="3181"/>
                    <a:pt x="1350" y="6284"/>
                    <a:pt x="1280" y="6503"/>
                  </a:cubicBezTo>
                  <a:lnTo>
                    <a:pt x="0" y="9133"/>
                  </a:lnTo>
                  <a:cubicBezTo>
                    <a:pt x="0" y="9168"/>
                    <a:pt x="0" y="9247"/>
                    <a:pt x="71" y="9282"/>
                  </a:cubicBezTo>
                  <a:lnTo>
                    <a:pt x="4234" y="11762"/>
                  </a:lnTo>
                  <a:lnTo>
                    <a:pt x="4348" y="11762"/>
                  </a:lnTo>
                  <a:cubicBezTo>
                    <a:pt x="4383" y="11762"/>
                    <a:pt x="4383" y="11727"/>
                    <a:pt x="4418" y="11727"/>
                  </a:cubicBezTo>
                  <a:lnTo>
                    <a:pt x="6391" y="7853"/>
                  </a:lnTo>
                  <a:lnTo>
                    <a:pt x="7381" y="7125"/>
                  </a:lnTo>
                  <a:cubicBezTo>
                    <a:pt x="8328" y="6468"/>
                    <a:pt x="8661" y="5188"/>
                    <a:pt x="8109" y="4162"/>
                  </a:cubicBezTo>
                  <a:cubicBezTo>
                    <a:pt x="8109" y="4022"/>
                    <a:pt x="7925" y="3216"/>
                    <a:pt x="7486" y="2593"/>
                  </a:cubicBezTo>
                  <a:lnTo>
                    <a:pt x="8582" y="1463"/>
                  </a:lnTo>
                  <a:cubicBezTo>
                    <a:pt x="8801" y="1243"/>
                    <a:pt x="8950" y="919"/>
                    <a:pt x="8880" y="621"/>
                  </a:cubicBezTo>
                  <a:cubicBezTo>
                    <a:pt x="8880" y="367"/>
                    <a:pt x="8731" y="183"/>
                    <a:pt x="8547" y="113"/>
                  </a:cubicBezTo>
                  <a:cubicBezTo>
                    <a:pt x="8448" y="38"/>
                    <a:pt x="8331" y="1"/>
                    <a:pt x="8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2"/>
            <p:cNvSpPr/>
            <p:nvPr/>
          </p:nvSpPr>
          <p:spPr>
            <a:xfrm>
              <a:off x="7907956" y="1116301"/>
              <a:ext cx="160948" cy="92921"/>
            </a:xfrm>
            <a:custGeom>
              <a:avLst/>
              <a:gdLst/>
              <a:ahLst/>
              <a:cxnLst/>
              <a:rect l="l" t="t" r="r" b="b"/>
              <a:pathLst>
                <a:path w="2780" h="1605" extrusionOk="0">
                  <a:moveTo>
                    <a:pt x="2254" y="0"/>
                  </a:moveTo>
                  <a:cubicBezTo>
                    <a:pt x="2164" y="0"/>
                    <a:pt x="2059" y="13"/>
                    <a:pt x="1938" y="40"/>
                  </a:cubicBezTo>
                  <a:cubicBezTo>
                    <a:pt x="1868" y="40"/>
                    <a:pt x="1789" y="75"/>
                    <a:pt x="1719" y="75"/>
                  </a:cubicBezTo>
                  <a:lnTo>
                    <a:pt x="439" y="592"/>
                  </a:lnTo>
                  <a:cubicBezTo>
                    <a:pt x="150" y="732"/>
                    <a:pt x="1" y="1101"/>
                    <a:pt x="185" y="1390"/>
                  </a:cubicBezTo>
                  <a:cubicBezTo>
                    <a:pt x="295" y="1526"/>
                    <a:pt x="462" y="1604"/>
                    <a:pt x="719" y="1604"/>
                  </a:cubicBezTo>
                  <a:cubicBezTo>
                    <a:pt x="810" y="1604"/>
                    <a:pt x="912" y="1595"/>
                    <a:pt x="1026" y="1574"/>
                  </a:cubicBezTo>
                  <a:lnTo>
                    <a:pt x="2192" y="1215"/>
                  </a:lnTo>
                  <a:cubicBezTo>
                    <a:pt x="2525" y="1136"/>
                    <a:pt x="2779" y="811"/>
                    <a:pt x="2744" y="443"/>
                  </a:cubicBezTo>
                  <a:cubicBezTo>
                    <a:pt x="2744" y="210"/>
                    <a:pt x="2625" y="0"/>
                    <a:pt x="2254" y="0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2"/>
            <p:cNvSpPr/>
            <p:nvPr/>
          </p:nvSpPr>
          <p:spPr>
            <a:xfrm>
              <a:off x="7905930" y="1109470"/>
              <a:ext cx="169053" cy="106585"/>
            </a:xfrm>
            <a:custGeom>
              <a:avLst/>
              <a:gdLst/>
              <a:ahLst/>
              <a:cxnLst/>
              <a:rect l="l" t="t" r="r" b="b"/>
              <a:pathLst>
                <a:path w="2920" h="1841" extrusionOk="0">
                  <a:moveTo>
                    <a:pt x="2262" y="237"/>
                  </a:moveTo>
                  <a:cubicBezTo>
                    <a:pt x="2376" y="237"/>
                    <a:pt x="2481" y="272"/>
                    <a:pt x="2560" y="307"/>
                  </a:cubicBezTo>
                  <a:cubicBezTo>
                    <a:pt x="2630" y="377"/>
                    <a:pt x="2665" y="456"/>
                    <a:pt x="2665" y="561"/>
                  </a:cubicBezTo>
                  <a:cubicBezTo>
                    <a:pt x="2700" y="850"/>
                    <a:pt x="2481" y="1149"/>
                    <a:pt x="2192" y="1219"/>
                  </a:cubicBezTo>
                  <a:lnTo>
                    <a:pt x="1061" y="1587"/>
                  </a:lnTo>
                  <a:cubicBezTo>
                    <a:pt x="963" y="1605"/>
                    <a:pt x="874" y="1614"/>
                    <a:pt x="793" y="1614"/>
                  </a:cubicBezTo>
                  <a:cubicBezTo>
                    <a:pt x="569" y="1614"/>
                    <a:pt x="411" y="1547"/>
                    <a:pt x="334" y="1438"/>
                  </a:cubicBezTo>
                  <a:cubicBezTo>
                    <a:pt x="255" y="1333"/>
                    <a:pt x="255" y="1219"/>
                    <a:pt x="290" y="1113"/>
                  </a:cubicBezTo>
                  <a:cubicBezTo>
                    <a:pt x="334" y="999"/>
                    <a:pt x="404" y="894"/>
                    <a:pt x="553" y="815"/>
                  </a:cubicBezTo>
                  <a:lnTo>
                    <a:pt x="1789" y="307"/>
                  </a:lnTo>
                  <a:cubicBezTo>
                    <a:pt x="1868" y="307"/>
                    <a:pt x="1938" y="272"/>
                    <a:pt x="1973" y="272"/>
                  </a:cubicBezTo>
                  <a:cubicBezTo>
                    <a:pt x="2087" y="237"/>
                    <a:pt x="2192" y="237"/>
                    <a:pt x="2262" y="237"/>
                  </a:cubicBezTo>
                  <a:close/>
                  <a:moveTo>
                    <a:pt x="2313" y="0"/>
                  </a:moveTo>
                  <a:cubicBezTo>
                    <a:pt x="2200" y="0"/>
                    <a:pt x="2074" y="20"/>
                    <a:pt x="1938" y="53"/>
                  </a:cubicBezTo>
                  <a:cubicBezTo>
                    <a:pt x="1868" y="53"/>
                    <a:pt x="1789" y="88"/>
                    <a:pt x="1719" y="88"/>
                  </a:cubicBezTo>
                  <a:lnTo>
                    <a:pt x="439" y="596"/>
                  </a:lnTo>
                  <a:cubicBezTo>
                    <a:pt x="255" y="675"/>
                    <a:pt x="114" y="850"/>
                    <a:pt x="36" y="1035"/>
                  </a:cubicBezTo>
                  <a:cubicBezTo>
                    <a:pt x="1" y="1219"/>
                    <a:pt x="36" y="1438"/>
                    <a:pt x="150" y="1587"/>
                  </a:cubicBezTo>
                  <a:cubicBezTo>
                    <a:pt x="255" y="1771"/>
                    <a:pt x="474" y="1841"/>
                    <a:pt x="772" y="1841"/>
                  </a:cubicBezTo>
                  <a:cubicBezTo>
                    <a:pt x="877" y="1841"/>
                    <a:pt x="991" y="1841"/>
                    <a:pt x="1096" y="1806"/>
                  </a:cubicBezTo>
                  <a:lnTo>
                    <a:pt x="2262" y="1473"/>
                  </a:lnTo>
                  <a:cubicBezTo>
                    <a:pt x="2665" y="1333"/>
                    <a:pt x="2920" y="964"/>
                    <a:pt x="2920" y="561"/>
                  </a:cubicBezTo>
                  <a:cubicBezTo>
                    <a:pt x="2884" y="377"/>
                    <a:pt x="2814" y="237"/>
                    <a:pt x="2700" y="123"/>
                  </a:cubicBezTo>
                  <a:cubicBezTo>
                    <a:pt x="2599" y="37"/>
                    <a:pt x="2468" y="0"/>
                    <a:pt x="2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2"/>
            <p:cNvSpPr/>
            <p:nvPr/>
          </p:nvSpPr>
          <p:spPr>
            <a:xfrm>
              <a:off x="7887172" y="1054875"/>
              <a:ext cx="160427" cy="94948"/>
            </a:xfrm>
            <a:custGeom>
              <a:avLst/>
              <a:gdLst/>
              <a:ahLst/>
              <a:cxnLst/>
              <a:rect l="l" t="t" r="r" b="b"/>
              <a:pathLst>
                <a:path w="2771" h="1640" extrusionOk="0">
                  <a:moveTo>
                    <a:pt x="2227" y="1"/>
                  </a:moveTo>
                  <a:cubicBezTo>
                    <a:pt x="2132" y="1"/>
                    <a:pt x="2022" y="13"/>
                    <a:pt x="1894" y="40"/>
                  </a:cubicBezTo>
                  <a:cubicBezTo>
                    <a:pt x="1823" y="40"/>
                    <a:pt x="1788" y="84"/>
                    <a:pt x="1710" y="119"/>
                  </a:cubicBezTo>
                  <a:lnTo>
                    <a:pt x="438" y="628"/>
                  </a:lnTo>
                  <a:cubicBezTo>
                    <a:pt x="140" y="742"/>
                    <a:pt x="0" y="1136"/>
                    <a:pt x="176" y="1399"/>
                  </a:cubicBezTo>
                  <a:cubicBezTo>
                    <a:pt x="294" y="1538"/>
                    <a:pt x="479" y="1639"/>
                    <a:pt x="771" y="1639"/>
                  </a:cubicBezTo>
                  <a:cubicBezTo>
                    <a:pt x="846" y="1639"/>
                    <a:pt x="927" y="1632"/>
                    <a:pt x="1017" y="1618"/>
                  </a:cubicBezTo>
                  <a:lnTo>
                    <a:pt x="2192" y="1250"/>
                  </a:lnTo>
                  <a:cubicBezTo>
                    <a:pt x="2516" y="1136"/>
                    <a:pt x="2770" y="812"/>
                    <a:pt x="2735" y="444"/>
                  </a:cubicBezTo>
                  <a:cubicBezTo>
                    <a:pt x="2735" y="211"/>
                    <a:pt x="2616" y="1"/>
                    <a:pt x="2227" y="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2"/>
            <p:cNvSpPr/>
            <p:nvPr/>
          </p:nvSpPr>
          <p:spPr>
            <a:xfrm>
              <a:off x="7884624" y="1048969"/>
              <a:ext cx="169574" cy="107743"/>
            </a:xfrm>
            <a:custGeom>
              <a:avLst/>
              <a:gdLst/>
              <a:ahLst/>
              <a:cxnLst/>
              <a:rect l="l" t="t" r="r" b="b"/>
              <a:pathLst>
                <a:path w="2929" h="1861" extrusionOk="0">
                  <a:moveTo>
                    <a:pt x="2272" y="233"/>
                  </a:moveTo>
                  <a:cubicBezTo>
                    <a:pt x="2398" y="233"/>
                    <a:pt x="2498" y="250"/>
                    <a:pt x="2560" y="291"/>
                  </a:cubicBezTo>
                  <a:cubicBezTo>
                    <a:pt x="2630" y="361"/>
                    <a:pt x="2674" y="440"/>
                    <a:pt x="2674" y="546"/>
                  </a:cubicBezTo>
                  <a:cubicBezTo>
                    <a:pt x="2674" y="844"/>
                    <a:pt x="2490" y="1133"/>
                    <a:pt x="2192" y="1238"/>
                  </a:cubicBezTo>
                  <a:lnTo>
                    <a:pt x="1026" y="1606"/>
                  </a:lnTo>
                  <a:cubicBezTo>
                    <a:pt x="944" y="1614"/>
                    <a:pt x="870" y="1618"/>
                    <a:pt x="802" y="1618"/>
                  </a:cubicBezTo>
                  <a:cubicBezTo>
                    <a:pt x="566" y="1618"/>
                    <a:pt x="415" y="1565"/>
                    <a:pt x="333" y="1422"/>
                  </a:cubicBezTo>
                  <a:cubicBezTo>
                    <a:pt x="263" y="1352"/>
                    <a:pt x="220" y="1238"/>
                    <a:pt x="263" y="1098"/>
                  </a:cubicBezTo>
                  <a:cubicBezTo>
                    <a:pt x="298" y="984"/>
                    <a:pt x="404" y="879"/>
                    <a:pt x="518" y="844"/>
                  </a:cubicBezTo>
                  <a:lnTo>
                    <a:pt x="1797" y="326"/>
                  </a:lnTo>
                  <a:cubicBezTo>
                    <a:pt x="1867" y="291"/>
                    <a:pt x="1903" y="256"/>
                    <a:pt x="1973" y="256"/>
                  </a:cubicBezTo>
                  <a:cubicBezTo>
                    <a:pt x="2082" y="242"/>
                    <a:pt x="2183" y="233"/>
                    <a:pt x="2272" y="233"/>
                  </a:cubicBezTo>
                  <a:close/>
                  <a:moveTo>
                    <a:pt x="2262" y="1"/>
                  </a:moveTo>
                  <a:cubicBezTo>
                    <a:pt x="2164" y="1"/>
                    <a:pt x="2056" y="12"/>
                    <a:pt x="1938" y="37"/>
                  </a:cubicBezTo>
                  <a:cubicBezTo>
                    <a:pt x="1867" y="37"/>
                    <a:pt x="1797" y="72"/>
                    <a:pt x="1718" y="107"/>
                  </a:cubicBezTo>
                  <a:lnTo>
                    <a:pt x="439" y="624"/>
                  </a:lnTo>
                  <a:cubicBezTo>
                    <a:pt x="263" y="695"/>
                    <a:pt x="114" y="844"/>
                    <a:pt x="44" y="1063"/>
                  </a:cubicBezTo>
                  <a:cubicBezTo>
                    <a:pt x="0" y="1238"/>
                    <a:pt x="44" y="1422"/>
                    <a:pt x="149" y="1571"/>
                  </a:cubicBezTo>
                  <a:cubicBezTo>
                    <a:pt x="263" y="1755"/>
                    <a:pt x="482" y="1860"/>
                    <a:pt x="772" y="1860"/>
                  </a:cubicBezTo>
                  <a:cubicBezTo>
                    <a:pt x="877" y="1860"/>
                    <a:pt x="991" y="1825"/>
                    <a:pt x="1096" y="1825"/>
                  </a:cubicBezTo>
                  <a:lnTo>
                    <a:pt x="2271" y="1457"/>
                  </a:lnTo>
                  <a:cubicBezTo>
                    <a:pt x="2674" y="1317"/>
                    <a:pt x="2928" y="949"/>
                    <a:pt x="2893" y="546"/>
                  </a:cubicBezTo>
                  <a:cubicBezTo>
                    <a:pt x="2893" y="361"/>
                    <a:pt x="2814" y="221"/>
                    <a:pt x="2709" y="107"/>
                  </a:cubicBezTo>
                  <a:cubicBezTo>
                    <a:pt x="2590" y="39"/>
                    <a:pt x="2442" y="1"/>
                    <a:pt x="2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2"/>
            <p:cNvSpPr/>
            <p:nvPr/>
          </p:nvSpPr>
          <p:spPr>
            <a:xfrm>
              <a:off x="7876519" y="977643"/>
              <a:ext cx="160427" cy="94079"/>
            </a:xfrm>
            <a:custGeom>
              <a:avLst/>
              <a:gdLst/>
              <a:ahLst/>
              <a:cxnLst/>
              <a:rect l="l" t="t" r="r" b="b"/>
              <a:pathLst>
                <a:path w="2771" h="1625" extrusionOk="0">
                  <a:moveTo>
                    <a:pt x="2196" y="0"/>
                  </a:moveTo>
                  <a:cubicBezTo>
                    <a:pt x="2120" y="0"/>
                    <a:pt x="2034" y="8"/>
                    <a:pt x="1937" y="24"/>
                  </a:cubicBezTo>
                  <a:cubicBezTo>
                    <a:pt x="1858" y="59"/>
                    <a:pt x="1788" y="59"/>
                    <a:pt x="1718" y="103"/>
                  </a:cubicBezTo>
                  <a:lnTo>
                    <a:pt x="438" y="612"/>
                  </a:lnTo>
                  <a:cubicBezTo>
                    <a:pt x="140" y="717"/>
                    <a:pt x="0" y="1120"/>
                    <a:pt x="184" y="1418"/>
                  </a:cubicBezTo>
                  <a:cubicBezTo>
                    <a:pt x="287" y="1547"/>
                    <a:pt x="453" y="1624"/>
                    <a:pt x="708" y="1624"/>
                  </a:cubicBezTo>
                  <a:cubicBezTo>
                    <a:pt x="799" y="1624"/>
                    <a:pt x="901" y="1614"/>
                    <a:pt x="1017" y="1593"/>
                  </a:cubicBezTo>
                  <a:lnTo>
                    <a:pt x="2192" y="1234"/>
                  </a:lnTo>
                  <a:cubicBezTo>
                    <a:pt x="2516" y="1120"/>
                    <a:pt x="2770" y="831"/>
                    <a:pt x="2735" y="463"/>
                  </a:cubicBezTo>
                  <a:cubicBezTo>
                    <a:pt x="2735" y="219"/>
                    <a:pt x="2604" y="0"/>
                    <a:pt x="2196" y="0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2"/>
            <p:cNvSpPr/>
            <p:nvPr/>
          </p:nvSpPr>
          <p:spPr>
            <a:xfrm>
              <a:off x="7874493" y="970695"/>
              <a:ext cx="169053" cy="107858"/>
            </a:xfrm>
            <a:custGeom>
              <a:avLst/>
              <a:gdLst/>
              <a:ahLst/>
              <a:cxnLst/>
              <a:rect l="l" t="t" r="r" b="b"/>
              <a:pathLst>
                <a:path w="2920" h="1863" extrusionOk="0">
                  <a:moveTo>
                    <a:pt x="2259" y="255"/>
                  </a:moveTo>
                  <a:cubicBezTo>
                    <a:pt x="2391" y="255"/>
                    <a:pt x="2486" y="285"/>
                    <a:pt x="2551" y="328"/>
                  </a:cubicBezTo>
                  <a:cubicBezTo>
                    <a:pt x="2630" y="364"/>
                    <a:pt x="2665" y="477"/>
                    <a:pt x="2665" y="583"/>
                  </a:cubicBezTo>
                  <a:cubicBezTo>
                    <a:pt x="2700" y="881"/>
                    <a:pt x="2481" y="1170"/>
                    <a:pt x="2192" y="1240"/>
                  </a:cubicBezTo>
                  <a:lnTo>
                    <a:pt x="1052" y="1608"/>
                  </a:lnTo>
                  <a:cubicBezTo>
                    <a:pt x="957" y="1627"/>
                    <a:pt x="869" y="1636"/>
                    <a:pt x="789" y="1636"/>
                  </a:cubicBezTo>
                  <a:cubicBezTo>
                    <a:pt x="567" y="1636"/>
                    <a:pt x="408" y="1569"/>
                    <a:pt x="324" y="1459"/>
                  </a:cubicBezTo>
                  <a:cubicBezTo>
                    <a:pt x="254" y="1354"/>
                    <a:pt x="254" y="1240"/>
                    <a:pt x="289" y="1135"/>
                  </a:cubicBezTo>
                  <a:cubicBezTo>
                    <a:pt x="324" y="986"/>
                    <a:pt x="395" y="881"/>
                    <a:pt x="544" y="837"/>
                  </a:cubicBezTo>
                  <a:lnTo>
                    <a:pt x="1788" y="328"/>
                  </a:lnTo>
                  <a:cubicBezTo>
                    <a:pt x="1858" y="293"/>
                    <a:pt x="1929" y="293"/>
                    <a:pt x="1972" y="293"/>
                  </a:cubicBezTo>
                  <a:cubicBezTo>
                    <a:pt x="2083" y="267"/>
                    <a:pt x="2178" y="255"/>
                    <a:pt x="2259" y="255"/>
                  </a:cubicBezTo>
                  <a:close/>
                  <a:moveTo>
                    <a:pt x="2236" y="0"/>
                  </a:moveTo>
                  <a:cubicBezTo>
                    <a:pt x="2142" y="0"/>
                    <a:pt x="2040" y="13"/>
                    <a:pt x="1929" y="39"/>
                  </a:cubicBezTo>
                  <a:cubicBezTo>
                    <a:pt x="1858" y="74"/>
                    <a:pt x="1788" y="74"/>
                    <a:pt x="1709" y="109"/>
                  </a:cubicBezTo>
                  <a:lnTo>
                    <a:pt x="438" y="618"/>
                  </a:lnTo>
                  <a:cubicBezTo>
                    <a:pt x="254" y="697"/>
                    <a:pt x="105" y="881"/>
                    <a:pt x="35" y="1056"/>
                  </a:cubicBezTo>
                  <a:cubicBezTo>
                    <a:pt x="0" y="1240"/>
                    <a:pt x="35" y="1424"/>
                    <a:pt x="140" y="1608"/>
                  </a:cubicBezTo>
                  <a:cubicBezTo>
                    <a:pt x="254" y="1792"/>
                    <a:pt x="473" y="1862"/>
                    <a:pt x="763" y="1862"/>
                  </a:cubicBezTo>
                  <a:cubicBezTo>
                    <a:pt x="877" y="1862"/>
                    <a:pt x="982" y="1862"/>
                    <a:pt x="1096" y="1827"/>
                  </a:cubicBezTo>
                  <a:lnTo>
                    <a:pt x="2262" y="1459"/>
                  </a:lnTo>
                  <a:cubicBezTo>
                    <a:pt x="2665" y="1354"/>
                    <a:pt x="2919" y="951"/>
                    <a:pt x="2919" y="583"/>
                  </a:cubicBezTo>
                  <a:cubicBezTo>
                    <a:pt x="2884" y="364"/>
                    <a:pt x="2805" y="223"/>
                    <a:pt x="2700" y="144"/>
                  </a:cubicBezTo>
                  <a:cubicBezTo>
                    <a:pt x="2577" y="51"/>
                    <a:pt x="2423" y="0"/>
                    <a:pt x="2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2"/>
            <p:cNvSpPr/>
            <p:nvPr/>
          </p:nvSpPr>
          <p:spPr>
            <a:xfrm>
              <a:off x="7781919" y="1013017"/>
              <a:ext cx="162106" cy="211722"/>
            </a:xfrm>
            <a:custGeom>
              <a:avLst/>
              <a:gdLst/>
              <a:ahLst/>
              <a:cxnLst/>
              <a:rect l="l" t="t" r="r" b="b"/>
              <a:pathLst>
                <a:path w="2800" h="3657" extrusionOk="0">
                  <a:moveTo>
                    <a:pt x="389" y="1"/>
                  </a:moveTo>
                  <a:lnTo>
                    <a:pt x="374" y="1646"/>
                  </a:lnTo>
                  <a:lnTo>
                    <a:pt x="374" y="1646"/>
                  </a:lnTo>
                  <a:cubicBezTo>
                    <a:pt x="150" y="1537"/>
                    <a:pt x="1" y="1452"/>
                    <a:pt x="0" y="1452"/>
                  </a:cubicBezTo>
                  <a:lnTo>
                    <a:pt x="0" y="1452"/>
                  </a:lnTo>
                  <a:cubicBezTo>
                    <a:pt x="0" y="1452"/>
                    <a:pt x="7" y="1456"/>
                    <a:pt x="21" y="1465"/>
                  </a:cubicBezTo>
                  <a:cubicBezTo>
                    <a:pt x="159" y="1544"/>
                    <a:pt x="275" y="1627"/>
                    <a:pt x="373" y="1711"/>
                  </a:cubicBezTo>
                  <a:lnTo>
                    <a:pt x="373" y="1711"/>
                  </a:lnTo>
                  <a:lnTo>
                    <a:pt x="374" y="1646"/>
                  </a:lnTo>
                  <a:lnTo>
                    <a:pt x="374" y="1646"/>
                  </a:lnTo>
                  <a:cubicBezTo>
                    <a:pt x="783" y="1845"/>
                    <a:pt x="1442" y="2127"/>
                    <a:pt x="1906" y="2127"/>
                  </a:cubicBezTo>
                  <a:cubicBezTo>
                    <a:pt x="2107" y="2127"/>
                    <a:pt x="2271" y="2074"/>
                    <a:pt x="2362" y="1938"/>
                  </a:cubicBezTo>
                  <a:cubicBezTo>
                    <a:pt x="2800" y="1281"/>
                    <a:pt x="1669" y="509"/>
                    <a:pt x="389" y="1"/>
                  </a:cubicBezTo>
                  <a:close/>
                  <a:moveTo>
                    <a:pt x="373" y="1711"/>
                  </a:moveTo>
                  <a:lnTo>
                    <a:pt x="354" y="3656"/>
                  </a:lnTo>
                  <a:cubicBezTo>
                    <a:pt x="354" y="3656"/>
                    <a:pt x="1391" y="2590"/>
                    <a:pt x="373" y="171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2"/>
            <p:cNvSpPr/>
            <p:nvPr/>
          </p:nvSpPr>
          <p:spPr>
            <a:xfrm>
              <a:off x="7772945" y="1005664"/>
              <a:ext cx="160427" cy="225154"/>
            </a:xfrm>
            <a:custGeom>
              <a:avLst/>
              <a:gdLst/>
              <a:ahLst/>
              <a:cxnLst/>
              <a:rect l="l" t="t" r="r" b="b"/>
              <a:pathLst>
                <a:path w="2771" h="3889" extrusionOk="0">
                  <a:moveTo>
                    <a:pt x="560" y="0"/>
                  </a:moveTo>
                  <a:cubicBezTo>
                    <a:pt x="510" y="0"/>
                    <a:pt x="465" y="34"/>
                    <a:pt x="439" y="93"/>
                  </a:cubicBezTo>
                  <a:cubicBezTo>
                    <a:pt x="439" y="128"/>
                    <a:pt x="474" y="198"/>
                    <a:pt x="509" y="233"/>
                  </a:cubicBezTo>
                  <a:cubicBezTo>
                    <a:pt x="1605" y="636"/>
                    <a:pt x="2333" y="1188"/>
                    <a:pt x="2482" y="1627"/>
                  </a:cubicBezTo>
                  <a:cubicBezTo>
                    <a:pt x="2517" y="1732"/>
                    <a:pt x="2482" y="1881"/>
                    <a:pt x="2411" y="1986"/>
                  </a:cubicBezTo>
                  <a:cubicBezTo>
                    <a:pt x="2352" y="2086"/>
                    <a:pt x="2227" y="2129"/>
                    <a:pt x="2059" y="2129"/>
                  </a:cubicBezTo>
                  <a:cubicBezTo>
                    <a:pt x="1612" y="2129"/>
                    <a:pt x="858" y="1822"/>
                    <a:pt x="220" y="1478"/>
                  </a:cubicBezTo>
                  <a:cubicBezTo>
                    <a:pt x="197" y="1467"/>
                    <a:pt x="175" y="1463"/>
                    <a:pt x="154" y="1463"/>
                  </a:cubicBezTo>
                  <a:cubicBezTo>
                    <a:pt x="103" y="1463"/>
                    <a:pt x="61" y="1488"/>
                    <a:pt x="36" y="1513"/>
                  </a:cubicBezTo>
                  <a:cubicBezTo>
                    <a:pt x="36" y="1513"/>
                    <a:pt x="1" y="1627"/>
                    <a:pt x="106" y="1697"/>
                  </a:cubicBezTo>
                  <a:cubicBezTo>
                    <a:pt x="544" y="1951"/>
                    <a:pt x="799" y="2249"/>
                    <a:pt x="834" y="2608"/>
                  </a:cubicBezTo>
                  <a:cubicBezTo>
                    <a:pt x="913" y="3161"/>
                    <a:pt x="395" y="3704"/>
                    <a:pt x="395" y="3704"/>
                  </a:cubicBezTo>
                  <a:cubicBezTo>
                    <a:pt x="360" y="3739"/>
                    <a:pt x="360" y="3818"/>
                    <a:pt x="395" y="3853"/>
                  </a:cubicBezTo>
                  <a:cubicBezTo>
                    <a:pt x="439" y="3888"/>
                    <a:pt x="474" y="3888"/>
                    <a:pt x="509" y="3888"/>
                  </a:cubicBezTo>
                  <a:cubicBezTo>
                    <a:pt x="509" y="3888"/>
                    <a:pt x="544" y="3888"/>
                    <a:pt x="579" y="3853"/>
                  </a:cubicBezTo>
                  <a:cubicBezTo>
                    <a:pt x="614" y="3853"/>
                    <a:pt x="1167" y="3266"/>
                    <a:pt x="1053" y="2573"/>
                  </a:cubicBezTo>
                  <a:cubicBezTo>
                    <a:pt x="1053" y="2389"/>
                    <a:pt x="983" y="2205"/>
                    <a:pt x="877" y="2065"/>
                  </a:cubicBezTo>
                  <a:lnTo>
                    <a:pt x="877" y="2065"/>
                  </a:lnTo>
                  <a:cubicBezTo>
                    <a:pt x="1273" y="2218"/>
                    <a:pt x="1718" y="2358"/>
                    <a:pt x="2066" y="2358"/>
                  </a:cubicBezTo>
                  <a:cubicBezTo>
                    <a:pt x="2297" y="2358"/>
                    <a:pt x="2485" y="2296"/>
                    <a:pt x="2587" y="2135"/>
                  </a:cubicBezTo>
                  <a:cubicBezTo>
                    <a:pt x="2736" y="1951"/>
                    <a:pt x="2771" y="1732"/>
                    <a:pt x="2701" y="1548"/>
                  </a:cubicBezTo>
                  <a:cubicBezTo>
                    <a:pt x="2482" y="820"/>
                    <a:pt x="1167" y="233"/>
                    <a:pt x="614" y="14"/>
                  </a:cubicBezTo>
                  <a:cubicBezTo>
                    <a:pt x="596" y="5"/>
                    <a:pt x="578" y="0"/>
                    <a:pt x="5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2"/>
            <p:cNvSpPr/>
            <p:nvPr/>
          </p:nvSpPr>
          <p:spPr>
            <a:xfrm>
              <a:off x="7193416" y="1203318"/>
              <a:ext cx="744530" cy="880236"/>
            </a:xfrm>
            <a:custGeom>
              <a:avLst/>
              <a:gdLst/>
              <a:ahLst/>
              <a:cxnLst/>
              <a:rect l="l" t="t" r="r" b="b"/>
              <a:pathLst>
                <a:path w="12860" h="15204" extrusionOk="0">
                  <a:moveTo>
                    <a:pt x="6829" y="1"/>
                  </a:moveTo>
                  <a:lnTo>
                    <a:pt x="2735" y="6575"/>
                  </a:lnTo>
                  <a:lnTo>
                    <a:pt x="0" y="10450"/>
                  </a:lnTo>
                  <a:lnTo>
                    <a:pt x="1499" y="13299"/>
                  </a:lnTo>
                  <a:cubicBezTo>
                    <a:pt x="2149" y="14581"/>
                    <a:pt x="3365" y="15204"/>
                    <a:pt x="4578" y="15204"/>
                  </a:cubicBezTo>
                  <a:cubicBezTo>
                    <a:pt x="5885" y="15204"/>
                    <a:pt x="7189" y="14480"/>
                    <a:pt x="7776" y="13079"/>
                  </a:cubicBezTo>
                  <a:lnTo>
                    <a:pt x="12816" y="2227"/>
                  </a:lnTo>
                  <a:cubicBezTo>
                    <a:pt x="12860" y="2192"/>
                    <a:pt x="12816" y="2122"/>
                    <a:pt x="12781" y="2122"/>
                  </a:cubicBezTo>
                  <a:cubicBezTo>
                    <a:pt x="12733" y="2123"/>
                    <a:pt x="12685" y="2123"/>
                    <a:pt x="12638" y="2123"/>
                  </a:cubicBezTo>
                  <a:cubicBezTo>
                    <a:pt x="10498" y="2123"/>
                    <a:pt x="8441" y="1356"/>
                    <a:pt x="6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2"/>
            <p:cNvSpPr/>
            <p:nvPr/>
          </p:nvSpPr>
          <p:spPr>
            <a:xfrm>
              <a:off x="7184790" y="1196718"/>
              <a:ext cx="759235" cy="892741"/>
            </a:xfrm>
            <a:custGeom>
              <a:avLst/>
              <a:gdLst/>
              <a:ahLst/>
              <a:cxnLst/>
              <a:rect l="l" t="t" r="r" b="b"/>
              <a:pathLst>
                <a:path w="13114" h="15420" extrusionOk="0">
                  <a:moveTo>
                    <a:pt x="6943" y="1"/>
                  </a:moveTo>
                  <a:cubicBezTo>
                    <a:pt x="6908" y="1"/>
                    <a:pt x="6873" y="1"/>
                    <a:pt x="6873" y="45"/>
                  </a:cubicBezTo>
                  <a:lnTo>
                    <a:pt x="2779" y="6654"/>
                  </a:lnTo>
                  <a:cubicBezTo>
                    <a:pt x="2744" y="6689"/>
                    <a:pt x="2779" y="6759"/>
                    <a:pt x="2814" y="6794"/>
                  </a:cubicBezTo>
                  <a:cubicBezTo>
                    <a:pt x="2844" y="6813"/>
                    <a:pt x="2876" y="6824"/>
                    <a:pt x="2905" y="6824"/>
                  </a:cubicBezTo>
                  <a:cubicBezTo>
                    <a:pt x="2944" y="6824"/>
                    <a:pt x="2978" y="6805"/>
                    <a:pt x="2998" y="6759"/>
                  </a:cubicBezTo>
                  <a:lnTo>
                    <a:pt x="6978" y="299"/>
                  </a:lnTo>
                  <a:cubicBezTo>
                    <a:pt x="8626" y="1649"/>
                    <a:pt x="10668" y="2376"/>
                    <a:pt x="12790" y="2376"/>
                  </a:cubicBezTo>
                  <a:lnTo>
                    <a:pt x="12825" y="2376"/>
                  </a:lnTo>
                  <a:lnTo>
                    <a:pt x="7819" y="13114"/>
                  </a:lnTo>
                  <a:cubicBezTo>
                    <a:pt x="7311" y="14359"/>
                    <a:pt x="6171" y="15122"/>
                    <a:pt x="4857" y="15201"/>
                  </a:cubicBezTo>
                  <a:cubicBezTo>
                    <a:pt x="4825" y="15202"/>
                    <a:pt x="4793" y="15202"/>
                    <a:pt x="4761" y="15202"/>
                  </a:cubicBezTo>
                  <a:cubicBezTo>
                    <a:pt x="3484" y="15202"/>
                    <a:pt x="2326" y="14515"/>
                    <a:pt x="1753" y="13369"/>
                  </a:cubicBezTo>
                  <a:lnTo>
                    <a:pt x="254" y="10520"/>
                  </a:lnTo>
                  <a:cubicBezTo>
                    <a:pt x="234" y="10479"/>
                    <a:pt x="201" y="10462"/>
                    <a:pt x="171" y="10462"/>
                  </a:cubicBezTo>
                  <a:cubicBezTo>
                    <a:pt x="149" y="10462"/>
                    <a:pt x="129" y="10470"/>
                    <a:pt x="114" y="10485"/>
                  </a:cubicBezTo>
                  <a:cubicBezTo>
                    <a:pt x="35" y="10485"/>
                    <a:pt x="0" y="10564"/>
                    <a:pt x="35" y="10634"/>
                  </a:cubicBezTo>
                  <a:lnTo>
                    <a:pt x="1534" y="13483"/>
                  </a:lnTo>
                  <a:cubicBezTo>
                    <a:pt x="2157" y="14684"/>
                    <a:pt x="3366" y="15420"/>
                    <a:pt x="4716" y="15420"/>
                  </a:cubicBezTo>
                  <a:lnTo>
                    <a:pt x="4857" y="15420"/>
                  </a:lnTo>
                  <a:cubicBezTo>
                    <a:pt x="6285" y="15385"/>
                    <a:pt x="7486" y="14543"/>
                    <a:pt x="8039" y="13228"/>
                  </a:cubicBezTo>
                  <a:lnTo>
                    <a:pt x="13079" y="2376"/>
                  </a:lnTo>
                  <a:cubicBezTo>
                    <a:pt x="13114" y="2341"/>
                    <a:pt x="13114" y="2271"/>
                    <a:pt x="13079" y="2236"/>
                  </a:cubicBezTo>
                  <a:cubicBezTo>
                    <a:pt x="13044" y="2157"/>
                    <a:pt x="12965" y="2122"/>
                    <a:pt x="12930" y="2122"/>
                  </a:cubicBezTo>
                  <a:cubicBezTo>
                    <a:pt x="12880" y="2123"/>
                    <a:pt x="12831" y="2123"/>
                    <a:pt x="12781" y="2123"/>
                  </a:cubicBezTo>
                  <a:cubicBezTo>
                    <a:pt x="10678" y="2123"/>
                    <a:pt x="8658" y="1397"/>
                    <a:pt x="70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2"/>
            <p:cNvSpPr/>
            <p:nvPr/>
          </p:nvSpPr>
          <p:spPr>
            <a:xfrm>
              <a:off x="7588723" y="1265265"/>
              <a:ext cx="40179" cy="36937"/>
            </a:xfrm>
            <a:custGeom>
              <a:avLst/>
              <a:gdLst/>
              <a:ahLst/>
              <a:cxnLst/>
              <a:rect l="l" t="t" r="r" b="b"/>
              <a:pathLst>
                <a:path w="694" h="638" extrusionOk="0">
                  <a:moveTo>
                    <a:pt x="367" y="0"/>
                  </a:moveTo>
                  <a:cubicBezTo>
                    <a:pt x="271" y="0"/>
                    <a:pt x="179" y="47"/>
                    <a:pt x="115" y="132"/>
                  </a:cubicBezTo>
                  <a:cubicBezTo>
                    <a:pt x="1" y="246"/>
                    <a:pt x="36" y="465"/>
                    <a:pt x="150" y="570"/>
                  </a:cubicBezTo>
                  <a:cubicBezTo>
                    <a:pt x="206" y="616"/>
                    <a:pt x="275" y="638"/>
                    <a:pt x="343" y="638"/>
                  </a:cubicBezTo>
                  <a:cubicBezTo>
                    <a:pt x="443" y="638"/>
                    <a:pt x="541" y="589"/>
                    <a:pt x="588" y="500"/>
                  </a:cubicBezTo>
                  <a:cubicBezTo>
                    <a:pt x="693" y="351"/>
                    <a:pt x="693" y="176"/>
                    <a:pt x="553" y="62"/>
                  </a:cubicBezTo>
                  <a:cubicBezTo>
                    <a:pt x="494" y="20"/>
                    <a:pt x="430" y="0"/>
                    <a:pt x="3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2"/>
            <p:cNvSpPr/>
            <p:nvPr/>
          </p:nvSpPr>
          <p:spPr>
            <a:xfrm>
              <a:off x="7580097" y="1259360"/>
              <a:ext cx="57432" cy="49616"/>
            </a:xfrm>
            <a:custGeom>
              <a:avLst/>
              <a:gdLst/>
              <a:ahLst/>
              <a:cxnLst/>
              <a:rect l="l" t="t" r="r" b="b"/>
              <a:pathLst>
                <a:path w="992" h="857" extrusionOk="0">
                  <a:moveTo>
                    <a:pt x="494" y="222"/>
                  </a:moveTo>
                  <a:cubicBezTo>
                    <a:pt x="543" y="222"/>
                    <a:pt x="591" y="242"/>
                    <a:pt x="623" y="278"/>
                  </a:cubicBezTo>
                  <a:cubicBezTo>
                    <a:pt x="658" y="313"/>
                    <a:pt x="702" y="348"/>
                    <a:pt x="702" y="383"/>
                  </a:cubicBezTo>
                  <a:cubicBezTo>
                    <a:pt x="702" y="453"/>
                    <a:pt x="702" y="497"/>
                    <a:pt x="658" y="532"/>
                  </a:cubicBezTo>
                  <a:cubicBezTo>
                    <a:pt x="623" y="567"/>
                    <a:pt x="588" y="602"/>
                    <a:pt x="518" y="602"/>
                  </a:cubicBezTo>
                  <a:cubicBezTo>
                    <a:pt x="508" y="612"/>
                    <a:pt x="494" y="616"/>
                    <a:pt x="478" y="616"/>
                  </a:cubicBezTo>
                  <a:cubicBezTo>
                    <a:pt x="440" y="616"/>
                    <a:pt x="394" y="592"/>
                    <a:pt x="369" y="567"/>
                  </a:cubicBezTo>
                  <a:cubicBezTo>
                    <a:pt x="299" y="497"/>
                    <a:pt x="264" y="383"/>
                    <a:pt x="334" y="313"/>
                  </a:cubicBezTo>
                  <a:cubicBezTo>
                    <a:pt x="372" y="250"/>
                    <a:pt x="434" y="222"/>
                    <a:pt x="494" y="222"/>
                  </a:cubicBezTo>
                  <a:close/>
                  <a:moveTo>
                    <a:pt x="502" y="1"/>
                  </a:moveTo>
                  <a:cubicBezTo>
                    <a:pt x="369" y="1"/>
                    <a:pt x="236" y="57"/>
                    <a:pt x="150" y="164"/>
                  </a:cubicBezTo>
                  <a:cubicBezTo>
                    <a:pt x="1" y="348"/>
                    <a:pt x="45" y="602"/>
                    <a:pt x="220" y="751"/>
                  </a:cubicBezTo>
                  <a:cubicBezTo>
                    <a:pt x="299" y="821"/>
                    <a:pt x="404" y="856"/>
                    <a:pt x="518" y="856"/>
                  </a:cubicBezTo>
                  <a:lnTo>
                    <a:pt x="553" y="856"/>
                  </a:lnTo>
                  <a:cubicBezTo>
                    <a:pt x="658" y="821"/>
                    <a:pt x="772" y="786"/>
                    <a:pt x="842" y="672"/>
                  </a:cubicBezTo>
                  <a:cubicBezTo>
                    <a:pt x="991" y="497"/>
                    <a:pt x="956" y="234"/>
                    <a:pt x="772" y="94"/>
                  </a:cubicBezTo>
                  <a:cubicBezTo>
                    <a:pt x="695" y="31"/>
                    <a:pt x="598" y="1"/>
                    <a:pt x="5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2"/>
            <p:cNvSpPr/>
            <p:nvPr/>
          </p:nvSpPr>
          <p:spPr>
            <a:xfrm>
              <a:off x="7525328" y="1301971"/>
              <a:ext cx="186306" cy="89679"/>
            </a:xfrm>
            <a:custGeom>
              <a:avLst/>
              <a:gdLst/>
              <a:ahLst/>
              <a:cxnLst/>
              <a:rect l="l" t="t" r="r" b="b"/>
              <a:pathLst>
                <a:path w="3218" h="1549" extrusionOk="0">
                  <a:moveTo>
                    <a:pt x="144" y="0"/>
                  </a:moveTo>
                  <a:cubicBezTo>
                    <a:pt x="107" y="0"/>
                    <a:pt x="60" y="25"/>
                    <a:pt x="35" y="50"/>
                  </a:cubicBezTo>
                  <a:cubicBezTo>
                    <a:pt x="0" y="120"/>
                    <a:pt x="0" y="199"/>
                    <a:pt x="35" y="234"/>
                  </a:cubicBezTo>
                  <a:cubicBezTo>
                    <a:pt x="1823" y="1514"/>
                    <a:pt x="2998" y="1549"/>
                    <a:pt x="3068" y="1549"/>
                  </a:cubicBezTo>
                  <a:lnTo>
                    <a:pt x="3103" y="1549"/>
                  </a:lnTo>
                  <a:cubicBezTo>
                    <a:pt x="3138" y="1549"/>
                    <a:pt x="3217" y="1470"/>
                    <a:pt x="3217" y="1435"/>
                  </a:cubicBezTo>
                  <a:cubicBezTo>
                    <a:pt x="3217" y="1365"/>
                    <a:pt x="3138" y="1295"/>
                    <a:pt x="3103" y="1295"/>
                  </a:cubicBezTo>
                  <a:cubicBezTo>
                    <a:pt x="3068" y="1295"/>
                    <a:pt x="1972" y="1295"/>
                    <a:pt x="184" y="15"/>
                  </a:cubicBezTo>
                  <a:cubicBezTo>
                    <a:pt x="174" y="5"/>
                    <a:pt x="160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2"/>
            <p:cNvSpPr/>
            <p:nvPr/>
          </p:nvSpPr>
          <p:spPr>
            <a:xfrm>
              <a:off x="6740735" y="651115"/>
              <a:ext cx="456792" cy="485623"/>
            </a:xfrm>
            <a:custGeom>
              <a:avLst/>
              <a:gdLst/>
              <a:ahLst/>
              <a:cxnLst/>
              <a:rect l="l" t="t" r="r" b="b"/>
              <a:pathLst>
                <a:path w="7890" h="8388" extrusionOk="0">
                  <a:moveTo>
                    <a:pt x="4517" y="0"/>
                  </a:moveTo>
                  <a:cubicBezTo>
                    <a:pt x="4377" y="0"/>
                    <a:pt x="4225" y="14"/>
                    <a:pt x="4059" y="46"/>
                  </a:cubicBezTo>
                  <a:cubicBezTo>
                    <a:pt x="3620" y="116"/>
                    <a:pt x="3217" y="335"/>
                    <a:pt x="2963" y="738"/>
                  </a:cubicBezTo>
                  <a:cubicBezTo>
                    <a:pt x="2928" y="773"/>
                    <a:pt x="2884" y="843"/>
                    <a:pt x="2884" y="878"/>
                  </a:cubicBezTo>
                  <a:cubicBezTo>
                    <a:pt x="2849" y="957"/>
                    <a:pt x="2270" y="1027"/>
                    <a:pt x="2192" y="1062"/>
                  </a:cubicBezTo>
                  <a:cubicBezTo>
                    <a:pt x="1648" y="1246"/>
                    <a:pt x="956" y="1501"/>
                    <a:pt x="693" y="2053"/>
                  </a:cubicBezTo>
                  <a:cubicBezTo>
                    <a:pt x="587" y="2307"/>
                    <a:pt x="552" y="2561"/>
                    <a:pt x="552" y="2816"/>
                  </a:cubicBezTo>
                  <a:cubicBezTo>
                    <a:pt x="149" y="3184"/>
                    <a:pt x="0" y="3771"/>
                    <a:pt x="184" y="4279"/>
                  </a:cubicBezTo>
                  <a:lnTo>
                    <a:pt x="1131" y="6252"/>
                  </a:lnTo>
                  <a:cubicBezTo>
                    <a:pt x="1131" y="6252"/>
                    <a:pt x="931" y="8387"/>
                    <a:pt x="1776" y="8387"/>
                  </a:cubicBezTo>
                  <a:cubicBezTo>
                    <a:pt x="1816" y="8387"/>
                    <a:pt x="1858" y="8383"/>
                    <a:pt x="1902" y="8373"/>
                  </a:cubicBezTo>
                  <a:cubicBezTo>
                    <a:pt x="2270" y="8294"/>
                    <a:pt x="2525" y="7970"/>
                    <a:pt x="2665" y="7637"/>
                  </a:cubicBezTo>
                  <a:cubicBezTo>
                    <a:pt x="3068" y="7935"/>
                    <a:pt x="3620" y="8110"/>
                    <a:pt x="4164" y="8110"/>
                  </a:cubicBezTo>
                  <a:cubicBezTo>
                    <a:pt x="5338" y="8110"/>
                    <a:pt x="5917" y="7312"/>
                    <a:pt x="5917" y="7312"/>
                  </a:cubicBezTo>
                  <a:cubicBezTo>
                    <a:pt x="5847" y="7128"/>
                    <a:pt x="5812" y="6909"/>
                    <a:pt x="5812" y="6725"/>
                  </a:cubicBezTo>
                  <a:cubicBezTo>
                    <a:pt x="6539" y="6357"/>
                    <a:pt x="7048" y="5743"/>
                    <a:pt x="7311" y="5007"/>
                  </a:cubicBezTo>
                  <a:cubicBezTo>
                    <a:pt x="7416" y="4972"/>
                    <a:pt x="7486" y="4937"/>
                    <a:pt x="7486" y="4937"/>
                  </a:cubicBezTo>
                  <a:cubicBezTo>
                    <a:pt x="7487" y="4937"/>
                    <a:pt x="7487" y="4937"/>
                    <a:pt x="7487" y="4937"/>
                  </a:cubicBezTo>
                  <a:cubicBezTo>
                    <a:pt x="7530" y="4937"/>
                    <a:pt x="7530" y="3288"/>
                    <a:pt x="7530" y="3184"/>
                  </a:cubicBezTo>
                  <a:cubicBezTo>
                    <a:pt x="7705" y="2965"/>
                    <a:pt x="7819" y="2710"/>
                    <a:pt x="7854" y="2412"/>
                  </a:cubicBezTo>
                  <a:cubicBezTo>
                    <a:pt x="7889" y="1650"/>
                    <a:pt x="7311" y="1027"/>
                    <a:pt x="6574" y="992"/>
                  </a:cubicBezTo>
                  <a:lnTo>
                    <a:pt x="6355" y="992"/>
                  </a:lnTo>
                  <a:cubicBezTo>
                    <a:pt x="5792" y="519"/>
                    <a:pt x="5363" y="0"/>
                    <a:pt x="45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2"/>
            <p:cNvSpPr/>
            <p:nvPr/>
          </p:nvSpPr>
          <p:spPr>
            <a:xfrm>
              <a:off x="6856930" y="1107907"/>
              <a:ext cx="237080" cy="226427"/>
            </a:xfrm>
            <a:custGeom>
              <a:avLst/>
              <a:gdLst/>
              <a:ahLst/>
              <a:cxnLst/>
              <a:rect l="l" t="t" r="r" b="b"/>
              <a:pathLst>
                <a:path w="4095" h="3911" extrusionOk="0">
                  <a:moveTo>
                    <a:pt x="149" y="1"/>
                  </a:moveTo>
                  <a:lnTo>
                    <a:pt x="0" y="3770"/>
                  </a:lnTo>
                  <a:lnTo>
                    <a:pt x="4024" y="3910"/>
                  </a:lnTo>
                  <a:lnTo>
                    <a:pt x="4094" y="1062"/>
                  </a:lnTo>
                  <a:lnTo>
                    <a:pt x="4094" y="1062"/>
                  </a:lnTo>
                  <a:cubicBezTo>
                    <a:pt x="3805" y="1176"/>
                    <a:pt x="3472" y="1246"/>
                    <a:pt x="3112" y="1281"/>
                  </a:cubicBezTo>
                  <a:cubicBezTo>
                    <a:pt x="2925" y="1315"/>
                    <a:pt x="2740" y="1331"/>
                    <a:pt x="2558" y="1331"/>
                  </a:cubicBezTo>
                  <a:cubicBezTo>
                    <a:pt x="1565" y="1331"/>
                    <a:pt x="676" y="838"/>
                    <a:pt x="149" y="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2"/>
            <p:cNvSpPr/>
            <p:nvPr/>
          </p:nvSpPr>
          <p:spPr>
            <a:xfrm>
              <a:off x="6850851" y="1101828"/>
              <a:ext cx="249759" cy="239106"/>
            </a:xfrm>
            <a:custGeom>
              <a:avLst/>
              <a:gdLst/>
              <a:ahLst/>
              <a:cxnLst/>
              <a:rect l="l" t="t" r="r" b="b"/>
              <a:pathLst>
                <a:path w="4314" h="4130" extrusionOk="0">
                  <a:moveTo>
                    <a:pt x="368" y="474"/>
                  </a:moveTo>
                  <a:cubicBezTo>
                    <a:pt x="936" y="1163"/>
                    <a:pt x="1773" y="1559"/>
                    <a:pt x="2641" y="1559"/>
                  </a:cubicBezTo>
                  <a:cubicBezTo>
                    <a:pt x="2832" y="1559"/>
                    <a:pt x="3025" y="1539"/>
                    <a:pt x="3217" y="1500"/>
                  </a:cubicBezTo>
                  <a:cubicBezTo>
                    <a:pt x="3507" y="1465"/>
                    <a:pt x="3796" y="1421"/>
                    <a:pt x="4094" y="1316"/>
                  </a:cubicBezTo>
                  <a:lnTo>
                    <a:pt x="4094" y="1316"/>
                  </a:lnTo>
                  <a:lnTo>
                    <a:pt x="3980" y="3910"/>
                  </a:lnTo>
                  <a:lnTo>
                    <a:pt x="254" y="3761"/>
                  </a:lnTo>
                  <a:lnTo>
                    <a:pt x="368" y="474"/>
                  </a:lnTo>
                  <a:close/>
                  <a:moveTo>
                    <a:pt x="219" y="1"/>
                  </a:moveTo>
                  <a:cubicBezTo>
                    <a:pt x="149" y="1"/>
                    <a:pt x="149" y="71"/>
                    <a:pt x="105" y="106"/>
                  </a:cubicBezTo>
                  <a:lnTo>
                    <a:pt x="0" y="3875"/>
                  </a:lnTo>
                  <a:cubicBezTo>
                    <a:pt x="0" y="3945"/>
                    <a:pt x="70" y="4015"/>
                    <a:pt x="105" y="4015"/>
                  </a:cubicBezTo>
                  <a:lnTo>
                    <a:pt x="4094" y="4129"/>
                  </a:lnTo>
                  <a:lnTo>
                    <a:pt x="4129" y="4129"/>
                  </a:lnTo>
                  <a:cubicBezTo>
                    <a:pt x="4129" y="4129"/>
                    <a:pt x="4164" y="4129"/>
                    <a:pt x="4199" y="4094"/>
                  </a:cubicBezTo>
                  <a:cubicBezTo>
                    <a:pt x="4199" y="4094"/>
                    <a:pt x="4234" y="4050"/>
                    <a:pt x="4234" y="4015"/>
                  </a:cubicBezTo>
                  <a:lnTo>
                    <a:pt x="4313" y="1167"/>
                  </a:lnTo>
                  <a:cubicBezTo>
                    <a:pt x="4313" y="1131"/>
                    <a:pt x="4313" y="1096"/>
                    <a:pt x="4269" y="1061"/>
                  </a:cubicBezTo>
                  <a:cubicBezTo>
                    <a:pt x="4246" y="1061"/>
                    <a:pt x="4222" y="1046"/>
                    <a:pt x="4199" y="1046"/>
                  </a:cubicBezTo>
                  <a:cubicBezTo>
                    <a:pt x="4187" y="1046"/>
                    <a:pt x="4176" y="1050"/>
                    <a:pt x="4164" y="1061"/>
                  </a:cubicBezTo>
                  <a:cubicBezTo>
                    <a:pt x="3875" y="1167"/>
                    <a:pt x="3542" y="1245"/>
                    <a:pt x="3174" y="1281"/>
                  </a:cubicBezTo>
                  <a:cubicBezTo>
                    <a:pt x="2997" y="1316"/>
                    <a:pt x="2819" y="1333"/>
                    <a:pt x="2642" y="1333"/>
                  </a:cubicBezTo>
                  <a:cubicBezTo>
                    <a:pt x="1726" y="1333"/>
                    <a:pt x="846" y="866"/>
                    <a:pt x="325" y="36"/>
                  </a:cubicBezTo>
                  <a:cubicBezTo>
                    <a:pt x="325" y="1"/>
                    <a:pt x="254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2"/>
            <p:cNvSpPr/>
            <p:nvPr/>
          </p:nvSpPr>
          <p:spPr>
            <a:xfrm>
              <a:off x="6918357" y="1135870"/>
              <a:ext cx="175653" cy="126906"/>
            </a:xfrm>
            <a:custGeom>
              <a:avLst/>
              <a:gdLst/>
              <a:ahLst/>
              <a:cxnLst/>
              <a:rect l="l" t="t" r="r" b="b"/>
              <a:pathLst>
                <a:path w="3034" h="2192" extrusionOk="0">
                  <a:moveTo>
                    <a:pt x="3033" y="0"/>
                  </a:moveTo>
                  <a:lnTo>
                    <a:pt x="0" y="657"/>
                  </a:lnTo>
                  <a:cubicBezTo>
                    <a:pt x="0" y="657"/>
                    <a:pt x="1753" y="2007"/>
                    <a:pt x="2884" y="2191"/>
                  </a:cubicBezTo>
                  <a:lnTo>
                    <a:pt x="30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2"/>
            <p:cNvSpPr/>
            <p:nvPr/>
          </p:nvSpPr>
          <p:spPr>
            <a:xfrm>
              <a:off x="6755440" y="917606"/>
              <a:ext cx="99522" cy="148269"/>
            </a:xfrm>
            <a:custGeom>
              <a:avLst/>
              <a:gdLst/>
              <a:ahLst/>
              <a:cxnLst/>
              <a:rect l="l" t="t" r="r" b="b"/>
              <a:pathLst>
                <a:path w="1719" h="2561" extrusionOk="0">
                  <a:moveTo>
                    <a:pt x="1245" y="1"/>
                  </a:moveTo>
                  <a:cubicBezTo>
                    <a:pt x="553" y="45"/>
                    <a:pt x="0" y="623"/>
                    <a:pt x="0" y="1316"/>
                  </a:cubicBezTo>
                  <a:cubicBezTo>
                    <a:pt x="44" y="2017"/>
                    <a:pt x="623" y="2560"/>
                    <a:pt x="1315" y="2560"/>
                  </a:cubicBezTo>
                  <a:lnTo>
                    <a:pt x="1578" y="2560"/>
                  </a:lnTo>
                  <a:cubicBezTo>
                    <a:pt x="1613" y="2560"/>
                    <a:pt x="1648" y="2560"/>
                    <a:pt x="1718" y="2525"/>
                  </a:cubicBezTo>
                  <a:cubicBezTo>
                    <a:pt x="1683" y="2525"/>
                    <a:pt x="1683" y="2490"/>
                    <a:pt x="1683" y="2455"/>
                  </a:cubicBezTo>
                  <a:lnTo>
                    <a:pt x="1464" y="185"/>
                  </a:lnTo>
                  <a:lnTo>
                    <a:pt x="1464" y="115"/>
                  </a:lnTo>
                  <a:lnTo>
                    <a:pt x="1464" y="1"/>
                  </a:ln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2"/>
            <p:cNvSpPr/>
            <p:nvPr/>
          </p:nvSpPr>
          <p:spPr>
            <a:xfrm>
              <a:off x="6749361" y="911527"/>
              <a:ext cx="112201" cy="160948"/>
            </a:xfrm>
            <a:custGeom>
              <a:avLst/>
              <a:gdLst/>
              <a:ahLst/>
              <a:cxnLst/>
              <a:rect l="l" t="t" r="r" b="b"/>
              <a:pathLst>
                <a:path w="1938" h="2780" extrusionOk="0">
                  <a:moveTo>
                    <a:pt x="1464" y="255"/>
                  </a:moveTo>
                  <a:lnTo>
                    <a:pt x="1464" y="325"/>
                  </a:lnTo>
                  <a:lnTo>
                    <a:pt x="1683" y="2560"/>
                  </a:lnTo>
                  <a:lnTo>
                    <a:pt x="1420" y="2560"/>
                  </a:lnTo>
                  <a:cubicBezTo>
                    <a:pt x="763" y="2560"/>
                    <a:pt x="254" y="2043"/>
                    <a:pt x="219" y="1421"/>
                  </a:cubicBezTo>
                  <a:cubicBezTo>
                    <a:pt x="219" y="1131"/>
                    <a:pt x="324" y="842"/>
                    <a:pt x="544" y="623"/>
                  </a:cubicBezTo>
                  <a:cubicBezTo>
                    <a:pt x="763" y="369"/>
                    <a:pt x="1061" y="255"/>
                    <a:pt x="1350" y="255"/>
                  </a:cubicBezTo>
                  <a:close/>
                  <a:moveTo>
                    <a:pt x="1350" y="1"/>
                  </a:moveTo>
                  <a:cubicBezTo>
                    <a:pt x="982" y="1"/>
                    <a:pt x="622" y="185"/>
                    <a:pt x="368" y="439"/>
                  </a:cubicBezTo>
                  <a:cubicBezTo>
                    <a:pt x="105" y="693"/>
                    <a:pt x="0" y="1061"/>
                    <a:pt x="0" y="1421"/>
                  </a:cubicBezTo>
                  <a:cubicBezTo>
                    <a:pt x="0" y="2192"/>
                    <a:pt x="622" y="2779"/>
                    <a:pt x="1385" y="2779"/>
                  </a:cubicBezTo>
                  <a:lnTo>
                    <a:pt x="1823" y="2779"/>
                  </a:lnTo>
                  <a:cubicBezTo>
                    <a:pt x="1902" y="2735"/>
                    <a:pt x="1937" y="2700"/>
                    <a:pt x="1937" y="2630"/>
                  </a:cubicBezTo>
                  <a:lnTo>
                    <a:pt x="1937" y="2595"/>
                  </a:lnTo>
                  <a:cubicBezTo>
                    <a:pt x="1937" y="2560"/>
                    <a:pt x="1902" y="2560"/>
                    <a:pt x="1902" y="2560"/>
                  </a:cubicBezTo>
                  <a:lnTo>
                    <a:pt x="1718" y="290"/>
                  </a:lnTo>
                  <a:lnTo>
                    <a:pt x="1718" y="255"/>
                  </a:lnTo>
                  <a:lnTo>
                    <a:pt x="1683" y="106"/>
                  </a:lnTo>
                  <a:cubicBezTo>
                    <a:pt x="1683" y="36"/>
                    <a:pt x="1639" y="1"/>
                    <a:pt x="1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2"/>
            <p:cNvSpPr/>
            <p:nvPr/>
          </p:nvSpPr>
          <p:spPr>
            <a:xfrm>
              <a:off x="6850851" y="953674"/>
              <a:ext cx="54827" cy="36069"/>
            </a:xfrm>
            <a:custGeom>
              <a:avLst/>
              <a:gdLst/>
              <a:ahLst/>
              <a:cxnLst/>
              <a:rect l="l" t="t" r="r" b="b"/>
              <a:pathLst>
                <a:path w="947" h="623" extrusionOk="0">
                  <a:moveTo>
                    <a:pt x="947" y="0"/>
                  </a:moveTo>
                  <a:lnTo>
                    <a:pt x="947" y="0"/>
                  </a:lnTo>
                  <a:cubicBezTo>
                    <a:pt x="509" y="403"/>
                    <a:pt x="0" y="622"/>
                    <a:pt x="0" y="622"/>
                  </a:cubicBezTo>
                  <a:cubicBezTo>
                    <a:pt x="0" y="622"/>
                    <a:pt x="509" y="403"/>
                    <a:pt x="947" y="0"/>
                  </a:cubicBezTo>
                  <a:close/>
                </a:path>
              </a:pathLst>
            </a:custGeom>
            <a:solidFill>
              <a:srgbClr val="F0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2"/>
            <p:cNvSpPr/>
            <p:nvPr/>
          </p:nvSpPr>
          <p:spPr>
            <a:xfrm>
              <a:off x="6844251" y="816116"/>
              <a:ext cx="365954" cy="395597"/>
            </a:xfrm>
            <a:custGeom>
              <a:avLst/>
              <a:gdLst/>
              <a:ahLst/>
              <a:cxnLst/>
              <a:rect l="l" t="t" r="r" b="b"/>
              <a:pathLst>
                <a:path w="6321" h="6833" extrusionOk="0">
                  <a:moveTo>
                    <a:pt x="4865" y="1"/>
                  </a:moveTo>
                  <a:cubicBezTo>
                    <a:pt x="4822" y="79"/>
                    <a:pt x="4786" y="185"/>
                    <a:pt x="4681" y="264"/>
                  </a:cubicBezTo>
                  <a:cubicBezTo>
                    <a:pt x="4340" y="601"/>
                    <a:pt x="3889" y="717"/>
                    <a:pt x="3427" y="717"/>
                  </a:cubicBezTo>
                  <a:cubicBezTo>
                    <a:pt x="2796" y="717"/>
                    <a:pt x="2143" y="501"/>
                    <a:pt x="1718" y="334"/>
                  </a:cubicBezTo>
                  <a:lnTo>
                    <a:pt x="1683" y="334"/>
                  </a:lnTo>
                  <a:cubicBezTo>
                    <a:pt x="1753" y="1359"/>
                    <a:pt x="1578" y="1868"/>
                    <a:pt x="1096" y="2306"/>
                  </a:cubicBezTo>
                  <a:cubicBezTo>
                    <a:pt x="658" y="2709"/>
                    <a:pt x="44" y="2849"/>
                    <a:pt x="44" y="2849"/>
                  </a:cubicBezTo>
                  <a:cubicBezTo>
                    <a:pt x="0" y="2849"/>
                    <a:pt x="44" y="2849"/>
                    <a:pt x="44" y="2893"/>
                  </a:cubicBezTo>
                  <a:cubicBezTo>
                    <a:pt x="114" y="3656"/>
                    <a:pt x="79" y="4497"/>
                    <a:pt x="439" y="5190"/>
                  </a:cubicBezTo>
                  <a:cubicBezTo>
                    <a:pt x="951" y="6243"/>
                    <a:pt x="2179" y="6832"/>
                    <a:pt x="3352" y="6832"/>
                  </a:cubicBezTo>
                  <a:cubicBezTo>
                    <a:pt x="3682" y="6832"/>
                    <a:pt x="4009" y="6785"/>
                    <a:pt x="4313" y="6689"/>
                  </a:cubicBezTo>
                  <a:cubicBezTo>
                    <a:pt x="4935" y="6470"/>
                    <a:pt x="5444" y="6066"/>
                    <a:pt x="5847" y="5523"/>
                  </a:cubicBezTo>
                  <a:cubicBezTo>
                    <a:pt x="6215" y="5006"/>
                    <a:pt x="6321" y="4348"/>
                    <a:pt x="6180" y="3691"/>
                  </a:cubicBezTo>
                  <a:lnTo>
                    <a:pt x="5663" y="1578"/>
                  </a:lnTo>
                  <a:cubicBezTo>
                    <a:pt x="5628" y="1535"/>
                    <a:pt x="5628" y="1464"/>
                    <a:pt x="5628" y="1429"/>
                  </a:cubicBezTo>
                  <a:lnTo>
                    <a:pt x="5628" y="1394"/>
                  </a:lnTo>
                  <a:cubicBezTo>
                    <a:pt x="5628" y="1359"/>
                    <a:pt x="5558" y="1140"/>
                    <a:pt x="5479" y="956"/>
                  </a:cubicBezTo>
                  <a:cubicBezTo>
                    <a:pt x="5374" y="588"/>
                    <a:pt x="5155" y="264"/>
                    <a:pt x="4865" y="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2"/>
            <p:cNvSpPr/>
            <p:nvPr/>
          </p:nvSpPr>
          <p:spPr>
            <a:xfrm>
              <a:off x="6838172" y="809110"/>
              <a:ext cx="378633" cy="409028"/>
            </a:xfrm>
            <a:custGeom>
              <a:avLst/>
              <a:gdLst/>
              <a:ahLst/>
              <a:cxnLst/>
              <a:rect l="l" t="t" r="r" b="b"/>
              <a:pathLst>
                <a:path w="6540" h="7065" extrusionOk="0">
                  <a:moveTo>
                    <a:pt x="5005" y="306"/>
                  </a:moveTo>
                  <a:cubicBezTo>
                    <a:pt x="5225" y="525"/>
                    <a:pt x="5365" y="823"/>
                    <a:pt x="5479" y="1112"/>
                  </a:cubicBezTo>
                  <a:cubicBezTo>
                    <a:pt x="5584" y="1480"/>
                    <a:pt x="5628" y="1515"/>
                    <a:pt x="5628" y="1550"/>
                  </a:cubicBezTo>
                  <a:lnTo>
                    <a:pt x="5628" y="1656"/>
                  </a:lnTo>
                  <a:lnTo>
                    <a:pt x="6171" y="3847"/>
                  </a:lnTo>
                  <a:cubicBezTo>
                    <a:pt x="6320" y="4469"/>
                    <a:pt x="6206" y="5092"/>
                    <a:pt x="5847" y="5565"/>
                  </a:cubicBezTo>
                  <a:cubicBezTo>
                    <a:pt x="5479" y="6117"/>
                    <a:pt x="4970" y="6477"/>
                    <a:pt x="4383" y="6696"/>
                  </a:cubicBezTo>
                  <a:cubicBezTo>
                    <a:pt x="4073" y="6804"/>
                    <a:pt x="3747" y="6855"/>
                    <a:pt x="3420" y="6855"/>
                  </a:cubicBezTo>
                  <a:cubicBezTo>
                    <a:pt x="2284" y="6855"/>
                    <a:pt x="1141" y="6242"/>
                    <a:pt x="658" y="5276"/>
                  </a:cubicBezTo>
                  <a:cubicBezTo>
                    <a:pt x="368" y="4724"/>
                    <a:pt x="324" y="4066"/>
                    <a:pt x="289" y="3453"/>
                  </a:cubicBezTo>
                  <a:cubicBezTo>
                    <a:pt x="289" y="3339"/>
                    <a:pt x="289" y="3190"/>
                    <a:pt x="254" y="3084"/>
                  </a:cubicBezTo>
                  <a:cubicBezTo>
                    <a:pt x="473" y="3014"/>
                    <a:pt x="912" y="2865"/>
                    <a:pt x="1280" y="2497"/>
                  </a:cubicBezTo>
                  <a:cubicBezTo>
                    <a:pt x="1788" y="2059"/>
                    <a:pt x="1972" y="1515"/>
                    <a:pt x="1937" y="639"/>
                  </a:cubicBezTo>
                  <a:lnTo>
                    <a:pt x="1937" y="639"/>
                  </a:lnTo>
                  <a:cubicBezTo>
                    <a:pt x="2362" y="793"/>
                    <a:pt x="2934" y="959"/>
                    <a:pt x="3498" y="959"/>
                  </a:cubicBezTo>
                  <a:cubicBezTo>
                    <a:pt x="3992" y="959"/>
                    <a:pt x="4480" y="831"/>
                    <a:pt x="4856" y="455"/>
                  </a:cubicBezTo>
                  <a:cubicBezTo>
                    <a:pt x="4927" y="420"/>
                    <a:pt x="4970" y="385"/>
                    <a:pt x="5005" y="306"/>
                  </a:cubicBezTo>
                  <a:close/>
                  <a:moveTo>
                    <a:pt x="4991" y="1"/>
                  </a:moveTo>
                  <a:cubicBezTo>
                    <a:pt x="4974" y="1"/>
                    <a:pt x="4953" y="5"/>
                    <a:pt x="4927" y="16"/>
                  </a:cubicBezTo>
                  <a:cubicBezTo>
                    <a:pt x="4891" y="16"/>
                    <a:pt x="4891" y="51"/>
                    <a:pt x="4856" y="87"/>
                  </a:cubicBezTo>
                  <a:cubicBezTo>
                    <a:pt x="4821" y="165"/>
                    <a:pt x="4786" y="236"/>
                    <a:pt x="4707" y="306"/>
                  </a:cubicBezTo>
                  <a:cubicBezTo>
                    <a:pt x="4388" y="614"/>
                    <a:pt x="3965" y="723"/>
                    <a:pt x="3528" y="723"/>
                  </a:cubicBezTo>
                  <a:cubicBezTo>
                    <a:pt x="2921" y="723"/>
                    <a:pt x="2286" y="514"/>
                    <a:pt x="1858" y="341"/>
                  </a:cubicBezTo>
                  <a:cubicBezTo>
                    <a:pt x="1838" y="331"/>
                    <a:pt x="1821" y="326"/>
                    <a:pt x="1806" y="326"/>
                  </a:cubicBezTo>
                  <a:cubicBezTo>
                    <a:pt x="1768" y="326"/>
                    <a:pt x="1743" y="353"/>
                    <a:pt x="1718" y="385"/>
                  </a:cubicBezTo>
                  <a:lnTo>
                    <a:pt x="1683" y="420"/>
                  </a:lnTo>
                  <a:lnTo>
                    <a:pt x="1683" y="490"/>
                  </a:lnTo>
                  <a:cubicBezTo>
                    <a:pt x="1753" y="1401"/>
                    <a:pt x="1569" y="1919"/>
                    <a:pt x="1131" y="2357"/>
                  </a:cubicBezTo>
                  <a:cubicBezTo>
                    <a:pt x="763" y="2681"/>
                    <a:pt x="254" y="2830"/>
                    <a:pt x="149" y="2865"/>
                  </a:cubicBezTo>
                  <a:cubicBezTo>
                    <a:pt x="105" y="2865"/>
                    <a:pt x="70" y="2865"/>
                    <a:pt x="70" y="2900"/>
                  </a:cubicBezTo>
                  <a:cubicBezTo>
                    <a:pt x="35" y="2900"/>
                    <a:pt x="0" y="2970"/>
                    <a:pt x="35" y="3014"/>
                  </a:cubicBezTo>
                  <a:cubicBezTo>
                    <a:pt x="35" y="3155"/>
                    <a:pt x="35" y="3304"/>
                    <a:pt x="70" y="3488"/>
                  </a:cubicBezTo>
                  <a:cubicBezTo>
                    <a:pt x="105" y="4110"/>
                    <a:pt x="149" y="4767"/>
                    <a:pt x="438" y="5381"/>
                  </a:cubicBezTo>
                  <a:cubicBezTo>
                    <a:pt x="982" y="6407"/>
                    <a:pt x="2192" y="7064"/>
                    <a:pt x="3436" y="7064"/>
                  </a:cubicBezTo>
                  <a:cubicBezTo>
                    <a:pt x="3761" y="7064"/>
                    <a:pt x="4129" y="7029"/>
                    <a:pt x="4453" y="6915"/>
                  </a:cubicBezTo>
                  <a:cubicBezTo>
                    <a:pt x="5076" y="6696"/>
                    <a:pt x="5628" y="6258"/>
                    <a:pt x="6022" y="5714"/>
                  </a:cubicBezTo>
                  <a:cubicBezTo>
                    <a:pt x="6426" y="5162"/>
                    <a:pt x="6539" y="4469"/>
                    <a:pt x="6390" y="3812"/>
                  </a:cubicBezTo>
                  <a:lnTo>
                    <a:pt x="5882" y="1656"/>
                  </a:lnTo>
                  <a:lnTo>
                    <a:pt x="5882" y="1621"/>
                  </a:lnTo>
                  <a:cubicBezTo>
                    <a:pt x="5847" y="1585"/>
                    <a:pt x="5847" y="1550"/>
                    <a:pt x="5847" y="1515"/>
                  </a:cubicBezTo>
                  <a:cubicBezTo>
                    <a:pt x="5847" y="1480"/>
                    <a:pt x="5847" y="1436"/>
                    <a:pt x="5698" y="1042"/>
                  </a:cubicBezTo>
                  <a:cubicBezTo>
                    <a:pt x="5584" y="639"/>
                    <a:pt x="5330" y="306"/>
                    <a:pt x="5040" y="16"/>
                  </a:cubicBezTo>
                  <a:cubicBezTo>
                    <a:pt x="5040" y="16"/>
                    <a:pt x="5025" y="1"/>
                    <a:pt x="4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2"/>
            <p:cNvSpPr/>
            <p:nvPr/>
          </p:nvSpPr>
          <p:spPr>
            <a:xfrm>
              <a:off x="6840199" y="911527"/>
              <a:ext cx="6658" cy="67563"/>
            </a:xfrm>
            <a:custGeom>
              <a:avLst/>
              <a:gdLst/>
              <a:ahLst/>
              <a:cxnLst/>
              <a:rect l="l" t="t" r="r" b="b"/>
              <a:pathLst>
                <a:path w="115" h="1167" extrusionOk="0">
                  <a:moveTo>
                    <a:pt x="0" y="1"/>
                  </a:moveTo>
                  <a:lnTo>
                    <a:pt x="0" y="220"/>
                  </a:lnTo>
                  <a:lnTo>
                    <a:pt x="0" y="290"/>
                  </a:lnTo>
                  <a:lnTo>
                    <a:pt x="114" y="1166"/>
                  </a:lnTo>
                  <a:lnTo>
                    <a:pt x="0" y="290"/>
                  </a:ln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2"/>
            <p:cNvSpPr/>
            <p:nvPr/>
          </p:nvSpPr>
          <p:spPr>
            <a:xfrm>
              <a:off x="6834062" y="904927"/>
              <a:ext cx="18874" cy="80764"/>
            </a:xfrm>
            <a:custGeom>
              <a:avLst/>
              <a:gdLst/>
              <a:ahLst/>
              <a:cxnLst/>
              <a:rect l="l" t="t" r="r" b="b"/>
              <a:pathLst>
                <a:path w="326" h="1395" extrusionOk="0">
                  <a:moveTo>
                    <a:pt x="106" y="1"/>
                  </a:moveTo>
                  <a:cubicBezTo>
                    <a:pt x="36" y="1"/>
                    <a:pt x="1" y="44"/>
                    <a:pt x="1" y="115"/>
                  </a:cubicBezTo>
                  <a:lnTo>
                    <a:pt x="1" y="404"/>
                  </a:lnTo>
                  <a:lnTo>
                    <a:pt x="1" y="439"/>
                  </a:lnTo>
                  <a:lnTo>
                    <a:pt x="71" y="1280"/>
                  </a:lnTo>
                  <a:cubicBezTo>
                    <a:pt x="106" y="1359"/>
                    <a:pt x="141" y="1394"/>
                    <a:pt x="220" y="1394"/>
                  </a:cubicBezTo>
                  <a:cubicBezTo>
                    <a:pt x="290" y="1394"/>
                    <a:pt x="325" y="1315"/>
                    <a:pt x="325" y="1245"/>
                  </a:cubicBezTo>
                  <a:lnTo>
                    <a:pt x="255" y="404"/>
                  </a:lnTo>
                  <a:lnTo>
                    <a:pt x="255" y="369"/>
                  </a:lnTo>
                  <a:lnTo>
                    <a:pt x="255" y="299"/>
                  </a:lnTo>
                  <a:cubicBezTo>
                    <a:pt x="220" y="264"/>
                    <a:pt x="220" y="185"/>
                    <a:pt x="220" y="115"/>
                  </a:cubicBezTo>
                  <a:cubicBezTo>
                    <a:pt x="220" y="79"/>
                    <a:pt x="176" y="1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2"/>
            <p:cNvSpPr/>
            <p:nvPr/>
          </p:nvSpPr>
          <p:spPr>
            <a:xfrm>
              <a:off x="6846799" y="979032"/>
              <a:ext cx="58" cy="2084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0" y="0"/>
                  </a:moveTo>
                  <a:lnTo>
                    <a:pt x="0" y="35"/>
                  </a:ln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2"/>
            <p:cNvSpPr/>
            <p:nvPr/>
          </p:nvSpPr>
          <p:spPr>
            <a:xfrm>
              <a:off x="6838172" y="972374"/>
              <a:ext cx="14763" cy="17368"/>
            </a:xfrm>
            <a:custGeom>
              <a:avLst/>
              <a:gdLst/>
              <a:ahLst/>
              <a:cxnLst/>
              <a:rect l="l" t="t" r="r" b="b"/>
              <a:pathLst>
                <a:path w="255" h="300" extrusionOk="0">
                  <a:moveTo>
                    <a:pt x="149" y="1"/>
                  </a:moveTo>
                  <a:cubicBezTo>
                    <a:pt x="135" y="1"/>
                    <a:pt x="120" y="4"/>
                    <a:pt x="105" y="10"/>
                  </a:cubicBezTo>
                  <a:cubicBezTo>
                    <a:pt x="70" y="10"/>
                    <a:pt x="0" y="45"/>
                    <a:pt x="0" y="115"/>
                  </a:cubicBezTo>
                  <a:lnTo>
                    <a:pt x="35" y="194"/>
                  </a:lnTo>
                  <a:cubicBezTo>
                    <a:pt x="35" y="229"/>
                    <a:pt x="70" y="299"/>
                    <a:pt x="149" y="299"/>
                  </a:cubicBezTo>
                  <a:cubicBezTo>
                    <a:pt x="219" y="299"/>
                    <a:pt x="254" y="229"/>
                    <a:pt x="254" y="150"/>
                  </a:cubicBezTo>
                  <a:lnTo>
                    <a:pt x="254" y="80"/>
                  </a:lnTo>
                  <a:cubicBezTo>
                    <a:pt x="254" y="52"/>
                    <a:pt x="208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2"/>
            <p:cNvSpPr/>
            <p:nvPr/>
          </p:nvSpPr>
          <p:spPr>
            <a:xfrm>
              <a:off x="7100552" y="924206"/>
              <a:ext cx="25416" cy="25416"/>
            </a:xfrm>
            <a:custGeom>
              <a:avLst/>
              <a:gdLst/>
              <a:ahLst/>
              <a:cxnLst/>
              <a:rect l="l" t="t" r="r" b="b"/>
              <a:pathLst>
                <a:path w="439" h="439" extrusionOk="0">
                  <a:moveTo>
                    <a:pt x="175" y="1"/>
                  </a:moveTo>
                  <a:cubicBezTo>
                    <a:pt x="70" y="36"/>
                    <a:pt x="0" y="150"/>
                    <a:pt x="35" y="255"/>
                  </a:cubicBezTo>
                  <a:cubicBezTo>
                    <a:pt x="35" y="369"/>
                    <a:pt x="140" y="439"/>
                    <a:pt x="254" y="439"/>
                  </a:cubicBezTo>
                  <a:cubicBezTo>
                    <a:pt x="359" y="404"/>
                    <a:pt x="438" y="290"/>
                    <a:pt x="438" y="185"/>
                  </a:cubicBezTo>
                  <a:cubicBezTo>
                    <a:pt x="438" y="71"/>
                    <a:pt x="324" y="1"/>
                    <a:pt x="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2"/>
            <p:cNvSpPr/>
            <p:nvPr/>
          </p:nvSpPr>
          <p:spPr>
            <a:xfrm>
              <a:off x="7155321" y="871463"/>
              <a:ext cx="61484" cy="114227"/>
            </a:xfrm>
            <a:custGeom>
              <a:avLst/>
              <a:gdLst/>
              <a:ahLst/>
              <a:cxnLst/>
              <a:rect l="l" t="t" r="r" b="b"/>
              <a:pathLst>
                <a:path w="1062" h="1973" extrusionOk="0">
                  <a:moveTo>
                    <a:pt x="1" y="0"/>
                  </a:moveTo>
                  <a:lnTo>
                    <a:pt x="439" y="1972"/>
                  </a:lnTo>
                  <a:lnTo>
                    <a:pt x="763" y="1858"/>
                  </a:lnTo>
                  <a:cubicBezTo>
                    <a:pt x="983" y="1753"/>
                    <a:pt x="1061" y="1499"/>
                    <a:pt x="948" y="128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2"/>
            <p:cNvSpPr/>
            <p:nvPr/>
          </p:nvSpPr>
          <p:spPr>
            <a:xfrm>
              <a:off x="7155321" y="871463"/>
              <a:ext cx="69590" cy="121290"/>
            </a:xfrm>
            <a:custGeom>
              <a:avLst/>
              <a:gdLst/>
              <a:ahLst/>
              <a:cxnLst/>
              <a:rect l="l" t="t" r="r" b="b"/>
              <a:pathLst>
                <a:path w="1202" h="2095" extrusionOk="0">
                  <a:moveTo>
                    <a:pt x="1" y="0"/>
                  </a:moveTo>
                  <a:cubicBezTo>
                    <a:pt x="150" y="324"/>
                    <a:pt x="474" y="728"/>
                    <a:pt x="658" y="1096"/>
                  </a:cubicBezTo>
                  <a:cubicBezTo>
                    <a:pt x="763" y="1236"/>
                    <a:pt x="912" y="1385"/>
                    <a:pt x="842" y="1569"/>
                  </a:cubicBezTo>
                  <a:cubicBezTo>
                    <a:pt x="763" y="1753"/>
                    <a:pt x="544" y="1788"/>
                    <a:pt x="404" y="1858"/>
                  </a:cubicBezTo>
                  <a:cubicBezTo>
                    <a:pt x="307" y="1926"/>
                    <a:pt x="350" y="2094"/>
                    <a:pt x="451" y="2094"/>
                  </a:cubicBezTo>
                  <a:cubicBezTo>
                    <a:pt x="469" y="2094"/>
                    <a:pt x="488" y="2089"/>
                    <a:pt x="509" y="2078"/>
                  </a:cubicBezTo>
                  <a:cubicBezTo>
                    <a:pt x="623" y="2042"/>
                    <a:pt x="693" y="2007"/>
                    <a:pt x="807" y="1972"/>
                  </a:cubicBezTo>
                  <a:cubicBezTo>
                    <a:pt x="1097" y="1858"/>
                    <a:pt x="1202" y="1499"/>
                    <a:pt x="1061" y="1236"/>
                  </a:cubicBezTo>
                  <a:cubicBezTo>
                    <a:pt x="693" y="798"/>
                    <a:pt x="369" y="403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2"/>
            <p:cNvSpPr/>
            <p:nvPr/>
          </p:nvSpPr>
          <p:spPr>
            <a:xfrm>
              <a:off x="6806156" y="977527"/>
              <a:ext cx="27963" cy="35548"/>
            </a:xfrm>
            <a:custGeom>
              <a:avLst/>
              <a:gdLst/>
              <a:ahLst/>
              <a:cxnLst/>
              <a:rect l="l" t="t" r="r" b="b"/>
              <a:pathLst>
                <a:path w="483" h="614" extrusionOk="0">
                  <a:moveTo>
                    <a:pt x="150" y="0"/>
                  </a:moveTo>
                  <a:cubicBezTo>
                    <a:pt x="124" y="0"/>
                    <a:pt x="97" y="9"/>
                    <a:pt x="80" y="26"/>
                  </a:cubicBezTo>
                  <a:cubicBezTo>
                    <a:pt x="45" y="61"/>
                    <a:pt x="45" y="140"/>
                    <a:pt x="80" y="210"/>
                  </a:cubicBezTo>
                  <a:lnTo>
                    <a:pt x="185" y="324"/>
                  </a:lnTo>
                  <a:lnTo>
                    <a:pt x="80" y="395"/>
                  </a:lnTo>
                  <a:cubicBezTo>
                    <a:pt x="1" y="430"/>
                    <a:pt x="1" y="500"/>
                    <a:pt x="45" y="544"/>
                  </a:cubicBezTo>
                  <a:cubicBezTo>
                    <a:pt x="45" y="579"/>
                    <a:pt x="80" y="614"/>
                    <a:pt x="115" y="614"/>
                  </a:cubicBezTo>
                  <a:cubicBezTo>
                    <a:pt x="150" y="614"/>
                    <a:pt x="185" y="579"/>
                    <a:pt x="185" y="579"/>
                  </a:cubicBezTo>
                  <a:lnTo>
                    <a:pt x="404" y="465"/>
                  </a:lnTo>
                  <a:cubicBezTo>
                    <a:pt x="439" y="430"/>
                    <a:pt x="483" y="395"/>
                    <a:pt x="483" y="324"/>
                  </a:cubicBezTo>
                  <a:cubicBezTo>
                    <a:pt x="483" y="281"/>
                    <a:pt x="483" y="246"/>
                    <a:pt x="439" y="210"/>
                  </a:cubicBezTo>
                  <a:lnTo>
                    <a:pt x="220" y="26"/>
                  </a:lnTo>
                  <a:cubicBezTo>
                    <a:pt x="202" y="9"/>
                    <a:pt x="176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2"/>
            <p:cNvSpPr/>
            <p:nvPr/>
          </p:nvSpPr>
          <p:spPr>
            <a:xfrm>
              <a:off x="7062458" y="878874"/>
              <a:ext cx="63511" cy="38790"/>
            </a:xfrm>
            <a:custGeom>
              <a:avLst/>
              <a:gdLst/>
              <a:ahLst/>
              <a:cxnLst/>
              <a:rect l="l" t="t" r="r" b="b"/>
              <a:pathLst>
                <a:path w="1097" h="670" extrusionOk="0">
                  <a:moveTo>
                    <a:pt x="779" y="1"/>
                  </a:moveTo>
                  <a:cubicBezTo>
                    <a:pt x="678" y="1"/>
                    <a:pt x="559" y="29"/>
                    <a:pt x="439" y="91"/>
                  </a:cubicBezTo>
                  <a:cubicBezTo>
                    <a:pt x="176" y="196"/>
                    <a:pt x="71" y="380"/>
                    <a:pt x="36" y="494"/>
                  </a:cubicBezTo>
                  <a:cubicBezTo>
                    <a:pt x="1" y="600"/>
                    <a:pt x="71" y="670"/>
                    <a:pt x="141" y="670"/>
                  </a:cubicBezTo>
                  <a:cubicBezTo>
                    <a:pt x="220" y="670"/>
                    <a:pt x="290" y="600"/>
                    <a:pt x="360" y="565"/>
                  </a:cubicBezTo>
                  <a:cubicBezTo>
                    <a:pt x="439" y="529"/>
                    <a:pt x="544" y="494"/>
                    <a:pt x="579" y="451"/>
                  </a:cubicBezTo>
                  <a:cubicBezTo>
                    <a:pt x="658" y="416"/>
                    <a:pt x="763" y="380"/>
                    <a:pt x="833" y="345"/>
                  </a:cubicBezTo>
                  <a:cubicBezTo>
                    <a:pt x="912" y="310"/>
                    <a:pt x="982" y="275"/>
                    <a:pt x="1053" y="231"/>
                  </a:cubicBezTo>
                  <a:cubicBezTo>
                    <a:pt x="1096" y="161"/>
                    <a:pt x="1096" y="91"/>
                    <a:pt x="982" y="56"/>
                  </a:cubicBezTo>
                  <a:cubicBezTo>
                    <a:pt x="935" y="20"/>
                    <a:pt x="863" y="1"/>
                    <a:pt x="7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2"/>
            <p:cNvSpPr/>
            <p:nvPr/>
          </p:nvSpPr>
          <p:spPr>
            <a:xfrm>
              <a:off x="7098005" y="1001032"/>
              <a:ext cx="68027" cy="39484"/>
            </a:xfrm>
            <a:custGeom>
              <a:avLst/>
              <a:gdLst/>
              <a:ahLst/>
              <a:cxnLst/>
              <a:rect l="l" t="t" r="r" b="b"/>
              <a:pathLst>
                <a:path w="1175" h="682" extrusionOk="0">
                  <a:moveTo>
                    <a:pt x="129" y="1"/>
                  </a:moveTo>
                  <a:cubicBezTo>
                    <a:pt x="102" y="1"/>
                    <a:pt x="73" y="9"/>
                    <a:pt x="44" y="24"/>
                  </a:cubicBezTo>
                  <a:cubicBezTo>
                    <a:pt x="0" y="59"/>
                    <a:pt x="0" y="138"/>
                    <a:pt x="0" y="173"/>
                  </a:cubicBezTo>
                  <a:cubicBezTo>
                    <a:pt x="184" y="462"/>
                    <a:pt x="368" y="611"/>
                    <a:pt x="623" y="646"/>
                  </a:cubicBezTo>
                  <a:cubicBezTo>
                    <a:pt x="658" y="681"/>
                    <a:pt x="702" y="681"/>
                    <a:pt x="737" y="681"/>
                  </a:cubicBezTo>
                  <a:cubicBezTo>
                    <a:pt x="956" y="681"/>
                    <a:pt x="1096" y="576"/>
                    <a:pt x="1140" y="532"/>
                  </a:cubicBezTo>
                  <a:cubicBezTo>
                    <a:pt x="1175" y="497"/>
                    <a:pt x="1175" y="427"/>
                    <a:pt x="1140" y="392"/>
                  </a:cubicBezTo>
                  <a:cubicBezTo>
                    <a:pt x="1115" y="347"/>
                    <a:pt x="1081" y="327"/>
                    <a:pt x="1050" y="327"/>
                  </a:cubicBezTo>
                  <a:cubicBezTo>
                    <a:pt x="1027" y="327"/>
                    <a:pt x="1006" y="338"/>
                    <a:pt x="991" y="357"/>
                  </a:cubicBezTo>
                  <a:cubicBezTo>
                    <a:pt x="991" y="357"/>
                    <a:pt x="881" y="434"/>
                    <a:pt x="734" y="434"/>
                  </a:cubicBezTo>
                  <a:cubicBezTo>
                    <a:pt x="710" y="434"/>
                    <a:pt x="684" y="432"/>
                    <a:pt x="658" y="427"/>
                  </a:cubicBezTo>
                  <a:cubicBezTo>
                    <a:pt x="517" y="392"/>
                    <a:pt x="368" y="278"/>
                    <a:pt x="219" y="59"/>
                  </a:cubicBezTo>
                  <a:cubicBezTo>
                    <a:pt x="199" y="18"/>
                    <a:pt x="166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2"/>
            <p:cNvSpPr/>
            <p:nvPr/>
          </p:nvSpPr>
          <p:spPr>
            <a:xfrm>
              <a:off x="6303222" y="1297918"/>
              <a:ext cx="1089179" cy="1089468"/>
            </a:xfrm>
            <a:custGeom>
              <a:avLst/>
              <a:gdLst/>
              <a:ahLst/>
              <a:cxnLst/>
              <a:rect l="l" t="t" r="r" b="b"/>
              <a:pathLst>
                <a:path w="18813" h="18818" extrusionOk="0">
                  <a:moveTo>
                    <a:pt x="13987" y="0"/>
                  </a:moveTo>
                  <a:cubicBezTo>
                    <a:pt x="13916" y="0"/>
                    <a:pt x="13844" y="2"/>
                    <a:pt x="13772" y="6"/>
                  </a:cubicBezTo>
                  <a:lnTo>
                    <a:pt x="7995" y="374"/>
                  </a:lnTo>
                  <a:lnTo>
                    <a:pt x="7995" y="339"/>
                  </a:lnTo>
                  <a:lnTo>
                    <a:pt x="6023" y="444"/>
                  </a:lnTo>
                  <a:cubicBezTo>
                    <a:pt x="3761" y="488"/>
                    <a:pt x="1535" y="1908"/>
                    <a:pt x="1062" y="4135"/>
                  </a:cubicBezTo>
                  <a:lnTo>
                    <a:pt x="106" y="7720"/>
                  </a:lnTo>
                  <a:cubicBezTo>
                    <a:pt x="1" y="8114"/>
                    <a:pt x="255" y="8518"/>
                    <a:pt x="658" y="8632"/>
                  </a:cubicBezTo>
                  <a:lnTo>
                    <a:pt x="4270" y="9797"/>
                  </a:lnTo>
                  <a:lnTo>
                    <a:pt x="3428" y="18563"/>
                  </a:lnTo>
                  <a:lnTo>
                    <a:pt x="8144" y="18677"/>
                  </a:lnTo>
                  <a:lnTo>
                    <a:pt x="18812" y="18817"/>
                  </a:lnTo>
                  <a:lnTo>
                    <a:pt x="18409" y="10350"/>
                  </a:lnTo>
                  <a:lnTo>
                    <a:pt x="18260" y="4827"/>
                  </a:lnTo>
                  <a:cubicBezTo>
                    <a:pt x="18541" y="2347"/>
                    <a:pt x="16478" y="0"/>
                    <a:pt x="139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2"/>
            <p:cNvSpPr/>
            <p:nvPr/>
          </p:nvSpPr>
          <p:spPr>
            <a:xfrm>
              <a:off x="6298649" y="1291781"/>
              <a:ext cx="1099831" cy="1104231"/>
            </a:xfrm>
            <a:custGeom>
              <a:avLst/>
              <a:gdLst/>
              <a:ahLst/>
              <a:cxnLst/>
              <a:rect l="l" t="t" r="r" b="b"/>
              <a:pathLst>
                <a:path w="18997" h="19073" extrusionOk="0">
                  <a:moveTo>
                    <a:pt x="14077" y="0"/>
                  </a:moveTo>
                  <a:cubicBezTo>
                    <a:pt x="14002" y="0"/>
                    <a:pt x="13927" y="3"/>
                    <a:pt x="13851" y="7"/>
                  </a:cubicBezTo>
                  <a:lnTo>
                    <a:pt x="8109" y="331"/>
                  </a:lnTo>
                  <a:lnTo>
                    <a:pt x="8074" y="331"/>
                  </a:lnTo>
                  <a:lnTo>
                    <a:pt x="6102" y="445"/>
                  </a:lnTo>
                  <a:cubicBezTo>
                    <a:pt x="3691" y="480"/>
                    <a:pt x="1500" y="2084"/>
                    <a:pt x="1027" y="4206"/>
                  </a:cubicBezTo>
                  <a:lnTo>
                    <a:pt x="80" y="7826"/>
                  </a:lnTo>
                  <a:cubicBezTo>
                    <a:pt x="1" y="8045"/>
                    <a:pt x="45" y="8264"/>
                    <a:pt x="150" y="8440"/>
                  </a:cubicBezTo>
                  <a:cubicBezTo>
                    <a:pt x="299" y="8659"/>
                    <a:pt x="483" y="8808"/>
                    <a:pt x="702" y="8843"/>
                  </a:cubicBezTo>
                  <a:lnTo>
                    <a:pt x="4244" y="9974"/>
                  </a:lnTo>
                  <a:lnTo>
                    <a:pt x="3402" y="18634"/>
                  </a:lnTo>
                  <a:cubicBezTo>
                    <a:pt x="3402" y="18669"/>
                    <a:pt x="3402" y="18704"/>
                    <a:pt x="3437" y="18739"/>
                  </a:cubicBezTo>
                  <a:cubicBezTo>
                    <a:pt x="3472" y="18739"/>
                    <a:pt x="3472" y="18783"/>
                    <a:pt x="3507" y="18783"/>
                  </a:cubicBezTo>
                  <a:lnTo>
                    <a:pt x="8188" y="18888"/>
                  </a:lnTo>
                  <a:lnTo>
                    <a:pt x="18891" y="19072"/>
                  </a:lnTo>
                  <a:cubicBezTo>
                    <a:pt x="18927" y="19072"/>
                    <a:pt x="18927" y="19037"/>
                    <a:pt x="18962" y="19037"/>
                  </a:cubicBezTo>
                  <a:cubicBezTo>
                    <a:pt x="18997" y="19002"/>
                    <a:pt x="18997" y="18958"/>
                    <a:pt x="18997" y="18923"/>
                  </a:cubicBezTo>
                  <a:lnTo>
                    <a:pt x="18628" y="10412"/>
                  </a:lnTo>
                  <a:cubicBezTo>
                    <a:pt x="18593" y="10377"/>
                    <a:pt x="18558" y="10307"/>
                    <a:pt x="18488" y="10307"/>
                  </a:cubicBezTo>
                  <a:cubicBezTo>
                    <a:pt x="18409" y="10307"/>
                    <a:pt x="18374" y="10377"/>
                    <a:pt x="18374" y="10456"/>
                  </a:cubicBezTo>
                  <a:lnTo>
                    <a:pt x="18742" y="18818"/>
                  </a:lnTo>
                  <a:lnTo>
                    <a:pt x="8223" y="18669"/>
                  </a:lnTo>
                  <a:lnTo>
                    <a:pt x="3656" y="18520"/>
                  </a:lnTo>
                  <a:lnTo>
                    <a:pt x="4463" y="9903"/>
                  </a:lnTo>
                  <a:cubicBezTo>
                    <a:pt x="4498" y="9868"/>
                    <a:pt x="4463" y="9798"/>
                    <a:pt x="4384" y="9798"/>
                  </a:cubicBezTo>
                  <a:lnTo>
                    <a:pt x="737" y="8624"/>
                  </a:lnTo>
                  <a:cubicBezTo>
                    <a:pt x="588" y="8589"/>
                    <a:pt x="439" y="8483"/>
                    <a:pt x="369" y="8334"/>
                  </a:cubicBezTo>
                  <a:cubicBezTo>
                    <a:pt x="264" y="8185"/>
                    <a:pt x="264" y="8045"/>
                    <a:pt x="299" y="7861"/>
                  </a:cubicBezTo>
                  <a:lnTo>
                    <a:pt x="1246" y="4241"/>
                  </a:lnTo>
                  <a:cubicBezTo>
                    <a:pt x="1684" y="2233"/>
                    <a:pt x="3805" y="699"/>
                    <a:pt x="6102" y="664"/>
                  </a:cubicBezTo>
                  <a:lnTo>
                    <a:pt x="8004" y="594"/>
                  </a:lnTo>
                  <a:lnTo>
                    <a:pt x="8074" y="594"/>
                  </a:lnTo>
                  <a:lnTo>
                    <a:pt x="13851" y="261"/>
                  </a:lnTo>
                  <a:cubicBezTo>
                    <a:pt x="13927" y="257"/>
                    <a:pt x="14003" y="254"/>
                    <a:pt x="14079" y="254"/>
                  </a:cubicBezTo>
                  <a:cubicBezTo>
                    <a:pt x="15167" y="254"/>
                    <a:pt x="16238" y="721"/>
                    <a:pt x="17024" y="1541"/>
                  </a:cubicBezTo>
                  <a:cubicBezTo>
                    <a:pt x="17936" y="2488"/>
                    <a:pt x="18339" y="3732"/>
                    <a:pt x="18234" y="4933"/>
                  </a:cubicBezTo>
                  <a:cubicBezTo>
                    <a:pt x="18190" y="5012"/>
                    <a:pt x="18269" y="5047"/>
                    <a:pt x="18304" y="5082"/>
                  </a:cubicBezTo>
                  <a:cubicBezTo>
                    <a:pt x="18374" y="5082"/>
                    <a:pt x="18453" y="5012"/>
                    <a:pt x="18453" y="4977"/>
                  </a:cubicBezTo>
                  <a:cubicBezTo>
                    <a:pt x="18593" y="3662"/>
                    <a:pt x="18155" y="2382"/>
                    <a:pt x="17208" y="1392"/>
                  </a:cubicBezTo>
                  <a:cubicBezTo>
                    <a:pt x="16352" y="503"/>
                    <a:pt x="15234" y="0"/>
                    <a:pt x="14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2"/>
            <p:cNvSpPr/>
            <p:nvPr/>
          </p:nvSpPr>
          <p:spPr>
            <a:xfrm>
              <a:off x="6848825" y="1300755"/>
              <a:ext cx="247212" cy="1095258"/>
            </a:xfrm>
            <a:custGeom>
              <a:avLst/>
              <a:gdLst/>
              <a:ahLst/>
              <a:cxnLst/>
              <a:rect l="l" t="t" r="r" b="b"/>
              <a:pathLst>
                <a:path w="4270" h="18918" extrusionOk="0">
                  <a:moveTo>
                    <a:pt x="0" y="1"/>
                  </a:moveTo>
                  <a:lnTo>
                    <a:pt x="0" y="18768"/>
                  </a:lnTo>
                  <a:cubicBezTo>
                    <a:pt x="0" y="18847"/>
                    <a:pt x="70" y="18917"/>
                    <a:pt x="105" y="18917"/>
                  </a:cubicBezTo>
                  <a:lnTo>
                    <a:pt x="4164" y="18847"/>
                  </a:lnTo>
                  <a:cubicBezTo>
                    <a:pt x="4234" y="18847"/>
                    <a:pt x="4269" y="18768"/>
                    <a:pt x="4269" y="18698"/>
                  </a:cubicBezTo>
                  <a:lnTo>
                    <a:pt x="4269" y="1"/>
                  </a:lnTo>
                  <a:cubicBezTo>
                    <a:pt x="3612" y="474"/>
                    <a:pt x="2882" y="711"/>
                    <a:pt x="2148" y="711"/>
                  </a:cubicBezTo>
                  <a:cubicBezTo>
                    <a:pt x="1414" y="711"/>
                    <a:pt x="675" y="47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2"/>
            <p:cNvSpPr/>
            <p:nvPr/>
          </p:nvSpPr>
          <p:spPr>
            <a:xfrm>
              <a:off x="6842225" y="1293286"/>
              <a:ext cx="260412" cy="1108805"/>
            </a:xfrm>
            <a:custGeom>
              <a:avLst/>
              <a:gdLst/>
              <a:ahLst/>
              <a:cxnLst/>
              <a:rect l="l" t="t" r="r" b="b"/>
              <a:pathLst>
                <a:path w="4498" h="19152" extrusionOk="0">
                  <a:moveTo>
                    <a:pt x="4278" y="349"/>
                  </a:moveTo>
                  <a:lnTo>
                    <a:pt x="4278" y="18827"/>
                  </a:lnTo>
                  <a:lnTo>
                    <a:pt x="4278" y="18862"/>
                  </a:lnTo>
                  <a:lnTo>
                    <a:pt x="254" y="18932"/>
                  </a:lnTo>
                  <a:lnTo>
                    <a:pt x="219" y="18897"/>
                  </a:lnTo>
                  <a:lnTo>
                    <a:pt x="219" y="349"/>
                  </a:lnTo>
                  <a:cubicBezTo>
                    <a:pt x="859" y="765"/>
                    <a:pt x="1554" y="974"/>
                    <a:pt x="2249" y="974"/>
                  </a:cubicBezTo>
                  <a:cubicBezTo>
                    <a:pt x="2943" y="974"/>
                    <a:pt x="3638" y="765"/>
                    <a:pt x="4278" y="349"/>
                  </a:cubicBezTo>
                  <a:close/>
                  <a:moveTo>
                    <a:pt x="114" y="0"/>
                  </a:moveTo>
                  <a:cubicBezTo>
                    <a:pt x="103" y="0"/>
                    <a:pt x="91" y="4"/>
                    <a:pt x="79" y="16"/>
                  </a:cubicBezTo>
                  <a:cubicBezTo>
                    <a:pt x="35" y="51"/>
                    <a:pt x="0" y="86"/>
                    <a:pt x="0" y="130"/>
                  </a:cubicBezTo>
                  <a:lnTo>
                    <a:pt x="0" y="18897"/>
                  </a:lnTo>
                  <a:cubicBezTo>
                    <a:pt x="0" y="18976"/>
                    <a:pt x="35" y="19046"/>
                    <a:pt x="79" y="19081"/>
                  </a:cubicBezTo>
                  <a:cubicBezTo>
                    <a:pt x="114" y="19117"/>
                    <a:pt x="184" y="19152"/>
                    <a:pt x="219" y="19152"/>
                  </a:cubicBezTo>
                  <a:lnTo>
                    <a:pt x="4278" y="19081"/>
                  </a:lnTo>
                  <a:cubicBezTo>
                    <a:pt x="4418" y="19081"/>
                    <a:pt x="4497" y="18976"/>
                    <a:pt x="4497" y="18827"/>
                  </a:cubicBezTo>
                  <a:lnTo>
                    <a:pt x="4497" y="130"/>
                  </a:lnTo>
                  <a:cubicBezTo>
                    <a:pt x="4497" y="86"/>
                    <a:pt x="4497" y="51"/>
                    <a:pt x="4462" y="16"/>
                  </a:cubicBezTo>
                  <a:cubicBezTo>
                    <a:pt x="4447" y="4"/>
                    <a:pt x="4430" y="0"/>
                    <a:pt x="4412" y="0"/>
                  </a:cubicBezTo>
                  <a:cubicBezTo>
                    <a:pt x="4375" y="0"/>
                    <a:pt x="4336" y="16"/>
                    <a:pt x="4313" y="16"/>
                  </a:cubicBezTo>
                  <a:cubicBezTo>
                    <a:pt x="3673" y="489"/>
                    <a:pt x="2970" y="726"/>
                    <a:pt x="2262" y="726"/>
                  </a:cubicBezTo>
                  <a:cubicBezTo>
                    <a:pt x="1554" y="726"/>
                    <a:pt x="842" y="489"/>
                    <a:pt x="184" y="16"/>
                  </a:cubicBezTo>
                  <a:cubicBezTo>
                    <a:pt x="161" y="16"/>
                    <a:pt x="138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2"/>
            <p:cNvSpPr/>
            <p:nvPr/>
          </p:nvSpPr>
          <p:spPr>
            <a:xfrm>
              <a:off x="6848825" y="1268797"/>
              <a:ext cx="253812" cy="71442"/>
            </a:xfrm>
            <a:custGeom>
              <a:avLst/>
              <a:gdLst/>
              <a:ahLst/>
              <a:cxnLst/>
              <a:rect l="l" t="t" r="r" b="b"/>
              <a:pathLst>
                <a:path w="4384" h="1234" extrusionOk="0">
                  <a:moveTo>
                    <a:pt x="0" y="1"/>
                  </a:moveTo>
                  <a:lnTo>
                    <a:pt x="0" y="693"/>
                  </a:lnTo>
                  <a:cubicBezTo>
                    <a:pt x="694" y="1049"/>
                    <a:pt x="1456" y="1234"/>
                    <a:pt x="2215" y="1234"/>
                  </a:cubicBezTo>
                  <a:cubicBezTo>
                    <a:pt x="2932" y="1234"/>
                    <a:pt x="3648" y="1069"/>
                    <a:pt x="4304" y="728"/>
                  </a:cubicBezTo>
                  <a:cubicBezTo>
                    <a:pt x="4348" y="693"/>
                    <a:pt x="4383" y="658"/>
                    <a:pt x="4383" y="623"/>
                  </a:cubicBezTo>
                  <a:lnTo>
                    <a:pt x="4383" y="185"/>
                  </a:lnTo>
                  <a:cubicBezTo>
                    <a:pt x="4383" y="126"/>
                    <a:pt x="4304" y="62"/>
                    <a:pt x="4238" y="62"/>
                  </a:cubicBezTo>
                  <a:cubicBezTo>
                    <a:pt x="4224" y="62"/>
                    <a:pt x="4211" y="65"/>
                    <a:pt x="4199" y="71"/>
                  </a:cubicBezTo>
                  <a:cubicBezTo>
                    <a:pt x="3567" y="387"/>
                    <a:pt x="2877" y="543"/>
                    <a:pt x="2184" y="543"/>
                  </a:cubicBezTo>
                  <a:cubicBezTo>
                    <a:pt x="1435" y="543"/>
                    <a:pt x="683" y="36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2"/>
            <p:cNvSpPr/>
            <p:nvPr/>
          </p:nvSpPr>
          <p:spPr>
            <a:xfrm>
              <a:off x="6842225" y="1262718"/>
              <a:ext cx="266491" cy="84295"/>
            </a:xfrm>
            <a:custGeom>
              <a:avLst/>
              <a:gdLst/>
              <a:ahLst/>
              <a:cxnLst/>
              <a:rect l="l" t="t" r="r" b="b"/>
              <a:pathLst>
                <a:path w="4603" h="1456" extrusionOk="0">
                  <a:moveTo>
                    <a:pt x="4348" y="290"/>
                  </a:moveTo>
                  <a:lnTo>
                    <a:pt x="4348" y="728"/>
                  </a:lnTo>
                  <a:cubicBezTo>
                    <a:pt x="3708" y="1057"/>
                    <a:pt x="3005" y="1221"/>
                    <a:pt x="2297" y="1221"/>
                  </a:cubicBezTo>
                  <a:cubicBezTo>
                    <a:pt x="1589" y="1221"/>
                    <a:pt x="877" y="1057"/>
                    <a:pt x="219" y="728"/>
                  </a:cubicBezTo>
                  <a:lnTo>
                    <a:pt x="219" y="290"/>
                  </a:lnTo>
                  <a:cubicBezTo>
                    <a:pt x="877" y="601"/>
                    <a:pt x="1589" y="757"/>
                    <a:pt x="2297" y="757"/>
                  </a:cubicBezTo>
                  <a:cubicBezTo>
                    <a:pt x="3005" y="757"/>
                    <a:pt x="3708" y="601"/>
                    <a:pt x="4348" y="290"/>
                  </a:cubicBezTo>
                  <a:close/>
                  <a:moveTo>
                    <a:pt x="35" y="0"/>
                  </a:moveTo>
                  <a:cubicBezTo>
                    <a:pt x="0" y="36"/>
                    <a:pt x="0" y="71"/>
                    <a:pt x="0" y="106"/>
                  </a:cubicBezTo>
                  <a:lnTo>
                    <a:pt x="0" y="798"/>
                  </a:lnTo>
                  <a:cubicBezTo>
                    <a:pt x="0" y="833"/>
                    <a:pt x="0" y="877"/>
                    <a:pt x="35" y="912"/>
                  </a:cubicBezTo>
                  <a:cubicBezTo>
                    <a:pt x="737" y="1271"/>
                    <a:pt x="1534" y="1456"/>
                    <a:pt x="2306" y="1456"/>
                  </a:cubicBezTo>
                  <a:cubicBezTo>
                    <a:pt x="3033" y="1456"/>
                    <a:pt x="3805" y="1271"/>
                    <a:pt x="4462" y="947"/>
                  </a:cubicBezTo>
                  <a:cubicBezTo>
                    <a:pt x="4532" y="912"/>
                    <a:pt x="4602" y="798"/>
                    <a:pt x="4602" y="728"/>
                  </a:cubicBezTo>
                  <a:lnTo>
                    <a:pt x="4602" y="290"/>
                  </a:lnTo>
                  <a:cubicBezTo>
                    <a:pt x="4602" y="220"/>
                    <a:pt x="4567" y="141"/>
                    <a:pt x="4497" y="106"/>
                  </a:cubicBezTo>
                  <a:cubicBezTo>
                    <a:pt x="4441" y="81"/>
                    <a:pt x="4390" y="56"/>
                    <a:pt x="4340" y="56"/>
                  </a:cubicBezTo>
                  <a:cubicBezTo>
                    <a:pt x="4319" y="56"/>
                    <a:pt x="4299" y="60"/>
                    <a:pt x="4278" y="71"/>
                  </a:cubicBezTo>
                  <a:cubicBezTo>
                    <a:pt x="3638" y="373"/>
                    <a:pt x="2946" y="529"/>
                    <a:pt x="2257" y="529"/>
                  </a:cubicBezTo>
                  <a:cubicBezTo>
                    <a:pt x="1530" y="529"/>
                    <a:pt x="806" y="356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2"/>
            <p:cNvSpPr/>
            <p:nvPr/>
          </p:nvSpPr>
          <p:spPr>
            <a:xfrm>
              <a:off x="6546324" y="1651483"/>
              <a:ext cx="10711" cy="164943"/>
            </a:xfrm>
            <a:custGeom>
              <a:avLst/>
              <a:gdLst/>
              <a:ahLst/>
              <a:cxnLst/>
              <a:rect l="l" t="t" r="r" b="b"/>
              <a:pathLst>
                <a:path w="185" h="2849" extrusionOk="0">
                  <a:moveTo>
                    <a:pt x="185" y="0"/>
                  </a:moveTo>
                  <a:lnTo>
                    <a:pt x="1" y="28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2"/>
            <p:cNvSpPr/>
            <p:nvPr/>
          </p:nvSpPr>
          <p:spPr>
            <a:xfrm>
              <a:off x="6542271" y="1647372"/>
              <a:ext cx="18816" cy="175653"/>
            </a:xfrm>
            <a:custGeom>
              <a:avLst/>
              <a:gdLst/>
              <a:ahLst/>
              <a:cxnLst/>
              <a:rect l="l" t="t" r="r" b="b"/>
              <a:pathLst>
                <a:path w="325" h="3034" extrusionOk="0">
                  <a:moveTo>
                    <a:pt x="255" y="1"/>
                  </a:moveTo>
                  <a:cubicBezTo>
                    <a:pt x="220" y="1"/>
                    <a:pt x="176" y="36"/>
                    <a:pt x="176" y="71"/>
                  </a:cubicBezTo>
                  <a:lnTo>
                    <a:pt x="1" y="2920"/>
                  </a:lnTo>
                  <a:cubicBezTo>
                    <a:pt x="1" y="2999"/>
                    <a:pt x="36" y="3034"/>
                    <a:pt x="71" y="3034"/>
                  </a:cubicBezTo>
                  <a:cubicBezTo>
                    <a:pt x="141" y="3034"/>
                    <a:pt x="176" y="2999"/>
                    <a:pt x="176" y="2920"/>
                  </a:cubicBezTo>
                  <a:lnTo>
                    <a:pt x="325" y="106"/>
                  </a:lnTo>
                  <a:cubicBezTo>
                    <a:pt x="325" y="36"/>
                    <a:pt x="290" y="1"/>
                    <a:pt x="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2"/>
            <p:cNvSpPr/>
            <p:nvPr/>
          </p:nvSpPr>
          <p:spPr>
            <a:xfrm>
              <a:off x="6876209" y="1790952"/>
              <a:ext cx="124880" cy="372786"/>
            </a:xfrm>
            <a:custGeom>
              <a:avLst/>
              <a:gdLst/>
              <a:ahLst/>
              <a:cxnLst/>
              <a:rect l="l" t="t" r="r" b="b"/>
              <a:pathLst>
                <a:path w="2157" h="6439" extrusionOk="0">
                  <a:moveTo>
                    <a:pt x="711" y="1"/>
                  </a:moveTo>
                  <a:cubicBezTo>
                    <a:pt x="705" y="1"/>
                    <a:pt x="699" y="1"/>
                    <a:pt x="693" y="2"/>
                  </a:cubicBezTo>
                  <a:cubicBezTo>
                    <a:pt x="220" y="81"/>
                    <a:pt x="1" y="1571"/>
                    <a:pt x="220" y="3324"/>
                  </a:cubicBezTo>
                  <a:cubicBezTo>
                    <a:pt x="434" y="5077"/>
                    <a:pt x="956" y="6438"/>
                    <a:pt x="1429" y="6438"/>
                  </a:cubicBezTo>
                  <a:cubicBezTo>
                    <a:pt x="1441" y="6438"/>
                    <a:pt x="1453" y="6437"/>
                    <a:pt x="1464" y="6436"/>
                  </a:cubicBezTo>
                  <a:cubicBezTo>
                    <a:pt x="1938" y="6392"/>
                    <a:pt x="2157" y="4902"/>
                    <a:pt x="1938" y="3149"/>
                  </a:cubicBezTo>
                  <a:cubicBezTo>
                    <a:pt x="1721" y="1374"/>
                    <a:pt x="1180" y="1"/>
                    <a:pt x="7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2"/>
            <p:cNvSpPr/>
            <p:nvPr/>
          </p:nvSpPr>
          <p:spPr>
            <a:xfrm>
              <a:off x="6876209" y="1784757"/>
              <a:ext cx="124880" cy="384886"/>
            </a:xfrm>
            <a:custGeom>
              <a:avLst/>
              <a:gdLst/>
              <a:ahLst/>
              <a:cxnLst/>
              <a:rect l="l" t="t" r="r" b="b"/>
              <a:pathLst>
                <a:path w="2157" h="6648" extrusionOk="0">
                  <a:moveTo>
                    <a:pt x="728" y="258"/>
                  </a:moveTo>
                  <a:cubicBezTo>
                    <a:pt x="1061" y="258"/>
                    <a:pt x="1605" y="1353"/>
                    <a:pt x="1824" y="3256"/>
                  </a:cubicBezTo>
                  <a:cubicBezTo>
                    <a:pt x="1938" y="4088"/>
                    <a:pt x="1938" y="4895"/>
                    <a:pt x="1824" y="5517"/>
                  </a:cubicBezTo>
                  <a:cubicBezTo>
                    <a:pt x="1754" y="6175"/>
                    <a:pt x="1570" y="6394"/>
                    <a:pt x="1421" y="6429"/>
                  </a:cubicBezTo>
                  <a:cubicBezTo>
                    <a:pt x="1416" y="6429"/>
                    <a:pt x="1412" y="6430"/>
                    <a:pt x="1407" y="6430"/>
                  </a:cubicBezTo>
                  <a:cubicBezTo>
                    <a:pt x="1114" y="6430"/>
                    <a:pt x="541" y="5304"/>
                    <a:pt x="325" y="3431"/>
                  </a:cubicBezTo>
                  <a:cubicBezTo>
                    <a:pt x="220" y="2554"/>
                    <a:pt x="220" y="1757"/>
                    <a:pt x="325" y="1169"/>
                  </a:cubicBezTo>
                  <a:cubicBezTo>
                    <a:pt x="404" y="512"/>
                    <a:pt x="588" y="258"/>
                    <a:pt x="728" y="258"/>
                  </a:cubicBezTo>
                  <a:close/>
                  <a:moveTo>
                    <a:pt x="735" y="1"/>
                  </a:moveTo>
                  <a:cubicBezTo>
                    <a:pt x="721" y="1"/>
                    <a:pt x="707" y="2"/>
                    <a:pt x="693" y="3"/>
                  </a:cubicBezTo>
                  <a:cubicBezTo>
                    <a:pt x="404" y="38"/>
                    <a:pt x="185" y="442"/>
                    <a:pt x="71" y="1134"/>
                  </a:cubicBezTo>
                  <a:cubicBezTo>
                    <a:pt x="1" y="1757"/>
                    <a:pt x="1" y="2598"/>
                    <a:pt x="106" y="3431"/>
                  </a:cubicBezTo>
                  <a:cubicBezTo>
                    <a:pt x="290" y="5044"/>
                    <a:pt x="807" y="6648"/>
                    <a:pt x="1421" y="6648"/>
                  </a:cubicBezTo>
                  <a:lnTo>
                    <a:pt x="1464" y="6648"/>
                  </a:lnTo>
                  <a:cubicBezTo>
                    <a:pt x="1754" y="6613"/>
                    <a:pt x="1973" y="6245"/>
                    <a:pt x="2078" y="5552"/>
                  </a:cubicBezTo>
                  <a:cubicBezTo>
                    <a:pt x="2157" y="4930"/>
                    <a:pt x="2157" y="4088"/>
                    <a:pt x="2043" y="3212"/>
                  </a:cubicBezTo>
                  <a:cubicBezTo>
                    <a:pt x="1863" y="1644"/>
                    <a:pt x="1340" y="1"/>
                    <a:pt x="7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2"/>
            <p:cNvSpPr/>
            <p:nvPr/>
          </p:nvSpPr>
          <p:spPr>
            <a:xfrm>
              <a:off x="6878236" y="1704225"/>
              <a:ext cx="456792" cy="438034"/>
            </a:xfrm>
            <a:custGeom>
              <a:avLst/>
              <a:gdLst/>
              <a:ahLst/>
              <a:cxnLst/>
              <a:rect l="l" t="t" r="r" b="b"/>
              <a:pathLst>
                <a:path w="7890" h="7566" extrusionOk="0">
                  <a:moveTo>
                    <a:pt x="3910" y="1"/>
                  </a:moveTo>
                  <a:cubicBezTo>
                    <a:pt x="3691" y="1"/>
                    <a:pt x="3437" y="80"/>
                    <a:pt x="3253" y="264"/>
                  </a:cubicBezTo>
                  <a:lnTo>
                    <a:pt x="2122" y="1429"/>
                  </a:lnTo>
                  <a:cubicBezTo>
                    <a:pt x="1824" y="1754"/>
                    <a:pt x="1386" y="1973"/>
                    <a:pt x="947" y="2052"/>
                  </a:cubicBezTo>
                  <a:lnTo>
                    <a:pt x="1" y="2236"/>
                  </a:lnTo>
                  <a:lnTo>
                    <a:pt x="1061" y="7566"/>
                  </a:lnTo>
                  <a:lnTo>
                    <a:pt x="2920" y="7276"/>
                  </a:lnTo>
                  <a:cubicBezTo>
                    <a:pt x="4199" y="7057"/>
                    <a:pt x="5409" y="6908"/>
                    <a:pt x="6724" y="6356"/>
                  </a:cubicBezTo>
                  <a:cubicBezTo>
                    <a:pt x="7083" y="6216"/>
                    <a:pt x="7417" y="6067"/>
                    <a:pt x="7381" y="5593"/>
                  </a:cubicBezTo>
                  <a:cubicBezTo>
                    <a:pt x="7381" y="5259"/>
                    <a:pt x="7172" y="4961"/>
                    <a:pt x="6911" y="4961"/>
                  </a:cubicBezTo>
                  <a:cubicBezTo>
                    <a:pt x="6884" y="4961"/>
                    <a:pt x="6857" y="4964"/>
                    <a:pt x="6829" y="4971"/>
                  </a:cubicBezTo>
                  <a:cubicBezTo>
                    <a:pt x="6829" y="4971"/>
                    <a:pt x="7346" y="4787"/>
                    <a:pt x="7522" y="4603"/>
                  </a:cubicBezTo>
                  <a:cubicBezTo>
                    <a:pt x="7881" y="4282"/>
                    <a:pt x="7837" y="3432"/>
                    <a:pt x="7356" y="3432"/>
                  </a:cubicBezTo>
                  <a:cubicBezTo>
                    <a:pt x="7298" y="3432"/>
                    <a:pt x="7233" y="3444"/>
                    <a:pt x="7162" y="3472"/>
                  </a:cubicBezTo>
                  <a:cubicBezTo>
                    <a:pt x="7162" y="3472"/>
                    <a:pt x="7522" y="3253"/>
                    <a:pt x="7566" y="3218"/>
                  </a:cubicBezTo>
                  <a:cubicBezTo>
                    <a:pt x="7820" y="3034"/>
                    <a:pt x="7890" y="2674"/>
                    <a:pt x="7741" y="2376"/>
                  </a:cubicBezTo>
                  <a:cubicBezTo>
                    <a:pt x="7612" y="2138"/>
                    <a:pt x="7379" y="1994"/>
                    <a:pt x="7149" y="1994"/>
                  </a:cubicBezTo>
                  <a:cubicBezTo>
                    <a:pt x="7067" y="1994"/>
                    <a:pt x="6986" y="2012"/>
                    <a:pt x="6911" y="2051"/>
                  </a:cubicBezTo>
                  <a:lnTo>
                    <a:pt x="6911" y="2051"/>
                  </a:lnTo>
                  <a:cubicBezTo>
                    <a:pt x="6982" y="2013"/>
                    <a:pt x="7128" y="1867"/>
                    <a:pt x="7197" y="1798"/>
                  </a:cubicBezTo>
                  <a:cubicBezTo>
                    <a:pt x="7197" y="1798"/>
                    <a:pt x="7381" y="1614"/>
                    <a:pt x="7417" y="1359"/>
                  </a:cubicBezTo>
                  <a:cubicBezTo>
                    <a:pt x="7443" y="936"/>
                    <a:pt x="7131" y="601"/>
                    <a:pt x="6802" y="601"/>
                  </a:cubicBezTo>
                  <a:cubicBezTo>
                    <a:pt x="6701" y="601"/>
                    <a:pt x="6599" y="632"/>
                    <a:pt x="6505" y="702"/>
                  </a:cubicBezTo>
                  <a:cubicBezTo>
                    <a:pt x="5953" y="1096"/>
                    <a:pt x="5374" y="1359"/>
                    <a:pt x="4787" y="1500"/>
                  </a:cubicBezTo>
                  <a:cubicBezTo>
                    <a:pt x="4533" y="1579"/>
                    <a:pt x="4278" y="1649"/>
                    <a:pt x="4059" y="1719"/>
                  </a:cubicBezTo>
                  <a:lnTo>
                    <a:pt x="3796" y="1798"/>
                  </a:lnTo>
                  <a:lnTo>
                    <a:pt x="3796" y="1798"/>
                  </a:lnTo>
                  <a:lnTo>
                    <a:pt x="4348" y="956"/>
                  </a:lnTo>
                  <a:cubicBezTo>
                    <a:pt x="4638" y="588"/>
                    <a:pt x="4384" y="44"/>
                    <a:pt x="3945" y="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2"/>
            <p:cNvSpPr/>
            <p:nvPr/>
          </p:nvSpPr>
          <p:spPr>
            <a:xfrm>
              <a:off x="6872157" y="1697741"/>
              <a:ext cx="469471" cy="450597"/>
            </a:xfrm>
            <a:custGeom>
              <a:avLst/>
              <a:gdLst/>
              <a:ahLst/>
              <a:cxnLst/>
              <a:rect l="l" t="t" r="r" b="b"/>
              <a:pathLst>
                <a:path w="8109" h="7783" extrusionOk="0">
                  <a:moveTo>
                    <a:pt x="4050" y="227"/>
                  </a:moveTo>
                  <a:cubicBezTo>
                    <a:pt x="4199" y="227"/>
                    <a:pt x="4340" y="332"/>
                    <a:pt x="4418" y="481"/>
                  </a:cubicBezTo>
                  <a:cubicBezTo>
                    <a:pt x="4489" y="665"/>
                    <a:pt x="4489" y="849"/>
                    <a:pt x="4383" y="1033"/>
                  </a:cubicBezTo>
                  <a:lnTo>
                    <a:pt x="3796" y="1831"/>
                  </a:lnTo>
                  <a:cubicBezTo>
                    <a:pt x="3761" y="1866"/>
                    <a:pt x="3761" y="1945"/>
                    <a:pt x="3796" y="1980"/>
                  </a:cubicBezTo>
                  <a:cubicBezTo>
                    <a:pt x="3831" y="2015"/>
                    <a:pt x="3866" y="2015"/>
                    <a:pt x="3901" y="2015"/>
                  </a:cubicBezTo>
                  <a:lnTo>
                    <a:pt x="4199" y="1945"/>
                  </a:lnTo>
                  <a:cubicBezTo>
                    <a:pt x="4340" y="1910"/>
                    <a:pt x="4453" y="1866"/>
                    <a:pt x="4603" y="1831"/>
                  </a:cubicBezTo>
                  <a:cubicBezTo>
                    <a:pt x="4708" y="1796"/>
                    <a:pt x="4822" y="1761"/>
                    <a:pt x="4892" y="1726"/>
                  </a:cubicBezTo>
                  <a:cubicBezTo>
                    <a:pt x="5584" y="1541"/>
                    <a:pt x="6172" y="1287"/>
                    <a:pt x="6645" y="919"/>
                  </a:cubicBezTo>
                  <a:cubicBezTo>
                    <a:pt x="6727" y="861"/>
                    <a:pt x="6817" y="835"/>
                    <a:pt x="6906" y="835"/>
                  </a:cubicBezTo>
                  <a:cubicBezTo>
                    <a:pt x="6979" y="835"/>
                    <a:pt x="7051" y="853"/>
                    <a:pt x="7118" y="884"/>
                  </a:cubicBezTo>
                  <a:cubicBezTo>
                    <a:pt x="7302" y="1033"/>
                    <a:pt x="7408" y="1252"/>
                    <a:pt x="7373" y="1471"/>
                  </a:cubicBezTo>
                  <a:cubicBezTo>
                    <a:pt x="7373" y="1691"/>
                    <a:pt x="7188" y="1831"/>
                    <a:pt x="7188" y="1831"/>
                  </a:cubicBezTo>
                  <a:cubicBezTo>
                    <a:pt x="7118" y="1945"/>
                    <a:pt x="7013" y="2015"/>
                    <a:pt x="6934" y="2050"/>
                  </a:cubicBezTo>
                  <a:cubicBezTo>
                    <a:pt x="6899" y="2085"/>
                    <a:pt x="6864" y="2164"/>
                    <a:pt x="6899" y="2234"/>
                  </a:cubicBezTo>
                  <a:cubicBezTo>
                    <a:pt x="6924" y="2259"/>
                    <a:pt x="6949" y="2284"/>
                    <a:pt x="6989" y="2284"/>
                  </a:cubicBezTo>
                  <a:cubicBezTo>
                    <a:pt x="7006" y="2284"/>
                    <a:pt x="7025" y="2279"/>
                    <a:pt x="7048" y="2269"/>
                  </a:cubicBezTo>
                  <a:cubicBezTo>
                    <a:pt x="7114" y="2242"/>
                    <a:pt x="7183" y="2229"/>
                    <a:pt x="7250" y="2229"/>
                  </a:cubicBezTo>
                  <a:cubicBezTo>
                    <a:pt x="7443" y="2229"/>
                    <a:pt x="7630" y="2335"/>
                    <a:pt x="7741" y="2523"/>
                  </a:cubicBezTo>
                  <a:cubicBezTo>
                    <a:pt x="7846" y="2786"/>
                    <a:pt x="7776" y="3075"/>
                    <a:pt x="7592" y="3260"/>
                  </a:cubicBezTo>
                  <a:cubicBezTo>
                    <a:pt x="7557" y="3260"/>
                    <a:pt x="7373" y="3400"/>
                    <a:pt x="7188" y="3479"/>
                  </a:cubicBezTo>
                  <a:cubicBezTo>
                    <a:pt x="7153" y="3514"/>
                    <a:pt x="7118" y="3584"/>
                    <a:pt x="7153" y="3663"/>
                  </a:cubicBezTo>
                  <a:cubicBezTo>
                    <a:pt x="7178" y="3688"/>
                    <a:pt x="7225" y="3712"/>
                    <a:pt x="7263" y="3712"/>
                  </a:cubicBezTo>
                  <a:cubicBezTo>
                    <a:pt x="7278" y="3712"/>
                    <a:pt x="7292" y="3708"/>
                    <a:pt x="7302" y="3698"/>
                  </a:cubicBezTo>
                  <a:cubicBezTo>
                    <a:pt x="7367" y="3670"/>
                    <a:pt x="7422" y="3657"/>
                    <a:pt x="7470" y="3657"/>
                  </a:cubicBezTo>
                  <a:cubicBezTo>
                    <a:pt x="7557" y="3657"/>
                    <a:pt x="7619" y="3700"/>
                    <a:pt x="7671" y="3768"/>
                  </a:cubicBezTo>
                  <a:cubicBezTo>
                    <a:pt x="7811" y="3987"/>
                    <a:pt x="7741" y="4425"/>
                    <a:pt x="7557" y="4610"/>
                  </a:cubicBezTo>
                  <a:cubicBezTo>
                    <a:pt x="7408" y="4759"/>
                    <a:pt x="7013" y="4934"/>
                    <a:pt x="6899" y="4978"/>
                  </a:cubicBezTo>
                  <a:cubicBezTo>
                    <a:pt x="6829" y="5013"/>
                    <a:pt x="6794" y="5048"/>
                    <a:pt x="6829" y="5118"/>
                  </a:cubicBezTo>
                  <a:cubicBezTo>
                    <a:pt x="6829" y="5176"/>
                    <a:pt x="6867" y="5210"/>
                    <a:pt x="6901" y="5210"/>
                  </a:cubicBezTo>
                  <a:cubicBezTo>
                    <a:pt x="6913" y="5210"/>
                    <a:pt x="6925" y="5206"/>
                    <a:pt x="6934" y="5197"/>
                  </a:cubicBezTo>
                  <a:cubicBezTo>
                    <a:pt x="7048" y="5197"/>
                    <a:pt x="7118" y="5197"/>
                    <a:pt x="7188" y="5267"/>
                  </a:cubicBezTo>
                  <a:cubicBezTo>
                    <a:pt x="7302" y="5337"/>
                    <a:pt x="7373" y="5521"/>
                    <a:pt x="7373" y="5705"/>
                  </a:cubicBezTo>
                  <a:cubicBezTo>
                    <a:pt x="7373" y="6108"/>
                    <a:pt x="7118" y="6214"/>
                    <a:pt x="6794" y="6363"/>
                  </a:cubicBezTo>
                  <a:cubicBezTo>
                    <a:pt x="5549" y="6871"/>
                    <a:pt x="4453" y="7020"/>
                    <a:pt x="3244" y="7239"/>
                  </a:cubicBezTo>
                  <a:lnTo>
                    <a:pt x="1236" y="7529"/>
                  </a:lnTo>
                  <a:lnTo>
                    <a:pt x="255" y="2453"/>
                  </a:lnTo>
                  <a:lnTo>
                    <a:pt x="1096" y="2269"/>
                  </a:lnTo>
                  <a:cubicBezTo>
                    <a:pt x="1570" y="2199"/>
                    <a:pt x="1973" y="1980"/>
                    <a:pt x="2332" y="1612"/>
                  </a:cubicBezTo>
                  <a:lnTo>
                    <a:pt x="3463" y="446"/>
                  </a:lnTo>
                  <a:cubicBezTo>
                    <a:pt x="3612" y="297"/>
                    <a:pt x="3796" y="227"/>
                    <a:pt x="4050" y="227"/>
                  </a:cubicBezTo>
                  <a:close/>
                  <a:moveTo>
                    <a:pt x="3942" y="1"/>
                  </a:moveTo>
                  <a:cubicBezTo>
                    <a:pt x="3697" y="1"/>
                    <a:pt x="3479" y="105"/>
                    <a:pt x="3288" y="297"/>
                  </a:cubicBezTo>
                  <a:lnTo>
                    <a:pt x="2148" y="1428"/>
                  </a:lnTo>
                  <a:cubicBezTo>
                    <a:pt x="1859" y="1761"/>
                    <a:pt x="1456" y="1980"/>
                    <a:pt x="1052" y="2050"/>
                  </a:cubicBezTo>
                  <a:lnTo>
                    <a:pt x="106" y="2234"/>
                  </a:lnTo>
                  <a:cubicBezTo>
                    <a:pt x="71" y="2234"/>
                    <a:pt x="35" y="2269"/>
                    <a:pt x="35" y="2269"/>
                  </a:cubicBezTo>
                  <a:cubicBezTo>
                    <a:pt x="0" y="2304"/>
                    <a:pt x="0" y="2348"/>
                    <a:pt x="0" y="2383"/>
                  </a:cubicBezTo>
                  <a:lnTo>
                    <a:pt x="1052" y="7713"/>
                  </a:lnTo>
                  <a:cubicBezTo>
                    <a:pt x="1052" y="7748"/>
                    <a:pt x="1096" y="7783"/>
                    <a:pt x="1166" y="7783"/>
                  </a:cubicBezTo>
                  <a:lnTo>
                    <a:pt x="3288" y="7458"/>
                  </a:lnTo>
                  <a:cubicBezTo>
                    <a:pt x="4489" y="7274"/>
                    <a:pt x="5619" y="7090"/>
                    <a:pt x="6899" y="6582"/>
                  </a:cubicBezTo>
                  <a:cubicBezTo>
                    <a:pt x="7232" y="6433"/>
                    <a:pt x="7627" y="6249"/>
                    <a:pt x="7627" y="5670"/>
                  </a:cubicBezTo>
                  <a:cubicBezTo>
                    <a:pt x="7592" y="5416"/>
                    <a:pt x="7486" y="5197"/>
                    <a:pt x="7337" y="5048"/>
                  </a:cubicBezTo>
                  <a:cubicBezTo>
                    <a:pt x="7486" y="4978"/>
                    <a:pt x="7627" y="4899"/>
                    <a:pt x="7741" y="4794"/>
                  </a:cubicBezTo>
                  <a:cubicBezTo>
                    <a:pt x="7995" y="4539"/>
                    <a:pt x="8065" y="3952"/>
                    <a:pt x="7846" y="3663"/>
                  </a:cubicBezTo>
                  <a:cubicBezTo>
                    <a:pt x="7811" y="3584"/>
                    <a:pt x="7741" y="3514"/>
                    <a:pt x="7671" y="3479"/>
                  </a:cubicBezTo>
                  <a:cubicBezTo>
                    <a:pt x="7706" y="3479"/>
                    <a:pt x="7741" y="3444"/>
                    <a:pt x="7741" y="3444"/>
                  </a:cubicBezTo>
                  <a:cubicBezTo>
                    <a:pt x="8030" y="3225"/>
                    <a:pt x="8109" y="2786"/>
                    <a:pt x="7960" y="2418"/>
                  </a:cubicBezTo>
                  <a:cubicBezTo>
                    <a:pt x="7811" y="2199"/>
                    <a:pt x="7627" y="2050"/>
                    <a:pt x="7373" y="2015"/>
                  </a:cubicBezTo>
                  <a:cubicBezTo>
                    <a:pt x="7408" y="1980"/>
                    <a:pt x="7592" y="1761"/>
                    <a:pt x="7627" y="1506"/>
                  </a:cubicBezTo>
                  <a:cubicBezTo>
                    <a:pt x="7671" y="1173"/>
                    <a:pt x="7522" y="849"/>
                    <a:pt x="7232" y="700"/>
                  </a:cubicBezTo>
                  <a:cubicBezTo>
                    <a:pt x="7128" y="629"/>
                    <a:pt x="7015" y="592"/>
                    <a:pt x="6901" y="592"/>
                  </a:cubicBezTo>
                  <a:cubicBezTo>
                    <a:pt x="6774" y="592"/>
                    <a:pt x="6646" y="638"/>
                    <a:pt x="6531" y="735"/>
                  </a:cubicBezTo>
                  <a:cubicBezTo>
                    <a:pt x="6058" y="1068"/>
                    <a:pt x="5479" y="1322"/>
                    <a:pt x="4857" y="1506"/>
                  </a:cubicBezTo>
                  <a:cubicBezTo>
                    <a:pt x="4743" y="1541"/>
                    <a:pt x="4638" y="1577"/>
                    <a:pt x="4524" y="1577"/>
                  </a:cubicBezTo>
                  <a:cubicBezTo>
                    <a:pt x="4418" y="1612"/>
                    <a:pt x="4304" y="1647"/>
                    <a:pt x="4199" y="1691"/>
                  </a:cubicBezTo>
                  <a:lnTo>
                    <a:pt x="4559" y="1138"/>
                  </a:lnTo>
                  <a:cubicBezTo>
                    <a:pt x="4708" y="919"/>
                    <a:pt x="4743" y="630"/>
                    <a:pt x="4603" y="376"/>
                  </a:cubicBezTo>
                  <a:cubicBezTo>
                    <a:pt x="4489" y="156"/>
                    <a:pt x="4304" y="7"/>
                    <a:pt x="4050" y="7"/>
                  </a:cubicBezTo>
                  <a:cubicBezTo>
                    <a:pt x="4014" y="3"/>
                    <a:pt x="3978" y="1"/>
                    <a:pt x="39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2"/>
            <p:cNvSpPr/>
            <p:nvPr/>
          </p:nvSpPr>
          <p:spPr>
            <a:xfrm>
              <a:off x="7159374" y="1989937"/>
              <a:ext cx="118858" cy="29990"/>
            </a:xfrm>
            <a:custGeom>
              <a:avLst/>
              <a:gdLst/>
              <a:ahLst/>
              <a:cxnLst/>
              <a:rect l="l" t="t" r="r" b="b"/>
              <a:pathLst>
                <a:path w="2053" h="518" extrusionOk="0">
                  <a:moveTo>
                    <a:pt x="2052" y="1"/>
                  </a:moveTo>
                  <a:lnTo>
                    <a:pt x="1" y="509"/>
                  </a:lnTo>
                  <a:cubicBezTo>
                    <a:pt x="1" y="509"/>
                    <a:pt x="59" y="517"/>
                    <a:pt x="168" y="517"/>
                  </a:cubicBezTo>
                  <a:cubicBezTo>
                    <a:pt x="465" y="517"/>
                    <a:pt x="1141" y="456"/>
                    <a:pt x="2052" y="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2"/>
            <p:cNvSpPr/>
            <p:nvPr/>
          </p:nvSpPr>
          <p:spPr>
            <a:xfrm>
              <a:off x="7153295" y="1984205"/>
              <a:ext cx="131016" cy="43884"/>
            </a:xfrm>
            <a:custGeom>
              <a:avLst/>
              <a:gdLst/>
              <a:ahLst/>
              <a:cxnLst/>
              <a:rect l="l" t="t" r="r" b="b"/>
              <a:pathLst>
                <a:path w="2263" h="758" extrusionOk="0">
                  <a:moveTo>
                    <a:pt x="2170" y="0"/>
                  </a:moveTo>
                  <a:cubicBezTo>
                    <a:pt x="2144" y="0"/>
                    <a:pt x="2112" y="11"/>
                    <a:pt x="2078" y="30"/>
                  </a:cubicBezTo>
                  <a:cubicBezTo>
                    <a:pt x="1152" y="462"/>
                    <a:pt x="474" y="506"/>
                    <a:pt x="217" y="506"/>
                  </a:cubicBezTo>
                  <a:cubicBezTo>
                    <a:pt x="151" y="506"/>
                    <a:pt x="113" y="503"/>
                    <a:pt x="106" y="503"/>
                  </a:cubicBezTo>
                  <a:cubicBezTo>
                    <a:pt x="71" y="503"/>
                    <a:pt x="1" y="538"/>
                    <a:pt x="1" y="608"/>
                  </a:cubicBezTo>
                  <a:cubicBezTo>
                    <a:pt x="1" y="687"/>
                    <a:pt x="36" y="722"/>
                    <a:pt x="106" y="757"/>
                  </a:cubicBezTo>
                  <a:lnTo>
                    <a:pt x="220" y="757"/>
                  </a:lnTo>
                  <a:cubicBezTo>
                    <a:pt x="509" y="757"/>
                    <a:pt x="1202" y="687"/>
                    <a:pt x="2192" y="205"/>
                  </a:cubicBezTo>
                  <a:cubicBezTo>
                    <a:pt x="2262" y="205"/>
                    <a:pt x="2262" y="135"/>
                    <a:pt x="2227" y="65"/>
                  </a:cubicBezTo>
                  <a:cubicBezTo>
                    <a:pt x="2227" y="20"/>
                    <a:pt x="2204" y="0"/>
                    <a:pt x="2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2"/>
            <p:cNvSpPr/>
            <p:nvPr/>
          </p:nvSpPr>
          <p:spPr>
            <a:xfrm>
              <a:off x="7151268" y="1907205"/>
              <a:ext cx="139643" cy="34100"/>
            </a:xfrm>
            <a:custGeom>
              <a:avLst/>
              <a:gdLst/>
              <a:ahLst/>
              <a:cxnLst/>
              <a:rect l="l" t="t" r="r" b="b"/>
              <a:pathLst>
                <a:path w="2412" h="589" extrusionOk="0">
                  <a:moveTo>
                    <a:pt x="2411" y="1"/>
                  </a:moveTo>
                  <a:lnTo>
                    <a:pt x="1" y="588"/>
                  </a:lnTo>
                  <a:cubicBezTo>
                    <a:pt x="1" y="588"/>
                    <a:pt x="13" y="589"/>
                    <a:pt x="36" y="589"/>
                  </a:cubicBezTo>
                  <a:cubicBezTo>
                    <a:pt x="244" y="589"/>
                    <a:pt x="1324" y="560"/>
                    <a:pt x="2411" y="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2"/>
            <p:cNvSpPr/>
            <p:nvPr/>
          </p:nvSpPr>
          <p:spPr>
            <a:xfrm>
              <a:off x="7144668" y="1900315"/>
              <a:ext cx="154348" cy="47590"/>
            </a:xfrm>
            <a:custGeom>
              <a:avLst/>
              <a:gdLst/>
              <a:ahLst/>
              <a:cxnLst/>
              <a:rect l="l" t="t" r="r" b="b"/>
              <a:pathLst>
                <a:path w="2666" h="822" extrusionOk="0">
                  <a:moveTo>
                    <a:pt x="2513" y="0"/>
                  </a:moveTo>
                  <a:cubicBezTo>
                    <a:pt x="2492" y="0"/>
                    <a:pt x="2469" y="5"/>
                    <a:pt x="2446" y="15"/>
                  </a:cubicBezTo>
                  <a:cubicBezTo>
                    <a:pt x="1430" y="574"/>
                    <a:pt x="357" y="602"/>
                    <a:pt x="150" y="602"/>
                  </a:cubicBezTo>
                  <a:cubicBezTo>
                    <a:pt x="127" y="602"/>
                    <a:pt x="115" y="602"/>
                    <a:pt x="115" y="602"/>
                  </a:cubicBezTo>
                  <a:cubicBezTo>
                    <a:pt x="36" y="602"/>
                    <a:pt x="1" y="637"/>
                    <a:pt x="1" y="707"/>
                  </a:cubicBezTo>
                  <a:cubicBezTo>
                    <a:pt x="1" y="777"/>
                    <a:pt x="36" y="821"/>
                    <a:pt x="115" y="821"/>
                  </a:cubicBezTo>
                  <a:lnTo>
                    <a:pt x="150" y="821"/>
                  </a:lnTo>
                  <a:cubicBezTo>
                    <a:pt x="404" y="821"/>
                    <a:pt x="1500" y="777"/>
                    <a:pt x="2560" y="234"/>
                  </a:cubicBezTo>
                  <a:cubicBezTo>
                    <a:pt x="2630" y="199"/>
                    <a:pt x="2666" y="120"/>
                    <a:pt x="2630" y="50"/>
                  </a:cubicBezTo>
                  <a:cubicBezTo>
                    <a:pt x="2606" y="25"/>
                    <a:pt x="2563" y="0"/>
                    <a:pt x="2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2"/>
            <p:cNvSpPr/>
            <p:nvPr/>
          </p:nvSpPr>
          <p:spPr>
            <a:xfrm>
              <a:off x="7136042" y="1822968"/>
              <a:ext cx="144216" cy="42205"/>
            </a:xfrm>
            <a:custGeom>
              <a:avLst/>
              <a:gdLst/>
              <a:ahLst/>
              <a:cxnLst/>
              <a:rect l="l" t="t" r="r" b="b"/>
              <a:pathLst>
                <a:path w="2491" h="729" extrusionOk="0">
                  <a:moveTo>
                    <a:pt x="2490" y="1"/>
                  </a:moveTo>
                  <a:lnTo>
                    <a:pt x="1" y="728"/>
                  </a:lnTo>
                  <a:cubicBezTo>
                    <a:pt x="1" y="728"/>
                    <a:pt x="1316" y="658"/>
                    <a:pt x="2490" y="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2"/>
            <p:cNvSpPr/>
            <p:nvPr/>
          </p:nvSpPr>
          <p:spPr>
            <a:xfrm>
              <a:off x="7127937" y="1815036"/>
              <a:ext cx="158401" cy="58763"/>
            </a:xfrm>
            <a:custGeom>
              <a:avLst/>
              <a:gdLst/>
              <a:ahLst/>
              <a:cxnLst/>
              <a:rect l="l" t="t" r="r" b="b"/>
              <a:pathLst>
                <a:path w="2736" h="1015" extrusionOk="0">
                  <a:moveTo>
                    <a:pt x="2615" y="1"/>
                  </a:moveTo>
                  <a:cubicBezTo>
                    <a:pt x="2592" y="1"/>
                    <a:pt x="2569" y="9"/>
                    <a:pt x="2551" y="24"/>
                  </a:cubicBezTo>
                  <a:cubicBezTo>
                    <a:pt x="1421" y="681"/>
                    <a:pt x="141" y="760"/>
                    <a:pt x="106" y="760"/>
                  </a:cubicBezTo>
                  <a:cubicBezTo>
                    <a:pt x="71" y="760"/>
                    <a:pt x="0" y="830"/>
                    <a:pt x="0" y="865"/>
                  </a:cubicBezTo>
                  <a:cubicBezTo>
                    <a:pt x="0" y="936"/>
                    <a:pt x="71" y="1014"/>
                    <a:pt x="141" y="1014"/>
                  </a:cubicBezTo>
                  <a:cubicBezTo>
                    <a:pt x="185" y="979"/>
                    <a:pt x="1499" y="900"/>
                    <a:pt x="2665" y="208"/>
                  </a:cubicBezTo>
                  <a:cubicBezTo>
                    <a:pt x="2735" y="173"/>
                    <a:pt x="2735" y="138"/>
                    <a:pt x="2700" y="59"/>
                  </a:cubicBezTo>
                  <a:cubicBezTo>
                    <a:pt x="2680" y="18"/>
                    <a:pt x="2647" y="1"/>
                    <a:pt x="2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2"/>
            <p:cNvSpPr/>
            <p:nvPr/>
          </p:nvSpPr>
          <p:spPr>
            <a:xfrm>
              <a:off x="6142680" y="1480403"/>
              <a:ext cx="824425" cy="734688"/>
            </a:xfrm>
            <a:custGeom>
              <a:avLst/>
              <a:gdLst/>
              <a:ahLst/>
              <a:cxnLst/>
              <a:rect l="l" t="t" r="r" b="b"/>
              <a:pathLst>
                <a:path w="14240" h="12690" extrusionOk="0">
                  <a:moveTo>
                    <a:pt x="4159" y="1"/>
                  </a:moveTo>
                  <a:lnTo>
                    <a:pt x="986" y="7811"/>
                  </a:lnTo>
                  <a:cubicBezTo>
                    <a:pt x="0" y="10169"/>
                    <a:pt x="1782" y="12689"/>
                    <a:pt x="4255" y="12689"/>
                  </a:cubicBezTo>
                  <a:cubicBezTo>
                    <a:pt x="4357" y="12689"/>
                    <a:pt x="4459" y="12685"/>
                    <a:pt x="4562" y="12676"/>
                  </a:cubicBezTo>
                  <a:lnTo>
                    <a:pt x="14240" y="11800"/>
                  </a:lnTo>
                  <a:lnTo>
                    <a:pt x="14134" y="11581"/>
                  </a:lnTo>
                  <a:cubicBezTo>
                    <a:pt x="13258" y="9643"/>
                    <a:pt x="12890" y="7522"/>
                    <a:pt x="13144" y="5401"/>
                  </a:cubicBezTo>
                  <a:lnTo>
                    <a:pt x="13144" y="5401"/>
                  </a:lnTo>
                  <a:lnTo>
                    <a:pt x="4965" y="5988"/>
                  </a:lnTo>
                  <a:lnTo>
                    <a:pt x="41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2"/>
            <p:cNvSpPr/>
            <p:nvPr/>
          </p:nvSpPr>
          <p:spPr>
            <a:xfrm>
              <a:off x="6163696" y="1472992"/>
              <a:ext cx="810009" cy="747424"/>
            </a:xfrm>
            <a:custGeom>
              <a:avLst/>
              <a:gdLst/>
              <a:ahLst/>
              <a:cxnLst/>
              <a:rect l="l" t="t" r="r" b="b"/>
              <a:pathLst>
                <a:path w="13991" h="12910" extrusionOk="0">
                  <a:moveTo>
                    <a:pt x="3793" y="0"/>
                  </a:moveTo>
                  <a:cubicBezTo>
                    <a:pt x="3758" y="0"/>
                    <a:pt x="3715" y="25"/>
                    <a:pt x="3691" y="50"/>
                  </a:cubicBezTo>
                  <a:lnTo>
                    <a:pt x="509" y="7904"/>
                  </a:lnTo>
                  <a:cubicBezTo>
                    <a:pt x="0" y="9079"/>
                    <a:pt x="184" y="10394"/>
                    <a:pt x="947" y="11446"/>
                  </a:cubicBezTo>
                  <a:cubicBezTo>
                    <a:pt x="1639" y="12401"/>
                    <a:pt x="2700" y="12909"/>
                    <a:pt x="3866" y="12909"/>
                  </a:cubicBezTo>
                  <a:lnTo>
                    <a:pt x="4199" y="12909"/>
                  </a:lnTo>
                  <a:lnTo>
                    <a:pt x="13877" y="12033"/>
                  </a:lnTo>
                  <a:cubicBezTo>
                    <a:pt x="13912" y="12033"/>
                    <a:pt x="13947" y="11998"/>
                    <a:pt x="13991" y="11963"/>
                  </a:cubicBezTo>
                  <a:lnTo>
                    <a:pt x="13991" y="11849"/>
                  </a:lnTo>
                  <a:lnTo>
                    <a:pt x="13877" y="11630"/>
                  </a:lnTo>
                  <a:cubicBezTo>
                    <a:pt x="13000" y="9736"/>
                    <a:pt x="12676" y="7615"/>
                    <a:pt x="12895" y="5529"/>
                  </a:cubicBezTo>
                  <a:cubicBezTo>
                    <a:pt x="12895" y="5494"/>
                    <a:pt x="12895" y="5459"/>
                    <a:pt x="12851" y="5459"/>
                  </a:cubicBezTo>
                  <a:cubicBezTo>
                    <a:pt x="12851" y="5423"/>
                    <a:pt x="12816" y="5423"/>
                    <a:pt x="12781" y="5423"/>
                  </a:cubicBezTo>
                  <a:lnTo>
                    <a:pt x="4567" y="6011"/>
                  </a:lnTo>
                  <a:cubicBezTo>
                    <a:pt x="4488" y="6011"/>
                    <a:pt x="4453" y="6081"/>
                    <a:pt x="4453" y="6116"/>
                  </a:cubicBezTo>
                  <a:cubicBezTo>
                    <a:pt x="4453" y="6186"/>
                    <a:pt x="4523" y="6230"/>
                    <a:pt x="4602" y="6230"/>
                  </a:cubicBezTo>
                  <a:lnTo>
                    <a:pt x="12632" y="5643"/>
                  </a:lnTo>
                  <a:lnTo>
                    <a:pt x="12632" y="5643"/>
                  </a:lnTo>
                  <a:cubicBezTo>
                    <a:pt x="12457" y="7720"/>
                    <a:pt x="12781" y="9841"/>
                    <a:pt x="13658" y="11744"/>
                  </a:cubicBezTo>
                  <a:lnTo>
                    <a:pt x="13693" y="11814"/>
                  </a:lnTo>
                  <a:lnTo>
                    <a:pt x="4199" y="12690"/>
                  </a:lnTo>
                  <a:cubicBezTo>
                    <a:pt x="4125" y="12695"/>
                    <a:pt x="4052" y="12697"/>
                    <a:pt x="3978" y="12697"/>
                  </a:cubicBezTo>
                  <a:cubicBezTo>
                    <a:pt x="2853" y="12697"/>
                    <a:pt x="1814" y="12194"/>
                    <a:pt x="1131" y="11305"/>
                  </a:cubicBezTo>
                  <a:cubicBezTo>
                    <a:pt x="403" y="10315"/>
                    <a:pt x="254" y="9079"/>
                    <a:pt x="728" y="7983"/>
                  </a:cubicBezTo>
                  <a:lnTo>
                    <a:pt x="3910" y="164"/>
                  </a:lnTo>
                  <a:cubicBezTo>
                    <a:pt x="3945" y="94"/>
                    <a:pt x="3910" y="15"/>
                    <a:pt x="3831" y="15"/>
                  </a:cubicBezTo>
                  <a:cubicBezTo>
                    <a:pt x="3821" y="5"/>
                    <a:pt x="3807" y="0"/>
                    <a:pt x="37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2"/>
            <p:cNvSpPr/>
            <p:nvPr/>
          </p:nvSpPr>
          <p:spPr>
            <a:xfrm>
              <a:off x="6859478" y="2092179"/>
              <a:ext cx="40121" cy="36937"/>
            </a:xfrm>
            <a:custGeom>
              <a:avLst/>
              <a:gdLst/>
              <a:ahLst/>
              <a:cxnLst/>
              <a:rect l="l" t="t" r="r" b="b"/>
              <a:pathLst>
                <a:path w="693" h="638" extrusionOk="0">
                  <a:moveTo>
                    <a:pt x="334" y="1"/>
                  </a:moveTo>
                  <a:cubicBezTo>
                    <a:pt x="296" y="1"/>
                    <a:pt x="258" y="8"/>
                    <a:pt x="219" y="23"/>
                  </a:cubicBezTo>
                  <a:cubicBezTo>
                    <a:pt x="70" y="93"/>
                    <a:pt x="0" y="277"/>
                    <a:pt x="35" y="426"/>
                  </a:cubicBezTo>
                  <a:cubicBezTo>
                    <a:pt x="88" y="563"/>
                    <a:pt x="203" y="637"/>
                    <a:pt x="334" y="637"/>
                  </a:cubicBezTo>
                  <a:cubicBezTo>
                    <a:pt x="379" y="637"/>
                    <a:pt x="426" y="628"/>
                    <a:pt x="474" y="610"/>
                  </a:cubicBezTo>
                  <a:cubicBezTo>
                    <a:pt x="614" y="575"/>
                    <a:pt x="693" y="391"/>
                    <a:pt x="658" y="207"/>
                  </a:cubicBezTo>
                  <a:cubicBezTo>
                    <a:pt x="596" y="91"/>
                    <a:pt x="470" y="1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2"/>
            <p:cNvSpPr/>
            <p:nvPr/>
          </p:nvSpPr>
          <p:spPr>
            <a:xfrm>
              <a:off x="6850851" y="2085927"/>
              <a:ext cx="56911" cy="49732"/>
            </a:xfrm>
            <a:custGeom>
              <a:avLst/>
              <a:gdLst/>
              <a:ahLst/>
              <a:cxnLst/>
              <a:rect l="l" t="t" r="r" b="b"/>
              <a:pathLst>
                <a:path w="983" h="859" extrusionOk="0">
                  <a:moveTo>
                    <a:pt x="509" y="245"/>
                  </a:moveTo>
                  <a:cubicBezTo>
                    <a:pt x="588" y="245"/>
                    <a:pt x="658" y="280"/>
                    <a:pt x="693" y="350"/>
                  </a:cubicBezTo>
                  <a:cubicBezTo>
                    <a:pt x="728" y="464"/>
                    <a:pt x="658" y="569"/>
                    <a:pt x="544" y="604"/>
                  </a:cubicBezTo>
                  <a:cubicBezTo>
                    <a:pt x="526" y="613"/>
                    <a:pt x="504" y="618"/>
                    <a:pt x="479" y="618"/>
                  </a:cubicBezTo>
                  <a:cubicBezTo>
                    <a:pt x="406" y="618"/>
                    <a:pt x="316" y="578"/>
                    <a:pt x="290" y="499"/>
                  </a:cubicBezTo>
                  <a:cubicBezTo>
                    <a:pt x="254" y="385"/>
                    <a:pt x="325" y="280"/>
                    <a:pt x="439" y="245"/>
                  </a:cubicBezTo>
                  <a:close/>
                  <a:moveTo>
                    <a:pt x="470" y="1"/>
                  </a:moveTo>
                  <a:cubicBezTo>
                    <a:pt x="421" y="1"/>
                    <a:pt x="372" y="9"/>
                    <a:pt x="325" y="26"/>
                  </a:cubicBezTo>
                  <a:cubicBezTo>
                    <a:pt x="105" y="96"/>
                    <a:pt x="0" y="350"/>
                    <a:pt x="70" y="569"/>
                  </a:cubicBezTo>
                  <a:cubicBezTo>
                    <a:pt x="149" y="753"/>
                    <a:pt x="325" y="859"/>
                    <a:pt x="509" y="859"/>
                  </a:cubicBezTo>
                  <a:cubicBezTo>
                    <a:pt x="544" y="859"/>
                    <a:pt x="588" y="859"/>
                    <a:pt x="658" y="824"/>
                  </a:cubicBezTo>
                  <a:cubicBezTo>
                    <a:pt x="877" y="753"/>
                    <a:pt x="982" y="499"/>
                    <a:pt x="912" y="280"/>
                  </a:cubicBezTo>
                  <a:cubicBezTo>
                    <a:pt x="829" y="108"/>
                    <a:pt x="650" y="1"/>
                    <a:pt x="4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2"/>
            <p:cNvSpPr/>
            <p:nvPr/>
          </p:nvSpPr>
          <p:spPr>
            <a:xfrm>
              <a:off x="6778772" y="1977258"/>
              <a:ext cx="61484" cy="198985"/>
            </a:xfrm>
            <a:custGeom>
              <a:avLst/>
              <a:gdLst/>
              <a:ahLst/>
              <a:cxnLst/>
              <a:rect l="l" t="t" r="r" b="b"/>
              <a:pathLst>
                <a:path w="1062" h="3437" extrusionOk="0">
                  <a:moveTo>
                    <a:pt x="474" y="1"/>
                  </a:moveTo>
                  <a:cubicBezTo>
                    <a:pt x="404" y="1"/>
                    <a:pt x="334" y="36"/>
                    <a:pt x="334" y="106"/>
                  </a:cubicBezTo>
                  <a:cubicBezTo>
                    <a:pt x="334" y="150"/>
                    <a:pt x="1" y="1245"/>
                    <a:pt x="807" y="3358"/>
                  </a:cubicBezTo>
                  <a:cubicBezTo>
                    <a:pt x="807" y="3437"/>
                    <a:pt x="877" y="3437"/>
                    <a:pt x="912" y="3437"/>
                  </a:cubicBezTo>
                  <a:lnTo>
                    <a:pt x="956" y="3437"/>
                  </a:lnTo>
                  <a:cubicBezTo>
                    <a:pt x="1026" y="3437"/>
                    <a:pt x="1061" y="3358"/>
                    <a:pt x="1026" y="3288"/>
                  </a:cubicBezTo>
                  <a:cubicBezTo>
                    <a:pt x="255" y="1245"/>
                    <a:pt x="553" y="185"/>
                    <a:pt x="553" y="150"/>
                  </a:cubicBezTo>
                  <a:cubicBezTo>
                    <a:pt x="588" y="106"/>
                    <a:pt x="553" y="36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2"/>
            <p:cNvSpPr/>
            <p:nvPr/>
          </p:nvSpPr>
          <p:spPr>
            <a:xfrm>
              <a:off x="7503965" y="4220921"/>
              <a:ext cx="108206" cy="177680"/>
            </a:xfrm>
            <a:custGeom>
              <a:avLst/>
              <a:gdLst/>
              <a:ahLst/>
              <a:cxnLst/>
              <a:rect l="l" t="t" r="r" b="b"/>
              <a:pathLst>
                <a:path w="1869" h="3069" extrusionOk="0">
                  <a:moveTo>
                    <a:pt x="921" y="254"/>
                  </a:moveTo>
                  <a:cubicBezTo>
                    <a:pt x="1316" y="254"/>
                    <a:pt x="1614" y="544"/>
                    <a:pt x="1614" y="912"/>
                  </a:cubicBezTo>
                  <a:cubicBezTo>
                    <a:pt x="1614" y="1131"/>
                    <a:pt x="1535" y="1604"/>
                    <a:pt x="1395" y="2043"/>
                  </a:cubicBezTo>
                  <a:cubicBezTo>
                    <a:pt x="1246" y="2595"/>
                    <a:pt x="1062" y="2814"/>
                    <a:pt x="956" y="2814"/>
                  </a:cubicBezTo>
                  <a:cubicBezTo>
                    <a:pt x="842" y="2814"/>
                    <a:pt x="658" y="2595"/>
                    <a:pt x="483" y="2078"/>
                  </a:cubicBezTo>
                  <a:cubicBezTo>
                    <a:pt x="334" y="1639"/>
                    <a:pt x="264" y="1131"/>
                    <a:pt x="264" y="947"/>
                  </a:cubicBezTo>
                  <a:cubicBezTo>
                    <a:pt x="220" y="544"/>
                    <a:pt x="553" y="254"/>
                    <a:pt x="921" y="254"/>
                  </a:cubicBezTo>
                  <a:close/>
                  <a:moveTo>
                    <a:pt x="921" y="0"/>
                  </a:moveTo>
                  <a:cubicBezTo>
                    <a:pt x="404" y="0"/>
                    <a:pt x="1" y="438"/>
                    <a:pt x="1" y="947"/>
                  </a:cubicBezTo>
                  <a:cubicBezTo>
                    <a:pt x="1" y="1166"/>
                    <a:pt x="115" y="1674"/>
                    <a:pt x="264" y="2156"/>
                  </a:cubicBezTo>
                  <a:cubicBezTo>
                    <a:pt x="483" y="2735"/>
                    <a:pt x="702" y="3068"/>
                    <a:pt x="956" y="3068"/>
                  </a:cubicBezTo>
                  <a:cubicBezTo>
                    <a:pt x="1211" y="3068"/>
                    <a:pt x="1430" y="2735"/>
                    <a:pt x="1614" y="2113"/>
                  </a:cubicBezTo>
                  <a:cubicBezTo>
                    <a:pt x="1754" y="1674"/>
                    <a:pt x="1868" y="1131"/>
                    <a:pt x="1833" y="912"/>
                  </a:cubicBezTo>
                  <a:cubicBezTo>
                    <a:pt x="1833" y="403"/>
                    <a:pt x="1430" y="0"/>
                    <a:pt x="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2"/>
            <p:cNvSpPr/>
            <p:nvPr/>
          </p:nvSpPr>
          <p:spPr>
            <a:xfrm>
              <a:off x="7546633" y="4287384"/>
              <a:ext cx="183759" cy="127948"/>
            </a:xfrm>
            <a:custGeom>
              <a:avLst/>
              <a:gdLst/>
              <a:ahLst/>
              <a:cxnLst/>
              <a:rect l="l" t="t" r="r" b="b"/>
              <a:pathLst>
                <a:path w="3174" h="2210" extrusionOk="0">
                  <a:moveTo>
                    <a:pt x="2118" y="223"/>
                  </a:moveTo>
                  <a:cubicBezTo>
                    <a:pt x="2354" y="223"/>
                    <a:pt x="2587" y="344"/>
                    <a:pt x="2735" y="570"/>
                  </a:cubicBezTo>
                  <a:cubicBezTo>
                    <a:pt x="2919" y="895"/>
                    <a:pt x="2814" y="1298"/>
                    <a:pt x="2481" y="1482"/>
                  </a:cubicBezTo>
                  <a:cubicBezTo>
                    <a:pt x="2146" y="1703"/>
                    <a:pt x="1257" y="1970"/>
                    <a:pt x="791" y="1970"/>
                  </a:cubicBezTo>
                  <a:cubicBezTo>
                    <a:pt x="647" y="1970"/>
                    <a:pt x="544" y="1945"/>
                    <a:pt x="509" y="1885"/>
                  </a:cubicBezTo>
                  <a:cubicBezTo>
                    <a:pt x="360" y="1622"/>
                    <a:pt x="1350" y="570"/>
                    <a:pt x="1789" y="307"/>
                  </a:cubicBezTo>
                  <a:cubicBezTo>
                    <a:pt x="1893" y="251"/>
                    <a:pt x="2006" y="223"/>
                    <a:pt x="2118" y="223"/>
                  </a:cubicBezTo>
                  <a:close/>
                  <a:moveTo>
                    <a:pt x="2147" y="0"/>
                  </a:moveTo>
                  <a:cubicBezTo>
                    <a:pt x="1987" y="0"/>
                    <a:pt x="1824" y="42"/>
                    <a:pt x="1675" y="132"/>
                  </a:cubicBezTo>
                  <a:cubicBezTo>
                    <a:pt x="1385" y="307"/>
                    <a:pt x="0" y="1482"/>
                    <a:pt x="290" y="1990"/>
                  </a:cubicBezTo>
                  <a:cubicBezTo>
                    <a:pt x="404" y="2139"/>
                    <a:pt x="579" y="2209"/>
                    <a:pt x="842" y="2209"/>
                  </a:cubicBezTo>
                  <a:cubicBezTo>
                    <a:pt x="1455" y="2209"/>
                    <a:pt x="2411" y="1806"/>
                    <a:pt x="2630" y="1701"/>
                  </a:cubicBezTo>
                  <a:cubicBezTo>
                    <a:pt x="3033" y="1447"/>
                    <a:pt x="3174" y="859"/>
                    <a:pt x="2919" y="421"/>
                  </a:cubicBezTo>
                  <a:cubicBezTo>
                    <a:pt x="2752" y="156"/>
                    <a:pt x="2455" y="0"/>
                    <a:pt x="2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2"/>
            <p:cNvSpPr/>
            <p:nvPr/>
          </p:nvSpPr>
          <p:spPr>
            <a:xfrm>
              <a:off x="7106631" y="4290395"/>
              <a:ext cx="577561" cy="374639"/>
            </a:xfrm>
            <a:custGeom>
              <a:avLst/>
              <a:gdLst/>
              <a:ahLst/>
              <a:cxnLst/>
              <a:rect l="l" t="t" r="r" b="b"/>
              <a:pathLst>
                <a:path w="9976" h="6471" extrusionOk="0">
                  <a:moveTo>
                    <a:pt x="9976" y="6356"/>
                  </a:moveTo>
                  <a:lnTo>
                    <a:pt x="8836" y="6369"/>
                  </a:lnTo>
                  <a:lnTo>
                    <a:pt x="8836" y="6369"/>
                  </a:lnTo>
                  <a:lnTo>
                    <a:pt x="8836" y="6391"/>
                  </a:lnTo>
                  <a:lnTo>
                    <a:pt x="9976" y="6356"/>
                  </a:lnTo>
                  <a:close/>
                  <a:moveTo>
                    <a:pt x="6066" y="1"/>
                  </a:moveTo>
                  <a:lnTo>
                    <a:pt x="0" y="80"/>
                  </a:lnTo>
                  <a:lnTo>
                    <a:pt x="70" y="6470"/>
                  </a:lnTo>
                  <a:lnTo>
                    <a:pt x="8836" y="6369"/>
                  </a:lnTo>
                  <a:lnTo>
                    <a:pt x="8836" y="6369"/>
                  </a:lnTo>
                  <a:lnTo>
                    <a:pt x="8801" y="2227"/>
                  </a:lnTo>
                  <a:lnTo>
                    <a:pt x="6066" y="843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2"/>
            <p:cNvSpPr/>
            <p:nvPr/>
          </p:nvSpPr>
          <p:spPr>
            <a:xfrm>
              <a:off x="7100552" y="4284316"/>
              <a:ext cx="583639" cy="386796"/>
            </a:xfrm>
            <a:custGeom>
              <a:avLst/>
              <a:gdLst/>
              <a:ahLst/>
              <a:cxnLst/>
              <a:rect l="l" t="t" r="r" b="b"/>
              <a:pathLst>
                <a:path w="10081" h="6681" extrusionOk="0">
                  <a:moveTo>
                    <a:pt x="6057" y="220"/>
                  </a:moveTo>
                  <a:lnTo>
                    <a:pt x="6057" y="1018"/>
                  </a:lnTo>
                  <a:lnTo>
                    <a:pt x="8801" y="2411"/>
                  </a:lnTo>
                  <a:lnTo>
                    <a:pt x="8836" y="6391"/>
                  </a:lnTo>
                  <a:lnTo>
                    <a:pt x="289" y="6461"/>
                  </a:lnTo>
                  <a:lnTo>
                    <a:pt x="254" y="290"/>
                  </a:lnTo>
                  <a:lnTo>
                    <a:pt x="6057" y="220"/>
                  </a:lnTo>
                  <a:close/>
                  <a:moveTo>
                    <a:pt x="6276" y="1"/>
                  </a:moveTo>
                  <a:lnTo>
                    <a:pt x="0" y="71"/>
                  </a:lnTo>
                  <a:lnTo>
                    <a:pt x="70" y="6680"/>
                  </a:lnTo>
                  <a:lnTo>
                    <a:pt x="10081" y="6610"/>
                  </a:lnTo>
                  <a:lnTo>
                    <a:pt x="10081" y="6356"/>
                  </a:lnTo>
                  <a:lnTo>
                    <a:pt x="9055" y="6391"/>
                  </a:lnTo>
                  <a:lnTo>
                    <a:pt x="9020" y="2262"/>
                  </a:lnTo>
                  <a:lnTo>
                    <a:pt x="6312" y="877"/>
                  </a:lnTo>
                  <a:lnTo>
                    <a:pt x="62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2"/>
            <p:cNvSpPr/>
            <p:nvPr/>
          </p:nvSpPr>
          <p:spPr>
            <a:xfrm>
              <a:off x="7616165" y="4417243"/>
              <a:ext cx="361902" cy="243217"/>
            </a:xfrm>
            <a:custGeom>
              <a:avLst/>
              <a:gdLst/>
              <a:ahLst/>
              <a:cxnLst/>
              <a:rect l="l" t="t" r="r" b="b"/>
              <a:pathLst>
                <a:path w="6251" h="4201" extrusionOk="0">
                  <a:moveTo>
                    <a:pt x="3352" y="1"/>
                  </a:moveTo>
                  <a:cubicBezTo>
                    <a:pt x="3331" y="1"/>
                    <a:pt x="3309" y="1"/>
                    <a:pt x="3287" y="1"/>
                  </a:cubicBezTo>
                  <a:lnTo>
                    <a:pt x="0" y="1"/>
                  </a:lnTo>
                  <a:lnTo>
                    <a:pt x="0" y="36"/>
                  </a:lnTo>
                  <a:lnTo>
                    <a:pt x="35" y="4200"/>
                  </a:lnTo>
                  <a:lnTo>
                    <a:pt x="1175" y="4165"/>
                  </a:lnTo>
                  <a:lnTo>
                    <a:pt x="6250" y="4130"/>
                  </a:lnTo>
                  <a:lnTo>
                    <a:pt x="6215" y="2850"/>
                  </a:lnTo>
                  <a:cubicBezTo>
                    <a:pt x="6215" y="1268"/>
                    <a:pt x="4935" y="1"/>
                    <a:pt x="33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2"/>
            <p:cNvSpPr/>
            <p:nvPr/>
          </p:nvSpPr>
          <p:spPr>
            <a:xfrm>
              <a:off x="7610086" y="4409195"/>
              <a:ext cx="374060" cy="257864"/>
            </a:xfrm>
            <a:custGeom>
              <a:avLst/>
              <a:gdLst/>
              <a:ahLst/>
              <a:cxnLst/>
              <a:rect l="l" t="t" r="r" b="b"/>
              <a:pathLst>
                <a:path w="6461" h="4454" extrusionOk="0">
                  <a:moveTo>
                    <a:pt x="3392" y="254"/>
                  </a:moveTo>
                  <a:cubicBezTo>
                    <a:pt x="4164" y="254"/>
                    <a:pt x="4856" y="509"/>
                    <a:pt x="5365" y="1052"/>
                  </a:cubicBezTo>
                  <a:cubicBezTo>
                    <a:pt x="5917" y="1569"/>
                    <a:pt x="6206" y="2262"/>
                    <a:pt x="6206" y="2989"/>
                  </a:cubicBezTo>
                  <a:lnTo>
                    <a:pt x="6206" y="4164"/>
                  </a:lnTo>
                  <a:lnTo>
                    <a:pt x="254" y="4234"/>
                  </a:lnTo>
                  <a:lnTo>
                    <a:pt x="219" y="289"/>
                  </a:lnTo>
                  <a:lnTo>
                    <a:pt x="3392" y="254"/>
                  </a:lnTo>
                  <a:close/>
                  <a:moveTo>
                    <a:pt x="3392" y="0"/>
                  </a:moveTo>
                  <a:lnTo>
                    <a:pt x="105" y="35"/>
                  </a:lnTo>
                  <a:lnTo>
                    <a:pt x="0" y="70"/>
                  </a:lnTo>
                  <a:lnTo>
                    <a:pt x="35" y="4453"/>
                  </a:lnTo>
                  <a:lnTo>
                    <a:pt x="6460" y="4383"/>
                  </a:lnTo>
                  <a:lnTo>
                    <a:pt x="6460" y="2989"/>
                  </a:lnTo>
                  <a:cubicBezTo>
                    <a:pt x="6425" y="2192"/>
                    <a:pt x="6136" y="1455"/>
                    <a:pt x="5549" y="877"/>
                  </a:cubicBezTo>
                  <a:cubicBezTo>
                    <a:pt x="4962" y="325"/>
                    <a:pt x="4199" y="0"/>
                    <a:pt x="33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2"/>
            <p:cNvSpPr/>
            <p:nvPr/>
          </p:nvSpPr>
          <p:spPr>
            <a:xfrm>
              <a:off x="7110684" y="4582243"/>
              <a:ext cx="867383" cy="82790"/>
            </a:xfrm>
            <a:custGeom>
              <a:avLst/>
              <a:gdLst/>
              <a:ahLst/>
              <a:cxnLst/>
              <a:rect l="l" t="t" r="r" b="b"/>
              <a:pathLst>
                <a:path w="14982" h="1430" extrusionOk="0">
                  <a:moveTo>
                    <a:pt x="14946" y="0"/>
                  </a:moveTo>
                  <a:lnTo>
                    <a:pt x="0" y="149"/>
                  </a:lnTo>
                  <a:lnTo>
                    <a:pt x="0" y="1429"/>
                  </a:lnTo>
                  <a:lnTo>
                    <a:pt x="14981" y="1280"/>
                  </a:lnTo>
                  <a:lnTo>
                    <a:pt x="14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2"/>
            <p:cNvSpPr/>
            <p:nvPr/>
          </p:nvSpPr>
          <p:spPr>
            <a:xfrm>
              <a:off x="7102579" y="4576164"/>
              <a:ext cx="881567" cy="94948"/>
            </a:xfrm>
            <a:custGeom>
              <a:avLst/>
              <a:gdLst/>
              <a:ahLst/>
              <a:cxnLst/>
              <a:rect l="l" t="t" r="r" b="b"/>
              <a:pathLst>
                <a:path w="15227" h="1640" extrusionOk="0">
                  <a:moveTo>
                    <a:pt x="14972" y="254"/>
                  </a:moveTo>
                  <a:lnTo>
                    <a:pt x="14972" y="1280"/>
                  </a:lnTo>
                  <a:lnTo>
                    <a:pt x="254" y="1420"/>
                  </a:lnTo>
                  <a:lnTo>
                    <a:pt x="254" y="403"/>
                  </a:lnTo>
                  <a:lnTo>
                    <a:pt x="14972" y="254"/>
                  </a:lnTo>
                  <a:close/>
                  <a:moveTo>
                    <a:pt x="15086" y="0"/>
                  </a:moveTo>
                  <a:lnTo>
                    <a:pt x="140" y="140"/>
                  </a:lnTo>
                  <a:cubicBezTo>
                    <a:pt x="70" y="140"/>
                    <a:pt x="0" y="219"/>
                    <a:pt x="0" y="254"/>
                  </a:cubicBezTo>
                  <a:lnTo>
                    <a:pt x="35" y="1534"/>
                  </a:lnTo>
                  <a:cubicBezTo>
                    <a:pt x="35" y="1569"/>
                    <a:pt x="35" y="1604"/>
                    <a:pt x="70" y="1604"/>
                  </a:cubicBezTo>
                  <a:cubicBezTo>
                    <a:pt x="70" y="1639"/>
                    <a:pt x="105" y="1639"/>
                    <a:pt x="140" y="1639"/>
                  </a:cubicBezTo>
                  <a:lnTo>
                    <a:pt x="15121" y="1499"/>
                  </a:lnTo>
                  <a:cubicBezTo>
                    <a:pt x="15156" y="1499"/>
                    <a:pt x="15226" y="1455"/>
                    <a:pt x="15226" y="1385"/>
                  </a:cubicBezTo>
                  <a:lnTo>
                    <a:pt x="15226" y="105"/>
                  </a:lnTo>
                  <a:cubicBezTo>
                    <a:pt x="15226" y="70"/>
                    <a:pt x="15191" y="70"/>
                    <a:pt x="15191" y="35"/>
                  </a:cubicBezTo>
                  <a:cubicBezTo>
                    <a:pt x="15156" y="0"/>
                    <a:pt x="15121" y="0"/>
                    <a:pt x="15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2"/>
            <p:cNvSpPr/>
            <p:nvPr/>
          </p:nvSpPr>
          <p:spPr>
            <a:xfrm>
              <a:off x="7481154" y="4386327"/>
              <a:ext cx="90895" cy="96511"/>
            </a:xfrm>
            <a:custGeom>
              <a:avLst/>
              <a:gdLst/>
              <a:ahLst/>
              <a:cxnLst/>
              <a:rect l="l" t="t" r="r" b="b"/>
              <a:pathLst>
                <a:path w="1570" h="1667" extrusionOk="0">
                  <a:moveTo>
                    <a:pt x="1426" y="1"/>
                  </a:moveTo>
                  <a:cubicBezTo>
                    <a:pt x="1394" y="1"/>
                    <a:pt x="1368" y="9"/>
                    <a:pt x="1350" y="27"/>
                  </a:cubicBezTo>
                  <a:lnTo>
                    <a:pt x="36" y="1491"/>
                  </a:lnTo>
                  <a:cubicBezTo>
                    <a:pt x="0" y="1526"/>
                    <a:pt x="0" y="1596"/>
                    <a:pt x="36" y="1631"/>
                  </a:cubicBezTo>
                  <a:cubicBezTo>
                    <a:pt x="71" y="1666"/>
                    <a:pt x="106" y="1666"/>
                    <a:pt x="106" y="1666"/>
                  </a:cubicBezTo>
                  <a:cubicBezTo>
                    <a:pt x="141" y="1666"/>
                    <a:pt x="176" y="1666"/>
                    <a:pt x="220" y="1631"/>
                  </a:cubicBezTo>
                  <a:lnTo>
                    <a:pt x="1535" y="211"/>
                  </a:lnTo>
                  <a:cubicBezTo>
                    <a:pt x="1570" y="132"/>
                    <a:pt x="1570" y="62"/>
                    <a:pt x="1535" y="27"/>
                  </a:cubicBezTo>
                  <a:cubicBezTo>
                    <a:pt x="1495" y="9"/>
                    <a:pt x="1458" y="1"/>
                    <a:pt x="1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2"/>
            <p:cNvSpPr/>
            <p:nvPr/>
          </p:nvSpPr>
          <p:spPr>
            <a:xfrm>
              <a:off x="7440570" y="4365021"/>
              <a:ext cx="93443" cy="96974"/>
            </a:xfrm>
            <a:custGeom>
              <a:avLst/>
              <a:gdLst/>
              <a:ahLst/>
              <a:cxnLst/>
              <a:rect l="l" t="t" r="r" b="b"/>
              <a:pathLst>
                <a:path w="1614" h="1675" extrusionOk="0">
                  <a:moveTo>
                    <a:pt x="1464" y="1"/>
                  </a:moveTo>
                  <a:cubicBezTo>
                    <a:pt x="1438" y="1"/>
                    <a:pt x="1412" y="9"/>
                    <a:pt x="1394" y="27"/>
                  </a:cubicBezTo>
                  <a:lnTo>
                    <a:pt x="79" y="1491"/>
                  </a:lnTo>
                  <a:cubicBezTo>
                    <a:pt x="0" y="1526"/>
                    <a:pt x="0" y="1596"/>
                    <a:pt x="79" y="1640"/>
                  </a:cubicBezTo>
                  <a:cubicBezTo>
                    <a:pt x="79" y="1675"/>
                    <a:pt x="114" y="1675"/>
                    <a:pt x="149" y="1675"/>
                  </a:cubicBezTo>
                  <a:cubicBezTo>
                    <a:pt x="184" y="1675"/>
                    <a:pt x="219" y="1675"/>
                    <a:pt x="219" y="1640"/>
                  </a:cubicBezTo>
                  <a:lnTo>
                    <a:pt x="1578" y="211"/>
                  </a:lnTo>
                  <a:cubicBezTo>
                    <a:pt x="1613" y="141"/>
                    <a:pt x="1613" y="62"/>
                    <a:pt x="1534" y="27"/>
                  </a:cubicBezTo>
                  <a:cubicBezTo>
                    <a:pt x="1517" y="9"/>
                    <a:pt x="1490" y="1"/>
                    <a:pt x="1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2"/>
            <p:cNvSpPr/>
            <p:nvPr/>
          </p:nvSpPr>
          <p:spPr>
            <a:xfrm>
              <a:off x="7519191" y="4411743"/>
              <a:ext cx="92979" cy="96453"/>
            </a:xfrm>
            <a:custGeom>
              <a:avLst/>
              <a:gdLst/>
              <a:ahLst/>
              <a:cxnLst/>
              <a:rect l="l" t="t" r="r" b="b"/>
              <a:pathLst>
                <a:path w="1606" h="1666" extrusionOk="0">
                  <a:moveTo>
                    <a:pt x="1457" y="0"/>
                  </a:moveTo>
                  <a:cubicBezTo>
                    <a:pt x="1430" y="0"/>
                    <a:pt x="1403" y="9"/>
                    <a:pt x="1386" y="26"/>
                  </a:cubicBezTo>
                  <a:lnTo>
                    <a:pt x="36" y="1490"/>
                  </a:lnTo>
                  <a:cubicBezTo>
                    <a:pt x="1" y="1525"/>
                    <a:pt x="1" y="1595"/>
                    <a:pt x="71" y="1630"/>
                  </a:cubicBezTo>
                  <a:cubicBezTo>
                    <a:pt x="71" y="1665"/>
                    <a:pt x="106" y="1665"/>
                    <a:pt x="141" y="1665"/>
                  </a:cubicBezTo>
                  <a:cubicBezTo>
                    <a:pt x="176" y="1665"/>
                    <a:pt x="176" y="1665"/>
                    <a:pt x="220" y="1630"/>
                  </a:cubicBezTo>
                  <a:lnTo>
                    <a:pt x="1535" y="210"/>
                  </a:lnTo>
                  <a:cubicBezTo>
                    <a:pt x="1605" y="131"/>
                    <a:pt x="1570" y="61"/>
                    <a:pt x="1535" y="26"/>
                  </a:cubicBezTo>
                  <a:cubicBezTo>
                    <a:pt x="1513" y="9"/>
                    <a:pt x="1485" y="0"/>
                    <a:pt x="1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2"/>
            <p:cNvSpPr/>
            <p:nvPr/>
          </p:nvSpPr>
          <p:spPr>
            <a:xfrm>
              <a:off x="7119310" y="4222947"/>
              <a:ext cx="306554" cy="72079"/>
            </a:xfrm>
            <a:custGeom>
              <a:avLst/>
              <a:gdLst/>
              <a:ahLst/>
              <a:cxnLst/>
              <a:rect l="l" t="t" r="r" b="b"/>
              <a:pathLst>
                <a:path w="5295" h="1245" extrusionOk="0">
                  <a:moveTo>
                    <a:pt x="5295" y="0"/>
                  </a:moveTo>
                  <a:lnTo>
                    <a:pt x="0" y="35"/>
                  </a:lnTo>
                  <a:lnTo>
                    <a:pt x="0" y="1245"/>
                  </a:lnTo>
                  <a:lnTo>
                    <a:pt x="5295" y="1166"/>
                  </a:lnTo>
                  <a:lnTo>
                    <a:pt x="5295" y="0"/>
                  </a:ln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2"/>
            <p:cNvSpPr/>
            <p:nvPr/>
          </p:nvSpPr>
          <p:spPr>
            <a:xfrm>
              <a:off x="7111923" y="4214321"/>
              <a:ext cx="321317" cy="86843"/>
            </a:xfrm>
            <a:custGeom>
              <a:avLst/>
              <a:gdLst/>
              <a:ahLst/>
              <a:cxnLst/>
              <a:rect l="l" t="t" r="r" b="b"/>
              <a:pathLst>
                <a:path w="5550" h="1500" extrusionOk="0">
                  <a:moveTo>
                    <a:pt x="5295" y="254"/>
                  </a:moveTo>
                  <a:lnTo>
                    <a:pt x="5295" y="1210"/>
                  </a:lnTo>
                  <a:lnTo>
                    <a:pt x="219" y="1245"/>
                  </a:lnTo>
                  <a:lnTo>
                    <a:pt x="219" y="298"/>
                  </a:lnTo>
                  <a:lnTo>
                    <a:pt x="5295" y="254"/>
                  </a:lnTo>
                  <a:close/>
                  <a:moveTo>
                    <a:pt x="5400" y="0"/>
                  </a:moveTo>
                  <a:lnTo>
                    <a:pt x="105" y="79"/>
                  </a:lnTo>
                  <a:cubicBezTo>
                    <a:pt x="70" y="79"/>
                    <a:pt x="35" y="79"/>
                    <a:pt x="35" y="114"/>
                  </a:cubicBezTo>
                  <a:cubicBezTo>
                    <a:pt x="0" y="114"/>
                    <a:pt x="0" y="149"/>
                    <a:pt x="0" y="184"/>
                  </a:cubicBezTo>
                  <a:lnTo>
                    <a:pt x="0" y="1394"/>
                  </a:lnTo>
                  <a:cubicBezTo>
                    <a:pt x="0" y="1464"/>
                    <a:pt x="35" y="1499"/>
                    <a:pt x="105" y="1499"/>
                  </a:cubicBezTo>
                  <a:lnTo>
                    <a:pt x="5435" y="1464"/>
                  </a:lnTo>
                  <a:cubicBezTo>
                    <a:pt x="5435" y="1464"/>
                    <a:pt x="5479" y="1429"/>
                    <a:pt x="5514" y="1429"/>
                  </a:cubicBezTo>
                  <a:cubicBezTo>
                    <a:pt x="5514" y="1394"/>
                    <a:pt x="5549" y="1350"/>
                    <a:pt x="5549" y="1315"/>
                  </a:cubicBezTo>
                  <a:lnTo>
                    <a:pt x="5514" y="149"/>
                  </a:lnTo>
                  <a:cubicBezTo>
                    <a:pt x="5514" y="79"/>
                    <a:pt x="5479" y="0"/>
                    <a:pt x="5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2"/>
            <p:cNvSpPr/>
            <p:nvPr/>
          </p:nvSpPr>
          <p:spPr>
            <a:xfrm>
              <a:off x="6364649" y="4286342"/>
              <a:ext cx="397449" cy="226427"/>
            </a:xfrm>
            <a:custGeom>
              <a:avLst/>
              <a:gdLst/>
              <a:ahLst/>
              <a:cxnLst/>
              <a:rect l="l" t="t" r="r" b="b"/>
              <a:pathLst>
                <a:path w="6865" h="3911" extrusionOk="0">
                  <a:moveTo>
                    <a:pt x="1" y="1"/>
                  </a:moveTo>
                  <a:lnTo>
                    <a:pt x="1" y="3910"/>
                  </a:lnTo>
                  <a:lnTo>
                    <a:pt x="6864" y="3910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2"/>
            <p:cNvSpPr/>
            <p:nvPr/>
          </p:nvSpPr>
          <p:spPr>
            <a:xfrm>
              <a:off x="6356023" y="4279742"/>
              <a:ext cx="414702" cy="239106"/>
            </a:xfrm>
            <a:custGeom>
              <a:avLst/>
              <a:gdLst/>
              <a:ahLst/>
              <a:cxnLst/>
              <a:rect l="l" t="t" r="r" b="b"/>
              <a:pathLst>
                <a:path w="7163" h="4130" extrusionOk="0">
                  <a:moveTo>
                    <a:pt x="6899" y="220"/>
                  </a:moveTo>
                  <a:lnTo>
                    <a:pt x="6899" y="3875"/>
                  </a:lnTo>
                  <a:lnTo>
                    <a:pt x="255" y="3875"/>
                  </a:lnTo>
                  <a:lnTo>
                    <a:pt x="255" y="220"/>
                  </a:lnTo>
                  <a:close/>
                  <a:moveTo>
                    <a:pt x="150" y="1"/>
                  </a:moveTo>
                  <a:cubicBezTo>
                    <a:pt x="71" y="1"/>
                    <a:pt x="1" y="45"/>
                    <a:pt x="1" y="115"/>
                  </a:cubicBezTo>
                  <a:lnTo>
                    <a:pt x="1" y="4024"/>
                  </a:lnTo>
                  <a:cubicBezTo>
                    <a:pt x="1" y="4059"/>
                    <a:pt x="71" y="4130"/>
                    <a:pt x="150" y="4130"/>
                  </a:cubicBezTo>
                  <a:lnTo>
                    <a:pt x="7013" y="4130"/>
                  </a:lnTo>
                  <a:cubicBezTo>
                    <a:pt x="7083" y="4130"/>
                    <a:pt x="7162" y="4059"/>
                    <a:pt x="7162" y="4024"/>
                  </a:cubicBezTo>
                  <a:lnTo>
                    <a:pt x="7162" y="115"/>
                  </a:lnTo>
                  <a:cubicBezTo>
                    <a:pt x="7162" y="45"/>
                    <a:pt x="7083" y="1"/>
                    <a:pt x="7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2"/>
            <p:cNvSpPr/>
            <p:nvPr/>
          </p:nvSpPr>
          <p:spPr>
            <a:xfrm>
              <a:off x="6360075" y="4282289"/>
              <a:ext cx="406076" cy="232506"/>
            </a:xfrm>
            <a:custGeom>
              <a:avLst/>
              <a:gdLst/>
              <a:ahLst/>
              <a:cxnLst/>
              <a:rect l="l" t="t" r="r" b="b"/>
              <a:pathLst>
                <a:path w="7014" h="4016" extrusionOk="0">
                  <a:moveTo>
                    <a:pt x="6908" y="141"/>
                  </a:moveTo>
                  <a:lnTo>
                    <a:pt x="6908" y="3901"/>
                  </a:lnTo>
                  <a:lnTo>
                    <a:pt x="115" y="3901"/>
                  </a:lnTo>
                  <a:lnTo>
                    <a:pt x="115" y="141"/>
                  </a:lnTo>
                  <a:close/>
                  <a:moveTo>
                    <a:pt x="80" y="1"/>
                  </a:moveTo>
                  <a:cubicBezTo>
                    <a:pt x="36" y="1"/>
                    <a:pt x="1" y="36"/>
                    <a:pt x="1" y="71"/>
                  </a:cubicBezTo>
                  <a:lnTo>
                    <a:pt x="1" y="3980"/>
                  </a:lnTo>
                  <a:cubicBezTo>
                    <a:pt x="1" y="4015"/>
                    <a:pt x="36" y="4015"/>
                    <a:pt x="80" y="4015"/>
                  </a:cubicBezTo>
                  <a:lnTo>
                    <a:pt x="6943" y="4015"/>
                  </a:lnTo>
                  <a:cubicBezTo>
                    <a:pt x="6978" y="4015"/>
                    <a:pt x="7013" y="4015"/>
                    <a:pt x="7013" y="3980"/>
                  </a:cubicBezTo>
                  <a:lnTo>
                    <a:pt x="7013" y="71"/>
                  </a:lnTo>
                  <a:cubicBezTo>
                    <a:pt x="7013" y="36"/>
                    <a:pt x="6978" y="1"/>
                    <a:pt x="69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2"/>
            <p:cNvSpPr/>
            <p:nvPr/>
          </p:nvSpPr>
          <p:spPr>
            <a:xfrm>
              <a:off x="6438234" y="4307705"/>
              <a:ext cx="247733" cy="205064"/>
            </a:xfrm>
            <a:custGeom>
              <a:avLst/>
              <a:gdLst/>
              <a:ahLst/>
              <a:cxnLst/>
              <a:rect l="l" t="t" r="r" b="b"/>
              <a:pathLst>
                <a:path w="4279" h="3542" extrusionOk="0">
                  <a:moveTo>
                    <a:pt x="1061" y="0"/>
                  </a:moveTo>
                  <a:cubicBezTo>
                    <a:pt x="483" y="0"/>
                    <a:pt x="1" y="473"/>
                    <a:pt x="1" y="1052"/>
                  </a:cubicBezTo>
                  <a:lnTo>
                    <a:pt x="1" y="2446"/>
                  </a:lnTo>
                  <a:cubicBezTo>
                    <a:pt x="1" y="3068"/>
                    <a:pt x="483" y="3541"/>
                    <a:pt x="1061" y="3541"/>
                  </a:cubicBezTo>
                  <a:lnTo>
                    <a:pt x="3183" y="3541"/>
                  </a:lnTo>
                  <a:cubicBezTo>
                    <a:pt x="3770" y="3541"/>
                    <a:pt x="4278" y="3068"/>
                    <a:pt x="4278" y="2446"/>
                  </a:cubicBezTo>
                  <a:lnTo>
                    <a:pt x="4278" y="1052"/>
                  </a:lnTo>
                  <a:cubicBezTo>
                    <a:pt x="4278" y="473"/>
                    <a:pt x="3770" y="0"/>
                    <a:pt x="31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2"/>
            <p:cNvSpPr/>
            <p:nvPr/>
          </p:nvSpPr>
          <p:spPr>
            <a:xfrm>
              <a:off x="6430128" y="4301105"/>
              <a:ext cx="261917" cy="217743"/>
            </a:xfrm>
            <a:custGeom>
              <a:avLst/>
              <a:gdLst/>
              <a:ahLst/>
              <a:cxnLst/>
              <a:rect l="l" t="t" r="r" b="b"/>
              <a:pathLst>
                <a:path w="4524" h="3761" extrusionOk="0">
                  <a:moveTo>
                    <a:pt x="2700" y="219"/>
                  </a:moveTo>
                  <a:cubicBezTo>
                    <a:pt x="3577" y="219"/>
                    <a:pt x="4269" y="947"/>
                    <a:pt x="4269" y="1823"/>
                  </a:cubicBezTo>
                  <a:lnTo>
                    <a:pt x="4269" y="1937"/>
                  </a:lnTo>
                  <a:cubicBezTo>
                    <a:pt x="4269" y="2814"/>
                    <a:pt x="3577" y="3506"/>
                    <a:pt x="2700" y="3506"/>
                  </a:cubicBezTo>
                  <a:lnTo>
                    <a:pt x="1824" y="3506"/>
                  </a:lnTo>
                  <a:cubicBezTo>
                    <a:pt x="947" y="3506"/>
                    <a:pt x="255" y="2814"/>
                    <a:pt x="255" y="1937"/>
                  </a:cubicBezTo>
                  <a:lnTo>
                    <a:pt x="255" y="1823"/>
                  </a:lnTo>
                  <a:cubicBezTo>
                    <a:pt x="255" y="947"/>
                    <a:pt x="947" y="219"/>
                    <a:pt x="1824" y="219"/>
                  </a:cubicBezTo>
                  <a:close/>
                  <a:moveTo>
                    <a:pt x="1824" y="0"/>
                  </a:moveTo>
                  <a:cubicBezTo>
                    <a:pt x="842" y="0"/>
                    <a:pt x="0" y="807"/>
                    <a:pt x="0" y="1823"/>
                  </a:cubicBezTo>
                  <a:lnTo>
                    <a:pt x="0" y="1937"/>
                  </a:lnTo>
                  <a:cubicBezTo>
                    <a:pt x="0" y="2919"/>
                    <a:pt x="842" y="3761"/>
                    <a:pt x="1824" y="3761"/>
                  </a:cubicBezTo>
                  <a:lnTo>
                    <a:pt x="2700" y="3761"/>
                  </a:lnTo>
                  <a:cubicBezTo>
                    <a:pt x="3691" y="3761"/>
                    <a:pt x="4524" y="2919"/>
                    <a:pt x="4524" y="1937"/>
                  </a:cubicBezTo>
                  <a:lnTo>
                    <a:pt x="4524" y="1823"/>
                  </a:lnTo>
                  <a:cubicBezTo>
                    <a:pt x="4524" y="807"/>
                    <a:pt x="3691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2"/>
            <p:cNvSpPr/>
            <p:nvPr/>
          </p:nvSpPr>
          <p:spPr>
            <a:xfrm>
              <a:off x="6434181" y="4303132"/>
              <a:ext cx="253812" cy="211664"/>
            </a:xfrm>
            <a:custGeom>
              <a:avLst/>
              <a:gdLst/>
              <a:ahLst/>
              <a:cxnLst/>
              <a:rect l="l" t="t" r="r" b="b"/>
              <a:pathLst>
                <a:path w="4384" h="3656" extrusionOk="0">
                  <a:moveTo>
                    <a:pt x="2630" y="149"/>
                  </a:moveTo>
                  <a:cubicBezTo>
                    <a:pt x="3542" y="149"/>
                    <a:pt x="4278" y="877"/>
                    <a:pt x="4278" y="1788"/>
                  </a:cubicBezTo>
                  <a:lnTo>
                    <a:pt x="4278" y="1902"/>
                  </a:lnTo>
                  <a:cubicBezTo>
                    <a:pt x="4278" y="2814"/>
                    <a:pt x="3542" y="3541"/>
                    <a:pt x="2630" y="3541"/>
                  </a:cubicBezTo>
                  <a:lnTo>
                    <a:pt x="1754" y="3541"/>
                  </a:lnTo>
                  <a:cubicBezTo>
                    <a:pt x="877" y="3541"/>
                    <a:pt x="114" y="2814"/>
                    <a:pt x="114" y="1902"/>
                  </a:cubicBezTo>
                  <a:lnTo>
                    <a:pt x="114" y="1788"/>
                  </a:lnTo>
                  <a:cubicBezTo>
                    <a:pt x="114" y="877"/>
                    <a:pt x="877" y="149"/>
                    <a:pt x="1754" y="149"/>
                  </a:cubicBezTo>
                  <a:close/>
                  <a:moveTo>
                    <a:pt x="1754" y="0"/>
                  </a:moveTo>
                  <a:cubicBezTo>
                    <a:pt x="807" y="0"/>
                    <a:pt x="0" y="807"/>
                    <a:pt x="0" y="1788"/>
                  </a:cubicBezTo>
                  <a:lnTo>
                    <a:pt x="0" y="1902"/>
                  </a:lnTo>
                  <a:cubicBezTo>
                    <a:pt x="0" y="2849"/>
                    <a:pt x="807" y="3655"/>
                    <a:pt x="1754" y="3655"/>
                  </a:cubicBezTo>
                  <a:lnTo>
                    <a:pt x="2630" y="3655"/>
                  </a:lnTo>
                  <a:cubicBezTo>
                    <a:pt x="3577" y="3655"/>
                    <a:pt x="4383" y="2849"/>
                    <a:pt x="4383" y="1902"/>
                  </a:cubicBezTo>
                  <a:lnTo>
                    <a:pt x="4383" y="1788"/>
                  </a:lnTo>
                  <a:cubicBezTo>
                    <a:pt x="4383" y="807"/>
                    <a:pt x="3577" y="0"/>
                    <a:pt x="2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2"/>
            <p:cNvSpPr/>
            <p:nvPr/>
          </p:nvSpPr>
          <p:spPr>
            <a:xfrm>
              <a:off x="6463592" y="4308690"/>
              <a:ext cx="116832" cy="125922"/>
            </a:xfrm>
            <a:custGeom>
              <a:avLst/>
              <a:gdLst/>
              <a:ahLst/>
              <a:cxnLst/>
              <a:rect l="l" t="t" r="r" b="b"/>
              <a:pathLst>
                <a:path w="2018" h="2175" extrusionOk="0">
                  <a:moveTo>
                    <a:pt x="772" y="237"/>
                  </a:moveTo>
                  <a:cubicBezTo>
                    <a:pt x="921" y="237"/>
                    <a:pt x="1097" y="307"/>
                    <a:pt x="1176" y="491"/>
                  </a:cubicBezTo>
                  <a:cubicBezTo>
                    <a:pt x="1395" y="816"/>
                    <a:pt x="1649" y="1841"/>
                    <a:pt x="1465" y="1955"/>
                  </a:cubicBezTo>
                  <a:cubicBezTo>
                    <a:pt x="1430" y="1955"/>
                    <a:pt x="1281" y="1955"/>
                    <a:pt x="921" y="1622"/>
                  </a:cubicBezTo>
                  <a:cubicBezTo>
                    <a:pt x="658" y="1403"/>
                    <a:pt x="404" y="1114"/>
                    <a:pt x="334" y="965"/>
                  </a:cubicBezTo>
                  <a:cubicBezTo>
                    <a:pt x="264" y="860"/>
                    <a:pt x="264" y="746"/>
                    <a:pt x="299" y="597"/>
                  </a:cubicBezTo>
                  <a:cubicBezTo>
                    <a:pt x="334" y="491"/>
                    <a:pt x="404" y="377"/>
                    <a:pt x="518" y="307"/>
                  </a:cubicBezTo>
                  <a:cubicBezTo>
                    <a:pt x="588" y="272"/>
                    <a:pt x="658" y="237"/>
                    <a:pt x="772" y="237"/>
                  </a:cubicBezTo>
                  <a:close/>
                  <a:moveTo>
                    <a:pt x="750" y="0"/>
                  </a:moveTo>
                  <a:cubicBezTo>
                    <a:pt x="631" y="0"/>
                    <a:pt x="512" y="29"/>
                    <a:pt x="404" y="88"/>
                  </a:cubicBezTo>
                  <a:cubicBezTo>
                    <a:pt x="220" y="202"/>
                    <a:pt x="115" y="342"/>
                    <a:pt x="45" y="527"/>
                  </a:cubicBezTo>
                  <a:cubicBezTo>
                    <a:pt x="1" y="746"/>
                    <a:pt x="45" y="930"/>
                    <a:pt x="150" y="1114"/>
                  </a:cubicBezTo>
                  <a:cubicBezTo>
                    <a:pt x="220" y="1254"/>
                    <a:pt x="483" y="1552"/>
                    <a:pt x="772" y="1806"/>
                  </a:cubicBezTo>
                  <a:cubicBezTo>
                    <a:pt x="1062" y="2061"/>
                    <a:pt x="1281" y="2174"/>
                    <a:pt x="1465" y="2174"/>
                  </a:cubicBezTo>
                  <a:cubicBezTo>
                    <a:pt x="1500" y="2174"/>
                    <a:pt x="1535" y="2174"/>
                    <a:pt x="1614" y="2131"/>
                  </a:cubicBezTo>
                  <a:cubicBezTo>
                    <a:pt x="2017" y="1876"/>
                    <a:pt x="1535" y="597"/>
                    <a:pt x="1395" y="342"/>
                  </a:cubicBezTo>
                  <a:cubicBezTo>
                    <a:pt x="1247" y="123"/>
                    <a:pt x="998" y="0"/>
                    <a:pt x="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2"/>
            <p:cNvSpPr/>
            <p:nvPr/>
          </p:nvSpPr>
          <p:spPr>
            <a:xfrm>
              <a:off x="6546324" y="4308516"/>
              <a:ext cx="103574" cy="128122"/>
            </a:xfrm>
            <a:custGeom>
              <a:avLst/>
              <a:gdLst/>
              <a:ahLst/>
              <a:cxnLst/>
              <a:rect l="l" t="t" r="r" b="b"/>
              <a:pathLst>
                <a:path w="1789" h="2213" extrusionOk="0">
                  <a:moveTo>
                    <a:pt x="1026" y="240"/>
                  </a:moveTo>
                  <a:cubicBezTo>
                    <a:pt x="1132" y="240"/>
                    <a:pt x="1202" y="275"/>
                    <a:pt x="1281" y="310"/>
                  </a:cubicBezTo>
                  <a:cubicBezTo>
                    <a:pt x="1386" y="345"/>
                    <a:pt x="1465" y="459"/>
                    <a:pt x="1500" y="600"/>
                  </a:cubicBezTo>
                  <a:cubicBezTo>
                    <a:pt x="1535" y="714"/>
                    <a:pt x="1535" y="863"/>
                    <a:pt x="1465" y="968"/>
                  </a:cubicBezTo>
                  <a:cubicBezTo>
                    <a:pt x="1386" y="1117"/>
                    <a:pt x="1167" y="1406"/>
                    <a:pt x="912" y="1625"/>
                  </a:cubicBezTo>
                  <a:cubicBezTo>
                    <a:pt x="614" y="1895"/>
                    <a:pt x="466" y="1969"/>
                    <a:pt x="401" y="1969"/>
                  </a:cubicBezTo>
                  <a:cubicBezTo>
                    <a:pt x="386" y="1969"/>
                    <a:pt x="376" y="1965"/>
                    <a:pt x="369" y="1958"/>
                  </a:cubicBezTo>
                  <a:cubicBezTo>
                    <a:pt x="325" y="1958"/>
                    <a:pt x="255" y="1774"/>
                    <a:pt x="325" y="1336"/>
                  </a:cubicBezTo>
                  <a:cubicBezTo>
                    <a:pt x="404" y="968"/>
                    <a:pt x="544" y="643"/>
                    <a:pt x="623" y="494"/>
                  </a:cubicBezTo>
                  <a:cubicBezTo>
                    <a:pt x="658" y="380"/>
                    <a:pt x="763" y="275"/>
                    <a:pt x="912" y="240"/>
                  </a:cubicBezTo>
                  <a:close/>
                  <a:moveTo>
                    <a:pt x="1053" y="0"/>
                  </a:moveTo>
                  <a:cubicBezTo>
                    <a:pt x="982" y="0"/>
                    <a:pt x="910" y="8"/>
                    <a:pt x="842" y="21"/>
                  </a:cubicBezTo>
                  <a:cubicBezTo>
                    <a:pt x="658" y="91"/>
                    <a:pt x="509" y="205"/>
                    <a:pt x="404" y="380"/>
                  </a:cubicBezTo>
                  <a:cubicBezTo>
                    <a:pt x="325" y="530"/>
                    <a:pt x="185" y="898"/>
                    <a:pt x="106" y="1257"/>
                  </a:cubicBezTo>
                  <a:cubicBezTo>
                    <a:pt x="1" y="1774"/>
                    <a:pt x="71" y="2064"/>
                    <a:pt x="255" y="2177"/>
                  </a:cubicBezTo>
                  <a:cubicBezTo>
                    <a:pt x="290" y="2177"/>
                    <a:pt x="325" y="2213"/>
                    <a:pt x="369" y="2213"/>
                  </a:cubicBezTo>
                  <a:cubicBezTo>
                    <a:pt x="544" y="2213"/>
                    <a:pt x="763" y="2064"/>
                    <a:pt x="1061" y="1809"/>
                  </a:cubicBezTo>
                  <a:cubicBezTo>
                    <a:pt x="1351" y="1555"/>
                    <a:pt x="1570" y="1222"/>
                    <a:pt x="1684" y="1082"/>
                  </a:cubicBezTo>
                  <a:cubicBezTo>
                    <a:pt x="1754" y="898"/>
                    <a:pt x="1789" y="714"/>
                    <a:pt x="1754" y="530"/>
                  </a:cubicBezTo>
                  <a:cubicBezTo>
                    <a:pt x="1684" y="345"/>
                    <a:pt x="1570" y="205"/>
                    <a:pt x="1386" y="91"/>
                  </a:cubicBezTo>
                  <a:cubicBezTo>
                    <a:pt x="1297" y="25"/>
                    <a:pt x="1176" y="0"/>
                    <a:pt x="1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2"/>
            <p:cNvSpPr/>
            <p:nvPr/>
          </p:nvSpPr>
          <p:spPr>
            <a:xfrm>
              <a:off x="6385433" y="4220921"/>
              <a:ext cx="359875" cy="67506"/>
            </a:xfrm>
            <a:custGeom>
              <a:avLst/>
              <a:gdLst/>
              <a:ahLst/>
              <a:cxnLst/>
              <a:rect l="l" t="t" r="r" b="b"/>
              <a:pathLst>
                <a:path w="6216" h="1166" extrusionOk="0">
                  <a:moveTo>
                    <a:pt x="6216" y="0"/>
                  </a:moveTo>
                  <a:lnTo>
                    <a:pt x="1" y="70"/>
                  </a:lnTo>
                  <a:lnTo>
                    <a:pt x="1" y="1166"/>
                  </a:lnTo>
                  <a:lnTo>
                    <a:pt x="6216" y="1131"/>
                  </a:lnTo>
                  <a:lnTo>
                    <a:pt x="6216" y="0"/>
                  </a:ln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2"/>
            <p:cNvSpPr/>
            <p:nvPr/>
          </p:nvSpPr>
          <p:spPr>
            <a:xfrm>
              <a:off x="6384681" y="4216347"/>
              <a:ext cx="368039" cy="74106"/>
            </a:xfrm>
            <a:custGeom>
              <a:avLst/>
              <a:gdLst/>
              <a:ahLst/>
              <a:cxnLst/>
              <a:rect l="l" t="t" r="r" b="b"/>
              <a:pathLst>
                <a:path w="6357" h="1280" extrusionOk="0">
                  <a:moveTo>
                    <a:pt x="6207" y="149"/>
                  </a:moveTo>
                  <a:lnTo>
                    <a:pt x="6242" y="1140"/>
                  </a:lnTo>
                  <a:lnTo>
                    <a:pt x="106" y="1175"/>
                  </a:lnTo>
                  <a:lnTo>
                    <a:pt x="150" y="184"/>
                  </a:lnTo>
                  <a:lnTo>
                    <a:pt x="6207" y="149"/>
                  </a:lnTo>
                  <a:close/>
                  <a:moveTo>
                    <a:pt x="6286" y="0"/>
                  </a:moveTo>
                  <a:lnTo>
                    <a:pt x="71" y="79"/>
                  </a:lnTo>
                  <a:cubicBezTo>
                    <a:pt x="71" y="79"/>
                    <a:pt x="36" y="114"/>
                    <a:pt x="36" y="149"/>
                  </a:cubicBezTo>
                  <a:lnTo>
                    <a:pt x="1" y="1210"/>
                  </a:lnTo>
                  <a:lnTo>
                    <a:pt x="1" y="1280"/>
                  </a:lnTo>
                  <a:lnTo>
                    <a:pt x="6286" y="1280"/>
                  </a:lnTo>
                  <a:cubicBezTo>
                    <a:pt x="6321" y="1280"/>
                    <a:pt x="6321" y="1280"/>
                    <a:pt x="6321" y="1245"/>
                  </a:cubicBezTo>
                  <a:cubicBezTo>
                    <a:pt x="6356" y="1245"/>
                    <a:pt x="6356" y="1245"/>
                    <a:pt x="6356" y="1210"/>
                  </a:cubicBezTo>
                  <a:lnTo>
                    <a:pt x="6356" y="79"/>
                  </a:lnTo>
                  <a:cubicBezTo>
                    <a:pt x="6356" y="44"/>
                    <a:pt x="6356" y="44"/>
                    <a:pt x="6321" y="44"/>
                  </a:cubicBezTo>
                  <a:cubicBezTo>
                    <a:pt x="6321" y="0"/>
                    <a:pt x="6321" y="0"/>
                    <a:pt x="6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2"/>
            <p:cNvSpPr/>
            <p:nvPr/>
          </p:nvSpPr>
          <p:spPr>
            <a:xfrm>
              <a:off x="6334717" y="4419327"/>
              <a:ext cx="448686" cy="194932"/>
            </a:xfrm>
            <a:custGeom>
              <a:avLst/>
              <a:gdLst/>
              <a:ahLst/>
              <a:cxnLst/>
              <a:rect l="l" t="t" r="r" b="b"/>
              <a:pathLst>
                <a:path w="7750" h="3367" extrusionOk="0">
                  <a:moveTo>
                    <a:pt x="2665" y="0"/>
                  </a:moveTo>
                  <a:cubicBezTo>
                    <a:pt x="1210" y="0"/>
                    <a:pt x="0" y="1210"/>
                    <a:pt x="0" y="2674"/>
                  </a:cubicBezTo>
                  <a:cubicBezTo>
                    <a:pt x="0" y="3033"/>
                    <a:pt x="298" y="3367"/>
                    <a:pt x="693" y="3367"/>
                  </a:cubicBezTo>
                  <a:lnTo>
                    <a:pt x="7048" y="3367"/>
                  </a:lnTo>
                  <a:cubicBezTo>
                    <a:pt x="7416" y="3367"/>
                    <a:pt x="7749" y="3033"/>
                    <a:pt x="7749" y="2674"/>
                  </a:cubicBezTo>
                  <a:cubicBezTo>
                    <a:pt x="7749" y="1210"/>
                    <a:pt x="6540" y="0"/>
                    <a:pt x="5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2"/>
            <p:cNvSpPr/>
            <p:nvPr/>
          </p:nvSpPr>
          <p:spPr>
            <a:xfrm>
              <a:off x="6328638" y="4413248"/>
              <a:ext cx="460844" cy="207090"/>
            </a:xfrm>
            <a:custGeom>
              <a:avLst/>
              <a:gdLst/>
              <a:ahLst/>
              <a:cxnLst/>
              <a:rect l="l" t="t" r="r" b="b"/>
              <a:pathLst>
                <a:path w="7960" h="3577" extrusionOk="0">
                  <a:moveTo>
                    <a:pt x="5181" y="219"/>
                  </a:moveTo>
                  <a:cubicBezTo>
                    <a:pt x="6575" y="219"/>
                    <a:pt x="7705" y="1385"/>
                    <a:pt x="7705" y="2779"/>
                  </a:cubicBezTo>
                  <a:cubicBezTo>
                    <a:pt x="7705" y="3103"/>
                    <a:pt x="7451" y="3358"/>
                    <a:pt x="7153" y="3358"/>
                  </a:cubicBezTo>
                  <a:lnTo>
                    <a:pt x="798" y="3358"/>
                  </a:lnTo>
                  <a:cubicBezTo>
                    <a:pt x="474" y="3358"/>
                    <a:pt x="219" y="3103"/>
                    <a:pt x="219" y="2779"/>
                  </a:cubicBezTo>
                  <a:cubicBezTo>
                    <a:pt x="219" y="1385"/>
                    <a:pt x="1385" y="219"/>
                    <a:pt x="2770" y="219"/>
                  </a:cubicBezTo>
                  <a:close/>
                  <a:moveTo>
                    <a:pt x="2770" y="0"/>
                  </a:moveTo>
                  <a:cubicBezTo>
                    <a:pt x="1236" y="0"/>
                    <a:pt x="0" y="1245"/>
                    <a:pt x="0" y="2779"/>
                  </a:cubicBezTo>
                  <a:cubicBezTo>
                    <a:pt x="0" y="3217"/>
                    <a:pt x="360" y="3577"/>
                    <a:pt x="798" y="3577"/>
                  </a:cubicBezTo>
                  <a:lnTo>
                    <a:pt x="7153" y="3577"/>
                  </a:lnTo>
                  <a:cubicBezTo>
                    <a:pt x="7591" y="3577"/>
                    <a:pt x="7960" y="3217"/>
                    <a:pt x="7960" y="2779"/>
                  </a:cubicBezTo>
                  <a:cubicBezTo>
                    <a:pt x="7960" y="1245"/>
                    <a:pt x="6715" y="0"/>
                    <a:pt x="5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2"/>
            <p:cNvSpPr/>
            <p:nvPr/>
          </p:nvSpPr>
          <p:spPr>
            <a:xfrm>
              <a:off x="6328638" y="4586817"/>
              <a:ext cx="458818" cy="84295"/>
            </a:xfrm>
            <a:custGeom>
              <a:avLst/>
              <a:gdLst/>
              <a:ahLst/>
              <a:cxnLst/>
              <a:rect l="l" t="t" r="r" b="b"/>
              <a:pathLst>
                <a:path w="7925" h="1456" extrusionOk="0">
                  <a:moveTo>
                    <a:pt x="0" y="0"/>
                  </a:moveTo>
                  <a:lnTo>
                    <a:pt x="0" y="1455"/>
                  </a:lnTo>
                  <a:lnTo>
                    <a:pt x="7925" y="1455"/>
                  </a:lnTo>
                  <a:lnTo>
                    <a:pt x="7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2"/>
            <p:cNvSpPr/>
            <p:nvPr/>
          </p:nvSpPr>
          <p:spPr>
            <a:xfrm>
              <a:off x="6317986" y="2372623"/>
              <a:ext cx="1188584" cy="1854435"/>
            </a:xfrm>
            <a:custGeom>
              <a:avLst/>
              <a:gdLst/>
              <a:ahLst/>
              <a:cxnLst/>
              <a:rect l="l" t="t" r="r" b="b"/>
              <a:pathLst>
                <a:path w="20530" h="32031" extrusionOk="0">
                  <a:moveTo>
                    <a:pt x="3173" y="0"/>
                  </a:moveTo>
                  <a:lnTo>
                    <a:pt x="0" y="32030"/>
                  </a:lnTo>
                  <a:lnTo>
                    <a:pt x="8871" y="31960"/>
                  </a:lnTo>
                  <a:lnTo>
                    <a:pt x="10808" y="13114"/>
                  </a:lnTo>
                  <a:cubicBezTo>
                    <a:pt x="10808" y="13114"/>
                    <a:pt x="10808" y="13114"/>
                    <a:pt x="10808" y="13114"/>
                  </a:cubicBezTo>
                  <a:cubicBezTo>
                    <a:pt x="10811" y="13114"/>
                    <a:pt x="12018" y="32030"/>
                    <a:pt x="12018" y="32030"/>
                  </a:cubicBezTo>
                  <a:lnTo>
                    <a:pt x="20530" y="31890"/>
                  </a:lnTo>
                  <a:lnTo>
                    <a:pt x="18557" y="254"/>
                  </a:lnTo>
                  <a:lnTo>
                    <a:pt x="31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2"/>
            <p:cNvSpPr/>
            <p:nvPr/>
          </p:nvSpPr>
          <p:spPr>
            <a:xfrm>
              <a:off x="5789173" y="4662949"/>
              <a:ext cx="311128" cy="10190"/>
            </a:xfrm>
            <a:custGeom>
              <a:avLst/>
              <a:gdLst/>
              <a:ahLst/>
              <a:cxnLst/>
              <a:rect l="l" t="t" r="r" b="b"/>
              <a:pathLst>
                <a:path w="5374" h="176" extrusionOk="0">
                  <a:moveTo>
                    <a:pt x="0" y="0"/>
                  </a:moveTo>
                  <a:lnTo>
                    <a:pt x="0" y="175"/>
                  </a:lnTo>
                  <a:lnTo>
                    <a:pt x="5374" y="175"/>
                  </a:lnTo>
                  <a:lnTo>
                    <a:pt x="53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2"/>
            <p:cNvSpPr/>
            <p:nvPr/>
          </p:nvSpPr>
          <p:spPr>
            <a:xfrm>
              <a:off x="6421502" y="4662949"/>
              <a:ext cx="1759545" cy="10190"/>
            </a:xfrm>
            <a:custGeom>
              <a:avLst/>
              <a:gdLst/>
              <a:ahLst/>
              <a:cxnLst/>
              <a:rect l="l" t="t" r="r" b="b"/>
              <a:pathLst>
                <a:path w="30392" h="176" extrusionOk="0">
                  <a:moveTo>
                    <a:pt x="0" y="0"/>
                  </a:moveTo>
                  <a:lnTo>
                    <a:pt x="0" y="175"/>
                  </a:lnTo>
                  <a:lnTo>
                    <a:pt x="30392" y="175"/>
                  </a:lnTo>
                  <a:lnTo>
                    <a:pt x="3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42"/>
          <p:cNvGrpSpPr/>
          <p:nvPr/>
        </p:nvGrpSpPr>
        <p:grpSpPr>
          <a:xfrm>
            <a:off x="2216600" y="3426963"/>
            <a:ext cx="798800" cy="638175"/>
            <a:chOff x="5626500" y="2101100"/>
            <a:chExt cx="798800" cy="638175"/>
          </a:xfrm>
        </p:grpSpPr>
        <p:sp>
          <p:nvSpPr>
            <p:cNvPr id="1127" name="Google Shape;1127;p42"/>
            <p:cNvSpPr/>
            <p:nvPr/>
          </p:nvSpPr>
          <p:spPr>
            <a:xfrm>
              <a:off x="5629125" y="2181550"/>
              <a:ext cx="776250" cy="555100"/>
            </a:xfrm>
            <a:custGeom>
              <a:avLst/>
              <a:gdLst/>
              <a:ahLst/>
              <a:cxnLst/>
              <a:rect l="l" t="t" r="r" b="b"/>
              <a:pathLst>
                <a:path w="31050" h="22204" extrusionOk="0">
                  <a:moveTo>
                    <a:pt x="1" y="0"/>
                  </a:moveTo>
                  <a:lnTo>
                    <a:pt x="1" y="22204"/>
                  </a:lnTo>
                  <a:lnTo>
                    <a:pt x="31049" y="22204"/>
                  </a:lnTo>
                  <a:lnTo>
                    <a:pt x="310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2"/>
            <p:cNvSpPr/>
            <p:nvPr/>
          </p:nvSpPr>
          <p:spPr>
            <a:xfrm>
              <a:off x="5626500" y="2178700"/>
              <a:ext cx="781500" cy="560575"/>
            </a:xfrm>
            <a:custGeom>
              <a:avLst/>
              <a:gdLst/>
              <a:ahLst/>
              <a:cxnLst/>
              <a:rect l="l" t="t" r="r" b="b"/>
              <a:pathLst>
                <a:path w="31260" h="22423" extrusionOk="0">
                  <a:moveTo>
                    <a:pt x="31040" y="254"/>
                  </a:moveTo>
                  <a:lnTo>
                    <a:pt x="31040" y="22204"/>
                  </a:lnTo>
                  <a:lnTo>
                    <a:pt x="219" y="22204"/>
                  </a:lnTo>
                  <a:lnTo>
                    <a:pt x="219" y="254"/>
                  </a:lnTo>
                  <a:close/>
                  <a:moveTo>
                    <a:pt x="106" y="0"/>
                  </a:moveTo>
                  <a:cubicBezTo>
                    <a:pt x="35" y="0"/>
                    <a:pt x="0" y="70"/>
                    <a:pt x="0" y="114"/>
                  </a:cubicBezTo>
                  <a:lnTo>
                    <a:pt x="0" y="22318"/>
                  </a:lnTo>
                  <a:cubicBezTo>
                    <a:pt x="0" y="22388"/>
                    <a:pt x="35" y="22423"/>
                    <a:pt x="106" y="22423"/>
                  </a:cubicBezTo>
                  <a:lnTo>
                    <a:pt x="31154" y="22423"/>
                  </a:lnTo>
                  <a:cubicBezTo>
                    <a:pt x="31224" y="22423"/>
                    <a:pt x="31259" y="22388"/>
                    <a:pt x="31259" y="22318"/>
                  </a:cubicBezTo>
                  <a:lnTo>
                    <a:pt x="31259" y="114"/>
                  </a:lnTo>
                  <a:cubicBezTo>
                    <a:pt x="31259" y="70"/>
                    <a:pt x="31224" y="0"/>
                    <a:pt x="31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2"/>
            <p:cNvSpPr/>
            <p:nvPr/>
          </p:nvSpPr>
          <p:spPr>
            <a:xfrm>
              <a:off x="5646450" y="2164000"/>
              <a:ext cx="776225" cy="554475"/>
            </a:xfrm>
            <a:custGeom>
              <a:avLst/>
              <a:gdLst/>
              <a:ahLst/>
              <a:cxnLst/>
              <a:rect l="l" t="t" r="r" b="b"/>
              <a:pathLst>
                <a:path w="31049" h="22179" extrusionOk="0">
                  <a:moveTo>
                    <a:pt x="0" y="1"/>
                  </a:moveTo>
                  <a:lnTo>
                    <a:pt x="0" y="22178"/>
                  </a:lnTo>
                  <a:lnTo>
                    <a:pt x="31049" y="22178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2"/>
            <p:cNvSpPr/>
            <p:nvPr/>
          </p:nvSpPr>
          <p:spPr>
            <a:xfrm>
              <a:off x="5643800" y="2160500"/>
              <a:ext cx="781500" cy="560600"/>
            </a:xfrm>
            <a:custGeom>
              <a:avLst/>
              <a:gdLst/>
              <a:ahLst/>
              <a:cxnLst/>
              <a:rect l="l" t="t" r="r" b="b"/>
              <a:pathLst>
                <a:path w="31260" h="22424" extrusionOk="0">
                  <a:moveTo>
                    <a:pt x="31006" y="255"/>
                  </a:moveTo>
                  <a:lnTo>
                    <a:pt x="31006" y="22204"/>
                  </a:lnTo>
                  <a:lnTo>
                    <a:pt x="220" y="22204"/>
                  </a:lnTo>
                  <a:lnTo>
                    <a:pt x="220" y="255"/>
                  </a:lnTo>
                  <a:close/>
                  <a:moveTo>
                    <a:pt x="106" y="1"/>
                  </a:moveTo>
                  <a:cubicBezTo>
                    <a:pt x="36" y="1"/>
                    <a:pt x="1" y="71"/>
                    <a:pt x="1" y="141"/>
                  </a:cubicBezTo>
                  <a:lnTo>
                    <a:pt x="1" y="22318"/>
                  </a:lnTo>
                  <a:cubicBezTo>
                    <a:pt x="1" y="22388"/>
                    <a:pt x="36" y="22423"/>
                    <a:pt x="106" y="22423"/>
                  </a:cubicBezTo>
                  <a:lnTo>
                    <a:pt x="31155" y="22423"/>
                  </a:lnTo>
                  <a:cubicBezTo>
                    <a:pt x="31190" y="22423"/>
                    <a:pt x="31260" y="22388"/>
                    <a:pt x="31260" y="22318"/>
                  </a:cubicBezTo>
                  <a:lnTo>
                    <a:pt x="31260" y="141"/>
                  </a:lnTo>
                  <a:cubicBezTo>
                    <a:pt x="31260" y="71"/>
                    <a:pt x="31190" y="1"/>
                    <a:pt x="31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/>
            <p:cNvSpPr/>
            <p:nvPr/>
          </p:nvSpPr>
          <p:spPr>
            <a:xfrm>
              <a:off x="5646450" y="2164000"/>
              <a:ext cx="776225" cy="61400"/>
            </a:xfrm>
            <a:custGeom>
              <a:avLst/>
              <a:gdLst/>
              <a:ahLst/>
              <a:cxnLst/>
              <a:rect l="l" t="t" r="r" b="b"/>
              <a:pathLst>
                <a:path w="31049" h="2456" extrusionOk="0">
                  <a:moveTo>
                    <a:pt x="0" y="1"/>
                  </a:moveTo>
                  <a:lnTo>
                    <a:pt x="0" y="2455"/>
                  </a:lnTo>
                  <a:lnTo>
                    <a:pt x="31049" y="2455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2"/>
            <p:cNvSpPr/>
            <p:nvPr/>
          </p:nvSpPr>
          <p:spPr>
            <a:xfrm>
              <a:off x="5643800" y="2160500"/>
              <a:ext cx="781500" cy="68400"/>
            </a:xfrm>
            <a:custGeom>
              <a:avLst/>
              <a:gdLst/>
              <a:ahLst/>
              <a:cxnLst/>
              <a:rect l="l" t="t" r="r" b="b"/>
              <a:pathLst>
                <a:path w="31260" h="2736" extrusionOk="0">
                  <a:moveTo>
                    <a:pt x="31006" y="255"/>
                  </a:moveTo>
                  <a:lnTo>
                    <a:pt x="31006" y="2481"/>
                  </a:lnTo>
                  <a:lnTo>
                    <a:pt x="220" y="2481"/>
                  </a:lnTo>
                  <a:lnTo>
                    <a:pt x="220" y="255"/>
                  </a:lnTo>
                  <a:close/>
                  <a:moveTo>
                    <a:pt x="106" y="1"/>
                  </a:moveTo>
                  <a:cubicBezTo>
                    <a:pt x="36" y="1"/>
                    <a:pt x="1" y="71"/>
                    <a:pt x="1" y="141"/>
                  </a:cubicBezTo>
                  <a:lnTo>
                    <a:pt x="1" y="2595"/>
                  </a:lnTo>
                  <a:cubicBezTo>
                    <a:pt x="1" y="2665"/>
                    <a:pt x="36" y="2735"/>
                    <a:pt x="106" y="2735"/>
                  </a:cubicBezTo>
                  <a:lnTo>
                    <a:pt x="31155" y="2735"/>
                  </a:lnTo>
                  <a:cubicBezTo>
                    <a:pt x="31190" y="2735"/>
                    <a:pt x="31260" y="2665"/>
                    <a:pt x="31260" y="2595"/>
                  </a:cubicBezTo>
                  <a:lnTo>
                    <a:pt x="31260" y="141"/>
                  </a:lnTo>
                  <a:cubicBezTo>
                    <a:pt x="31260" y="71"/>
                    <a:pt x="31190" y="1"/>
                    <a:pt x="31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2"/>
            <p:cNvSpPr/>
            <p:nvPr/>
          </p:nvSpPr>
          <p:spPr>
            <a:xfrm>
              <a:off x="6091100" y="2380525"/>
              <a:ext cx="241075" cy="6375"/>
            </a:xfrm>
            <a:custGeom>
              <a:avLst/>
              <a:gdLst/>
              <a:ahLst/>
              <a:cxnLst/>
              <a:rect l="l" t="t" r="r" b="b"/>
              <a:pathLst>
                <a:path w="9643" h="255" extrusionOk="0">
                  <a:moveTo>
                    <a:pt x="114" y="0"/>
                  </a:moveTo>
                  <a:cubicBezTo>
                    <a:pt x="44" y="0"/>
                    <a:pt x="0" y="70"/>
                    <a:pt x="0" y="149"/>
                  </a:cubicBezTo>
                  <a:cubicBezTo>
                    <a:pt x="0" y="184"/>
                    <a:pt x="44" y="255"/>
                    <a:pt x="114" y="255"/>
                  </a:cubicBezTo>
                  <a:lnTo>
                    <a:pt x="9537" y="255"/>
                  </a:lnTo>
                  <a:cubicBezTo>
                    <a:pt x="9607" y="255"/>
                    <a:pt x="9642" y="184"/>
                    <a:pt x="9642" y="149"/>
                  </a:cubicBezTo>
                  <a:cubicBezTo>
                    <a:pt x="9642" y="70"/>
                    <a:pt x="9607" y="0"/>
                    <a:pt x="9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2"/>
            <p:cNvSpPr/>
            <p:nvPr/>
          </p:nvSpPr>
          <p:spPr>
            <a:xfrm>
              <a:off x="6091100" y="2493825"/>
              <a:ext cx="123400" cy="6375"/>
            </a:xfrm>
            <a:custGeom>
              <a:avLst/>
              <a:gdLst/>
              <a:ahLst/>
              <a:cxnLst/>
              <a:rect l="l" t="t" r="r" b="b"/>
              <a:pathLst>
                <a:path w="4936" h="255" extrusionOk="0">
                  <a:moveTo>
                    <a:pt x="114" y="0"/>
                  </a:moveTo>
                  <a:cubicBezTo>
                    <a:pt x="44" y="0"/>
                    <a:pt x="0" y="70"/>
                    <a:pt x="0" y="140"/>
                  </a:cubicBezTo>
                  <a:cubicBezTo>
                    <a:pt x="0" y="176"/>
                    <a:pt x="44" y="254"/>
                    <a:pt x="114" y="254"/>
                  </a:cubicBezTo>
                  <a:lnTo>
                    <a:pt x="4821" y="254"/>
                  </a:lnTo>
                  <a:cubicBezTo>
                    <a:pt x="4900" y="254"/>
                    <a:pt x="4935" y="176"/>
                    <a:pt x="4935" y="140"/>
                  </a:cubicBezTo>
                  <a:cubicBezTo>
                    <a:pt x="4935" y="70"/>
                    <a:pt x="4900" y="0"/>
                    <a:pt x="4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2"/>
            <p:cNvSpPr/>
            <p:nvPr/>
          </p:nvSpPr>
          <p:spPr>
            <a:xfrm>
              <a:off x="6091100" y="2437925"/>
              <a:ext cx="94250" cy="6600"/>
            </a:xfrm>
            <a:custGeom>
              <a:avLst/>
              <a:gdLst/>
              <a:ahLst/>
              <a:cxnLst/>
              <a:rect l="l" t="t" r="r" b="b"/>
              <a:pathLst>
                <a:path w="3770" h="264" extrusionOk="0">
                  <a:moveTo>
                    <a:pt x="114" y="1"/>
                  </a:moveTo>
                  <a:cubicBezTo>
                    <a:pt x="44" y="1"/>
                    <a:pt x="0" y="80"/>
                    <a:pt x="0" y="150"/>
                  </a:cubicBezTo>
                  <a:cubicBezTo>
                    <a:pt x="0" y="185"/>
                    <a:pt x="44" y="264"/>
                    <a:pt x="114" y="264"/>
                  </a:cubicBezTo>
                  <a:lnTo>
                    <a:pt x="3620" y="264"/>
                  </a:lnTo>
                  <a:cubicBezTo>
                    <a:pt x="3690" y="264"/>
                    <a:pt x="3769" y="185"/>
                    <a:pt x="3769" y="150"/>
                  </a:cubicBezTo>
                  <a:cubicBezTo>
                    <a:pt x="3769" y="80"/>
                    <a:pt x="3690" y="1"/>
                    <a:pt x="3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2"/>
            <p:cNvSpPr/>
            <p:nvPr/>
          </p:nvSpPr>
          <p:spPr>
            <a:xfrm>
              <a:off x="6238125" y="2437925"/>
              <a:ext cx="94050" cy="6600"/>
            </a:xfrm>
            <a:custGeom>
              <a:avLst/>
              <a:gdLst/>
              <a:ahLst/>
              <a:cxnLst/>
              <a:rect l="l" t="t" r="r" b="b"/>
              <a:pathLst>
                <a:path w="3762" h="264" extrusionOk="0">
                  <a:moveTo>
                    <a:pt x="150" y="1"/>
                  </a:moveTo>
                  <a:cubicBezTo>
                    <a:pt x="80" y="1"/>
                    <a:pt x="1" y="80"/>
                    <a:pt x="1" y="150"/>
                  </a:cubicBezTo>
                  <a:cubicBezTo>
                    <a:pt x="1" y="185"/>
                    <a:pt x="80" y="264"/>
                    <a:pt x="150" y="264"/>
                  </a:cubicBezTo>
                  <a:lnTo>
                    <a:pt x="3656" y="264"/>
                  </a:lnTo>
                  <a:cubicBezTo>
                    <a:pt x="3726" y="264"/>
                    <a:pt x="3761" y="185"/>
                    <a:pt x="3761" y="150"/>
                  </a:cubicBezTo>
                  <a:cubicBezTo>
                    <a:pt x="3761" y="80"/>
                    <a:pt x="3726" y="1"/>
                    <a:pt x="36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2"/>
            <p:cNvSpPr/>
            <p:nvPr/>
          </p:nvSpPr>
          <p:spPr>
            <a:xfrm>
              <a:off x="5720500" y="2257150"/>
              <a:ext cx="80250" cy="344300"/>
            </a:xfrm>
            <a:custGeom>
              <a:avLst/>
              <a:gdLst/>
              <a:ahLst/>
              <a:cxnLst/>
              <a:rect l="l" t="t" r="r" b="b"/>
              <a:pathLst>
                <a:path w="3210" h="13772" extrusionOk="0">
                  <a:moveTo>
                    <a:pt x="1" y="0"/>
                  </a:moveTo>
                  <a:lnTo>
                    <a:pt x="1" y="13771"/>
                  </a:lnTo>
                  <a:lnTo>
                    <a:pt x="3209" y="1377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2"/>
            <p:cNvSpPr/>
            <p:nvPr/>
          </p:nvSpPr>
          <p:spPr>
            <a:xfrm>
              <a:off x="5717650" y="2254525"/>
              <a:ext cx="85950" cy="350650"/>
            </a:xfrm>
            <a:custGeom>
              <a:avLst/>
              <a:gdLst/>
              <a:ahLst/>
              <a:cxnLst/>
              <a:rect l="l" t="t" r="r" b="b"/>
              <a:pathLst>
                <a:path w="3438" h="14026" extrusionOk="0">
                  <a:moveTo>
                    <a:pt x="3218" y="219"/>
                  </a:moveTo>
                  <a:lnTo>
                    <a:pt x="3218" y="13771"/>
                  </a:lnTo>
                  <a:lnTo>
                    <a:pt x="220" y="13771"/>
                  </a:lnTo>
                  <a:lnTo>
                    <a:pt x="220" y="219"/>
                  </a:lnTo>
                  <a:close/>
                  <a:moveTo>
                    <a:pt x="115" y="0"/>
                  </a:moveTo>
                  <a:cubicBezTo>
                    <a:pt x="36" y="0"/>
                    <a:pt x="1" y="35"/>
                    <a:pt x="1" y="105"/>
                  </a:cubicBezTo>
                  <a:lnTo>
                    <a:pt x="1" y="13876"/>
                  </a:lnTo>
                  <a:cubicBezTo>
                    <a:pt x="1" y="13955"/>
                    <a:pt x="36" y="14025"/>
                    <a:pt x="115" y="14025"/>
                  </a:cubicBezTo>
                  <a:lnTo>
                    <a:pt x="3323" y="14025"/>
                  </a:lnTo>
                  <a:cubicBezTo>
                    <a:pt x="3402" y="14025"/>
                    <a:pt x="3437" y="13955"/>
                    <a:pt x="3437" y="13876"/>
                  </a:cubicBezTo>
                  <a:lnTo>
                    <a:pt x="3437" y="105"/>
                  </a:lnTo>
                  <a:cubicBezTo>
                    <a:pt x="3437" y="35"/>
                    <a:pt x="3402" y="0"/>
                    <a:pt x="3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2"/>
            <p:cNvSpPr/>
            <p:nvPr/>
          </p:nvSpPr>
          <p:spPr>
            <a:xfrm>
              <a:off x="5850025" y="2103750"/>
              <a:ext cx="80450" cy="497700"/>
            </a:xfrm>
            <a:custGeom>
              <a:avLst/>
              <a:gdLst/>
              <a:ahLst/>
              <a:cxnLst/>
              <a:rect l="l" t="t" r="r" b="b"/>
              <a:pathLst>
                <a:path w="3218" h="19908" extrusionOk="0">
                  <a:moveTo>
                    <a:pt x="1" y="0"/>
                  </a:moveTo>
                  <a:lnTo>
                    <a:pt x="1" y="19907"/>
                  </a:lnTo>
                  <a:lnTo>
                    <a:pt x="3218" y="19907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2"/>
            <p:cNvSpPr/>
            <p:nvPr/>
          </p:nvSpPr>
          <p:spPr>
            <a:xfrm>
              <a:off x="5847400" y="2101100"/>
              <a:ext cx="85925" cy="504075"/>
            </a:xfrm>
            <a:custGeom>
              <a:avLst/>
              <a:gdLst/>
              <a:ahLst/>
              <a:cxnLst/>
              <a:rect l="l" t="t" r="r" b="b"/>
              <a:pathLst>
                <a:path w="3437" h="20163" extrusionOk="0">
                  <a:moveTo>
                    <a:pt x="3217" y="255"/>
                  </a:moveTo>
                  <a:lnTo>
                    <a:pt x="3217" y="19908"/>
                  </a:lnTo>
                  <a:lnTo>
                    <a:pt x="219" y="19908"/>
                  </a:lnTo>
                  <a:lnTo>
                    <a:pt x="219" y="255"/>
                  </a:lnTo>
                  <a:close/>
                  <a:moveTo>
                    <a:pt x="106" y="1"/>
                  </a:moveTo>
                  <a:cubicBezTo>
                    <a:pt x="35" y="1"/>
                    <a:pt x="0" y="71"/>
                    <a:pt x="0" y="106"/>
                  </a:cubicBezTo>
                  <a:lnTo>
                    <a:pt x="0" y="20013"/>
                  </a:lnTo>
                  <a:cubicBezTo>
                    <a:pt x="0" y="20092"/>
                    <a:pt x="35" y="20162"/>
                    <a:pt x="106" y="20162"/>
                  </a:cubicBezTo>
                  <a:lnTo>
                    <a:pt x="3323" y="20162"/>
                  </a:lnTo>
                  <a:cubicBezTo>
                    <a:pt x="3393" y="20162"/>
                    <a:pt x="3437" y="20092"/>
                    <a:pt x="3437" y="20013"/>
                  </a:cubicBezTo>
                  <a:lnTo>
                    <a:pt x="3437" y="106"/>
                  </a:lnTo>
                  <a:cubicBezTo>
                    <a:pt x="3437" y="71"/>
                    <a:pt x="3393" y="1"/>
                    <a:pt x="3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2"/>
            <p:cNvSpPr/>
            <p:nvPr/>
          </p:nvSpPr>
          <p:spPr>
            <a:xfrm>
              <a:off x="5967050" y="2314775"/>
              <a:ext cx="80225" cy="286675"/>
            </a:xfrm>
            <a:custGeom>
              <a:avLst/>
              <a:gdLst/>
              <a:ahLst/>
              <a:cxnLst/>
              <a:rect l="l" t="t" r="r" b="b"/>
              <a:pathLst>
                <a:path w="3209" h="11467" extrusionOk="0">
                  <a:moveTo>
                    <a:pt x="1" y="1"/>
                  </a:moveTo>
                  <a:lnTo>
                    <a:pt x="1" y="11466"/>
                  </a:lnTo>
                  <a:lnTo>
                    <a:pt x="3209" y="11466"/>
                  </a:lnTo>
                  <a:lnTo>
                    <a:pt x="32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2"/>
            <p:cNvSpPr/>
            <p:nvPr/>
          </p:nvSpPr>
          <p:spPr>
            <a:xfrm>
              <a:off x="5964200" y="2311925"/>
              <a:ext cx="85925" cy="293250"/>
            </a:xfrm>
            <a:custGeom>
              <a:avLst/>
              <a:gdLst/>
              <a:ahLst/>
              <a:cxnLst/>
              <a:rect l="l" t="t" r="r" b="b"/>
              <a:pathLst>
                <a:path w="3437" h="11730" extrusionOk="0">
                  <a:moveTo>
                    <a:pt x="3218" y="264"/>
                  </a:moveTo>
                  <a:lnTo>
                    <a:pt x="3218" y="11475"/>
                  </a:lnTo>
                  <a:lnTo>
                    <a:pt x="220" y="11475"/>
                  </a:lnTo>
                  <a:lnTo>
                    <a:pt x="220" y="264"/>
                  </a:lnTo>
                  <a:close/>
                  <a:moveTo>
                    <a:pt x="115" y="1"/>
                  </a:moveTo>
                  <a:cubicBezTo>
                    <a:pt x="36" y="1"/>
                    <a:pt x="1" y="80"/>
                    <a:pt x="1" y="115"/>
                  </a:cubicBezTo>
                  <a:lnTo>
                    <a:pt x="1" y="11580"/>
                  </a:lnTo>
                  <a:cubicBezTo>
                    <a:pt x="1" y="11659"/>
                    <a:pt x="36" y="11729"/>
                    <a:pt x="115" y="11729"/>
                  </a:cubicBezTo>
                  <a:lnTo>
                    <a:pt x="3323" y="11729"/>
                  </a:lnTo>
                  <a:cubicBezTo>
                    <a:pt x="3402" y="11729"/>
                    <a:pt x="3437" y="11659"/>
                    <a:pt x="3437" y="11580"/>
                  </a:cubicBezTo>
                  <a:lnTo>
                    <a:pt x="3437" y="115"/>
                  </a:lnTo>
                  <a:cubicBezTo>
                    <a:pt x="3437" y="80"/>
                    <a:pt x="3402" y="1"/>
                    <a:pt x="3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3" name="Google Shape;1143;p42"/>
          <p:cNvGrpSpPr/>
          <p:nvPr/>
        </p:nvGrpSpPr>
        <p:grpSpPr>
          <a:xfrm>
            <a:off x="2881742" y="3583233"/>
            <a:ext cx="1563534" cy="771301"/>
            <a:chOff x="6539450" y="2236325"/>
            <a:chExt cx="834775" cy="411800"/>
          </a:xfrm>
        </p:grpSpPr>
        <p:sp>
          <p:nvSpPr>
            <p:cNvPr id="1144" name="Google Shape;1144;p42"/>
            <p:cNvSpPr/>
            <p:nvPr/>
          </p:nvSpPr>
          <p:spPr>
            <a:xfrm>
              <a:off x="6883750" y="2260000"/>
              <a:ext cx="404550" cy="356125"/>
            </a:xfrm>
            <a:custGeom>
              <a:avLst/>
              <a:gdLst/>
              <a:ahLst/>
              <a:cxnLst/>
              <a:rect l="l" t="t" r="r" b="b"/>
              <a:pathLst>
                <a:path w="16182" h="14245" extrusionOk="0">
                  <a:moveTo>
                    <a:pt x="368" y="0"/>
                  </a:moveTo>
                  <a:cubicBezTo>
                    <a:pt x="149" y="0"/>
                    <a:pt x="0" y="184"/>
                    <a:pt x="0" y="368"/>
                  </a:cubicBezTo>
                  <a:lnTo>
                    <a:pt x="0" y="13876"/>
                  </a:lnTo>
                  <a:cubicBezTo>
                    <a:pt x="0" y="14096"/>
                    <a:pt x="149" y="14245"/>
                    <a:pt x="368" y="14245"/>
                  </a:cubicBezTo>
                  <a:lnTo>
                    <a:pt x="14648" y="14245"/>
                  </a:lnTo>
                  <a:cubicBezTo>
                    <a:pt x="14797" y="14245"/>
                    <a:pt x="14937" y="14131"/>
                    <a:pt x="14972" y="14025"/>
                  </a:cubicBezTo>
                  <a:lnTo>
                    <a:pt x="16147" y="10808"/>
                  </a:lnTo>
                  <a:cubicBezTo>
                    <a:pt x="16182" y="10668"/>
                    <a:pt x="16147" y="10519"/>
                    <a:pt x="16033" y="10405"/>
                  </a:cubicBezTo>
                  <a:lnTo>
                    <a:pt x="5733" y="1937"/>
                  </a:lnTo>
                  <a:cubicBezTo>
                    <a:pt x="5663" y="1902"/>
                    <a:pt x="5628" y="1858"/>
                    <a:pt x="5628" y="1788"/>
                  </a:cubicBezTo>
                  <a:lnTo>
                    <a:pt x="5076" y="254"/>
                  </a:lnTo>
                  <a:cubicBezTo>
                    <a:pt x="5005" y="105"/>
                    <a:pt x="4892" y="0"/>
                    <a:pt x="47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2"/>
            <p:cNvSpPr/>
            <p:nvPr/>
          </p:nvSpPr>
          <p:spPr>
            <a:xfrm>
              <a:off x="6881100" y="2257150"/>
              <a:ext cx="410925" cy="361600"/>
            </a:xfrm>
            <a:custGeom>
              <a:avLst/>
              <a:gdLst/>
              <a:ahLst/>
              <a:cxnLst/>
              <a:rect l="l" t="t" r="r" b="b"/>
              <a:pathLst>
                <a:path w="16437" h="14464" extrusionOk="0">
                  <a:moveTo>
                    <a:pt x="4822" y="219"/>
                  </a:moveTo>
                  <a:cubicBezTo>
                    <a:pt x="4927" y="219"/>
                    <a:pt x="5041" y="298"/>
                    <a:pt x="5076" y="403"/>
                  </a:cubicBezTo>
                  <a:lnTo>
                    <a:pt x="5620" y="1937"/>
                  </a:lnTo>
                  <a:cubicBezTo>
                    <a:pt x="5655" y="2016"/>
                    <a:pt x="5699" y="2086"/>
                    <a:pt x="5769" y="2157"/>
                  </a:cubicBezTo>
                  <a:lnTo>
                    <a:pt x="16069" y="10598"/>
                  </a:lnTo>
                  <a:cubicBezTo>
                    <a:pt x="16139" y="10668"/>
                    <a:pt x="16174" y="10782"/>
                    <a:pt x="16139" y="10887"/>
                  </a:cubicBezTo>
                  <a:lnTo>
                    <a:pt x="14973" y="14069"/>
                  </a:lnTo>
                  <a:cubicBezTo>
                    <a:pt x="14938" y="14174"/>
                    <a:pt x="14859" y="14245"/>
                    <a:pt x="14754" y="14245"/>
                  </a:cubicBezTo>
                  <a:lnTo>
                    <a:pt x="474" y="14245"/>
                  </a:lnTo>
                  <a:cubicBezTo>
                    <a:pt x="325" y="14245"/>
                    <a:pt x="220" y="14139"/>
                    <a:pt x="220" y="13990"/>
                  </a:cubicBezTo>
                  <a:lnTo>
                    <a:pt x="220" y="482"/>
                  </a:lnTo>
                  <a:cubicBezTo>
                    <a:pt x="220" y="333"/>
                    <a:pt x="325" y="219"/>
                    <a:pt x="474" y="219"/>
                  </a:cubicBezTo>
                  <a:close/>
                  <a:moveTo>
                    <a:pt x="474" y="0"/>
                  </a:moveTo>
                  <a:cubicBezTo>
                    <a:pt x="176" y="0"/>
                    <a:pt x="1" y="219"/>
                    <a:pt x="1" y="482"/>
                  </a:cubicBezTo>
                  <a:lnTo>
                    <a:pt x="1" y="13990"/>
                  </a:lnTo>
                  <a:cubicBezTo>
                    <a:pt x="1" y="14245"/>
                    <a:pt x="176" y="14464"/>
                    <a:pt x="474" y="14464"/>
                  </a:cubicBezTo>
                  <a:lnTo>
                    <a:pt x="14754" y="14464"/>
                  </a:lnTo>
                  <a:cubicBezTo>
                    <a:pt x="14938" y="14464"/>
                    <a:pt x="15122" y="14359"/>
                    <a:pt x="15192" y="14174"/>
                  </a:cubicBezTo>
                  <a:lnTo>
                    <a:pt x="16358" y="10957"/>
                  </a:lnTo>
                  <a:cubicBezTo>
                    <a:pt x="16437" y="10782"/>
                    <a:pt x="16358" y="10563"/>
                    <a:pt x="16218" y="10414"/>
                  </a:cubicBezTo>
                  <a:lnTo>
                    <a:pt x="5918" y="1972"/>
                  </a:lnTo>
                  <a:cubicBezTo>
                    <a:pt x="5874" y="1937"/>
                    <a:pt x="5839" y="1902"/>
                    <a:pt x="5839" y="1867"/>
                  </a:cubicBezTo>
                  <a:lnTo>
                    <a:pt x="5296" y="333"/>
                  </a:lnTo>
                  <a:cubicBezTo>
                    <a:pt x="5217" y="149"/>
                    <a:pt x="5041" y="0"/>
                    <a:pt x="4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2"/>
            <p:cNvSpPr/>
            <p:nvPr/>
          </p:nvSpPr>
          <p:spPr>
            <a:xfrm>
              <a:off x="6898425" y="2239825"/>
              <a:ext cx="357900" cy="355250"/>
            </a:xfrm>
            <a:custGeom>
              <a:avLst/>
              <a:gdLst/>
              <a:ahLst/>
              <a:cxnLst/>
              <a:rect l="l" t="t" r="r" b="b"/>
              <a:pathLst>
                <a:path w="14316" h="14210" extrusionOk="0">
                  <a:moveTo>
                    <a:pt x="360" y="1"/>
                  </a:moveTo>
                  <a:cubicBezTo>
                    <a:pt x="185" y="1"/>
                    <a:pt x="0" y="150"/>
                    <a:pt x="0" y="334"/>
                  </a:cubicBezTo>
                  <a:lnTo>
                    <a:pt x="0" y="13886"/>
                  </a:lnTo>
                  <a:cubicBezTo>
                    <a:pt x="0" y="14061"/>
                    <a:pt x="185" y="14210"/>
                    <a:pt x="360" y="14210"/>
                  </a:cubicBezTo>
                  <a:lnTo>
                    <a:pt x="13947" y="14210"/>
                  </a:lnTo>
                  <a:cubicBezTo>
                    <a:pt x="14131" y="14210"/>
                    <a:pt x="14315" y="14061"/>
                    <a:pt x="14315" y="13886"/>
                  </a:cubicBezTo>
                  <a:lnTo>
                    <a:pt x="14315" y="2227"/>
                  </a:lnTo>
                  <a:cubicBezTo>
                    <a:pt x="14315" y="2008"/>
                    <a:pt x="14131" y="1868"/>
                    <a:pt x="13947" y="1868"/>
                  </a:cubicBezTo>
                  <a:lnTo>
                    <a:pt x="5917" y="1868"/>
                  </a:lnTo>
                  <a:cubicBezTo>
                    <a:pt x="5768" y="1868"/>
                    <a:pt x="5619" y="1754"/>
                    <a:pt x="5584" y="1614"/>
                  </a:cubicBezTo>
                  <a:lnTo>
                    <a:pt x="5076" y="220"/>
                  </a:lnTo>
                  <a:cubicBezTo>
                    <a:pt x="5041" y="80"/>
                    <a:pt x="4892" y="1"/>
                    <a:pt x="47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2"/>
            <p:cNvSpPr/>
            <p:nvPr/>
          </p:nvSpPr>
          <p:spPr>
            <a:xfrm>
              <a:off x="6895575" y="2236325"/>
              <a:ext cx="363600" cy="362500"/>
            </a:xfrm>
            <a:custGeom>
              <a:avLst/>
              <a:gdLst/>
              <a:ahLst/>
              <a:cxnLst/>
              <a:rect l="l" t="t" r="r" b="b"/>
              <a:pathLst>
                <a:path w="14544" h="14500" extrusionOk="0">
                  <a:moveTo>
                    <a:pt x="4857" y="255"/>
                  </a:moveTo>
                  <a:cubicBezTo>
                    <a:pt x="4971" y="255"/>
                    <a:pt x="5041" y="325"/>
                    <a:pt x="5076" y="395"/>
                  </a:cubicBezTo>
                  <a:lnTo>
                    <a:pt x="5593" y="1824"/>
                  </a:lnTo>
                  <a:cubicBezTo>
                    <a:pt x="5663" y="2008"/>
                    <a:pt x="5847" y="2113"/>
                    <a:pt x="6031" y="2113"/>
                  </a:cubicBezTo>
                  <a:lnTo>
                    <a:pt x="14061" y="2113"/>
                  </a:lnTo>
                  <a:cubicBezTo>
                    <a:pt x="14210" y="2113"/>
                    <a:pt x="14324" y="2227"/>
                    <a:pt x="14324" y="2367"/>
                  </a:cubicBezTo>
                  <a:lnTo>
                    <a:pt x="14324" y="14026"/>
                  </a:lnTo>
                  <a:cubicBezTo>
                    <a:pt x="14324" y="14131"/>
                    <a:pt x="14210" y="14245"/>
                    <a:pt x="14061" y="14245"/>
                  </a:cubicBezTo>
                  <a:lnTo>
                    <a:pt x="474" y="14245"/>
                  </a:lnTo>
                  <a:cubicBezTo>
                    <a:pt x="334" y="14245"/>
                    <a:pt x="220" y="14131"/>
                    <a:pt x="220" y="14026"/>
                  </a:cubicBezTo>
                  <a:lnTo>
                    <a:pt x="220" y="474"/>
                  </a:lnTo>
                  <a:cubicBezTo>
                    <a:pt x="220" y="360"/>
                    <a:pt x="334" y="255"/>
                    <a:pt x="474" y="255"/>
                  </a:cubicBezTo>
                  <a:close/>
                  <a:moveTo>
                    <a:pt x="474" y="0"/>
                  </a:moveTo>
                  <a:cubicBezTo>
                    <a:pt x="220" y="0"/>
                    <a:pt x="1" y="220"/>
                    <a:pt x="1" y="474"/>
                  </a:cubicBezTo>
                  <a:lnTo>
                    <a:pt x="1" y="14026"/>
                  </a:lnTo>
                  <a:cubicBezTo>
                    <a:pt x="1" y="14280"/>
                    <a:pt x="220" y="14499"/>
                    <a:pt x="474" y="14499"/>
                  </a:cubicBezTo>
                  <a:lnTo>
                    <a:pt x="14061" y="14499"/>
                  </a:lnTo>
                  <a:cubicBezTo>
                    <a:pt x="14324" y="14499"/>
                    <a:pt x="14543" y="14280"/>
                    <a:pt x="14543" y="14026"/>
                  </a:cubicBezTo>
                  <a:lnTo>
                    <a:pt x="14543" y="2367"/>
                  </a:lnTo>
                  <a:cubicBezTo>
                    <a:pt x="14543" y="2113"/>
                    <a:pt x="14324" y="1894"/>
                    <a:pt x="14061" y="1894"/>
                  </a:cubicBezTo>
                  <a:lnTo>
                    <a:pt x="6031" y="1894"/>
                  </a:lnTo>
                  <a:cubicBezTo>
                    <a:pt x="5918" y="1894"/>
                    <a:pt x="5847" y="1824"/>
                    <a:pt x="5812" y="1710"/>
                  </a:cubicBezTo>
                  <a:lnTo>
                    <a:pt x="5295" y="325"/>
                  </a:lnTo>
                  <a:cubicBezTo>
                    <a:pt x="5225" y="141"/>
                    <a:pt x="5041" y="0"/>
                    <a:pt x="48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2"/>
            <p:cNvSpPr/>
            <p:nvPr/>
          </p:nvSpPr>
          <p:spPr>
            <a:xfrm>
              <a:off x="6570575" y="2335825"/>
              <a:ext cx="394500" cy="126025"/>
            </a:xfrm>
            <a:custGeom>
              <a:avLst/>
              <a:gdLst/>
              <a:ahLst/>
              <a:cxnLst/>
              <a:rect l="l" t="t" r="r" b="b"/>
              <a:pathLst>
                <a:path w="15780" h="5041" extrusionOk="0">
                  <a:moveTo>
                    <a:pt x="9713" y="0"/>
                  </a:moveTo>
                  <a:lnTo>
                    <a:pt x="4708" y="4707"/>
                  </a:lnTo>
                  <a:lnTo>
                    <a:pt x="220" y="70"/>
                  </a:lnTo>
                  <a:cubicBezTo>
                    <a:pt x="185" y="53"/>
                    <a:pt x="148" y="44"/>
                    <a:pt x="115" y="44"/>
                  </a:cubicBezTo>
                  <a:cubicBezTo>
                    <a:pt x="82" y="44"/>
                    <a:pt x="53" y="53"/>
                    <a:pt x="36" y="70"/>
                  </a:cubicBezTo>
                  <a:cubicBezTo>
                    <a:pt x="1" y="105"/>
                    <a:pt x="1" y="184"/>
                    <a:pt x="36" y="254"/>
                  </a:cubicBezTo>
                  <a:lnTo>
                    <a:pt x="4708" y="5040"/>
                  </a:lnTo>
                  <a:lnTo>
                    <a:pt x="9748" y="324"/>
                  </a:lnTo>
                  <a:lnTo>
                    <a:pt x="15560" y="4821"/>
                  </a:lnTo>
                  <a:cubicBezTo>
                    <a:pt x="15595" y="4839"/>
                    <a:pt x="15632" y="4848"/>
                    <a:pt x="15665" y="4848"/>
                  </a:cubicBezTo>
                  <a:cubicBezTo>
                    <a:pt x="15698" y="4848"/>
                    <a:pt x="15727" y="4839"/>
                    <a:pt x="15744" y="4821"/>
                  </a:cubicBezTo>
                  <a:cubicBezTo>
                    <a:pt x="15779" y="4742"/>
                    <a:pt x="15744" y="4672"/>
                    <a:pt x="15709" y="4637"/>
                  </a:cubicBezTo>
                  <a:lnTo>
                    <a:pt x="97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2"/>
            <p:cNvSpPr/>
            <p:nvPr/>
          </p:nvSpPr>
          <p:spPr>
            <a:xfrm>
              <a:off x="6542300" y="2308425"/>
              <a:ext cx="62925" cy="62925"/>
            </a:xfrm>
            <a:custGeom>
              <a:avLst/>
              <a:gdLst/>
              <a:ahLst/>
              <a:cxnLst/>
              <a:rect l="l" t="t" r="r" b="b"/>
              <a:pathLst>
                <a:path w="2517" h="2517" extrusionOk="0">
                  <a:moveTo>
                    <a:pt x="1237" y="0"/>
                  </a:moveTo>
                  <a:cubicBezTo>
                    <a:pt x="544" y="0"/>
                    <a:pt x="1" y="544"/>
                    <a:pt x="1" y="1236"/>
                  </a:cubicBezTo>
                  <a:cubicBezTo>
                    <a:pt x="1" y="1938"/>
                    <a:pt x="544" y="2516"/>
                    <a:pt x="1237" y="2516"/>
                  </a:cubicBezTo>
                  <a:cubicBezTo>
                    <a:pt x="1938" y="2516"/>
                    <a:pt x="2517" y="1938"/>
                    <a:pt x="2517" y="1236"/>
                  </a:cubicBezTo>
                  <a:cubicBezTo>
                    <a:pt x="2517" y="544"/>
                    <a:pt x="1938" y="0"/>
                    <a:pt x="12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2"/>
            <p:cNvSpPr/>
            <p:nvPr/>
          </p:nvSpPr>
          <p:spPr>
            <a:xfrm>
              <a:off x="6539450" y="2305575"/>
              <a:ext cx="68625" cy="68625"/>
            </a:xfrm>
            <a:custGeom>
              <a:avLst/>
              <a:gdLst/>
              <a:ahLst/>
              <a:cxnLst/>
              <a:rect l="l" t="t" r="r" b="b"/>
              <a:pathLst>
                <a:path w="2745" h="2745" extrusionOk="0">
                  <a:moveTo>
                    <a:pt x="1351" y="220"/>
                  </a:moveTo>
                  <a:cubicBezTo>
                    <a:pt x="1973" y="220"/>
                    <a:pt x="2490" y="737"/>
                    <a:pt x="2490" y="1350"/>
                  </a:cubicBezTo>
                  <a:cubicBezTo>
                    <a:pt x="2490" y="2008"/>
                    <a:pt x="1973" y="2490"/>
                    <a:pt x="1351" y="2490"/>
                  </a:cubicBezTo>
                  <a:cubicBezTo>
                    <a:pt x="737" y="2490"/>
                    <a:pt x="220" y="2008"/>
                    <a:pt x="220" y="1350"/>
                  </a:cubicBezTo>
                  <a:cubicBezTo>
                    <a:pt x="220" y="737"/>
                    <a:pt x="737" y="220"/>
                    <a:pt x="1351" y="220"/>
                  </a:cubicBezTo>
                  <a:close/>
                  <a:moveTo>
                    <a:pt x="1351" y="0"/>
                  </a:moveTo>
                  <a:cubicBezTo>
                    <a:pt x="623" y="0"/>
                    <a:pt x="1" y="623"/>
                    <a:pt x="1" y="1350"/>
                  </a:cubicBezTo>
                  <a:cubicBezTo>
                    <a:pt x="1" y="2122"/>
                    <a:pt x="623" y="2744"/>
                    <a:pt x="1351" y="2744"/>
                  </a:cubicBezTo>
                  <a:cubicBezTo>
                    <a:pt x="2122" y="2744"/>
                    <a:pt x="2745" y="2122"/>
                    <a:pt x="2745" y="1350"/>
                  </a:cubicBezTo>
                  <a:cubicBezTo>
                    <a:pt x="2745" y="623"/>
                    <a:pt x="2122" y="0"/>
                    <a:pt x="1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2"/>
            <p:cNvSpPr/>
            <p:nvPr/>
          </p:nvSpPr>
          <p:spPr>
            <a:xfrm>
              <a:off x="6782500" y="2308425"/>
              <a:ext cx="62925" cy="62925"/>
            </a:xfrm>
            <a:custGeom>
              <a:avLst/>
              <a:gdLst/>
              <a:ahLst/>
              <a:cxnLst/>
              <a:rect l="l" t="t" r="r" b="b"/>
              <a:pathLst>
                <a:path w="2517" h="2517" extrusionOk="0">
                  <a:moveTo>
                    <a:pt x="1236" y="0"/>
                  </a:moveTo>
                  <a:cubicBezTo>
                    <a:pt x="544" y="0"/>
                    <a:pt x="0" y="544"/>
                    <a:pt x="0" y="1236"/>
                  </a:cubicBezTo>
                  <a:cubicBezTo>
                    <a:pt x="0" y="1938"/>
                    <a:pt x="544" y="2516"/>
                    <a:pt x="1236" y="2516"/>
                  </a:cubicBezTo>
                  <a:cubicBezTo>
                    <a:pt x="1929" y="2516"/>
                    <a:pt x="2516" y="1938"/>
                    <a:pt x="2516" y="1236"/>
                  </a:cubicBezTo>
                  <a:cubicBezTo>
                    <a:pt x="2516" y="544"/>
                    <a:pt x="1929" y="0"/>
                    <a:pt x="12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2"/>
            <p:cNvSpPr/>
            <p:nvPr/>
          </p:nvSpPr>
          <p:spPr>
            <a:xfrm>
              <a:off x="6779650" y="2305575"/>
              <a:ext cx="68625" cy="68625"/>
            </a:xfrm>
            <a:custGeom>
              <a:avLst/>
              <a:gdLst/>
              <a:ahLst/>
              <a:cxnLst/>
              <a:rect l="l" t="t" r="r" b="b"/>
              <a:pathLst>
                <a:path w="2745" h="2745" extrusionOk="0">
                  <a:moveTo>
                    <a:pt x="1350" y="220"/>
                  </a:moveTo>
                  <a:cubicBezTo>
                    <a:pt x="2008" y="220"/>
                    <a:pt x="2525" y="737"/>
                    <a:pt x="2525" y="1350"/>
                  </a:cubicBezTo>
                  <a:cubicBezTo>
                    <a:pt x="2525" y="2008"/>
                    <a:pt x="2008" y="2490"/>
                    <a:pt x="1350" y="2490"/>
                  </a:cubicBezTo>
                  <a:cubicBezTo>
                    <a:pt x="728" y="2490"/>
                    <a:pt x="220" y="2008"/>
                    <a:pt x="220" y="1350"/>
                  </a:cubicBezTo>
                  <a:cubicBezTo>
                    <a:pt x="220" y="737"/>
                    <a:pt x="728" y="220"/>
                    <a:pt x="1350" y="220"/>
                  </a:cubicBezTo>
                  <a:close/>
                  <a:moveTo>
                    <a:pt x="1350" y="0"/>
                  </a:moveTo>
                  <a:cubicBezTo>
                    <a:pt x="623" y="0"/>
                    <a:pt x="0" y="623"/>
                    <a:pt x="0" y="1350"/>
                  </a:cubicBezTo>
                  <a:cubicBezTo>
                    <a:pt x="0" y="2122"/>
                    <a:pt x="623" y="2744"/>
                    <a:pt x="1350" y="2744"/>
                  </a:cubicBezTo>
                  <a:cubicBezTo>
                    <a:pt x="2122" y="2744"/>
                    <a:pt x="2744" y="2122"/>
                    <a:pt x="2744" y="1350"/>
                  </a:cubicBezTo>
                  <a:cubicBezTo>
                    <a:pt x="2744" y="623"/>
                    <a:pt x="2122" y="0"/>
                    <a:pt x="1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2"/>
            <p:cNvSpPr/>
            <p:nvPr/>
          </p:nvSpPr>
          <p:spPr>
            <a:xfrm>
              <a:off x="6656475" y="2422600"/>
              <a:ext cx="62925" cy="62925"/>
            </a:xfrm>
            <a:custGeom>
              <a:avLst/>
              <a:gdLst/>
              <a:ahLst/>
              <a:cxnLst/>
              <a:rect l="l" t="t" r="r" b="b"/>
              <a:pathLst>
                <a:path w="2517" h="2517" extrusionOk="0">
                  <a:moveTo>
                    <a:pt x="1272" y="0"/>
                  </a:moveTo>
                  <a:cubicBezTo>
                    <a:pt x="580" y="0"/>
                    <a:pt x="1" y="579"/>
                    <a:pt x="1" y="1271"/>
                  </a:cubicBezTo>
                  <a:cubicBezTo>
                    <a:pt x="1" y="1973"/>
                    <a:pt x="580" y="2516"/>
                    <a:pt x="1272" y="2516"/>
                  </a:cubicBezTo>
                  <a:cubicBezTo>
                    <a:pt x="1973" y="2516"/>
                    <a:pt x="2517" y="1973"/>
                    <a:pt x="2517" y="1271"/>
                  </a:cubicBezTo>
                  <a:cubicBezTo>
                    <a:pt x="2517" y="579"/>
                    <a:pt x="1973" y="0"/>
                    <a:pt x="12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2"/>
            <p:cNvSpPr/>
            <p:nvPr/>
          </p:nvSpPr>
          <p:spPr>
            <a:xfrm>
              <a:off x="6653650" y="2419750"/>
              <a:ext cx="68600" cy="68625"/>
            </a:xfrm>
            <a:custGeom>
              <a:avLst/>
              <a:gdLst/>
              <a:ahLst/>
              <a:cxnLst/>
              <a:rect l="l" t="t" r="r" b="b"/>
              <a:pathLst>
                <a:path w="2744" h="2745" extrusionOk="0">
                  <a:moveTo>
                    <a:pt x="1385" y="255"/>
                  </a:moveTo>
                  <a:cubicBezTo>
                    <a:pt x="2007" y="255"/>
                    <a:pt x="2525" y="772"/>
                    <a:pt x="2525" y="1385"/>
                  </a:cubicBezTo>
                  <a:cubicBezTo>
                    <a:pt x="2525" y="2008"/>
                    <a:pt x="2007" y="2525"/>
                    <a:pt x="1385" y="2525"/>
                  </a:cubicBezTo>
                  <a:cubicBezTo>
                    <a:pt x="728" y="2525"/>
                    <a:pt x="254" y="2008"/>
                    <a:pt x="254" y="1385"/>
                  </a:cubicBezTo>
                  <a:cubicBezTo>
                    <a:pt x="254" y="772"/>
                    <a:pt x="728" y="255"/>
                    <a:pt x="1385" y="255"/>
                  </a:cubicBezTo>
                  <a:close/>
                  <a:moveTo>
                    <a:pt x="1385" y="0"/>
                  </a:moveTo>
                  <a:cubicBezTo>
                    <a:pt x="622" y="0"/>
                    <a:pt x="0" y="623"/>
                    <a:pt x="0" y="1385"/>
                  </a:cubicBezTo>
                  <a:cubicBezTo>
                    <a:pt x="0" y="2122"/>
                    <a:pt x="622" y="2744"/>
                    <a:pt x="1385" y="2744"/>
                  </a:cubicBezTo>
                  <a:cubicBezTo>
                    <a:pt x="2121" y="2744"/>
                    <a:pt x="2744" y="2122"/>
                    <a:pt x="2744" y="1385"/>
                  </a:cubicBezTo>
                  <a:cubicBezTo>
                    <a:pt x="2744" y="623"/>
                    <a:pt x="2121" y="0"/>
                    <a:pt x="1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2"/>
            <p:cNvSpPr/>
            <p:nvPr/>
          </p:nvSpPr>
          <p:spPr>
            <a:xfrm>
              <a:off x="6930425" y="2422600"/>
              <a:ext cx="62050" cy="62925"/>
            </a:xfrm>
            <a:custGeom>
              <a:avLst/>
              <a:gdLst/>
              <a:ahLst/>
              <a:cxnLst/>
              <a:rect l="l" t="t" r="r" b="b"/>
              <a:pathLst>
                <a:path w="2482" h="2517" extrusionOk="0">
                  <a:moveTo>
                    <a:pt x="1236" y="0"/>
                  </a:moveTo>
                  <a:cubicBezTo>
                    <a:pt x="544" y="0"/>
                    <a:pt x="0" y="579"/>
                    <a:pt x="0" y="1271"/>
                  </a:cubicBezTo>
                  <a:cubicBezTo>
                    <a:pt x="0" y="1973"/>
                    <a:pt x="544" y="2516"/>
                    <a:pt x="1236" y="2516"/>
                  </a:cubicBezTo>
                  <a:cubicBezTo>
                    <a:pt x="1929" y="2516"/>
                    <a:pt x="2481" y="1973"/>
                    <a:pt x="2481" y="1271"/>
                  </a:cubicBezTo>
                  <a:cubicBezTo>
                    <a:pt x="2481" y="579"/>
                    <a:pt x="1929" y="0"/>
                    <a:pt x="1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2"/>
            <p:cNvSpPr/>
            <p:nvPr/>
          </p:nvSpPr>
          <p:spPr>
            <a:xfrm>
              <a:off x="6927575" y="2419750"/>
              <a:ext cx="68625" cy="68625"/>
            </a:xfrm>
            <a:custGeom>
              <a:avLst/>
              <a:gdLst/>
              <a:ahLst/>
              <a:cxnLst/>
              <a:rect l="l" t="t" r="r" b="b"/>
              <a:pathLst>
                <a:path w="2745" h="2745" extrusionOk="0">
                  <a:moveTo>
                    <a:pt x="1350" y="255"/>
                  </a:moveTo>
                  <a:cubicBezTo>
                    <a:pt x="1973" y="255"/>
                    <a:pt x="2481" y="772"/>
                    <a:pt x="2481" y="1385"/>
                  </a:cubicBezTo>
                  <a:cubicBezTo>
                    <a:pt x="2481" y="2008"/>
                    <a:pt x="1973" y="2525"/>
                    <a:pt x="1350" y="2525"/>
                  </a:cubicBezTo>
                  <a:cubicBezTo>
                    <a:pt x="728" y="2525"/>
                    <a:pt x="220" y="2008"/>
                    <a:pt x="220" y="1385"/>
                  </a:cubicBezTo>
                  <a:cubicBezTo>
                    <a:pt x="220" y="772"/>
                    <a:pt x="728" y="255"/>
                    <a:pt x="1350" y="255"/>
                  </a:cubicBezTo>
                  <a:close/>
                  <a:moveTo>
                    <a:pt x="1350" y="0"/>
                  </a:moveTo>
                  <a:cubicBezTo>
                    <a:pt x="588" y="0"/>
                    <a:pt x="0" y="623"/>
                    <a:pt x="0" y="1385"/>
                  </a:cubicBezTo>
                  <a:cubicBezTo>
                    <a:pt x="0" y="2122"/>
                    <a:pt x="588" y="2744"/>
                    <a:pt x="1350" y="2744"/>
                  </a:cubicBezTo>
                  <a:cubicBezTo>
                    <a:pt x="2122" y="2744"/>
                    <a:pt x="2744" y="2122"/>
                    <a:pt x="2744" y="1385"/>
                  </a:cubicBezTo>
                  <a:cubicBezTo>
                    <a:pt x="2744" y="623"/>
                    <a:pt x="2122" y="0"/>
                    <a:pt x="1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2"/>
            <p:cNvSpPr/>
            <p:nvPr/>
          </p:nvSpPr>
          <p:spPr>
            <a:xfrm>
              <a:off x="6901050" y="2380525"/>
              <a:ext cx="471200" cy="214550"/>
            </a:xfrm>
            <a:custGeom>
              <a:avLst/>
              <a:gdLst/>
              <a:ahLst/>
              <a:cxnLst/>
              <a:rect l="l" t="t" r="r" b="b"/>
              <a:pathLst>
                <a:path w="18848" h="8582" extrusionOk="0">
                  <a:moveTo>
                    <a:pt x="3945" y="0"/>
                  </a:moveTo>
                  <a:cubicBezTo>
                    <a:pt x="3805" y="0"/>
                    <a:pt x="3656" y="70"/>
                    <a:pt x="3621" y="219"/>
                  </a:cubicBezTo>
                  <a:lnTo>
                    <a:pt x="115" y="8109"/>
                  </a:lnTo>
                  <a:cubicBezTo>
                    <a:pt x="1" y="8328"/>
                    <a:pt x="185" y="8582"/>
                    <a:pt x="439" y="8582"/>
                  </a:cubicBezTo>
                  <a:lnTo>
                    <a:pt x="14868" y="8582"/>
                  </a:lnTo>
                  <a:cubicBezTo>
                    <a:pt x="15017" y="8582"/>
                    <a:pt x="15122" y="8512"/>
                    <a:pt x="15201" y="8398"/>
                  </a:cubicBezTo>
                  <a:lnTo>
                    <a:pt x="18742" y="509"/>
                  </a:lnTo>
                  <a:cubicBezTo>
                    <a:pt x="18847" y="255"/>
                    <a:pt x="18663" y="0"/>
                    <a:pt x="184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2"/>
            <p:cNvSpPr/>
            <p:nvPr/>
          </p:nvSpPr>
          <p:spPr>
            <a:xfrm>
              <a:off x="6900175" y="2376800"/>
              <a:ext cx="474050" cy="222025"/>
            </a:xfrm>
            <a:custGeom>
              <a:avLst/>
              <a:gdLst/>
              <a:ahLst/>
              <a:cxnLst/>
              <a:rect l="l" t="t" r="r" b="b"/>
              <a:pathLst>
                <a:path w="18962" h="8881" extrusionOk="0">
                  <a:moveTo>
                    <a:pt x="18444" y="255"/>
                  </a:moveTo>
                  <a:cubicBezTo>
                    <a:pt x="18523" y="255"/>
                    <a:pt x="18593" y="298"/>
                    <a:pt x="18663" y="368"/>
                  </a:cubicBezTo>
                  <a:cubicBezTo>
                    <a:pt x="18698" y="439"/>
                    <a:pt x="18698" y="517"/>
                    <a:pt x="18663" y="588"/>
                  </a:cubicBezTo>
                  <a:lnTo>
                    <a:pt x="15122" y="8477"/>
                  </a:lnTo>
                  <a:cubicBezTo>
                    <a:pt x="15087" y="8582"/>
                    <a:pt x="14973" y="8626"/>
                    <a:pt x="14903" y="8626"/>
                  </a:cubicBezTo>
                  <a:lnTo>
                    <a:pt x="474" y="8626"/>
                  </a:lnTo>
                  <a:cubicBezTo>
                    <a:pt x="404" y="8626"/>
                    <a:pt x="334" y="8582"/>
                    <a:pt x="290" y="8512"/>
                  </a:cubicBezTo>
                  <a:cubicBezTo>
                    <a:pt x="220" y="8442"/>
                    <a:pt x="220" y="8363"/>
                    <a:pt x="255" y="8293"/>
                  </a:cubicBezTo>
                  <a:lnTo>
                    <a:pt x="3761" y="404"/>
                  </a:lnTo>
                  <a:cubicBezTo>
                    <a:pt x="3796" y="298"/>
                    <a:pt x="3875" y="255"/>
                    <a:pt x="3980" y="255"/>
                  </a:cubicBezTo>
                  <a:close/>
                  <a:moveTo>
                    <a:pt x="3980" y="0"/>
                  </a:moveTo>
                  <a:cubicBezTo>
                    <a:pt x="3796" y="0"/>
                    <a:pt x="3621" y="149"/>
                    <a:pt x="3542" y="298"/>
                  </a:cubicBezTo>
                  <a:lnTo>
                    <a:pt x="36" y="8188"/>
                  </a:lnTo>
                  <a:cubicBezTo>
                    <a:pt x="1" y="8328"/>
                    <a:pt x="1" y="8512"/>
                    <a:pt x="71" y="8661"/>
                  </a:cubicBezTo>
                  <a:cubicBezTo>
                    <a:pt x="185" y="8766"/>
                    <a:pt x="334" y="8880"/>
                    <a:pt x="474" y="8880"/>
                  </a:cubicBezTo>
                  <a:lnTo>
                    <a:pt x="14903" y="8880"/>
                  </a:lnTo>
                  <a:cubicBezTo>
                    <a:pt x="15087" y="8880"/>
                    <a:pt x="15271" y="8766"/>
                    <a:pt x="15341" y="8582"/>
                  </a:cubicBezTo>
                  <a:lnTo>
                    <a:pt x="18882" y="693"/>
                  </a:lnTo>
                  <a:cubicBezTo>
                    <a:pt x="18961" y="553"/>
                    <a:pt x="18917" y="368"/>
                    <a:pt x="18847" y="219"/>
                  </a:cubicBezTo>
                  <a:cubicBezTo>
                    <a:pt x="18777" y="114"/>
                    <a:pt x="18593" y="0"/>
                    <a:pt x="18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2"/>
            <p:cNvSpPr/>
            <p:nvPr/>
          </p:nvSpPr>
          <p:spPr>
            <a:xfrm>
              <a:off x="7075500" y="2380525"/>
              <a:ext cx="216525" cy="263875"/>
            </a:xfrm>
            <a:custGeom>
              <a:avLst/>
              <a:gdLst/>
              <a:ahLst/>
              <a:cxnLst/>
              <a:rect l="l" t="t" r="r" b="b"/>
              <a:pathLst>
                <a:path w="8661" h="10555" extrusionOk="0">
                  <a:moveTo>
                    <a:pt x="0" y="0"/>
                  </a:moveTo>
                  <a:cubicBezTo>
                    <a:pt x="658" y="70"/>
                    <a:pt x="1166" y="623"/>
                    <a:pt x="1245" y="1315"/>
                  </a:cubicBezTo>
                  <a:lnTo>
                    <a:pt x="1245" y="8617"/>
                  </a:lnTo>
                  <a:cubicBezTo>
                    <a:pt x="1245" y="9713"/>
                    <a:pt x="2087" y="10554"/>
                    <a:pt x="3182" y="10554"/>
                  </a:cubicBezTo>
                  <a:lnTo>
                    <a:pt x="8661" y="10554"/>
                  </a:lnTo>
                  <a:lnTo>
                    <a:pt x="8661" y="1938"/>
                  </a:lnTo>
                  <a:cubicBezTo>
                    <a:pt x="8661" y="1245"/>
                    <a:pt x="8293" y="623"/>
                    <a:pt x="7706" y="290"/>
                  </a:cubicBezTo>
                  <a:cubicBezTo>
                    <a:pt x="7486" y="106"/>
                    <a:pt x="7197" y="0"/>
                    <a:pt x="68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2"/>
            <p:cNvSpPr/>
            <p:nvPr/>
          </p:nvSpPr>
          <p:spPr>
            <a:xfrm>
              <a:off x="7071775" y="2376800"/>
              <a:ext cx="222900" cy="271325"/>
            </a:xfrm>
            <a:custGeom>
              <a:avLst/>
              <a:gdLst/>
              <a:ahLst/>
              <a:cxnLst/>
              <a:rect l="l" t="t" r="r" b="b"/>
              <a:pathLst>
                <a:path w="8916" h="10853" extrusionOk="0">
                  <a:moveTo>
                    <a:pt x="7013" y="255"/>
                  </a:moveTo>
                  <a:cubicBezTo>
                    <a:pt x="7311" y="255"/>
                    <a:pt x="7565" y="333"/>
                    <a:pt x="7784" y="517"/>
                  </a:cubicBezTo>
                  <a:lnTo>
                    <a:pt x="7819" y="517"/>
                  </a:lnTo>
                  <a:cubicBezTo>
                    <a:pt x="8372" y="877"/>
                    <a:pt x="8696" y="1429"/>
                    <a:pt x="8696" y="2087"/>
                  </a:cubicBezTo>
                  <a:lnTo>
                    <a:pt x="8696" y="10598"/>
                  </a:lnTo>
                  <a:lnTo>
                    <a:pt x="3331" y="10598"/>
                  </a:lnTo>
                  <a:cubicBezTo>
                    <a:pt x="2306" y="10598"/>
                    <a:pt x="1499" y="9792"/>
                    <a:pt x="1499" y="8766"/>
                  </a:cubicBezTo>
                  <a:lnTo>
                    <a:pt x="1499" y="1429"/>
                  </a:lnTo>
                  <a:cubicBezTo>
                    <a:pt x="1464" y="956"/>
                    <a:pt x="1175" y="517"/>
                    <a:pt x="772" y="255"/>
                  </a:cubicBezTo>
                  <a:close/>
                  <a:moveTo>
                    <a:pt x="7013" y="0"/>
                  </a:moveTo>
                  <a:lnTo>
                    <a:pt x="2674" y="35"/>
                  </a:lnTo>
                  <a:lnTo>
                    <a:pt x="114" y="35"/>
                  </a:lnTo>
                  <a:cubicBezTo>
                    <a:pt x="79" y="35"/>
                    <a:pt x="0" y="79"/>
                    <a:pt x="0" y="149"/>
                  </a:cubicBezTo>
                  <a:cubicBezTo>
                    <a:pt x="0" y="219"/>
                    <a:pt x="79" y="255"/>
                    <a:pt x="114" y="255"/>
                  </a:cubicBezTo>
                  <a:cubicBezTo>
                    <a:pt x="737" y="333"/>
                    <a:pt x="1210" y="842"/>
                    <a:pt x="1245" y="1464"/>
                  </a:cubicBezTo>
                  <a:lnTo>
                    <a:pt x="1245" y="8766"/>
                  </a:lnTo>
                  <a:cubicBezTo>
                    <a:pt x="1245" y="9897"/>
                    <a:pt x="2192" y="10852"/>
                    <a:pt x="3331" y="10852"/>
                  </a:cubicBezTo>
                  <a:lnTo>
                    <a:pt x="8810" y="10852"/>
                  </a:lnTo>
                  <a:cubicBezTo>
                    <a:pt x="8880" y="10852"/>
                    <a:pt x="8915" y="10773"/>
                    <a:pt x="8915" y="10703"/>
                  </a:cubicBezTo>
                  <a:lnTo>
                    <a:pt x="8915" y="2087"/>
                  </a:lnTo>
                  <a:cubicBezTo>
                    <a:pt x="8915" y="1350"/>
                    <a:pt x="8547" y="693"/>
                    <a:pt x="7933" y="333"/>
                  </a:cubicBezTo>
                  <a:cubicBezTo>
                    <a:pt x="7670" y="114"/>
                    <a:pt x="7346" y="0"/>
                    <a:pt x="7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2"/>
            <p:cNvSpPr/>
            <p:nvPr/>
          </p:nvSpPr>
          <p:spPr>
            <a:xfrm>
              <a:off x="7150450" y="2588700"/>
              <a:ext cx="205350" cy="56575"/>
            </a:xfrm>
            <a:custGeom>
              <a:avLst/>
              <a:gdLst/>
              <a:ahLst/>
              <a:cxnLst/>
              <a:rect l="l" t="t" r="r" b="b"/>
              <a:pathLst>
                <a:path w="8214" h="2263" extrusionOk="0">
                  <a:moveTo>
                    <a:pt x="1166" y="1"/>
                  </a:moveTo>
                  <a:lnTo>
                    <a:pt x="1166" y="807"/>
                  </a:lnTo>
                  <a:cubicBezTo>
                    <a:pt x="1166" y="1500"/>
                    <a:pt x="658" y="2122"/>
                    <a:pt x="0" y="2227"/>
                  </a:cubicBezTo>
                  <a:lnTo>
                    <a:pt x="360" y="2227"/>
                  </a:lnTo>
                  <a:lnTo>
                    <a:pt x="6794" y="2262"/>
                  </a:lnTo>
                  <a:cubicBezTo>
                    <a:pt x="7591" y="2227"/>
                    <a:pt x="8214" y="1605"/>
                    <a:pt x="8214" y="807"/>
                  </a:cubicBezTo>
                  <a:lnTo>
                    <a:pt x="82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2"/>
            <p:cNvSpPr/>
            <p:nvPr/>
          </p:nvSpPr>
          <p:spPr>
            <a:xfrm>
              <a:off x="7147600" y="2585850"/>
              <a:ext cx="211050" cy="62275"/>
            </a:xfrm>
            <a:custGeom>
              <a:avLst/>
              <a:gdLst/>
              <a:ahLst/>
              <a:cxnLst/>
              <a:rect l="l" t="t" r="r" b="b"/>
              <a:pathLst>
                <a:path w="8442" h="2491" extrusionOk="0">
                  <a:moveTo>
                    <a:pt x="8223" y="220"/>
                  </a:moveTo>
                  <a:lnTo>
                    <a:pt x="8223" y="921"/>
                  </a:lnTo>
                  <a:cubicBezTo>
                    <a:pt x="8223" y="1281"/>
                    <a:pt x="8074" y="1614"/>
                    <a:pt x="7819" y="1868"/>
                  </a:cubicBezTo>
                  <a:cubicBezTo>
                    <a:pt x="7600" y="2087"/>
                    <a:pt x="7267" y="2236"/>
                    <a:pt x="6908" y="2236"/>
                  </a:cubicBezTo>
                  <a:lnTo>
                    <a:pt x="693" y="2236"/>
                  </a:lnTo>
                  <a:cubicBezTo>
                    <a:pt x="1131" y="1938"/>
                    <a:pt x="1394" y="1465"/>
                    <a:pt x="1394" y="921"/>
                  </a:cubicBezTo>
                  <a:lnTo>
                    <a:pt x="1394" y="220"/>
                  </a:lnTo>
                  <a:close/>
                  <a:moveTo>
                    <a:pt x="1280" y="1"/>
                  </a:moveTo>
                  <a:cubicBezTo>
                    <a:pt x="1245" y="1"/>
                    <a:pt x="1210" y="1"/>
                    <a:pt x="1210" y="45"/>
                  </a:cubicBezTo>
                  <a:cubicBezTo>
                    <a:pt x="1175" y="45"/>
                    <a:pt x="1175" y="80"/>
                    <a:pt x="1175" y="115"/>
                  </a:cubicBezTo>
                  <a:lnTo>
                    <a:pt x="1175" y="921"/>
                  </a:lnTo>
                  <a:cubicBezTo>
                    <a:pt x="1175" y="1535"/>
                    <a:pt x="693" y="2122"/>
                    <a:pt x="79" y="2236"/>
                  </a:cubicBezTo>
                  <a:cubicBezTo>
                    <a:pt x="35" y="2236"/>
                    <a:pt x="0" y="2306"/>
                    <a:pt x="0" y="2341"/>
                  </a:cubicBezTo>
                  <a:cubicBezTo>
                    <a:pt x="0" y="2455"/>
                    <a:pt x="79" y="2455"/>
                    <a:pt x="219" y="2490"/>
                  </a:cubicBezTo>
                  <a:lnTo>
                    <a:pt x="6908" y="2490"/>
                  </a:lnTo>
                  <a:cubicBezTo>
                    <a:pt x="7749" y="2490"/>
                    <a:pt x="8442" y="1798"/>
                    <a:pt x="8442" y="921"/>
                  </a:cubicBezTo>
                  <a:lnTo>
                    <a:pt x="8442" y="115"/>
                  </a:lnTo>
                  <a:cubicBezTo>
                    <a:pt x="8442" y="45"/>
                    <a:pt x="8407" y="1"/>
                    <a:pt x="8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2"/>
            <p:cNvSpPr/>
            <p:nvPr/>
          </p:nvSpPr>
          <p:spPr>
            <a:xfrm>
              <a:off x="7137525" y="2422600"/>
              <a:ext cx="107825" cy="25"/>
            </a:xfrm>
            <a:custGeom>
              <a:avLst/>
              <a:gdLst/>
              <a:ahLst/>
              <a:cxnLst/>
              <a:rect l="l" t="t" r="r" b="b"/>
              <a:pathLst>
                <a:path w="4313" h="1" extrusionOk="0">
                  <a:moveTo>
                    <a:pt x="0" y="0"/>
                  </a:moveTo>
                  <a:lnTo>
                    <a:pt x="43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2"/>
            <p:cNvSpPr/>
            <p:nvPr/>
          </p:nvSpPr>
          <p:spPr>
            <a:xfrm>
              <a:off x="7134000" y="2418875"/>
              <a:ext cx="114200" cy="6375"/>
            </a:xfrm>
            <a:custGeom>
              <a:avLst/>
              <a:gdLst/>
              <a:ahLst/>
              <a:cxnLst/>
              <a:rect l="l" t="t" r="r" b="b"/>
              <a:pathLst>
                <a:path w="4568" h="255" extrusionOk="0">
                  <a:moveTo>
                    <a:pt x="141" y="0"/>
                  </a:moveTo>
                  <a:cubicBezTo>
                    <a:pt x="71" y="0"/>
                    <a:pt x="1" y="70"/>
                    <a:pt x="1" y="149"/>
                  </a:cubicBezTo>
                  <a:cubicBezTo>
                    <a:pt x="1" y="184"/>
                    <a:pt x="71" y="255"/>
                    <a:pt x="141" y="255"/>
                  </a:cubicBezTo>
                  <a:lnTo>
                    <a:pt x="4454" y="255"/>
                  </a:lnTo>
                  <a:cubicBezTo>
                    <a:pt x="4524" y="255"/>
                    <a:pt x="4568" y="184"/>
                    <a:pt x="4568" y="149"/>
                  </a:cubicBezTo>
                  <a:cubicBezTo>
                    <a:pt x="4568" y="70"/>
                    <a:pt x="4524" y="0"/>
                    <a:pt x="44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2"/>
            <p:cNvSpPr/>
            <p:nvPr/>
          </p:nvSpPr>
          <p:spPr>
            <a:xfrm>
              <a:off x="7143000" y="2458975"/>
              <a:ext cx="108725" cy="25"/>
            </a:xfrm>
            <a:custGeom>
              <a:avLst/>
              <a:gdLst/>
              <a:ahLst/>
              <a:cxnLst/>
              <a:rect l="l" t="t" r="r" b="b"/>
              <a:pathLst>
                <a:path w="4349" h="1" extrusionOk="0">
                  <a:moveTo>
                    <a:pt x="0" y="0"/>
                  </a:moveTo>
                  <a:lnTo>
                    <a:pt x="43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2"/>
            <p:cNvSpPr/>
            <p:nvPr/>
          </p:nvSpPr>
          <p:spPr>
            <a:xfrm>
              <a:off x="7140375" y="2456350"/>
              <a:ext cx="114200" cy="5500"/>
            </a:xfrm>
            <a:custGeom>
              <a:avLst/>
              <a:gdLst/>
              <a:ahLst/>
              <a:cxnLst/>
              <a:rect l="l" t="t" r="r" b="b"/>
              <a:pathLst>
                <a:path w="4568" h="220" extrusionOk="0">
                  <a:moveTo>
                    <a:pt x="105" y="0"/>
                  </a:moveTo>
                  <a:cubicBezTo>
                    <a:pt x="70" y="0"/>
                    <a:pt x="0" y="35"/>
                    <a:pt x="0" y="105"/>
                  </a:cubicBezTo>
                  <a:cubicBezTo>
                    <a:pt x="0" y="184"/>
                    <a:pt x="70" y="219"/>
                    <a:pt x="105" y="219"/>
                  </a:cubicBezTo>
                  <a:lnTo>
                    <a:pt x="4453" y="219"/>
                  </a:lnTo>
                  <a:cubicBezTo>
                    <a:pt x="4532" y="219"/>
                    <a:pt x="4567" y="184"/>
                    <a:pt x="4567" y="105"/>
                  </a:cubicBezTo>
                  <a:cubicBezTo>
                    <a:pt x="4567" y="35"/>
                    <a:pt x="4532" y="0"/>
                    <a:pt x="4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2"/>
            <p:cNvSpPr/>
            <p:nvPr/>
          </p:nvSpPr>
          <p:spPr>
            <a:xfrm>
              <a:off x="7144975" y="2498200"/>
              <a:ext cx="108700" cy="25"/>
            </a:xfrm>
            <a:custGeom>
              <a:avLst/>
              <a:gdLst/>
              <a:ahLst/>
              <a:cxnLst/>
              <a:rect l="l" t="t" r="r" b="b"/>
              <a:pathLst>
                <a:path w="4348" h="1" extrusionOk="0">
                  <a:moveTo>
                    <a:pt x="0" y="1"/>
                  </a:moveTo>
                  <a:lnTo>
                    <a:pt x="43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2"/>
            <p:cNvSpPr/>
            <p:nvPr/>
          </p:nvSpPr>
          <p:spPr>
            <a:xfrm>
              <a:off x="7142125" y="2495575"/>
              <a:ext cx="114200" cy="5500"/>
            </a:xfrm>
            <a:custGeom>
              <a:avLst/>
              <a:gdLst/>
              <a:ahLst/>
              <a:cxnLst/>
              <a:rect l="l" t="t" r="r" b="b"/>
              <a:pathLst>
                <a:path w="4568" h="220" extrusionOk="0">
                  <a:moveTo>
                    <a:pt x="114" y="0"/>
                  </a:moveTo>
                  <a:cubicBezTo>
                    <a:pt x="35" y="0"/>
                    <a:pt x="0" y="35"/>
                    <a:pt x="0" y="106"/>
                  </a:cubicBezTo>
                  <a:cubicBezTo>
                    <a:pt x="0" y="184"/>
                    <a:pt x="35" y="219"/>
                    <a:pt x="114" y="219"/>
                  </a:cubicBezTo>
                  <a:lnTo>
                    <a:pt x="4462" y="219"/>
                  </a:lnTo>
                  <a:cubicBezTo>
                    <a:pt x="4497" y="219"/>
                    <a:pt x="4567" y="184"/>
                    <a:pt x="4567" y="106"/>
                  </a:cubicBezTo>
                  <a:cubicBezTo>
                    <a:pt x="4567" y="35"/>
                    <a:pt x="4497" y="0"/>
                    <a:pt x="44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2"/>
            <p:cNvSpPr/>
            <p:nvPr/>
          </p:nvSpPr>
          <p:spPr>
            <a:xfrm>
              <a:off x="7144100" y="2536550"/>
              <a:ext cx="108500" cy="25"/>
            </a:xfrm>
            <a:custGeom>
              <a:avLst/>
              <a:gdLst/>
              <a:ahLst/>
              <a:cxnLst/>
              <a:rect l="l" t="t" r="r" b="b"/>
              <a:pathLst>
                <a:path w="4340" h="1" extrusionOk="0">
                  <a:moveTo>
                    <a:pt x="0" y="1"/>
                  </a:moveTo>
                  <a:lnTo>
                    <a:pt x="43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2"/>
            <p:cNvSpPr/>
            <p:nvPr/>
          </p:nvSpPr>
          <p:spPr>
            <a:xfrm>
              <a:off x="7141250" y="2533925"/>
              <a:ext cx="114200" cy="6375"/>
            </a:xfrm>
            <a:custGeom>
              <a:avLst/>
              <a:gdLst/>
              <a:ahLst/>
              <a:cxnLst/>
              <a:rect l="l" t="t" r="r" b="b"/>
              <a:pathLst>
                <a:path w="4568" h="255" extrusionOk="0">
                  <a:moveTo>
                    <a:pt x="114" y="0"/>
                  </a:moveTo>
                  <a:cubicBezTo>
                    <a:pt x="35" y="0"/>
                    <a:pt x="0" y="70"/>
                    <a:pt x="0" y="106"/>
                  </a:cubicBezTo>
                  <a:cubicBezTo>
                    <a:pt x="0" y="184"/>
                    <a:pt x="35" y="255"/>
                    <a:pt x="114" y="255"/>
                  </a:cubicBezTo>
                  <a:lnTo>
                    <a:pt x="4453" y="255"/>
                  </a:lnTo>
                  <a:cubicBezTo>
                    <a:pt x="4532" y="255"/>
                    <a:pt x="4567" y="184"/>
                    <a:pt x="4567" y="106"/>
                  </a:cubicBezTo>
                  <a:cubicBezTo>
                    <a:pt x="4567" y="70"/>
                    <a:pt x="4532" y="0"/>
                    <a:pt x="4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1" name="Google Shape;1171;p42"/>
          <p:cNvGrpSpPr/>
          <p:nvPr/>
        </p:nvGrpSpPr>
        <p:grpSpPr>
          <a:xfrm>
            <a:off x="6020390" y="3258516"/>
            <a:ext cx="1160844" cy="975060"/>
            <a:chOff x="6281527" y="838138"/>
            <a:chExt cx="891859" cy="749124"/>
          </a:xfrm>
        </p:grpSpPr>
        <p:sp>
          <p:nvSpPr>
            <p:cNvPr id="1172" name="Google Shape;1172;p42"/>
            <p:cNvSpPr/>
            <p:nvPr/>
          </p:nvSpPr>
          <p:spPr>
            <a:xfrm>
              <a:off x="6491674" y="994166"/>
              <a:ext cx="423780" cy="395296"/>
            </a:xfrm>
            <a:custGeom>
              <a:avLst/>
              <a:gdLst/>
              <a:ahLst/>
              <a:cxnLst/>
              <a:rect l="l" t="t" r="r" b="b"/>
              <a:pathLst>
                <a:path w="5356" h="4996" extrusionOk="0">
                  <a:moveTo>
                    <a:pt x="2676" y="0"/>
                  </a:moveTo>
                  <a:cubicBezTo>
                    <a:pt x="1464" y="0"/>
                    <a:pt x="399" y="883"/>
                    <a:pt x="209" y="2118"/>
                  </a:cubicBezTo>
                  <a:cubicBezTo>
                    <a:pt x="1" y="3480"/>
                    <a:pt x="935" y="4757"/>
                    <a:pt x="2298" y="4966"/>
                  </a:cubicBezTo>
                  <a:cubicBezTo>
                    <a:pt x="2426" y="4986"/>
                    <a:pt x="2554" y="4995"/>
                    <a:pt x="2680" y="4995"/>
                  </a:cubicBezTo>
                  <a:cubicBezTo>
                    <a:pt x="3893" y="4995"/>
                    <a:pt x="4957" y="4112"/>
                    <a:pt x="5146" y="2878"/>
                  </a:cubicBezTo>
                  <a:cubicBezTo>
                    <a:pt x="5355" y="1515"/>
                    <a:pt x="4421" y="238"/>
                    <a:pt x="3058" y="29"/>
                  </a:cubicBezTo>
                  <a:cubicBezTo>
                    <a:pt x="2930" y="10"/>
                    <a:pt x="2802" y="0"/>
                    <a:pt x="26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2"/>
            <p:cNvSpPr/>
            <p:nvPr/>
          </p:nvSpPr>
          <p:spPr>
            <a:xfrm>
              <a:off x="6494997" y="989023"/>
              <a:ext cx="417213" cy="405503"/>
            </a:xfrm>
            <a:custGeom>
              <a:avLst/>
              <a:gdLst/>
              <a:ahLst/>
              <a:cxnLst/>
              <a:rect l="l" t="t" r="r" b="b"/>
              <a:pathLst>
                <a:path w="5273" h="5125" extrusionOk="0">
                  <a:moveTo>
                    <a:pt x="2633" y="129"/>
                  </a:moveTo>
                  <a:cubicBezTo>
                    <a:pt x="2756" y="129"/>
                    <a:pt x="2882" y="142"/>
                    <a:pt x="3005" y="158"/>
                  </a:cubicBezTo>
                  <a:cubicBezTo>
                    <a:pt x="3648" y="257"/>
                    <a:pt x="4212" y="600"/>
                    <a:pt x="4595" y="1127"/>
                  </a:cubicBezTo>
                  <a:cubicBezTo>
                    <a:pt x="4978" y="1649"/>
                    <a:pt x="5139" y="2287"/>
                    <a:pt x="5040" y="2932"/>
                  </a:cubicBezTo>
                  <a:cubicBezTo>
                    <a:pt x="4857" y="4130"/>
                    <a:pt x="3815" y="4995"/>
                    <a:pt x="2637" y="4995"/>
                  </a:cubicBezTo>
                  <a:cubicBezTo>
                    <a:pt x="2515" y="4995"/>
                    <a:pt x="2392" y="4986"/>
                    <a:pt x="2268" y="4967"/>
                  </a:cubicBezTo>
                  <a:cubicBezTo>
                    <a:pt x="1624" y="4868"/>
                    <a:pt x="1061" y="4527"/>
                    <a:pt x="678" y="4005"/>
                  </a:cubicBezTo>
                  <a:cubicBezTo>
                    <a:pt x="290" y="3476"/>
                    <a:pt x="133" y="2838"/>
                    <a:pt x="232" y="2195"/>
                  </a:cubicBezTo>
                  <a:cubicBezTo>
                    <a:pt x="418" y="994"/>
                    <a:pt x="1455" y="129"/>
                    <a:pt x="2633" y="129"/>
                  </a:cubicBezTo>
                  <a:close/>
                  <a:moveTo>
                    <a:pt x="2633" y="0"/>
                  </a:moveTo>
                  <a:cubicBezTo>
                    <a:pt x="1393" y="0"/>
                    <a:pt x="299" y="910"/>
                    <a:pt x="105" y="2177"/>
                  </a:cubicBezTo>
                  <a:cubicBezTo>
                    <a:pt x="0" y="2849"/>
                    <a:pt x="167" y="3529"/>
                    <a:pt x="574" y="4080"/>
                  </a:cubicBezTo>
                  <a:cubicBezTo>
                    <a:pt x="975" y="4631"/>
                    <a:pt x="1572" y="4991"/>
                    <a:pt x="2250" y="5095"/>
                  </a:cubicBezTo>
                  <a:cubicBezTo>
                    <a:pt x="2378" y="5112"/>
                    <a:pt x="2512" y="5124"/>
                    <a:pt x="2639" y="5124"/>
                  </a:cubicBezTo>
                  <a:cubicBezTo>
                    <a:pt x="3880" y="5124"/>
                    <a:pt x="4971" y="4214"/>
                    <a:pt x="5168" y="2948"/>
                  </a:cubicBezTo>
                  <a:cubicBezTo>
                    <a:pt x="5273" y="2276"/>
                    <a:pt x="5104" y="1596"/>
                    <a:pt x="4699" y="1046"/>
                  </a:cubicBezTo>
                  <a:cubicBezTo>
                    <a:pt x="4298" y="495"/>
                    <a:pt x="3701" y="135"/>
                    <a:pt x="3021" y="30"/>
                  </a:cubicBezTo>
                  <a:cubicBezTo>
                    <a:pt x="2891" y="10"/>
                    <a:pt x="2761" y="0"/>
                    <a:pt x="26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2"/>
            <p:cNvSpPr/>
            <p:nvPr/>
          </p:nvSpPr>
          <p:spPr>
            <a:xfrm>
              <a:off x="6511929" y="982219"/>
              <a:ext cx="423226" cy="395296"/>
            </a:xfrm>
            <a:custGeom>
              <a:avLst/>
              <a:gdLst/>
              <a:ahLst/>
              <a:cxnLst/>
              <a:rect l="l" t="t" r="r" b="b"/>
              <a:pathLst>
                <a:path w="5349" h="4996" extrusionOk="0">
                  <a:moveTo>
                    <a:pt x="2670" y="1"/>
                  </a:moveTo>
                  <a:cubicBezTo>
                    <a:pt x="1459" y="1"/>
                    <a:pt x="399" y="883"/>
                    <a:pt x="210" y="2118"/>
                  </a:cubicBezTo>
                  <a:cubicBezTo>
                    <a:pt x="1" y="3481"/>
                    <a:pt x="935" y="4758"/>
                    <a:pt x="2298" y="4967"/>
                  </a:cubicBezTo>
                  <a:cubicBezTo>
                    <a:pt x="2426" y="4986"/>
                    <a:pt x="2554" y="4996"/>
                    <a:pt x="2679" y="4996"/>
                  </a:cubicBezTo>
                  <a:cubicBezTo>
                    <a:pt x="3891" y="4996"/>
                    <a:pt x="4950" y="4113"/>
                    <a:pt x="5139" y="2878"/>
                  </a:cubicBezTo>
                  <a:cubicBezTo>
                    <a:pt x="5348" y="1515"/>
                    <a:pt x="4415" y="239"/>
                    <a:pt x="3051" y="30"/>
                  </a:cubicBezTo>
                  <a:cubicBezTo>
                    <a:pt x="2923" y="10"/>
                    <a:pt x="2795" y="1"/>
                    <a:pt x="26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2"/>
            <p:cNvSpPr/>
            <p:nvPr/>
          </p:nvSpPr>
          <p:spPr>
            <a:xfrm>
              <a:off x="6515173" y="977076"/>
              <a:ext cx="416738" cy="405424"/>
            </a:xfrm>
            <a:custGeom>
              <a:avLst/>
              <a:gdLst/>
              <a:ahLst/>
              <a:cxnLst/>
              <a:rect l="l" t="t" r="r" b="b"/>
              <a:pathLst>
                <a:path w="5267" h="5124" extrusionOk="0">
                  <a:moveTo>
                    <a:pt x="2627" y="130"/>
                  </a:moveTo>
                  <a:cubicBezTo>
                    <a:pt x="2750" y="130"/>
                    <a:pt x="2878" y="141"/>
                    <a:pt x="2999" y="159"/>
                  </a:cubicBezTo>
                  <a:cubicBezTo>
                    <a:pt x="3644" y="258"/>
                    <a:pt x="4206" y="599"/>
                    <a:pt x="4594" y="1128"/>
                  </a:cubicBezTo>
                  <a:cubicBezTo>
                    <a:pt x="4977" y="1650"/>
                    <a:pt x="5133" y="2288"/>
                    <a:pt x="5036" y="2931"/>
                  </a:cubicBezTo>
                  <a:cubicBezTo>
                    <a:pt x="4937" y="3575"/>
                    <a:pt x="4594" y="4138"/>
                    <a:pt x="4072" y="4521"/>
                  </a:cubicBezTo>
                  <a:cubicBezTo>
                    <a:pt x="3652" y="4833"/>
                    <a:pt x="3152" y="4996"/>
                    <a:pt x="2638" y="4996"/>
                  </a:cubicBezTo>
                  <a:cubicBezTo>
                    <a:pt x="2513" y="4996"/>
                    <a:pt x="2388" y="4987"/>
                    <a:pt x="2263" y="4968"/>
                  </a:cubicBezTo>
                  <a:cubicBezTo>
                    <a:pt x="1625" y="4869"/>
                    <a:pt x="1055" y="4526"/>
                    <a:pt x="673" y="4004"/>
                  </a:cubicBezTo>
                  <a:cubicBezTo>
                    <a:pt x="290" y="3476"/>
                    <a:pt x="134" y="2839"/>
                    <a:pt x="233" y="2194"/>
                  </a:cubicBezTo>
                  <a:cubicBezTo>
                    <a:pt x="330" y="1551"/>
                    <a:pt x="673" y="989"/>
                    <a:pt x="1195" y="606"/>
                  </a:cubicBezTo>
                  <a:cubicBezTo>
                    <a:pt x="1618" y="293"/>
                    <a:pt x="2112" y="130"/>
                    <a:pt x="2627" y="130"/>
                  </a:cubicBezTo>
                  <a:close/>
                  <a:moveTo>
                    <a:pt x="2629" y="1"/>
                  </a:moveTo>
                  <a:cubicBezTo>
                    <a:pt x="2087" y="1"/>
                    <a:pt x="1564" y="174"/>
                    <a:pt x="1120" y="501"/>
                  </a:cubicBezTo>
                  <a:cubicBezTo>
                    <a:pt x="568" y="901"/>
                    <a:pt x="203" y="1498"/>
                    <a:pt x="99" y="2178"/>
                  </a:cubicBezTo>
                  <a:cubicBezTo>
                    <a:pt x="0" y="2850"/>
                    <a:pt x="163" y="3529"/>
                    <a:pt x="568" y="4079"/>
                  </a:cubicBezTo>
                  <a:cubicBezTo>
                    <a:pt x="975" y="4631"/>
                    <a:pt x="1566" y="4991"/>
                    <a:pt x="2244" y="5096"/>
                  </a:cubicBezTo>
                  <a:cubicBezTo>
                    <a:pt x="2378" y="5112"/>
                    <a:pt x="2506" y="5123"/>
                    <a:pt x="2640" y="5123"/>
                  </a:cubicBezTo>
                  <a:cubicBezTo>
                    <a:pt x="3179" y="5123"/>
                    <a:pt x="3706" y="4956"/>
                    <a:pt x="4148" y="4625"/>
                  </a:cubicBezTo>
                  <a:cubicBezTo>
                    <a:pt x="4699" y="4225"/>
                    <a:pt x="5058" y="3627"/>
                    <a:pt x="5162" y="2949"/>
                  </a:cubicBezTo>
                  <a:cubicBezTo>
                    <a:pt x="5267" y="2276"/>
                    <a:pt x="5098" y="1597"/>
                    <a:pt x="4699" y="1046"/>
                  </a:cubicBezTo>
                  <a:cubicBezTo>
                    <a:pt x="4292" y="494"/>
                    <a:pt x="3695" y="135"/>
                    <a:pt x="3023" y="31"/>
                  </a:cubicBezTo>
                  <a:cubicBezTo>
                    <a:pt x="2891" y="11"/>
                    <a:pt x="2760" y="1"/>
                    <a:pt x="2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2"/>
            <p:cNvSpPr/>
            <p:nvPr/>
          </p:nvSpPr>
          <p:spPr>
            <a:xfrm>
              <a:off x="7050745" y="1498170"/>
              <a:ext cx="90041" cy="83632"/>
            </a:xfrm>
            <a:custGeom>
              <a:avLst/>
              <a:gdLst/>
              <a:ahLst/>
              <a:cxnLst/>
              <a:rect l="l" t="t" r="r" b="b"/>
              <a:pathLst>
                <a:path w="1138" h="1057" extrusionOk="0">
                  <a:moveTo>
                    <a:pt x="573" y="1"/>
                  </a:moveTo>
                  <a:cubicBezTo>
                    <a:pt x="314" y="1"/>
                    <a:pt x="89" y="188"/>
                    <a:pt x="47" y="452"/>
                  </a:cubicBezTo>
                  <a:cubicBezTo>
                    <a:pt x="0" y="737"/>
                    <a:pt x="203" y="1009"/>
                    <a:pt x="487" y="1050"/>
                  </a:cubicBezTo>
                  <a:cubicBezTo>
                    <a:pt x="516" y="1055"/>
                    <a:pt x="544" y="1057"/>
                    <a:pt x="571" y="1057"/>
                  </a:cubicBezTo>
                  <a:cubicBezTo>
                    <a:pt x="829" y="1057"/>
                    <a:pt x="1055" y="870"/>
                    <a:pt x="1092" y="609"/>
                  </a:cubicBezTo>
                  <a:cubicBezTo>
                    <a:pt x="1137" y="319"/>
                    <a:pt x="940" y="52"/>
                    <a:pt x="650" y="6"/>
                  </a:cubicBezTo>
                  <a:cubicBezTo>
                    <a:pt x="624" y="2"/>
                    <a:pt x="598" y="1"/>
                    <a:pt x="5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2"/>
            <p:cNvSpPr/>
            <p:nvPr/>
          </p:nvSpPr>
          <p:spPr>
            <a:xfrm>
              <a:off x="7047501" y="1493028"/>
              <a:ext cx="98824" cy="94235"/>
            </a:xfrm>
            <a:custGeom>
              <a:avLst/>
              <a:gdLst/>
              <a:ahLst/>
              <a:cxnLst/>
              <a:rect l="l" t="t" r="r" b="b"/>
              <a:pathLst>
                <a:path w="1249" h="1191" extrusionOk="0">
                  <a:moveTo>
                    <a:pt x="610" y="128"/>
                  </a:moveTo>
                  <a:cubicBezTo>
                    <a:pt x="633" y="128"/>
                    <a:pt x="656" y="134"/>
                    <a:pt x="680" y="134"/>
                  </a:cubicBezTo>
                  <a:cubicBezTo>
                    <a:pt x="935" y="176"/>
                    <a:pt x="1109" y="412"/>
                    <a:pt x="1068" y="663"/>
                  </a:cubicBezTo>
                  <a:cubicBezTo>
                    <a:pt x="1050" y="790"/>
                    <a:pt x="988" y="894"/>
                    <a:pt x="889" y="969"/>
                  </a:cubicBezTo>
                  <a:cubicBezTo>
                    <a:pt x="806" y="1025"/>
                    <a:pt x="711" y="1058"/>
                    <a:pt x="615" y="1058"/>
                  </a:cubicBezTo>
                  <a:cubicBezTo>
                    <a:pt x="590" y="1058"/>
                    <a:pt x="565" y="1056"/>
                    <a:pt x="541" y="1051"/>
                  </a:cubicBezTo>
                  <a:cubicBezTo>
                    <a:pt x="418" y="1033"/>
                    <a:pt x="308" y="969"/>
                    <a:pt x="239" y="872"/>
                  </a:cubicBezTo>
                  <a:cubicBezTo>
                    <a:pt x="164" y="767"/>
                    <a:pt x="134" y="645"/>
                    <a:pt x="152" y="524"/>
                  </a:cubicBezTo>
                  <a:cubicBezTo>
                    <a:pt x="169" y="401"/>
                    <a:pt x="239" y="291"/>
                    <a:pt x="338" y="222"/>
                  </a:cubicBezTo>
                  <a:cubicBezTo>
                    <a:pt x="418" y="163"/>
                    <a:pt x="512" y="128"/>
                    <a:pt x="610" y="128"/>
                  </a:cubicBezTo>
                  <a:close/>
                  <a:moveTo>
                    <a:pt x="615" y="1"/>
                  </a:moveTo>
                  <a:cubicBezTo>
                    <a:pt x="488" y="1"/>
                    <a:pt x="365" y="41"/>
                    <a:pt x="262" y="117"/>
                  </a:cubicBezTo>
                  <a:cubicBezTo>
                    <a:pt x="134" y="210"/>
                    <a:pt x="48" y="350"/>
                    <a:pt x="24" y="506"/>
                  </a:cubicBezTo>
                  <a:cubicBezTo>
                    <a:pt x="1" y="663"/>
                    <a:pt x="41" y="819"/>
                    <a:pt x="134" y="947"/>
                  </a:cubicBezTo>
                  <a:cubicBezTo>
                    <a:pt x="228" y="1074"/>
                    <a:pt x="367" y="1156"/>
                    <a:pt x="523" y="1185"/>
                  </a:cubicBezTo>
                  <a:cubicBezTo>
                    <a:pt x="552" y="1185"/>
                    <a:pt x="581" y="1191"/>
                    <a:pt x="610" y="1191"/>
                  </a:cubicBezTo>
                  <a:cubicBezTo>
                    <a:pt x="737" y="1191"/>
                    <a:pt x="860" y="1150"/>
                    <a:pt x="964" y="1074"/>
                  </a:cubicBezTo>
                  <a:cubicBezTo>
                    <a:pt x="1092" y="982"/>
                    <a:pt x="1173" y="842"/>
                    <a:pt x="1197" y="685"/>
                  </a:cubicBezTo>
                  <a:cubicBezTo>
                    <a:pt x="1248" y="361"/>
                    <a:pt x="1028" y="59"/>
                    <a:pt x="702" y="7"/>
                  </a:cubicBezTo>
                  <a:cubicBezTo>
                    <a:pt x="673" y="3"/>
                    <a:pt x="644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2"/>
            <p:cNvSpPr/>
            <p:nvPr/>
          </p:nvSpPr>
          <p:spPr>
            <a:xfrm>
              <a:off x="6585353" y="1510830"/>
              <a:ext cx="28563" cy="25082"/>
            </a:xfrm>
            <a:custGeom>
              <a:avLst/>
              <a:gdLst/>
              <a:ahLst/>
              <a:cxnLst/>
              <a:rect l="l" t="t" r="r" b="b"/>
              <a:pathLst>
                <a:path w="361" h="317" extrusionOk="0">
                  <a:moveTo>
                    <a:pt x="179" y="1"/>
                  </a:moveTo>
                  <a:cubicBezTo>
                    <a:pt x="147" y="1"/>
                    <a:pt x="115" y="11"/>
                    <a:pt x="88" y="31"/>
                  </a:cubicBezTo>
                  <a:cubicBezTo>
                    <a:pt x="18" y="83"/>
                    <a:pt x="0" y="182"/>
                    <a:pt x="53" y="251"/>
                  </a:cubicBezTo>
                  <a:cubicBezTo>
                    <a:pt x="84" y="294"/>
                    <a:pt x="133" y="317"/>
                    <a:pt x="182" y="317"/>
                  </a:cubicBezTo>
                  <a:cubicBezTo>
                    <a:pt x="214" y="317"/>
                    <a:pt x="245" y="307"/>
                    <a:pt x="273" y="286"/>
                  </a:cubicBezTo>
                  <a:cubicBezTo>
                    <a:pt x="348" y="235"/>
                    <a:pt x="361" y="136"/>
                    <a:pt x="308" y="66"/>
                  </a:cubicBezTo>
                  <a:cubicBezTo>
                    <a:pt x="276" y="24"/>
                    <a:pt x="228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2"/>
            <p:cNvSpPr/>
            <p:nvPr/>
          </p:nvSpPr>
          <p:spPr>
            <a:xfrm>
              <a:off x="6579815" y="1505608"/>
              <a:ext cx="40036" cy="35289"/>
            </a:xfrm>
            <a:custGeom>
              <a:avLst/>
              <a:gdLst/>
              <a:ahLst/>
              <a:cxnLst/>
              <a:rect l="l" t="t" r="r" b="b"/>
              <a:pathLst>
                <a:path w="506" h="446" extrusionOk="0">
                  <a:moveTo>
                    <a:pt x="254" y="132"/>
                  </a:moveTo>
                  <a:cubicBezTo>
                    <a:pt x="282" y="132"/>
                    <a:pt x="309" y="143"/>
                    <a:pt x="326" y="167"/>
                  </a:cubicBezTo>
                  <a:cubicBezTo>
                    <a:pt x="361" y="213"/>
                    <a:pt x="348" y="271"/>
                    <a:pt x="308" y="301"/>
                  </a:cubicBezTo>
                  <a:cubicBezTo>
                    <a:pt x="292" y="312"/>
                    <a:pt x="273" y="318"/>
                    <a:pt x="254" y="318"/>
                  </a:cubicBezTo>
                  <a:cubicBezTo>
                    <a:pt x="225" y="318"/>
                    <a:pt x="195" y="305"/>
                    <a:pt x="174" y="277"/>
                  </a:cubicBezTo>
                  <a:cubicBezTo>
                    <a:pt x="147" y="237"/>
                    <a:pt x="158" y="178"/>
                    <a:pt x="198" y="149"/>
                  </a:cubicBezTo>
                  <a:cubicBezTo>
                    <a:pt x="215" y="137"/>
                    <a:pt x="235" y="132"/>
                    <a:pt x="254" y="132"/>
                  </a:cubicBezTo>
                  <a:close/>
                  <a:moveTo>
                    <a:pt x="254" y="0"/>
                  </a:moveTo>
                  <a:cubicBezTo>
                    <a:pt x="208" y="0"/>
                    <a:pt x="162" y="14"/>
                    <a:pt x="123" y="44"/>
                  </a:cubicBezTo>
                  <a:cubicBezTo>
                    <a:pt x="19" y="114"/>
                    <a:pt x="0" y="260"/>
                    <a:pt x="70" y="358"/>
                  </a:cubicBezTo>
                  <a:cubicBezTo>
                    <a:pt x="117" y="416"/>
                    <a:pt x="187" y="445"/>
                    <a:pt x="251" y="445"/>
                  </a:cubicBezTo>
                  <a:cubicBezTo>
                    <a:pt x="297" y="445"/>
                    <a:pt x="343" y="434"/>
                    <a:pt x="383" y="405"/>
                  </a:cubicBezTo>
                  <a:cubicBezTo>
                    <a:pt x="482" y="330"/>
                    <a:pt x="506" y="191"/>
                    <a:pt x="431" y="92"/>
                  </a:cubicBezTo>
                  <a:cubicBezTo>
                    <a:pt x="389" y="32"/>
                    <a:pt x="322" y="0"/>
                    <a:pt x="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2"/>
            <p:cNvSpPr/>
            <p:nvPr/>
          </p:nvSpPr>
          <p:spPr>
            <a:xfrm>
              <a:off x="7008494" y="843202"/>
              <a:ext cx="62111" cy="54911"/>
            </a:xfrm>
            <a:custGeom>
              <a:avLst/>
              <a:gdLst/>
              <a:ahLst/>
              <a:cxnLst/>
              <a:rect l="l" t="t" r="r" b="b"/>
              <a:pathLst>
                <a:path w="785" h="694" extrusionOk="0">
                  <a:moveTo>
                    <a:pt x="393" y="1"/>
                  </a:moveTo>
                  <a:cubicBezTo>
                    <a:pt x="321" y="1"/>
                    <a:pt x="249" y="23"/>
                    <a:pt x="186" y="70"/>
                  </a:cubicBezTo>
                  <a:cubicBezTo>
                    <a:pt x="36" y="180"/>
                    <a:pt x="1" y="400"/>
                    <a:pt x="111" y="551"/>
                  </a:cubicBezTo>
                  <a:cubicBezTo>
                    <a:pt x="181" y="645"/>
                    <a:pt x="286" y="693"/>
                    <a:pt x="392" y="693"/>
                  </a:cubicBezTo>
                  <a:cubicBezTo>
                    <a:pt x="463" y="693"/>
                    <a:pt x="535" y="671"/>
                    <a:pt x="598" y="627"/>
                  </a:cubicBezTo>
                  <a:cubicBezTo>
                    <a:pt x="750" y="510"/>
                    <a:pt x="785" y="296"/>
                    <a:pt x="673" y="145"/>
                  </a:cubicBezTo>
                  <a:cubicBezTo>
                    <a:pt x="604" y="51"/>
                    <a:pt x="499" y="1"/>
                    <a:pt x="3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2"/>
            <p:cNvSpPr/>
            <p:nvPr/>
          </p:nvSpPr>
          <p:spPr>
            <a:xfrm>
              <a:off x="7006200" y="838138"/>
              <a:ext cx="70340" cy="65197"/>
            </a:xfrm>
            <a:custGeom>
              <a:avLst/>
              <a:gdLst/>
              <a:ahLst/>
              <a:cxnLst/>
              <a:rect l="l" t="t" r="r" b="b"/>
              <a:pathLst>
                <a:path w="889" h="824" extrusionOk="0">
                  <a:moveTo>
                    <a:pt x="418" y="127"/>
                  </a:moveTo>
                  <a:cubicBezTo>
                    <a:pt x="506" y="127"/>
                    <a:pt x="592" y="169"/>
                    <a:pt x="645" y="244"/>
                  </a:cubicBezTo>
                  <a:cubicBezTo>
                    <a:pt x="691" y="308"/>
                    <a:pt x="709" y="378"/>
                    <a:pt x="697" y="453"/>
                  </a:cubicBezTo>
                  <a:cubicBezTo>
                    <a:pt x="686" y="528"/>
                    <a:pt x="651" y="592"/>
                    <a:pt x="587" y="638"/>
                  </a:cubicBezTo>
                  <a:cubicBezTo>
                    <a:pt x="539" y="675"/>
                    <a:pt x="481" y="694"/>
                    <a:pt x="421" y="694"/>
                  </a:cubicBezTo>
                  <a:cubicBezTo>
                    <a:pt x="407" y="694"/>
                    <a:pt x="392" y="693"/>
                    <a:pt x="378" y="691"/>
                  </a:cubicBezTo>
                  <a:cubicBezTo>
                    <a:pt x="303" y="679"/>
                    <a:pt x="239" y="638"/>
                    <a:pt x="193" y="574"/>
                  </a:cubicBezTo>
                  <a:cubicBezTo>
                    <a:pt x="152" y="517"/>
                    <a:pt x="134" y="441"/>
                    <a:pt x="140" y="365"/>
                  </a:cubicBezTo>
                  <a:cubicBezTo>
                    <a:pt x="152" y="296"/>
                    <a:pt x="193" y="226"/>
                    <a:pt x="257" y="186"/>
                  </a:cubicBezTo>
                  <a:cubicBezTo>
                    <a:pt x="303" y="145"/>
                    <a:pt x="361" y="127"/>
                    <a:pt x="418" y="127"/>
                  </a:cubicBezTo>
                  <a:close/>
                  <a:moveTo>
                    <a:pt x="423" y="1"/>
                  </a:moveTo>
                  <a:cubicBezTo>
                    <a:pt x="337" y="1"/>
                    <a:pt x="250" y="27"/>
                    <a:pt x="175" y="81"/>
                  </a:cubicBezTo>
                  <a:cubicBezTo>
                    <a:pt x="88" y="145"/>
                    <a:pt x="30" y="239"/>
                    <a:pt x="13" y="349"/>
                  </a:cubicBezTo>
                  <a:cubicBezTo>
                    <a:pt x="1" y="459"/>
                    <a:pt x="24" y="563"/>
                    <a:pt x="88" y="656"/>
                  </a:cubicBezTo>
                  <a:cubicBezTo>
                    <a:pt x="158" y="743"/>
                    <a:pt x="250" y="801"/>
                    <a:pt x="361" y="818"/>
                  </a:cubicBezTo>
                  <a:cubicBezTo>
                    <a:pt x="378" y="818"/>
                    <a:pt x="402" y="823"/>
                    <a:pt x="424" y="823"/>
                  </a:cubicBezTo>
                  <a:cubicBezTo>
                    <a:pt x="512" y="823"/>
                    <a:pt x="592" y="796"/>
                    <a:pt x="662" y="743"/>
                  </a:cubicBezTo>
                  <a:cubicBezTo>
                    <a:pt x="848" y="609"/>
                    <a:pt x="889" y="349"/>
                    <a:pt x="755" y="169"/>
                  </a:cubicBezTo>
                  <a:cubicBezTo>
                    <a:pt x="672" y="58"/>
                    <a:pt x="549" y="1"/>
                    <a:pt x="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2"/>
            <p:cNvSpPr/>
            <p:nvPr/>
          </p:nvSpPr>
          <p:spPr>
            <a:xfrm>
              <a:off x="6950261" y="1118624"/>
              <a:ext cx="218062" cy="28009"/>
            </a:xfrm>
            <a:custGeom>
              <a:avLst/>
              <a:gdLst/>
              <a:ahLst/>
              <a:cxnLst/>
              <a:rect l="l" t="t" r="r" b="b"/>
              <a:pathLst>
                <a:path w="2756" h="354" extrusionOk="0">
                  <a:moveTo>
                    <a:pt x="0" y="0"/>
                  </a:moveTo>
                  <a:lnTo>
                    <a:pt x="0" y="354"/>
                  </a:lnTo>
                  <a:lnTo>
                    <a:pt x="2756" y="354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2"/>
            <p:cNvSpPr/>
            <p:nvPr/>
          </p:nvSpPr>
          <p:spPr>
            <a:xfrm>
              <a:off x="6945197" y="1113561"/>
              <a:ext cx="228189" cy="38137"/>
            </a:xfrm>
            <a:custGeom>
              <a:avLst/>
              <a:gdLst/>
              <a:ahLst/>
              <a:cxnLst/>
              <a:rect l="l" t="t" r="r" b="b"/>
              <a:pathLst>
                <a:path w="2884" h="482" extrusionOk="0">
                  <a:moveTo>
                    <a:pt x="2755" y="127"/>
                  </a:moveTo>
                  <a:lnTo>
                    <a:pt x="2755" y="348"/>
                  </a:lnTo>
                  <a:lnTo>
                    <a:pt x="134" y="348"/>
                  </a:lnTo>
                  <a:lnTo>
                    <a:pt x="134" y="127"/>
                  </a:lnTo>
                  <a:close/>
                  <a:moveTo>
                    <a:pt x="64" y="0"/>
                  </a:moveTo>
                  <a:cubicBezTo>
                    <a:pt x="30" y="0"/>
                    <a:pt x="0" y="29"/>
                    <a:pt x="0" y="64"/>
                  </a:cubicBezTo>
                  <a:lnTo>
                    <a:pt x="0" y="418"/>
                  </a:lnTo>
                  <a:cubicBezTo>
                    <a:pt x="0" y="453"/>
                    <a:pt x="30" y="482"/>
                    <a:pt x="64" y="482"/>
                  </a:cubicBezTo>
                  <a:lnTo>
                    <a:pt x="2820" y="482"/>
                  </a:lnTo>
                  <a:cubicBezTo>
                    <a:pt x="2854" y="482"/>
                    <a:pt x="2884" y="453"/>
                    <a:pt x="2884" y="418"/>
                  </a:cubicBezTo>
                  <a:lnTo>
                    <a:pt x="2884" y="64"/>
                  </a:lnTo>
                  <a:cubicBezTo>
                    <a:pt x="2884" y="29"/>
                    <a:pt x="2854" y="0"/>
                    <a:pt x="2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2"/>
            <p:cNvSpPr/>
            <p:nvPr/>
          </p:nvSpPr>
          <p:spPr>
            <a:xfrm>
              <a:off x="6950261" y="1180102"/>
              <a:ext cx="125330" cy="18436"/>
            </a:xfrm>
            <a:custGeom>
              <a:avLst/>
              <a:gdLst/>
              <a:ahLst/>
              <a:cxnLst/>
              <a:rect l="l" t="t" r="r" b="b"/>
              <a:pathLst>
                <a:path w="1584" h="233" extrusionOk="0">
                  <a:moveTo>
                    <a:pt x="0" y="0"/>
                  </a:moveTo>
                  <a:lnTo>
                    <a:pt x="0" y="233"/>
                  </a:lnTo>
                  <a:lnTo>
                    <a:pt x="1583" y="2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2"/>
            <p:cNvSpPr/>
            <p:nvPr/>
          </p:nvSpPr>
          <p:spPr>
            <a:xfrm>
              <a:off x="6945197" y="1174959"/>
              <a:ext cx="135458" cy="28563"/>
            </a:xfrm>
            <a:custGeom>
              <a:avLst/>
              <a:gdLst/>
              <a:ahLst/>
              <a:cxnLst/>
              <a:rect l="l" t="t" r="r" b="b"/>
              <a:pathLst>
                <a:path w="1712" h="361" extrusionOk="0">
                  <a:moveTo>
                    <a:pt x="1585" y="135"/>
                  </a:moveTo>
                  <a:lnTo>
                    <a:pt x="1585" y="233"/>
                  </a:lnTo>
                  <a:lnTo>
                    <a:pt x="134" y="233"/>
                  </a:lnTo>
                  <a:lnTo>
                    <a:pt x="134" y="135"/>
                  </a:lnTo>
                  <a:close/>
                  <a:moveTo>
                    <a:pt x="64" y="1"/>
                  </a:moveTo>
                  <a:cubicBezTo>
                    <a:pt x="30" y="1"/>
                    <a:pt x="0" y="30"/>
                    <a:pt x="0" y="65"/>
                  </a:cubicBezTo>
                  <a:lnTo>
                    <a:pt x="0" y="298"/>
                  </a:lnTo>
                  <a:cubicBezTo>
                    <a:pt x="0" y="332"/>
                    <a:pt x="30" y="360"/>
                    <a:pt x="64" y="360"/>
                  </a:cubicBezTo>
                  <a:lnTo>
                    <a:pt x="1647" y="360"/>
                  </a:lnTo>
                  <a:cubicBezTo>
                    <a:pt x="1682" y="360"/>
                    <a:pt x="1711" y="332"/>
                    <a:pt x="1711" y="298"/>
                  </a:cubicBezTo>
                  <a:lnTo>
                    <a:pt x="1711" y="65"/>
                  </a:lnTo>
                  <a:cubicBezTo>
                    <a:pt x="1711" y="30"/>
                    <a:pt x="1682" y="1"/>
                    <a:pt x="1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2"/>
            <p:cNvSpPr/>
            <p:nvPr/>
          </p:nvSpPr>
          <p:spPr>
            <a:xfrm>
              <a:off x="6950261" y="1232401"/>
              <a:ext cx="125330" cy="17882"/>
            </a:xfrm>
            <a:custGeom>
              <a:avLst/>
              <a:gdLst/>
              <a:ahLst/>
              <a:cxnLst/>
              <a:rect l="l" t="t" r="r" b="b"/>
              <a:pathLst>
                <a:path w="1584" h="226" extrusionOk="0">
                  <a:moveTo>
                    <a:pt x="0" y="0"/>
                  </a:moveTo>
                  <a:lnTo>
                    <a:pt x="0" y="226"/>
                  </a:lnTo>
                  <a:lnTo>
                    <a:pt x="1583" y="226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2"/>
            <p:cNvSpPr/>
            <p:nvPr/>
          </p:nvSpPr>
          <p:spPr>
            <a:xfrm>
              <a:off x="6945197" y="1227337"/>
              <a:ext cx="135458" cy="28484"/>
            </a:xfrm>
            <a:custGeom>
              <a:avLst/>
              <a:gdLst/>
              <a:ahLst/>
              <a:cxnLst/>
              <a:rect l="l" t="t" r="r" b="b"/>
              <a:pathLst>
                <a:path w="1712" h="360" extrusionOk="0">
                  <a:moveTo>
                    <a:pt x="1585" y="128"/>
                  </a:moveTo>
                  <a:lnTo>
                    <a:pt x="1585" y="227"/>
                  </a:lnTo>
                  <a:lnTo>
                    <a:pt x="134" y="227"/>
                  </a:lnTo>
                  <a:lnTo>
                    <a:pt x="134" y="128"/>
                  </a:lnTo>
                  <a:close/>
                  <a:moveTo>
                    <a:pt x="64" y="0"/>
                  </a:moveTo>
                  <a:cubicBezTo>
                    <a:pt x="30" y="0"/>
                    <a:pt x="0" y="29"/>
                    <a:pt x="0" y="64"/>
                  </a:cubicBezTo>
                  <a:lnTo>
                    <a:pt x="0" y="290"/>
                  </a:lnTo>
                  <a:cubicBezTo>
                    <a:pt x="0" y="332"/>
                    <a:pt x="30" y="359"/>
                    <a:pt x="64" y="359"/>
                  </a:cubicBezTo>
                  <a:lnTo>
                    <a:pt x="1647" y="359"/>
                  </a:lnTo>
                  <a:cubicBezTo>
                    <a:pt x="1682" y="359"/>
                    <a:pt x="1711" y="332"/>
                    <a:pt x="1711" y="290"/>
                  </a:cubicBezTo>
                  <a:lnTo>
                    <a:pt x="1711" y="64"/>
                  </a:lnTo>
                  <a:cubicBezTo>
                    <a:pt x="1711" y="29"/>
                    <a:pt x="1682" y="0"/>
                    <a:pt x="1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2"/>
            <p:cNvSpPr/>
            <p:nvPr/>
          </p:nvSpPr>
          <p:spPr>
            <a:xfrm>
              <a:off x="6311831" y="1275602"/>
              <a:ext cx="211653" cy="90912"/>
            </a:xfrm>
            <a:custGeom>
              <a:avLst/>
              <a:gdLst/>
              <a:ahLst/>
              <a:cxnLst/>
              <a:rect l="l" t="t" r="r" b="b"/>
              <a:pathLst>
                <a:path w="2675" h="1149" extrusionOk="0">
                  <a:moveTo>
                    <a:pt x="2675" y="0"/>
                  </a:moveTo>
                  <a:lnTo>
                    <a:pt x="0" y="1149"/>
                  </a:lnTo>
                  <a:close/>
                </a:path>
              </a:pathLst>
            </a:custGeom>
            <a:solidFill>
              <a:srgbClr val="FF7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2"/>
            <p:cNvSpPr/>
            <p:nvPr/>
          </p:nvSpPr>
          <p:spPr>
            <a:xfrm>
              <a:off x="6305897" y="1270379"/>
              <a:ext cx="223125" cy="101672"/>
            </a:xfrm>
            <a:custGeom>
              <a:avLst/>
              <a:gdLst/>
              <a:ahLst/>
              <a:cxnLst/>
              <a:rect l="l" t="t" r="r" b="b"/>
              <a:pathLst>
                <a:path w="2820" h="1285" extrusionOk="0">
                  <a:moveTo>
                    <a:pt x="2748" y="0"/>
                  </a:moveTo>
                  <a:cubicBezTo>
                    <a:pt x="2739" y="0"/>
                    <a:pt x="2730" y="3"/>
                    <a:pt x="2720" y="8"/>
                  </a:cubicBezTo>
                  <a:lnTo>
                    <a:pt x="52" y="1156"/>
                  </a:lnTo>
                  <a:cubicBezTo>
                    <a:pt x="17" y="1167"/>
                    <a:pt x="0" y="1208"/>
                    <a:pt x="17" y="1242"/>
                  </a:cubicBezTo>
                  <a:cubicBezTo>
                    <a:pt x="24" y="1266"/>
                    <a:pt x="52" y="1284"/>
                    <a:pt x="75" y="1284"/>
                  </a:cubicBezTo>
                  <a:cubicBezTo>
                    <a:pt x="81" y="1284"/>
                    <a:pt x="93" y="1277"/>
                    <a:pt x="99" y="1277"/>
                  </a:cubicBezTo>
                  <a:lnTo>
                    <a:pt x="2773" y="123"/>
                  </a:lnTo>
                  <a:cubicBezTo>
                    <a:pt x="2808" y="112"/>
                    <a:pt x="2819" y="72"/>
                    <a:pt x="2808" y="42"/>
                  </a:cubicBezTo>
                  <a:cubicBezTo>
                    <a:pt x="2795" y="17"/>
                    <a:pt x="2773" y="0"/>
                    <a:pt x="2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2"/>
            <p:cNvSpPr/>
            <p:nvPr/>
          </p:nvSpPr>
          <p:spPr>
            <a:xfrm>
              <a:off x="6287461" y="1352666"/>
              <a:ext cx="34577" cy="34418"/>
            </a:xfrm>
            <a:custGeom>
              <a:avLst/>
              <a:gdLst/>
              <a:ahLst/>
              <a:cxnLst/>
              <a:rect l="l" t="t" r="r" b="b"/>
              <a:pathLst>
                <a:path w="437" h="435" extrusionOk="0">
                  <a:moveTo>
                    <a:pt x="117" y="1"/>
                  </a:moveTo>
                  <a:lnTo>
                    <a:pt x="1" y="325"/>
                  </a:lnTo>
                  <a:lnTo>
                    <a:pt x="319" y="435"/>
                  </a:lnTo>
                  <a:lnTo>
                    <a:pt x="436" y="11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2"/>
            <p:cNvSpPr/>
            <p:nvPr/>
          </p:nvSpPr>
          <p:spPr>
            <a:xfrm>
              <a:off x="6281527" y="1347681"/>
              <a:ext cx="45970" cy="44942"/>
            </a:xfrm>
            <a:custGeom>
              <a:avLst/>
              <a:gdLst/>
              <a:ahLst/>
              <a:cxnLst/>
              <a:rect l="l" t="t" r="r" b="b"/>
              <a:pathLst>
                <a:path w="581" h="568" extrusionOk="0">
                  <a:moveTo>
                    <a:pt x="233" y="150"/>
                  </a:moveTo>
                  <a:lnTo>
                    <a:pt x="429" y="219"/>
                  </a:lnTo>
                  <a:lnTo>
                    <a:pt x="354" y="417"/>
                  </a:lnTo>
                  <a:lnTo>
                    <a:pt x="158" y="348"/>
                  </a:lnTo>
                  <a:lnTo>
                    <a:pt x="233" y="150"/>
                  </a:lnTo>
                  <a:close/>
                  <a:moveTo>
                    <a:pt x="189" y="1"/>
                  </a:moveTo>
                  <a:cubicBezTo>
                    <a:pt x="180" y="1"/>
                    <a:pt x="172" y="2"/>
                    <a:pt x="163" y="5"/>
                  </a:cubicBezTo>
                  <a:cubicBezTo>
                    <a:pt x="151" y="16"/>
                    <a:pt x="140" y="29"/>
                    <a:pt x="134" y="45"/>
                  </a:cubicBezTo>
                  <a:lnTo>
                    <a:pt x="18" y="364"/>
                  </a:lnTo>
                  <a:cubicBezTo>
                    <a:pt x="0" y="399"/>
                    <a:pt x="18" y="434"/>
                    <a:pt x="53" y="446"/>
                  </a:cubicBezTo>
                  <a:lnTo>
                    <a:pt x="372" y="562"/>
                  </a:lnTo>
                  <a:cubicBezTo>
                    <a:pt x="383" y="562"/>
                    <a:pt x="389" y="568"/>
                    <a:pt x="394" y="568"/>
                  </a:cubicBezTo>
                  <a:cubicBezTo>
                    <a:pt x="424" y="568"/>
                    <a:pt x="447" y="551"/>
                    <a:pt x="458" y="522"/>
                  </a:cubicBezTo>
                  <a:lnTo>
                    <a:pt x="575" y="203"/>
                  </a:lnTo>
                  <a:cubicBezTo>
                    <a:pt x="581" y="185"/>
                    <a:pt x="581" y="168"/>
                    <a:pt x="568" y="155"/>
                  </a:cubicBezTo>
                  <a:cubicBezTo>
                    <a:pt x="563" y="139"/>
                    <a:pt x="552" y="126"/>
                    <a:pt x="534" y="121"/>
                  </a:cubicBezTo>
                  <a:lnTo>
                    <a:pt x="215" y="5"/>
                  </a:lnTo>
                  <a:cubicBezTo>
                    <a:pt x="206" y="2"/>
                    <a:pt x="198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2"/>
            <p:cNvSpPr/>
            <p:nvPr/>
          </p:nvSpPr>
          <p:spPr>
            <a:xfrm>
              <a:off x="6619375" y="1105411"/>
              <a:ext cx="196936" cy="142579"/>
            </a:xfrm>
            <a:custGeom>
              <a:avLst/>
              <a:gdLst/>
              <a:ahLst/>
              <a:cxnLst/>
              <a:rect l="l" t="t" r="r" b="b"/>
              <a:pathLst>
                <a:path w="2489" h="1802" extrusionOk="0">
                  <a:moveTo>
                    <a:pt x="966" y="0"/>
                  </a:moveTo>
                  <a:cubicBezTo>
                    <a:pt x="963" y="0"/>
                    <a:pt x="959" y="1"/>
                    <a:pt x="957" y="4"/>
                  </a:cubicBezTo>
                  <a:lnTo>
                    <a:pt x="0" y="891"/>
                  </a:lnTo>
                  <a:lnTo>
                    <a:pt x="0" y="909"/>
                  </a:lnTo>
                  <a:lnTo>
                    <a:pt x="957" y="1796"/>
                  </a:lnTo>
                  <a:cubicBezTo>
                    <a:pt x="959" y="1800"/>
                    <a:pt x="963" y="1801"/>
                    <a:pt x="966" y="1801"/>
                  </a:cubicBezTo>
                  <a:cubicBezTo>
                    <a:pt x="969" y="1801"/>
                    <a:pt x="972" y="1800"/>
                    <a:pt x="975" y="1796"/>
                  </a:cubicBezTo>
                  <a:lnTo>
                    <a:pt x="1328" y="1413"/>
                  </a:lnTo>
                  <a:lnTo>
                    <a:pt x="1328" y="1402"/>
                  </a:lnTo>
                  <a:lnTo>
                    <a:pt x="1096" y="1188"/>
                  </a:lnTo>
                  <a:cubicBezTo>
                    <a:pt x="1090" y="1182"/>
                    <a:pt x="1096" y="1170"/>
                    <a:pt x="1101" y="1170"/>
                  </a:cubicBezTo>
                  <a:lnTo>
                    <a:pt x="2175" y="1170"/>
                  </a:lnTo>
                  <a:cubicBezTo>
                    <a:pt x="2308" y="1170"/>
                    <a:pt x="2431" y="1083"/>
                    <a:pt x="2453" y="950"/>
                  </a:cubicBezTo>
                  <a:cubicBezTo>
                    <a:pt x="2488" y="781"/>
                    <a:pt x="2354" y="631"/>
                    <a:pt x="2193" y="631"/>
                  </a:cubicBezTo>
                  <a:lnTo>
                    <a:pt x="1101" y="631"/>
                  </a:lnTo>
                  <a:cubicBezTo>
                    <a:pt x="1096" y="631"/>
                    <a:pt x="1090" y="620"/>
                    <a:pt x="1096" y="613"/>
                  </a:cubicBezTo>
                  <a:lnTo>
                    <a:pt x="1328" y="398"/>
                  </a:lnTo>
                  <a:lnTo>
                    <a:pt x="1328" y="387"/>
                  </a:lnTo>
                  <a:lnTo>
                    <a:pt x="975" y="4"/>
                  </a:lnTo>
                  <a:cubicBezTo>
                    <a:pt x="972" y="1"/>
                    <a:pt x="969" y="0"/>
                    <a:pt x="9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2"/>
            <p:cNvSpPr/>
            <p:nvPr/>
          </p:nvSpPr>
          <p:spPr>
            <a:xfrm>
              <a:off x="6614312" y="1100189"/>
              <a:ext cx="205718" cy="152865"/>
            </a:xfrm>
            <a:custGeom>
              <a:avLst/>
              <a:gdLst/>
              <a:ahLst/>
              <a:cxnLst/>
              <a:rect l="l" t="t" r="r" b="b"/>
              <a:pathLst>
                <a:path w="2600" h="1932" extrusionOk="0">
                  <a:moveTo>
                    <a:pt x="1026" y="157"/>
                  </a:moveTo>
                  <a:lnTo>
                    <a:pt x="1305" y="453"/>
                  </a:lnTo>
                  <a:lnTo>
                    <a:pt x="1114" y="633"/>
                  </a:lnTo>
                  <a:cubicBezTo>
                    <a:pt x="1090" y="651"/>
                    <a:pt x="1085" y="686"/>
                    <a:pt x="1096" y="713"/>
                  </a:cubicBezTo>
                  <a:cubicBezTo>
                    <a:pt x="1108" y="737"/>
                    <a:pt x="1143" y="761"/>
                    <a:pt x="1165" y="761"/>
                  </a:cubicBezTo>
                  <a:lnTo>
                    <a:pt x="2257" y="761"/>
                  </a:lnTo>
                  <a:cubicBezTo>
                    <a:pt x="2314" y="761"/>
                    <a:pt x="2372" y="790"/>
                    <a:pt x="2413" y="836"/>
                  </a:cubicBezTo>
                  <a:cubicBezTo>
                    <a:pt x="2453" y="882"/>
                    <a:pt x="2466" y="940"/>
                    <a:pt x="2453" y="1004"/>
                  </a:cubicBezTo>
                  <a:cubicBezTo>
                    <a:pt x="2442" y="1096"/>
                    <a:pt x="2343" y="1173"/>
                    <a:pt x="2239" y="1173"/>
                  </a:cubicBezTo>
                  <a:lnTo>
                    <a:pt x="1165" y="1173"/>
                  </a:lnTo>
                  <a:cubicBezTo>
                    <a:pt x="1138" y="1173"/>
                    <a:pt x="1108" y="1190"/>
                    <a:pt x="1096" y="1219"/>
                  </a:cubicBezTo>
                  <a:cubicBezTo>
                    <a:pt x="1085" y="1243"/>
                    <a:pt x="1096" y="1283"/>
                    <a:pt x="1114" y="1300"/>
                  </a:cubicBezTo>
                  <a:lnTo>
                    <a:pt x="1305" y="1479"/>
                  </a:lnTo>
                  <a:lnTo>
                    <a:pt x="1026" y="1776"/>
                  </a:lnTo>
                  <a:lnTo>
                    <a:pt x="156" y="964"/>
                  </a:lnTo>
                  <a:lnTo>
                    <a:pt x="1026" y="157"/>
                  </a:lnTo>
                  <a:close/>
                  <a:moveTo>
                    <a:pt x="1033" y="1"/>
                  </a:moveTo>
                  <a:cubicBezTo>
                    <a:pt x="1015" y="1"/>
                    <a:pt x="991" y="12"/>
                    <a:pt x="980" y="24"/>
                  </a:cubicBezTo>
                  <a:lnTo>
                    <a:pt x="24" y="911"/>
                  </a:lnTo>
                  <a:cubicBezTo>
                    <a:pt x="6" y="922"/>
                    <a:pt x="0" y="946"/>
                    <a:pt x="0" y="964"/>
                  </a:cubicBezTo>
                  <a:cubicBezTo>
                    <a:pt x="0" y="986"/>
                    <a:pt x="11" y="1010"/>
                    <a:pt x="24" y="1021"/>
                  </a:cubicBezTo>
                  <a:lnTo>
                    <a:pt x="980" y="1909"/>
                  </a:lnTo>
                  <a:cubicBezTo>
                    <a:pt x="991" y="1920"/>
                    <a:pt x="1015" y="1932"/>
                    <a:pt x="1033" y="1932"/>
                  </a:cubicBezTo>
                  <a:cubicBezTo>
                    <a:pt x="1050" y="1926"/>
                    <a:pt x="1074" y="1920"/>
                    <a:pt x="1085" y="1904"/>
                  </a:cubicBezTo>
                  <a:lnTo>
                    <a:pt x="1438" y="1527"/>
                  </a:lnTo>
                  <a:cubicBezTo>
                    <a:pt x="1451" y="1514"/>
                    <a:pt x="1456" y="1492"/>
                    <a:pt x="1456" y="1474"/>
                  </a:cubicBezTo>
                  <a:cubicBezTo>
                    <a:pt x="1456" y="1457"/>
                    <a:pt x="1444" y="1433"/>
                    <a:pt x="1433" y="1422"/>
                  </a:cubicBezTo>
                  <a:lnTo>
                    <a:pt x="1305" y="1300"/>
                  </a:lnTo>
                  <a:lnTo>
                    <a:pt x="2239" y="1300"/>
                  </a:lnTo>
                  <a:cubicBezTo>
                    <a:pt x="2407" y="1300"/>
                    <a:pt x="2558" y="1184"/>
                    <a:pt x="2581" y="1027"/>
                  </a:cubicBezTo>
                  <a:cubicBezTo>
                    <a:pt x="2599" y="929"/>
                    <a:pt x="2576" y="830"/>
                    <a:pt x="2512" y="748"/>
                  </a:cubicBezTo>
                  <a:cubicBezTo>
                    <a:pt x="2448" y="673"/>
                    <a:pt x="2356" y="633"/>
                    <a:pt x="2257" y="633"/>
                  </a:cubicBezTo>
                  <a:lnTo>
                    <a:pt x="1305" y="633"/>
                  </a:lnTo>
                  <a:lnTo>
                    <a:pt x="1433" y="512"/>
                  </a:lnTo>
                  <a:cubicBezTo>
                    <a:pt x="1444" y="499"/>
                    <a:pt x="1456" y="477"/>
                    <a:pt x="1456" y="459"/>
                  </a:cubicBezTo>
                  <a:cubicBezTo>
                    <a:pt x="1456" y="442"/>
                    <a:pt x="1451" y="418"/>
                    <a:pt x="1438" y="407"/>
                  </a:cubicBezTo>
                  <a:lnTo>
                    <a:pt x="1085" y="30"/>
                  </a:lnTo>
                  <a:cubicBezTo>
                    <a:pt x="1074" y="12"/>
                    <a:pt x="1050" y="1"/>
                    <a:pt x="10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4" name="Google Shape;1194;p42"/>
          <p:cNvGrpSpPr/>
          <p:nvPr/>
        </p:nvGrpSpPr>
        <p:grpSpPr>
          <a:xfrm>
            <a:off x="2646272" y="4233573"/>
            <a:ext cx="581991" cy="600412"/>
            <a:chOff x="-995538" y="5656067"/>
            <a:chExt cx="925411" cy="954701"/>
          </a:xfrm>
        </p:grpSpPr>
        <p:sp>
          <p:nvSpPr>
            <p:cNvPr id="1195" name="Google Shape;1195;p42"/>
            <p:cNvSpPr/>
            <p:nvPr/>
          </p:nvSpPr>
          <p:spPr>
            <a:xfrm>
              <a:off x="-984011" y="5702271"/>
              <a:ext cx="910576" cy="902356"/>
            </a:xfrm>
            <a:custGeom>
              <a:avLst/>
              <a:gdLst/>
              <a:ahLst/>
              <a:cxnLst/>
              <a:rect l="l" t="t" r="r" b="b"/>
              <a:pathLst>
                <a:path w="9637" h="9550" extrusionOk="0">
                  <a:moveTo>
                    <a:pt x="4825" y="2671"/>
                  </a:moveTo>
                  <a:cubicBezTo>
                    <a:pt x="5066" y="2671"/>
                    <a:pt x="5312" y="2712"/>
                    <a:pt x="5552" y="2799"/>
                  </a:cubicBezTo>
                  <a:cubicBezTo>
                    <a:pt x="6654" y="3200"/>
                    <a:pt x="7229" y="4418"/>
                    <a:pt x="6823" y="5526"/>
                  </a:cubicBezTo>
                  <a:cubicBezTo>
                    <a:pt x="6508" y="6389"/>
                    <a:pt x="5692" y="6929"/>
                    <a:pt x="4821" y="6929"/>
                  </a:cubicBezTo>
                  <a:cubicBezTo>
                    <a:pt x="4581" y="6929"/>
                    <a:pt x="4336" y="6888"/>
                    <a:pt x="4097" y="6801"/>
                  </a:cubicBezTo>
                  <a:cubicBezTo>
                    <a:pt x="2994" y="6396"/>
                    <a:pt x="2426" y="5178"/>
                    <a:pt x="2826" y="4075"/>
                  </a:cubicBezTo>
                  <a:cubicBezTo>
                    <a:pt x="3140" y="3208"/>
                    <a:pt x="3955" y="2671"/>
                    <a:pt x="4825" y="2671"/>
                  </a:cubicBezTo>
                  <a:close/>
                  <a:moveTo>
                    <a:pt x="6056" y="0"/>
                  </a:moveTo>
                  <a:cubicBezTo>
                    <a:pt x="5922" y="0"/>
                    <a:pt x="5799" y="82"/>
                    <a:pt x="5749" y="218"/>
                  </a:cubicBezTo>
                  <a:lnTo>
                    <a:pt x="5425" y="1117"/>
                  </a:lnTo>
                  <a:cubicBezTo>
                    <a:pt x="5223" y="1084"/>
                    <a:pt x="5022" y="1067"/>
                    <a:pt x="4822" y="1067"/>
                  </a:cubicBezTo>
                  <a:cubicBezTo>
                    <a:pt x="4506" y="1067"/>
                    <a:pt x="4196" y="1108"/>
                    <a:pt x="3894" y="1187"/>
                  </a:cubicBezTo>
                  <a:lnTo>
                    <a:pt x="3487" y="316"/>
                  </a:lnTo>
                  <a:cubicBezTo>
                    <a:pt x="3433" y="199"/>
                    <a:pt x="3315" y="127"/>
                    <a:pt x="3192" y="127"/>
                  </a:cubicBezTo>
                  <a:cubicBezTo>
                    <a:pt x="3145" y="127"/>
                    <a:pt x="3098" y="138"/>
                    <a:pt x="3053" y="161"/>
                  </a:cubicBezTo>
                  <a:lnTo>
                    <a:pt x="2414" y="456"/>
                  </a:lnTo>
                  <a:cubicBezTo>
                    <a:pt x="2252" y="531"/>
                    <a:pt x="2176" y="729"/>
                    <a:pt x="2258" y="891"/>
                  </a:cubicBezTo>
                  <a:lnTo>
                    <a:pt x="2663" y="1762"/>
                  </a:lnTo>
                  <a:cubicBezTo>
                    <a:pt x="2252" y="2057"/>
                    <a:pt x="1892" y="2440"/>
                    <a:pt x="1626" y="2892"/>
                  </a:cubicBezTo>
                  <a:lnTo>
                    <a:pt x="726" y="2562"/>
                  </a:lnTo>
                  <a:cubicBezTo>
                    <a:pt x="691" y="2550"/>
                    <a:pt x="654" y="2544"/>
                    <a:pt x="618" y="2544"/>
                  </a:cubicBezTo>
                  <a:cubicBezTo>
                    <a:pt x="482" y="2544"/>
                    <a:pt x="352" y="2626"/>
                    <a:pt x="303" y="2758"/>
                  </a:cubicBezTo>
                  <a:lnTo>
                    <a:pt x="65" y="3420"/>
                  </a:lnTo>
                  <a:cubicBezTo>
                    <a:pt x="1" y="3594"/>
                    <a:pt x="94" y="3780"/>
                    <a:pt x="261" y="3843"/>
                  </a:cubicBezTo>
                  <a:lnTo>
                    <a:pt x="1161" y="4169"/>
                  </a:lnTo>
                  <a:cubicBezTo>
                    <a:pt x="1080" y="4691"/>
                    <a:pt x="1104" y="5213"/>
                    <a:pt x="1230" y="5700"/>
                  </a:cubicBezTo>
                  <a:lnTo>
                    <a:pt x="360" y="6105"/>
                  </a:lnTo>
                  <a:cubicBezTo>
                    <a:pt x="199" y="6182"/>
                    <a:pt x="129" y="6378"/>
                    <a:pt x="204" y="6541"/>
                  </a:cubicBezTo>
                  <a:lnTo>
                    <a:pt x="499" y="7179"/>
                  </a:lnTo>
                  <a:cubicBezTo>
                    <a:pt x="559" y="7301"/>
                    <a:pt x="677" y="7372"/>
                    <a:pt x="801" y="7372"/>
                  </a:cubicBezTo>
                  <a:cubicBezTo>
                    <a:pt x="848" y="7372"/>
                    <a:pt x="895" y="7362"/>
                    <a:pt x="941" y="7341"/>
                  </a:cubicBezTo>
                  <a:lnTo>
                    <a:pt x="1805" y="6935"/>
                  </a:lnTo>
                  <a:cubicBezTo>
                    <a:pt x="2100" y="7347"/>
                    <a:pt x="2483" y="7701"/>
                    <a:pt x="2936" y="7968"/>
                  </a:cubicBezTo>
                  <a:lnTo>
                    <a:pt x="2611" y="8867"/>
                  </a:lnTo>
                  <a:cubicBezTo>
                    <a:pt x="2547" y="9041"/>
                    <a:pt x="2635" y="9227"/>
                    <a:pt x="2809" y="9291"/>
                  </a:cubicBezTo>
                  <a:lnTo>
                    <a:pt x="3470" y="9529"/>
                  </a:lnTo>
                  <a:cubicBezTo>
                    <a:pt x="3507" y="9543"/>
                    <a:pt x="3546" y="9550"/>
                    <a:pt x="3583" y="9550"/>
                  </a:cubicBezTo>
                  <a:cubicBezTo>
                    <a:pt x="3716" y="9550"/>
                    <a:pt x="3842" y="9466"/>
                    <a:pt x="3888" y="9331"/>
                  </a:cubicBezTo>
                  <a:lnTo>
                    <a:pt x="4218" y="8432"/>
                  </a:lnTo>
                  <a:cubicBezTo>
                    <a:pt x="4418" y="8465"/>
                    <a:pt x="4618" y="8482"/>
                    <a:pt x="4817" y="8482"/>
                  </a:cubicBezTo>
                  <a:cubicBezTo>
                    <a:pt x="5133" y="8482"/>
                    <a:pt x="5445" y="8441"/>
                    <a:pt x="5744" y="8362"/>
                  </a:cubicBezTo>
                  <a:lnTo>
                    <a:pt x="6156" y="9232"/>
                  </a:lnTo>
                  <a:cubicBezTo>
                    <a:pt x="6211" y="9351"/>
                    <a:pt x="6326" y="9420"/>
                    <a:pt x="6450" y="9420"/>
                  </a:cubicBezTo>
                  <a:cubicBezTo>
                    <a:pt x="6497" y="9420"/>
                    <a:pt x="6544" y="9410"/>
                    <a:pt x="6590" y="9389"/>
                  </a:cubicBezTo>
                  <a:lnTo>
                    <a:pt x="7229" y="9093"/>
                  </a:lnTo>
                  <a:cubicBezTo>
                    <a:pt x="7391" y="9018"/>
                    <a:pt x="7460" y="8820"/>
                    <a:pt x="7385" y="8658"/>
                  </a:cubicBezTo>
                  <a:lnTo>
                    <a:pt x="6979" y="7788"/>
                  </a:lnTo>
                  <a:cubicBezTo>
                    <a:pt x="7391" y="7492"/>
                    <a:pt x="7744" y="7109"/>
                    <a:pt x="8012" y="6657"/>
                  </a:cubicBezTo>
                  <a:lnTo>
                    <a:pt x="8917" y="6982"/>
                  </a:lnTo>
                  <a:cubicBezTo>
                    <a:pt x="8954" y="6996"/>
                    <a:pt x="8992" y="7003"/>
                    <a:pt x="9029" y="7003"/>
                  </a:cubicBezTo>
                  <a:cubicBezTo>
                    <a:pt x="9161" y="7003"/>
                    <a:pt x="9284" y="6921"/>
                    <a:pt x="9334" y="6790"/>
                  </a:cubicBezTo>
                  <a:lnTo>
                    <a:pt x="9578" y="6123"/>
                  </a:lnTo>
                  <a:cubicBezTo>
                    <a:pt x="9636" y="5955"/>
                    <a:pt x="9549" y="5770"/>
                    <a:pt x="9380" y="5706"/>
                  </a:cubicBezTo>
                  <a:lnTo>
                    <a:pt x="8475" y="5381"/>
                  </a:lnTo>
                  <a:cubicBezTo>
                    <a:pt x="8563" y="4859"/>
                    <a:pt x="8534" y="4337"/>
                    <a:pt x="8406" y="3850"/>
                  </a:cubicBezTo>
                  <a:lnTo>
                    <a:pt x="9276" y="3443"/>
                  </a:lnTo>
                  <a:cubicBezTo>
                    <a:pt x="9444" y="3363"/>
                    <a:pt x="9514" y="3170"/>
                    <a:pt x="9439" y="3008"/>
                  </a:cubicBezTo>
                  <a:lnTo>
                    <a:pt x="9137" y="2370"/>
                  </a:lnTo>
                  <a:cubicBezTo>
                    <a:pt x="9082" y="2247"/>
                    <a:pt x="8963" y="2177"/>
                    <a:pt x="8839" y="2177"/>
                  </a:cubicBezTo>
                  <a:cubicBezTo>
                    <a:pt x="8793" y="2177"/>
                    <a:pt x="8746" y="2187"/>
                    <a:pt x="8702" y="2207"/>
                  </a:cubicBezTo>
                  <a:lnTo>
                    <a:pt x="7832" y="2614"/>
                  </a:lnTo>
                  <a:cubicBezTo>
                    <a:pt x="7536" y="2202"/>
                    <a:pt x="7160" y="1848"/>
                    <a:pt x="6700" y="1581"/>
                  </a:cubicBezTo>
                  <a:lnTo>
                    <a:pt x="7032" y="683"/>
                  </a:lnTo>
                  <a:cubicBezTo>
                    <a:pt x="7090" y="509"/>
                    <a:pt x="7002" y="322"/>
                    <a:pt x="6834" y="258"/>
                  </a:cubicBezTo>
                  <a:lnTo>
                    <a:pt x="6173" y="21"/>
                  </a:lnTo>
                  <a:cubicBezTo>
                    <a:pt x="6134" y="7"/>
                    <a:pt x="6094" y="0"/>
                    <a:pt x="6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2"/>
            <p:cNvSpPr/>
            <p:nvPr/>
          </p:nvSpPr>
          <p:spPr>
            <a:xfrm>
              <a:off x="-987223" y="5696035"/>
              <a:ext cx="917096" cy="914733"/>
            </a:xfrm>
            <a:custGeom>
              <a:avLst/>
              <a:gdLst/>
              <a:ahLst/>
              <a:cxnLst/>
              <a:rect l="l" t="t" r="r" b="b"/>
              <a:pathLst>
                <a:path w="9706" h="9681" extrusionOk="0">
                  <a:moveTo>
                    <a:pt x="4863" y="2799"/>
                  </a:moveTo>
                  <a:cubicBezTo>
                    <a:pt x="5096" y="2799"/>
                    <a:pt x="5333" y="2839"/>
                    <a:pt x="5563" y="2923"/>
                  </a:cubicBezTo>
                  <a:cubicBezTo>
                    <a:pt x="6630" y="3312"/>
                    <a:pt x="7187" y="4501"/>
                    <a:pt x="6798" y="5568"/>
                  </a:cubicBezTo>
                  <a:cubicBezTo>
                    <a:pt x="6494" y="6405"/>
                    <a:pt x="5701" y="6928"/>
                    <a:pt x="4856" y="6928"/>
                  </a:cubicBezTo>
                  <a:cubicBezTo>
                    <a:pt x="4622" y="6928"/>
                    <a:pt x="4385" y="6889"/>
                    <a:pt x="4153" y="6805"/>
                  </a:cubicBezTo>
                  <a:cubicBezTo>
                    <a:pt x="3087" y="6415"/>
                    <a:pt x="2530" y="5231"/>
                    <a:pt x="2918" y="4160"/>
                  </a:cubicBezTo>
                  <a:cubicBezTo>
                    <a:pt x="3223" y="3323"/>
                    <a:pt x="4019" y="2799"/>
                    <a:pt x="4863" y="2799"/>
                  </a:cubicBezTo>
                  <a:close/>
                  <a:moveTo>
                    <a:pt x="4865" y="2671"/>
                  </a:moveTo>
                  <a:cubicBezTo>
                    <a:pt x="3966" y="2671"/>
                    <a:pt x="3119" y="3227"/>
                    <a:pt x="2796" y="4118"/>
                  </a:cubicBezTo>
                  <a:cubicBezTo>
                    <a:pt x="2384" y="5255"/>
                    <a:pt x="2975" y="6514"/>
                    <a:pt x="4113" y="6926"/>
                  </a:cubicBezTo>
                  <a:cubicBezTo>
                    <a:pt x="4356" y="7013"/>
                    <a:pt x="4611" y="7059"/>
                    <a:pt x="4855" y="7059"/>
                  </a:cubicBezTo>
                  <a:cubicBezTo>
                    <a:pt x="5754" y="7059"/>
                    <a:pt x="6595" y="6503"/>
                    <a:pt x="6921" y="5614"/>
                  </a:cubicBezTo>
                  <a:cubicBezTo>
                    <a:pt x="7333" y="4478"/>
                    <a:pt x="6747" y="3220"/>
                    <a:pt x="5609" y="2802"/>
                  </a:cubicBezTo>
                  <a:cubicBezTo>
                    <a:pt x="5364" y="2713"/>
                    <a:pt x="5112" y="2671"/>
                    <a:pt x="4865" y="2671"/>
                  </a:cubicBezTo>
                  <a:close/>
                  <a:moveTo>
                    <a:pt x="6101" y="131"/>
                  </a:moveTo>
                  <a:cubicBezTo>
                    <a:pt x="6130" y="131"/>
                    <a:pt x="6158" y="135"/>
                    <a:pt x="6184" y="144"/>
                  </a:cubicBezTo>
                  <a:lnTo>
                    <a:pt x="6846" y="388"/>
                  </a:lnTo>
                  <a:cubicBezTo>
                    <a:pt x="6908" y="412"/>
                    <a:pt x="6967" y="458"/>
                    <a:pt x="6996" y="522"/>
                  </a:cubicBezTo>
                  <a:cubicBezTo>
                    <a:pt x="7025" y="586"/>
                    <a:pt x="7025" y="655"/>
                    <a:pt x="7002" y="725"/>
                  </a:cubicBezTo>
                  <a:lnTo>
                    <a:pt x="6677" y="1624"/>
                  </a:lnTo>
                  <a:cubicBezTo>
                    <a:pt x="6665" y="1654"/>
                    <a:pt x="6677" y="1688"/>
                    <a:pt x="6706" y="1705"/>
                  </a:cubicBezTo>
                  <a:cubicBezTo>
                    <a:pt x="7141" y="1960"/>
                    <a:pt x="7518" y="2302"/>
                    <a:pt x="7813" y="2720"/>
                  </a:cubicBezTo>
                  <a:cubicBezTo>
                    <a:pt x="7825" y="2736"/>
                    <a:pt x="7845" y="2746"/>
                    <a:pt x="7865" y="2746"/>
                  </a:cubicBezTo>
                  <a:cubicBezTo>
                    <a:pt x="7875" y="2746"/>
                    <a:pt x="7886" y="2744"/>
                    <a:pt x="7895" y="2738"/>
                  </a:cubicBezTo>
                  <a:lnTo>
                    <a:pt x="8765" y="2332"/>
                  </a:lnTo>
                  <a:cubicBezTo>
                    <a:pt x="8799" y="2316"/>
                    <a:pt x="8834" y="2309"/>
                    <a:pt x="8870" y="2309"/>
                  </a:cubicBezTo>
                  <a:cubicBezTo>
                    <a:pt x="8969" y="2309"/>
                    <a:pt x="9066" y="2365"/>
                    <a:pt x="9113" y="2460"/>
                  </a:cubicBezTo>
                  <a:lnTo>
                    <a:pt x="9409" y="3097"/>
                  </a:lnTo>
                  <a:cubicBezTo>
                    <a:pt x="9443" y="3161"/>
                    <a:pt x="9443" y="3236"/>
                    <a:pt x="9421" y="3301"/>
                  </a:cubicBezTo>
                  <a:cubicBezTo>
                    <a:pt x="9397" y="3365"/>
                    <a:pt x="9352" y="3416"/>
                    <a:pt x="9288" y="3451"/>
                  </a:cubicBezTo>
                  <a:lnTo>
                    <a:pt x="8417" y="3857"/>
                  </a:lnTo>
                  <a:cubicBezTo>
                    <a:pt x="8388" y="3869"/>
                    <a:pt x="8370" y="3898"/>
                    <a:pt x="8383" y="3933"/>
                  </a:cubicBezTo>
                  <a:cubicBezTo>
                    <a:pt x="8509" y="4425"/>
                    <a:pt x="8533" y="4931"/>
                    <a:pt x="8447" y="5435"/>
                  </a:cubicBezTo>
                  <a:cubicBezTo>
                    <a:pt x="8440" y="5464"/>
                    <a:pt x="8458" y="5493"/>
                    <a:pt x="8487" y="5504"/>
                  </a:cubicBezTo>
                  <a:lnTo>
                    <a:pt x="9392" y="5836"/>
                  </a:lnTo>
                  <a:cubicBezTo>
                    <a:pt x="9456" y="5858"/>
                    <a:pt x="9507" y="5905"/>
                    <a:pt x="9537" y="5969"/>
                  </a:cubicBezTo>
                  <a:cubicBezTo>
                    <a:pt x="9572" y="6032"/>
                    <a:pt x="9572" y="6102"/>
                    <a:pt x="9548" y="6171"/>
                  </a:cubicBezTo>
                  <a:lnTo>
                    <a:pt x="9310" y="6833"/>
                  </a:lnTo>
                  <a:cubicBezTo>
                    <a:pt x="9282" y="6897"/>
                    <a:pt x="9235" y="6949"/>
                    <a:pt x="9171" y="6979"/>
                  </a:cubicBezTo>
                  <a:cubicBezTo>
                    <a:pt x="9134" y="6995"/>
                    <a:pt x="9095" y="7004"/>
                    <a:pt x="9055" y="7004"/>
                  </a:cubicBezTo>
                  <a:cubicBezTo>
                    <a:pt x="9026" y="7004"/>
                    <a:pt x="8997" y="7000"/>
                    <a:pt x="8969" y="6990"/>
                  </a:cubicBezTo>
                  <a:lnTo>
                    <a:pt x="8069" y="6658"/>
                  </a:lnTo>
                  <a:cubicBezTo>
                    <a:pt x="8065" y="6658"/>
                    <a:pt x="8060" y="6657"/>
                    <a:pt x="8055" y="6657"/>
                  </a:cubicBezTo>
                  <a:cubicBezTo>
                    <a:pt x="8030" y="6657"/>
                    <a:pt x="8004" y="6669"/>
                    <a:pt x="7994" y="6688"/>
                  </a:cubicBezTo>
                  <a:cubicBezTo>
                    <a:pt x="7732" y="7129"/>
                    <a:pt x="7390" y="7506"/>
                    <a:pt x="6972" y="7801"/>
                  </a:cubicBezTo>
                  <a:cubicBezTo>
                    <a:pt x="6950" y="7820"/>
                    <a:pt x="6943" y="7854"/>
                    <a:pt x="6956" y="7884"/>
                  </a:cubicBezTo>
                  <a:lnTo>
                    <a:pt x="7361" y="8747"/>
                  </a:lnTo>
                  <a:cubicBezTo>
                    <a:pt x="7390" y="8811"/>
                    <a:pt x="7390" y="8886"/>
                    <a:pt x="7368" y="8950"/>
                  </a:cubicBezTo>
                  <a:cubicBezTo>
                    <a:pt x="7344" y="9014"/>
                    <a:pt x="7298" y="9073"/>
                    <a:pt x="7234" y="9102"/>
                  </a:cubicBezTo>
                  <a:lnTo>
                    <a:pt x="6595" y="9397"/>
                  </a:lnTo>
                  <a:cubicBezTo>
                    <a:pt x="6559" y="9414"/>
                    <a:pt x="6520" y="9423"/>
                    <a:pt x="6481" y="9423"/>
                  </a:cubicBezTo>
                  <a:cubicBezTo>
                    <a:pt x="6452" y="9423"/>
                    <a:pt x="6422" y="9418"/>
                    <a:pt x="6393" y="9408"/>
                  </a:cubicBezTo>
                  <a:cubicBezTo>
                    <a:pt x="6329" y="9386"/>
                    <a:pt x="6276" y="9333"/>
                    <a:pt x="6247" y="9269"/>
                  </a:cubicBezTo>
                  <a:lnTo>
                    <a:pt x="5842" y="8399"/>
                  </a:lnTo>
                  <a:cubicBezTo>
                    <a:pt x="5826" y="8379"/>
                    <a:pt x="5802" y="8363"/>
                    <a:pt x="5777" y="8363"/>
                  </a:cubicBezTo>
                  <a:cubicBezTo>
                    <a:pt x="5774" y="8363"/>
                    <a:pt x="5770" y="8363"/>
                    <a:pt x="5767" y="8364"/>
                  </a:cubicBezTo>
                  <a:cubicBezTo>
                    <a:pt x="5461" y="8442"/>
                    <a:pt x="5154" y="8481"/>
                    <a:pt x="4848" y="8481"/>
                  </a:cubicBezTo>
                  <a:cubicBezTo>
                    <a:pt x="4653" y="8481"/>
                    <a:pt x="4458" y="8465"/>
                    <a:pt x="4263" y="8434"/>
                  </a:cubicBezTo>
                  <a:cubicBezTo>
                    <a:pt x="4259" y="8433"/>
                    <a:pt x="4255" y="8433"/>
                    <a:pt x="4251" y="8433"/>
                  </a:cubicBezTo>
                  <a:cubicBezTo>
                    <a:pt x="4222" y="8433"/>
                    <a:pt x="4199" y="8450"/>
                    <a:pt x="4188" y="8475"/>
                  </a:cubicBezTo>
                  <a:lnTo>
                    <a:pt x="3864" y="9380"/>
                  </a:lnTo>
                  <a:cubicBezTo>
                    <a:pt x="3840" y="9443"/>
                    <a:pt x="3788" y="9496"/>
                    <a:pt x="3724" y="9525"/>
                  </a:cubicBezTo>
                  <a:cubicBezTo>
                    <a:pt x="3687" y="9542"/>
                    <a:pt x="3648" y="9551"/>
                    <a:pt x="3610" y="9551"/>
                  </a:cubicBezTo>
                  <a:cubicBezTo>
                    <a:pt x="3582" y="9551"/>
                    <a:pt x="3554" y="9546"/>
                    <a:pt x="3527" y="9536"/>
                  </a:cubicBezTo>
                  <a:lnTo>
                    <a:pt x="2865" y="9293"/>
                  </a:lnTo>
                  <a:cubicBezTo>
                    <a:pt x="2726" y="9247"/>
                    <a:pt x="2656" y="9095"/>
                    <a:pt x="2704" y="8956"/>
                  </a:cubicBezTo>
                  <a:lnTo>
                    <a:pt x="3034" y="8058"/>
                  </a:lnTo>
                  <a:cubicBezTo>
                    <a:pt x="3045" y="8028"/>
                    <a:pt x="3034" y="7994"/>
                    <a:pt x="3005" y="7975"/>
                  </a:cubicBezTo>
                  <a:cubicBezTo>
                    <a:pt x="2565" y="7721"/>
                    <a:pt x="2193" y="7378"/>
                    <a:pt x="1891" y="6961"/>
                  </a:cubicBezTo>
                  <a:cubicBezTo>
                    <a:pt x="1880" y="6944"/>
                    <a:pt x="1862" y="6931"/>
                    <a:pt x="1839" y="6931"/>
                  </a:cubicBezTo>
                  <a:cubicBezTo>
                    <a:pt x="1834" y="6931"/>
                    <a:pt x="1821" y="6937"/>
                    <a:pt x="1816" y="6937"/>
                  </a:cubicBezTo>
                  <a:lnTo>
                    <a:pt x="945" y="7343"/>
                  </a:lnTo>
                  <a:cubicBezTo>
                    <a:pt x="910" y="7363"/>
                    <a:pt x="874" y="7371"/>
                    <a:pt x="836" y="7371"/>
                  </a:cubicBezTo>
                  <a:cubicBezTo>
                    <a:pt x="805" y="7371"/>
                    <a:pt x="774" y="7365"/>
                    <a:pt x="742" y="7355"/>
                  </a:cubicBezTo>
                  <a:cubicBezTo>
                    <a:pt x="678" y="7332"/>
                    <a:pt x="627" y="7285"/>
                    <a:pt x="597" y="7222"/>
                  </a:cubicBezTo>
                  <a:lnTo>
                    <a:pt x="295" y="6583"/>
                  </a:lnTo>
                  <a:cubicBezTo>
                    <a:pt x="267" y="6519"/>
                    <a:pt x="261" y="6444"/>
                    <a:pt x="290" y="6380"/>
                  </a:cubicBezTo>
                  <a:cubicBezTo>
                    <a:pt x="313" y="6317"/>
                    <a:pt x="359" y="6259"/>
                    <a:pt x="423" y="6230"/>
                  </a:cubicBezTo>
                  <a:lnTo>
                    <a:pt x="1294" y="5823"/>
                  </a:lnTo>
                  <a:cubicBezTo>
                    <a:pt x="1323" y="5812"/>
                    <a:pt x="1334" y="5783"/>
                    <a:pt x="1328" y="5748"/>
                  </a:cubicBezTo>
                  <a:cubicBezTo>
                    <a:pt x="1200" y="5255"/>
                    <a:pt x="1178" y="4751"/>
                    <a:pt x="1259" y="4246"/>
                  </a:cubicBezTo>
                  <a:cubicBezTo>
                    <a:pt x="1264" y="4217"/>
                    <a:pt x="1248" y="4187"/>
                    <a:pt x="1218" y="4176"/>
                  </a:cubicBezTo>
                  <a:lnTo>
                    <a:pt x="319" y="3846"/>
                  </a:lnTo>
                  <a:cubicBezTo>
                    <a:pt x="249" y="3823"/>
                    <a:pt x="198" y="3777"/>
                    <a:pt x="169" y="3713"/>
                  </a:cubicBezTo>
                  <a:cubicBezTo>
                    <a:pt x="139" y="3649"/>
                    <a:pt x="134" y="3579"/>
                    <a:pt x="163" y="3509"/>
                  </a:cubicBezTo>
                  <a:lnTo>
                    <a:pt x="400" y="2848"/>
                  </a:lnTo>
                  <a:cubicBezTo>
                    <a:pt x="437" y="2743"/>
                    <a:pt x="541" y="2674"/>
                    <a:pt x="648" y="2674"/>
                  </a:cubicBezTo>
                  <a:cubicBezTo>
                    <a:pt x="678" y="2674"/>
                    <a:pt x="708" y="2680"/>
                    <a:pt x="737" y="2691"/>
                  </a:cubicBezTo>
                  <a:lnTo>
                    <a:pt x="1642" y="3017"/>
                  </a:lnTo>
                  <a:cubicBezTo>
                    <a:pt x="1649" y="3019"/>
                    <a:pt x="1657" y="3021"/>
                    <a:pt x="1665" y="3021"/>
                  </a:cubicBezTo>
                  <a:cubicBezTo>
                    <a:pt x="1685" y="3021"/>
                    <a:pt x="1704" y="3010"/>
                    <a:pt x="1717" y="2993"/>
                  </a:cubicBezTo>
                  <a:cubicBezTo>
                    <a:pt x="1978" y="2552"/>
                    <a:pt x="2321" y="2176"/>
                    <a:pt x="2732" y="1879"/>
                  </a:cubicBezTo>
                  <a:cubicBezTo>
                    <a:pt x="2761" y="1862"/>
                    <a:pt x="2766" y="1828"/>
                    <a:pt x="2755" y="1798"/>
                  </a:cubicBezTo>
                  <a:lnTo>
                    <a:pt x="2349" y="928"/>
                  </a:lnTo>
                  <a:cubicBezTo>
                    <a:pt x="2321" y="870"/>
                    <a:pt x="2314" y="795"/>
                    <a:pt x="2338" y="731"/>
                  </a:cubicBezTo>
                  <a:cubicBezTo>
                    <a:pt x="2361" y="661"/>
                    <a:pt x="2413" y="609"/>
                    <a:pt x="2477" y="580"/>
                  </a:cubicBezTo>
                  <a:lnTo>
                    <a:pt x="3115" y="284"/>
                  </a:lnTo>
                  <a:cubicBezTo>
                    <a:pt x="3152" y="267"/>
                    <a:pt x="3190" y="258"/>
                    <a:pt x="3229" y="258"/>
                  </a:cubicBezTo>
                  <a:cubicBezTo>
                    <a:pt x="3257" y="258"/>
                    <a:pt x="3285" y="263"/>
                    <a:pt x="3312" y="272"/>
                  </a:cubicBezTo>
                  <a:cubicBezTo>
                    <a:pt x="3382" y="296"/>
                    <a:pt x="3435" y="348"/>
                    <a:pt x="3463" y="412"/>
                  </a:cubicBezTo>
                  <a:lnTo>
                    <a:pt x="3869" y="1282"/>
                  </a:lnTo>
                  <a:cubicBezTo>
                    <a:pt x="3879" y="1302"/>
                    <a:pt x="3906" y="1318"/>
                    <a:pt x="3933" y="1318"/>
                  </a:cubicBezTo>
                  <a:cubicBezTo>
                    <a:pt x="3937" y="1318"/>
                    <a:pt x="3940" y="1317"/>
                    <a:pt x="3944" y="1317"/>
                  </a:cubicBezTo>
                  <a:cubicBezTo>
                    <a:pt x="4245" y="1238"/>
                    <a:pt x="4550" y="1200"/>
                    <a:pt x="4857" y="1200"/>
                  </a:cubicBezTo>
                  <a:cubicBezTo>
                    <a:pt x="5053" y="1200"/>
                    <a:pt x="5250" y="1216"/>
                    <a:pt x="5446" y="1247"/>
                  </a:cubicBezTo>
                  <a:cubicBezTo>
                    <a:pt x="5450" y="1248"/>
                    <a:pt x="5454" y="1248"/>
                    <a:pt x="5458" y="1248"/>
                  </a:cubicBezTo>
                  <a:cubicBezTo>
                    <a:pt x="5484" y="1248"/>
                    <a:pt x="5511" y="1232"/>
                    <a:pt x="5516" y="1207"/>
                  </a:cubicBezTo>
                  <a:lnTo>
                    <a:pt x="5847" y="302"/>
                  </a:lnTo>
                  <a:cubicBezTo>
                    <a:pt x="5871" y="238"/>
                    <a:pt x="5917" y="185"/>
                    <a:pt x="5981" y="157"/>
                  </a:cubicBezTo>
                  <a:cubicBezTo>
                    <a:pt x="6019" y="140"/>
                    <a:pt x="6060" y="131"/>
                    <a:pt x="6101" y="131"/>
                  </a:cubicBezTo>
                  <a:close/>
                  <a:moveTo>
                    <a:pt x="6094" y="0"/>
                  </a:moveTo>
                  <a:cubicBezTo>
                    <a:pt x="6037" y="0"/>
                    <a:pt x="5980" y="12"/>
                    <a:pt x="5928" y="34"/>
                  </a:cubicBezTo>
                  <a:cubicBezTo>
                    <a:pt x="5829" y="80"/>
                    <a:pt x="5760" y="163"/>
                    <a:pt x="5725" y="261"/>
                  </a:cubicBezTo>
                  <a:lnTo>
                    <a:pt x="5419" y="1113"/>
                  </a:lnTo>
                  <a:cubicBezTo>
                    <a:pt x="5231" y="1084"/>
                    <a:pt x="5043" y="1070"/>
                    <a:pt x="4855" y="1070"/>
                  </a:cubicBezTo>
                  <a:cubicBezTo>
                    <a:pt x="4556" y="1070"/>
                    <a:pt x="4258" y="1106"/>
                    <a:pt x="3962" y="1177"/>
                  </a:cubicBezTo>
                  <a:lnTo>
                    <a:pt x="3580" y="353"/>
                  </a:lnTo>
                  <a:cubicBezTo>
                    <a:pt x="3539" y="261"/>
                    <a:pt x="3457" y="185"/>
                    <a:pt x="3358" y="150"/>
                  </a:cubicBezTo>
                  <a:cubicBezTo>
                    <a:pt x="3317" y="135"/>
                    <a:pt x="3275" y="128"/>
                    <a:pt x="3232" y="128"/>
                  </a:cubicBezTo>
                  <a:cubicBezTo>
                    <a:pt x="3173" y="128"/>
                    <a:pt x="3115" y="142"/>
                    <a:pt x="3057" y="168"/>
                  </a:cubicBezTo>
                  <a:lnTo>
                    <a:pt x="2418" y="463"/>
                  </a:lnTo>
                  <a:cubicBezTo>
                    <a:pt x="2327" y="511"/>
                    <a:pt x="2251" y="586"/>
                    <a:pt x="2217" y="685"/>
                  </a:cubicBezTo>
                  <a:cubicBezTo>
                    <a:pt x="2182" y="783"/>
                    <a:pt x="2187" y="893"/>
                    <a:pt x="2228" y="985"/>
                  </a:cubicBezTo>
                  <a:lnTo>
                    <a:pt x="2616" y="1804"/>
                  </a:lnTo>
                  <a:cubicBezTo>
                    <a:pt x="2217" y="2099"/>
                    <a:pt x="1891" y="2460"/>
                    <a:pt x="1636" y="2877"/>
                  </a:cubicBezTo>
                  <a:lnTo>
                    <a:pt x="783" y="2570"/>
                  </a:lnTo>
                  <a:cubicBezTo>
                    <a:pt x="738" y="2553"/>
                    <a:pt x="693" y="2545"/>
                    <a:pt x="648" y="2545"/>
                  </a:cubicBezTo>
                  <a:cubicBezTo>
                    <a:pt x="488" y="2545"/>
                    <a:pt x="337" y="2645"/>
                    <a:pt x="279" y="2808"/>
                  </a:cubicBezTo>
                  <a:lnTo>
                    <a:pt x="41" y="3469"/>
                  </a:lnTo>
                  <a:cubicBezTo>
                    <a:pt x="0" y="3568"/>
                    <a:pt x="6" y="3672"/>
                    <a:pt x="52" y="3764"/>
                  </a:cubicBezTo>
                  <a:cubicBezTo>
                    <a:pt x="93" y="3863"/>
                    <a:pt x="174" y="3933"/>
                    <a:pt x="273" y="3967"/>
                  </a:cubicBezTo>
                  <a:lnTo>
                    <a:pt x="1125" y="4281"/>
                  </a:lnTo>
                  <a:cubicBezTo>
                    <a:pt x="1050" y="4768"/>
                    <a:pt x="1074" y="5255"/>
                    <a:pt x="1189" y="5731"/>
                  </a:cubicBezTo>
                  <a:lnTo>
                    <a:pt x="372" y="6114"/>
                  </a:lnTo>
                  <a:cubicBezTo>
                    <a:pt x="273" y="6160"/>
                    <a:pt x="203" y="6235"/>
                    <a:pt x="169" y="6334"/>
                  </a:cubicBezTo>
                  <a:cubicBezTo>
                    <a:pt x="128" y="6433"/>
                    <a:pt x="134" y="6543"/>
                    <a:pt x="180" y="6636"/>
                  </a:cubicBezTo>
                  <a:lnTo>
                    <a:pt x="476" y="7274"/>
                  </a:lnTo>
                  <a:cubicBezTo>
                    <a:pt x="522" y="7367"/>
                    <a:pt x="597" y="7442"/>
                    <a:pt x="702" y="7477"/>
                  </a:cubicBezTo>
                  <a:cubicBezTo>
                    <a:pt x="746" y="7493"/>
                    <a:pt x="791" y="7500"/>
                    <a:pt x="836" y="7500"/>
                  </a:cubicBezTo>
                  <a:cubicBezTo>
                    <a:pt x="891" y="7500"/>
                    <a:pt x="947" y="7488"/>
                    <a:pt x="998" y="7466"/>
                  </a:cubicBezTo>
                  <a:lnTo>
                    <a:pt x="1821" y="7083"/>
                  </a:lnTo>
                  <a:cubicBezTo>
                    <a:pt x="2112" y="7477"/>
                    <a:pt x="2471" y="7807"/>
                    <a:pt x="2895" y="8063"/>
                  </a:cubicBezTo>
                  <a:lnTo>
                    <a:pt x="2581" y="8910"/>
                  </a:lnTo>
                  <a:cubicBezTo>
                    <a:pt x="2512" y="9118"/>
                    <a:pt x="2616" y="9345"/>
                    <a:pt x="2819" y="9415"/>
                  </a:cubicBezTo>
                  <a:lnTo>
                    <a:pt x="3481" y="9659"/>
                  </a:lnTo>
                  <a:cubicBezTo>
                    <a:pt x="3521" y="9670"/>
                    <a:pt x="3567" y="9681"/>
                    <a:pt x="3614" y="9681"/>
                  </a:cubicBezTo>
                  <a:cubicBezTo>
                    <a:pt x="3671" y="9681"/>
                    <a:pt x="3730" y="9670"/>
                    <a:pt x="3783" y="9641"/>
                  </a:cubicBezTo>
                  <a:cubicBezTo>
                    <a:pt x="3875" y="9600"/>
                    <a:pt x="3950" y="9519"/>
                    <a:pt x="3985" y="9421"/>
                  </a:cubicBezTo>
                  <a:lnTo>
                    <a:pt x="4292" y="8567"/>
                  </a:lnTo>
                  <a:cubicBezTo>
                    <a:pt x="4481" y="8596"/>
                    <a:pt x="4670" y="8611"/>
                    <a:pt x="4859" y="8611"/>
                  </a:cubicBezTo>
                  <a:cubicBezTo>
                    <a:pt x="5156" y="8611"/>
                    <a:pt x="5452" y="8575"/>
                    <a:pt x="5743" y="8503"/>
                  </a:cubicBezTo>
                  <a:lnTo>
                    <a:pt x="6126" y="9327"/>
                  </a:lnTo>
                  <a:cubicBezTo>
                    <a:pt x="6172" y="9421"/>
                    <a:pt x="6254" y="9496"/>
                    <a:pt x="6351" y="9531"/>
                  </a:cubicBezTo>
                  <a:cubicBezTo>
                    <a:pt x="6394" y="9545"/>
                    <a:pt x="6437" y="9553"/>
                    <a:pt x="6480" y="9553"/>
                  </a:cubicBezTo>
                  <a:cubicBezTo>
                    <a:pt x="6538" y="9553"/>
                    <a:pt x="6595" y="9540"/>
                    <a:pt x="6648" y="9512"/>
                  </a:cubicBezTo>
                  <a:lnTo>
                    <a:pt x="7286" y="9217"/>
                  </a:lnTo>
                  <a:cubicBezTo>
                    <a:pt x="7384" y="9171"/>
                    <a:pt x="7454" y="9095"/>
                    <a:pt x="7489" y="8997"/>
                  </a:cubicBezTo>
                  <a:cubicBezTo>
                    <a:pt x="7529" y="8899"/>
                    <a:pt x="7524" y="8789"/>
                    <a:pt x="7478" y="8695"/>
                  </a:cubicBezTo>
                  <a:lnTo>
                    <a:pt x="7095" y="7871"/>
                  </a:lnTo>
                  <a:cubicBezTo>
                    <a:pt x="7489" y="7582"/>
                    <a:pt x="7820" y="7222"/>
                    <a:pt x="8075" y="6805"/>
                  </a:cubicBezTo>
                  <a:lnTo>
                    <a:pt x="8927" y="7111"/>
                  </a:lnTo>
                  <a:cubicBezTo>
                    <a:pt x="8971" y="7126"/>
                    <a:pt x="9016" y="7134"/>
                    <a:pt x="9061" y="7134"/>
                  </a:cubicBezTo>
                  <a:cubicBezTo>
                    <a:pt x="9118" y="7134"/>
                    <a:pt x="9174" y="7122"/>
                    <a:pt x="9229" y="7100"/>
                  </a:cubicBezTo>
                  <a:cubicBezTo>
                    <a:pt x="9322" y="7054"/>
                    <a:pt x="9392" y="6972"/>
                    <a:pt x="9432" y="6874"/>
                  </a:cubicBezTo>
                  <a:lnTo>
                    <a:pt x="9670" y="6213"/>
                  </a:lnTo>
                  <a:cubicBezTo>
                    <a:pt x="9705" y="6114"/>
                    <a:pt x="9700" y="6010"/>
                    <a:pt x="9658" y="5911"/>
                  </a:cubicBezTo>
                  <a:cubicBezTo>
                    <a:pt x="9612" y="5818"/>
                    <a:pt x="9531" y="5748"/>
                    <a:pt x="9432" y="5708"/>
                  </a:cubicBezTo>
                  <a:lnTo>
                    <a:pt x="8586" y="5400"/>
                  </a:lnTo>
                  <a:cubicBezTo>
                    <a:pt x="8655" y="4913"/>
                    <a:pt x="8637" y="4425"/>
                    <a:pt x="8522" y="3951"/>
                  </a:cubicBezTo>
                  <a:lnTo>
                    <a:pt x="9339" y="3568"/>
                  </a:lnTo>
                  <a:cubicBezTo>
                    <a:pt x="9432" y="3520"/>
                    <a:pt x="9507" y="3445"/>
                    <a:pt x="9542" y="3346"/>
                  </a:cubicBezTo>
                  <a:cubicBezTo>
                    <a:pt x="9577" y="3248"/>
                    <a:pt x="9572" y="3138"/>
                    <a:pt x="9531" y="3046"/>
                  </a:cubicBezTo>
                  <a:lnTo>
                    <a:pt x="9229" y="2407"/>
                  </a:lnTo>
                  <a:cubicBezTo>
                    <a:pt x="9161" y="2264"/>
                    <a:pt x="9020" y="2179"/>
                    <a:pt x="8873" y="2179"/>
                  </a:cubicBezTo>
                  <a:cubicBezTo>
                    <a:pt x="8817" y="2179"/>
                    <a:pt x="8761" y="2191"/>
                    <a:pt x="8707" y="2216"/>
                  </a:cubicBezTo>
                  <a:lnTo>
                    <a:pt x="7890" y="2599"/>
                  </a:lnTo>
                  <a:cubicBezTo>
                    <a:pt x="7599" y="2203"/>
                    <a:pt x="7234" y="1874"/>
                    <a:pt x="6816" y="1619"/>
                  </a:cubicBezTo>
                  <a:lnTo>
                    <a:pt x="7124" y="765"/>
                  </a:lnTo>
                  <a:cubicBezTo>
                    <a:pt x="7159" y="666"/>
                    <a:pt x="7159" y="562"/>
                    <a:pt x="7112" y="470"/>
                  </a:cubicBezTo>
                  <a:cubicBezTo>
                    <a:pt x="7066" y="371"/>
                    <a:pt x="6990" y="302"/>
                    <a:pt x="6892" y="267"/>
                  </a:cubicBezTo>
                  <a:lnTo>
                    <a:pt x="6230" y="23"/>
                  </a:lnTo>
                  <a:cubicBezTo>
                    <a:pt x="6186" y="8"/>
                    <a:pt x="6140" y="0"/>
                    <a:pt x="6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2"/>
            <p:cNvSpPr/>
            <p:nvPr/>
          </p:nvSpPr>
          <p:spPr>
            <a:xfrm>
              <a:off x="-992231" y="5662209"/>
              <a:ext cx="910482" cy="902356"/>
            </a:xfrm>
            <a:custGeom>
              <a:avLst/>
              <a:gdLst/>
              <a:ahLst/>
              <a:cxnLst/>
              <a:rect l="l" t="t" r="r" b="b"/>
              <a:pathLst>
                <a:path w="9636" h="9550" extrusionOk="0">
                  <a:moveTo>
                    <a:pt x="4813" y="2620"/>
                  </a:moveTo>
                  <a:cubicBezTo>
                    <a:pt x="5055" y="2620"/>
                    <a:pt x="5301" y="2661"/>
                    <a:pt x="5541" y="2748"/>
                  </a:cubicBezTo>
                  <a:cubicBezTo>
                    <a:pt x="6642" y="3148"/>
                    <a:pt x="7217" y="4371"/>
                    <a:pt x="6816" y="5474"/>
                  </a:cubicBezTo>
                  <a:cubicBezTo>
                    <a:pt x="6499" y="6342"/>
                    <a:pt x="5683" y="6878"/>
                    <a:pt x="4815" y="6878"/>
                  </a:cubicBezTo>
                  <a:cubicBezTo>
                    <a:pt x="4574" y="6878"/>
                    <a:pt x="4330" y="6837"/>
                    <a:pt x="4091" y="6751"/>
                  </a:cubicBezTo>
                  <a:cubicBezTo>
                    <a:pt x="2982" y="6350"/>
                    <a:pt x="2414" y="5126"/>
                    <a:pt x="2814" y="4023"/>
                  </a:cubicBezTo>
                  <a:cubicBezTo>
                    <a:pt x="3128" y="3157"/>
                    <a:pt x="3943" y="2620"/>
                    <a:pt x="4813" y="2620"/>
                  </a:cubicBezTo>
                  <a:close/>
                  <a:moveTo>
                    <a:pt x="6057" y="0"/>
                  </a:moveTo>
                  <a:cubicBezTo>
                    <a:pt x="5923" y="0"/>
                    <a:pt x="5799" y="82"/>
                    <a:pt x="5750" y="213"/>
                  </a:cubicBezTo>
                  <a:lnTo>
                    <a:pt x="5424" y="1118"/>
                  </a:lnTo>
                  <a:cubicBezTo>
                    <a:pt x="5222" y="1084"/>
                    <a:pt x="5021" y="1067"/>
                    <a:pt x="4822" y="1067"/>
                  </a:cubicBezTo>
                  <a:cubicBezTo>
                    <a:pt x="4506" y="1067"/>
                    <a:pt x="4195" y="1109"/>
                    <a:pt x="3893" y="1187"/>
                  </a:cubicBezTo>
                  <a:lnTo>
                    <a:pt x="3488" y="317"/>
                  </a:lnTo>
                  <a:cubicBezTo>
                    <a:pt x="3432" y="195"/>
                    <a:pt x="3313" y="124"/>
                    <a:pt x="3189" y="124"/>
                  </a:cubicBezTo>
                  <a:cubicBezTo>
                    <a:pt x="3143" y="124"/>
                    <a:pt x="3096" y="134"/>
                    <a:pt x="3052" y="154"/>
                  </a:cubicBezTo>
                  <a:lnTo>
                    <a:pt x="2414" y="456"/>
                  </a:lnTo>
                  <a:cubicBezTo>
                    <a:pt x="2246" y="532"/>
                    <a:pt x="2176" y="729"/>
                    <a:pt x="2251" y="891"/>
                  </a:cubicBezTo>
                  <a:lnTo>
                    <a:pt x="2658" y="1761"/>
                  </a:lnTo>
                  <a:cubicBezTo>
                    <a:pt x="2246" y="2057"/>
                    <a:pt x="1892" y="2440"/>
                    <a:pt x="1625" y="2893"/>
                  </a:cubicBezTo>
                  <a:lnTo>
                    <a:pt x="726" y="2561"/>
                  </a:lnTo>
                  <a:cubicBezTo>
                    <a:pt x="689" y="2550"/>
                    <a:pt x="653" y="2544"/>
                    <a:pt x="617" y="2544"/>
                  </a:cubicBezTo>
                  <a:cubicBezTo>
                    <a:pt x="480" y="2544"/>
                    <a:pt x="353" y="2626"/>
                    <a:pt x="302" y="2759"/>
                  </a:cubicBezTo>
                  <a:lnTo>
                    <a:pt x="64" y="3420"/>
                  </a:lnTo>
                  <a:cubicBezTo>
                    <a:pt x="0" y="3594"/>
                    <a:pt x="88" y="3780"/>
                    <a:pt x="262" y="3844"/>
                  </a:cubicBezTo>
                  <a:lnTo>
                    <a:pt x="1161" y="4169"/>
                  </a:lnTo>
                  <a:cubicBezTo>
                    <a:pt x="1074" y="4692"/>
                    <a:pt x="1103" y="5207"/>
                    <a:pt x="1231" y="5701"/>
                  </a:cubicBezTo>
                  <a:lnTo>
                    <a:pt x="361" y="6106"/>
                  </a:lnTo>
                  <a:cubicBezTo>
                    <a:pt x="198" y="6181"/>
                    <a:pt x="128" y="6379"/>
                    <a:pt x="204" y="6542"/>
                  </a:cubicBezTo>
                  <a:lnTo>
                    <a:pt x="500" y="7179"/>
                  </a:lnTo>
                  <a:cubicBezTo>
                    <a:pt x="555" y="7297"/>
                    <a:pt x="673" y="7369"/>
                    <a:pt x="796" y="7369"/>
                  </a:cubicBezTo>
                  <a:cubicBezTo>
                    <a:pt x="843" y="7369"/>
                    <a:pt x="890" y="7359"/>
                    <a:pt x="934" y="7337"/>
                  </a:cubicBezTo>
                  <a:lnTo>
                    <a:pt x="1805" y="6930"/>
                  </a:lnTo>
                  <a:cubicBezTo>
                    <a:pt x="2101" y="7348"/>
                    <a:pt x="2484" y="7701"/>
                    <a:pt x="2936" y="7969"/>
                  </a:cubicBezTo>
                  <a:lnTo>
                    <a:pt x="2611" y="8868"/>
                  </a:lnTo>
                  <a:cubicBezTo>
                    <a:pt x="2548" y="9035"/>
                    <a:pt x="2634" y="9227"/>
                    <a:pt x="2808" y="9291"/>
                  </a:cubicBezTo>
                  <a:lnTo>
                    <a:pt x="3470" y="9529"/>
                  </a:lnTo>
                  <a:cubicBezTo>
                    <a:pt x="3506" y="9543"/>
                    <a:pt x="3543" y="9549"/>
                    <a:pt x="3579" y="9549"/>
                  </a:cubicBezTo>
                  <a:cubicBezTo>
                    <a:pt x="3712" y="9549"/>
                    <a:pt x="3837" y="9464"/>
                    <a:pt x="3887" y="9332"/>
                  </a:cubicBezTo>
                  <a:lnTo>
                    <a:pt x="4219" y="8432"/>
                  </a:lnTo>
                  <a:cubicBezTo>
                    <a:pt x="4418" y="8466"/>
                    <a:pt x="4618" y="8483"/>
                    <a:pt x="4817" y="8483"/>
                  </a:cubicBezTo>
                  <a:cubicBezTo>
                    <a:pt x="5132" y="8483"/>
                    <a:pt x="5444" y="8441"/>
                    <a:pt x="5743" y="8363"/>
                  </a:cubicBezTo>
                  <a:lnTo>
                    <a:pt x="6150" y="9233"/>
                  </a:lnTo>
                  <a:cubicBezTo>
                    <a:pt x="6208" y="9351"/>
                    <a:pt x="6326" y="9420"/>
                    <a:pt x="6450" y="9420"/>
                  </a:cubicBezTo>
                  <a:cubicBezTo>
                    <a:pt x="6497" y="9420"/>
                    <a:pt x="6545" y="9411"/>
                    <a:pt x="6591" y="9390"/>
                  </a:cubicBezTo>
                  <a:lnTo>
                    <a:pt x="7229" y="9094"/>
                  </a:lnTo>
                  <a:cubicBezTo>
                    <a:pt x="7391" y="9013"/>
                    <a:pt x="7461" y="8821"/>
                    <a:pt x="7386" y="8652"/>
                  </a:cubicBezTo>
                  <a:lnTo>
                    <a:pt x="6979" y="7789"/>
                  </a:lnTo>
                  <a:cubicBezTo>
                    <a:pt x="7391" y="7493"/>
                    <a:pt x="7745" y="7110"/>
                    <a:pt x="8012" y="6657"/>
                  </a:cubicBezTo>
                  <a:lnTo>
                    <a:pt x="8910" y="6982"/>
                  </a:lnTo>
                  <a:cubicBezTo>
                    <a:pt x="8949" y="6996"/>
                    <a:pt x="8989" y="7003"/>
                    <a:pt x="9027" y="7003"/>
                  </a:cubicBezTo>
                  <a:cubicBezTo>
                    <a:pt x="9162" y="7003"/>
                    <a:pt x="9285" y="6921"/>
                    <a:pt x="9335" y="6785"/>
                  </a:cubicBezTo>
                  <a:lnTo>
                    <a:pt x="9572" y="6124"/>
                  </a:lnTo>
                  <a:cubicBezTo>
                    <a:pt x="9636" y="5956"/>
                    <a:pt x="9549" y="5764"/>
                    <a:pt x="9381" y="5706"/>
                  </a:cubicBezTo>
                  <a:lnTo>
                    <a:pt x="8476" y="5375"/>
                  </a:lnTo>
                  <a:cubicBezTo>
                    <a:pt x="8562" y="4859"/>
                    <a:pt x="8534" y="4337"/>
                    <a:pt x="8406" y="3849"/>
                  </a:cubicBezTo>
                  <a:lnTo>
                    <a:pt x="9276" y="3444"/>
                  </a:lnTo>
                  <a:cubicBezTo>
                    <a:pt x="9439" y="3362"/>
                    <a:pt x="9515" y="3171"/>
                    <a:pt x="9432" y="3003"/>
                  </a:cubicBezTo>
                  <a:lnTo>
                    <a:pt x="9137" y="2365"/>
                  </a:lnTo>
                  <a:cubicBezTo>
                    <a:pt x="9083" y="2247"/>
                    <a:pt x="8963" y="2178"/>
                    <a:pt x="8839" y="2178"/>
                  </a:cubicBezTo>
                  <a:cubicBezTo>
                    <a:pt x="8793" y="2178"/>
                    <a:pt x="8746" y="2187"/>
                    <a:pt x="8701" y="2208"/>
                  </a:cubicBezTo>
                  <a:lnTo>
                    <a:pt x="7831" y="2614"/>
                  </a:lnTo>
                  <a:cubicBezTo>
                    <a:pt x="7536" y="2202"/>
                    <a:pt x="7153" y="1849"/>
                    <a:pt x="6701" y="1581"/>
                  </a:cubicBezTo>
                  <a:lnTo>
                    <a:pt x="7031" y="676"/>
                  </a:lnTo>
                  <a:cubicBezTo>
                    <a:pt x="7089" y="508"/>
                    <a:pt x="7003" y="323"/>
                    <a:pt x="6835" y="259"/>
                  </a:cubicBezTo>
                  <a:lnTo>
                    <a:pt x="6173" y="21"/>
                  </a:lnTo>
                  <a:cubicBezTo>
                    <a:pt x="6135" y="7"/>
                    <a:pt x="6096" y="0"/>
                    <a:pt x="60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2"/>
            <p:cNvSpPr/>
            <p:nvPr/>
          </p:nvSpPr>
          <p:spPr>
            <a:xfrm>
              <a:off x="-995538" y="5656067"/>
              <a:ext cx="917096" cy="914733"/>
            </a:xfrm>
            <a:custGeom>
              <a:avLst/>
              <a:gdLst/>
              <a:ahLst/>
              <a:cxnLst/>
              <a:rect l="l" t="t" r="r" b="b"/>
              <a:pathLst>
                <a:path w="9706" h="9681" extrusionOk="0">
                  <a:moveTo>
                    <a:pt x="4851" y="2749"/>
                  </a:moveTo>
                  <a:cubicBezTo>
                    <a:pt x="5082" y="2749"/>
                    <a:pt x="5320" y="2789"/>
                    <a:pt x="5553" y="2877"/>
                  </a:cubicBezTo>
                  <a:cubicBezTo>
                    <a:pt x="6620" y="3265"/>
                    <a:pt x="7177" y="4449"/>
                    <a:pt x="6787" y="5515"/>
                  </a:cubicBezTo>
                  <a:cubicBezTo>
                    <a:pt x="6483" y="6356"/>
                    <a:pt x="5692" y="6876"/>
                    <a:pt x="4848" y="6876"/>
                  </a:cubicBezTo>
                  <a:cubicBezTo>
                    <a:pt x="4614" y="6876"/>
                    <a:pt x="4375" y="6836"/>
                    <a:pt x="4142" y="6752"/>
                  </a:cubicBezTo>
                  <a:cubicBezTo>
                    <a:pt x="3627" y="6566"/>
                    <a:pt x="3215" y="6189"/>
                    <a:pt x="2983" y="5689"/>
                  </a:cubicBezTo>
                  <a:cubicBezTo>
                    <a:pt x="2744" y="5185"/>
                    <a:pt x="2722" y="4628"/>
                    <a:pt x="2907" y="4112"/>
                  </a:cubicBezTo>
                  <a:cubicBezTo>
                    <a:pt x="3098" y="3590"/>
                    <a:pt x="3475" y="3178"/>
                    <a:pt x="3975" y="2947"/>
                  </a:cubicBezTo>
                  <a:cubicBezTo>
                    <a:pt x="4254" y="2813"/>
                    <a:pt x="4549" y="2749"/>
                    <a:pt x="4851" y="2749"/>
                  </a:cubicBezTo>
                  <a:close/>
                  <a:moveTo>
                    <a:pt x="4846" y="2620"/>
                  </a:moveTo>
                  <a:cubicBezTo>
                    <a:pt x="4530" y="2620"/>
                    <a:pt x="4215" y="2689"/>
                    <a:pt x="3922" y="2824"/>
                  </a:cubicBezTo>
                  <a:cubicBezTo>
                    <a:pt x="3389" y="3073"/>
                    <a:pt x="2988" y="3515"/>
                    <a:pt x="2785" y="4066"/>
                  </a:cubicBezTo>
                  <a:cubicBezTo>
                    <a:pt x="2589" y="4617"/>
                    <a:pt x="2618" y="5215"/>
                    <a:pt x="2861" y="5742"/>
                  </a:cubicBezTo>
                  <a:cubicBezTo>
                    <a:pt x="3111" y="6270"/>
                    <a:pt x="3551" y="6676"/>
                    <a:pt x="4102" y="6873"/>
                  </a:cubicBezTo>
                  <a:cubicBezTo>
                    <a:pt x="4346" y="6966"/>
                    <a:pt x="4602" y="7006"/>
                    <a:pt x="4845" y="7006"/>
                  </a:cubicBezTo>
                  <a:cubicBezTo>
                    <a:pt x="5743" y="7006"/>
                    <a:pt x="6586" y="6449"/>
                    <a:pt x="6910" y="5563"/>
                  </a:cubicBezTo>
                  <a:cubicBezTo>
                    <a:pt x="7322" y="4425"/>
                    <a:pt x="6736" y="3167"/>
                    <a:pt x="5598" y="2755"/>
                  </a:cubicBezTo>
                  <a:cubicBezTo>
                    <a:pt x="5353" y="2664"/>
                    <a:pt x="5099" y="2620"/>
                    <a:pt x="4846" y="2620"/>
                  </a:cubicBezTo>
                  <a:close/>
                  <a:moveTo>
                    <a:pt x="6091" y="128"/>
                  </a:moveTo>
                  <a:cubicBezTo>
                    <a:pt x="6122" y="128"/>
                    <a:pt x="6153" y="133"/>
                    <a:pt x="6185" y="144"/>
                  </a:cubicBezTo>
                  <a:lnTo>
                    <a:pt x="6846" y="382"/>
                  </a:lnTo>
                  <a:cubicBezTo>
                    <a:pt x="6980" y="434"/>
                    <a:pt x="7055" y="586"/>
                    <a:pt x="7003" y="725"/>
                  </a:cubicBezTo>
                  <a:lnTo>
                    <a:pt x="6677" y="1624"/>
                  </a:lnTo>
                  <a:cubicBezTo>
                    <a:pt x="6666" y="1652"/>
                    <a:pt x="6677" y="1687"/>
                    <a:pt x="6701" y="1705"/>
                  </a:cubicBezTo>
                  <a:cubicBezTo>
                    <a:pt x="7142" y="1960"/>
                    <a:pt x="7518" y="2302"/>
                    <a:pt x="7815" y="2720"/>
                  </a:cubicBezTo>
                  <a:cubicBezTo>
                    <a:pt x="7826" y="2736"/>
                    <a:pt x="7845" y="2746"/>
                    <a:pt x="7866" y="2746"/>
                  </a:cubicBezTo>
                  <a:cubicBezTo>
                    <a:pt x="7876" y="2746"/>
                    <a:pt x="7886" y="2743"/>
                    <a:pt x="7896" y="2738"/>
                  </a:cubicBezTo>
                  <a:lnTo>
                    <a:pt x="8766" y="2331"/>
                  </a:lnTo>
                  <a:cubicBezTo>
                    <a:pt x="8801" y="2315"/>
                    <a:pt x="8838" y="2308"/>
                    <a:pt x="8874" y="2308"/>
                  </a:cubicBezTo>
                  <a:cubicBezTo>
                    <a:pt x="8972" y="2308"/>
                    <a:pt x="9067" y="2362"/>
                    <a:pt x="9114" y="2459"/>
                  </a:cubicBezTo>
                  <a:lnTo>
                    <a:pt x="9410" y="3097"/>
                  </a:lnTo>
                  <a:cubicBezTo>
                    <a:pt x="9474" y="3231"/>
                    <a:pt x="9416" y="3387"/>
                    <a:pt x="9282" y="3445"/>
                  </a:cubicBezTo>
                  <a:lnTo>
                    <a:pt x="8418" y="3852"/>
                  </a:lnTo>
                  <a:cubicBezTo>
                    <a:pt x="8388" y="3868"/>
                    <a:pt x="8372" y="3898"/>
                    <a:pt x="8377" y="3927"/>
                  </a:cubicBezTo>
                  <a:cubicBezTo>
                    <a:pt x="8511" y="4425"/>
                    <a:pt x="8528" y="4931"/>
                    <a:pt x="8447" y="5435"/>
                  </a:cubicBezTo>
                  <a:cubicBezTo>
                    <a:pt x="8441" y="5464"/>
                    <a:pt x="8458" y="5493"/>
                    <a:pt x="8487" y="5504"/>
                  </a:cubicBezTo>
                  <a:lnTo>
                    <a:pt x="9392" y="5829"/>
                  </a:lnTo>
                  <a:cubicBezTo>
                    <a:pt x="9456" y="5852"/>
                    <a:pt x="9509" y="5905"/>
                    <a:pt x="9537" y="5968"/>
                  </a:cubicBezTo>
                  <a:cubicBezTo>
                    <a:pt x="9566" y="6032"/>
                    <a:pt x="9572" y="6101"/>
                    <a:pt x="9550" y="6165"/>
                  </a:cubicBezTo>
                  <a:lnTo>
                    <a:pt x="9306" y="6832"/>
                  </a:lnTo>
                  <a:cubicBezTo>
                    <a:pt x="9268" y="6938"/>
                    <a:pt x="9166" y="7004"/>
                    <a:pt x="9056" y="7004"/>
                  </a:cubicBezTo>
                  <a:cubicBezTo>
                    <a:pt x="9028" y="7004"/>
                    <a:pt x="8998" y="6999"/>
                    <a:pt x="8969" y="6990"/>
                  </a:cubicBezTo>
                  <a:lnTo>
                    <a:pt x="8070" y="6658"/>
                  </a:lnTo>
                  <a:cubicBezTo>
                    <a:pt x="8062" y="6655"/>
                    <a:pt x="8054" y="6654"/>
                    <a:pt x="8046" y="6654"/>
                  </a:cubicBezTo>
                  <a:cubicBezTo>
                    <a:pt x="8024" y="6654"/>
                    <a:pt x="8001" y="6666"/>
                    <a:pt x="7989" y="6687"/>
                  </a:cubicBezTo>
                  <a:cubicBezTo>
                    <a:pt x="7734" y="7129"/>
                    <a:pt x="7392" y="7499"/>
                    <a:pt x="6974" y="7801"/>
                  </a:cubicBezTo>
                  <a:cubicBezTo>
                    <a:pt x="6950" y="7819"/>
                    <a:pt x="6939" y="7847"/>
                    <a:pt x="6956" y="7876"/>
                  </a:cubicBezTo>
                  <a:lnTo>
                    <a:pt x="7362" y="8747"/>
                  </a:lnTo>
                  <a:cubicBezTo>
                    <a:pt x="7392" y="8811"/>
                    <a:pt x="7392" y="8880"/>
                    <a:pt x="7368" y="8950"/>
                  </a:cubicBezTo>
                  <a:cubicBezTo>
                    <a:pt x="7344" y="9014"/>
                    <a:pt x="7298" y="9065"/>
                    <a:pt x="7234" y="9100"/>
                  </a:cubicBezTo>
                  <a:lnTo>
                    <a:pt x="6597" y="9397"/>
                  </a:lnTo>
                  <a:cubicBezTo>
                    <a:pt x="6560" y="9414"/>
                    <a:pt x="6521" y="9423"/>
                    <a:pt x="6483" y="9423"/>
                  </a:cubicBezTo>
                  <a:cubicBezTo>
                    <a:pt x="6384" y="9423"/>
                    <a:pt x="6291" y="9365"/>
                    <a:pt x="6249" y="9269"/>
                  </a:cubicBezTo>
                  <a:lnTo>
                    <a:pt x="5837" y="8398"/>
                  </a:lnTo>
                  <a:cubicBezTo>
                    <a:pt x="5827" y="8374"/>
                    <a:pt x="5805" y="8362"/>
                    <a:pt x="5781" y="8362"/>
                  </a:cubicBezTo>
                  <a:cubicBezTo>
                    <a:pt x="5777" y="8362"/>
                    <a:pt x="5772" y="8363"/>
                    <a:pt x="5767" y="8364"/>
                  </a:cubicBezTo>
                  <a:cubicBezTo>
                    <a:pt x="5462" y="8442"/>
                    <a:pt x="5155" y="8481"/>
                    <a:pt x="4848" y="8481"/>
                  </a:cubicBezTo>
                  <a:cubicBezTo>
                    <a:pt x="4652" y="8481"/>
                    <a:pt x="4455" y="8465"/>
                    <a:pt x="4259" y="8433"/>
                  </a:cubicBezTo>
                  <a:cubicBezTo>
                    <a:pt x="4256" y="8433"/>
                    <a:pt x="4252" y="8432"/>
                    <a:pt x="4249" y="8432"/>
                  </a:cubicBezTo>
                  <a:cubicBezTo>
                    <a:pt x="4223" y="8432"/>
                    <a:pt x="4199" y="8449"/>
                    <a:pt x="4190" y="8474"/>
                  </a:cubicBezTo>
                  <a:lnTo>
                    <a:pt x="3864" y="9373"/>
                  </a:lnTo>
                  <a:cubicBezTo>
                    <a:pt x="3824" y="9481"/>
                    <a:pt x="3724" y="9547"/>
                    <a:pt x="3616" y="9547"/>
                  </a:cubicBezTo>
                  <a:cubicBezTo>
                    <a:pt x="3585" y="9547"/>
                    <a:pt x="3554" y="9542"/>
                    <a:pt x="3523" y="9530"/>
                  </a:cubicBezTo>
                  <a:lnTo>
                    <a:pt x="2861" y="9292"/>
                  </a:lnTo>
                  <a:cubicBezTo>
                    <a:pt x="2728" y="9246"/>
                    <a:pt x="2658" y="9089"/>
                    <a:pt x="2704" y="8955"/>
                  </a:cubicBezTo>
                  <a:lnTo>
                    <a:pt x="3035" y="8050"/>
                  </a:lnTo>
                  <a:cubicBezTo>
                    <a:pt x="3041" y="8021"/>
                    <a:pt x="3029" y="7993"/>
                    <a:pt x="3006" y="7975"/>
                  </a:cubicBezTo>
                  <a:cubicBezTo>
                    <a:pt x="2565" y="7715"/>
                    <a:pt x="2193" y="7372"/>
                    <a:pt x="1892" y="6960"/>
                  </a:cubicBezTo>
                  <a:cubicBezTo>
                    <a:pt x="1880" y="6942"/>
                    <a:pt x="1863" y="6931"/>
                    <a:pt x="1840" y="6931"/>
                  </a:cubicBezTo>
                  <a:cubicBezTo>
                    <a:pt x="1834" y="6931"/>
                    <a:pt x="1823" y="6937"/>
                    <a:pt x="1810" y="6937"/>
                  </a:cubicBezTo>
                  <a:lnTo>
                    <a:pt x="947" y="7343"/>
                  </a:lnTo>
                  <a:cubicBezTo>
                    <a:pt x="910" y="7360"/>
                    <a:pt x="869" y="7369"/>
                    <a:pt x="829" y="7369"/>
                  </a:cubicBezTo>
                  <a:cubicBezTo>
                    <a:pt x="800" y="7369"/>
                    <a:pt x="771" y="7364"/>
                    <a:pt x="744" y="7354"/>
                  </a:cubicBezTo>
                  <a:cubicBezTo>
                    <a:pt x="680" y="7332"/>
                    <a:pt x="621" y="7279"/>
                    <a:pt x="592" y="7215"/>
                  </a:cubicBezTo>
                  <a:lnTo>
                    <a:pt x="297" y="6578"/>
                  </a:lnTo>
                  <a:cubicBezTo>
                    <a:pt x="268" y="6513"/>
                    <a:pt x="262" y="6444"/>
                    <a:pt x="286" y="6380"/>
                  </a:cubicBezTo>
                  <a:cubicBezTo>
                    <a:pt x="314" y="6310"/>
                    <a:pt x="361" y="6259"/>
                    <a:pt x="425" y="6229"/>
                  </a:cubicBezTo>
                  <a:lnTo>
                    <a:pt x="1295" y="5823"/>
                  </a:lnTo>
                  <a:cubicBezTo>
                    <a:pt x="1323" y="5812"/>
                    <a:pt x="1336" y="5777"/>
                    <a:pt x="1330" y="5748"/>
                  </a:cubicBezTo>
                  <a:cubicBezTo>
                    <a:pt x="1202" y="5255"/>
                    <a:pt x="1178" y="4750"/>
                    <a:pt x="1260" y="4246"/>
                  </a:cubicBezTo>
                  <a:cubicBezTo>
                    <a:pt x="1266" y="4216"/>
                    <a:pt x="1248" y="4182"/>
                    <a:pt x="1219" y="4176"/>
                  </a:cubicBezTo>
                  <a:lnTo>
                    <a:pt x="321" y="3845"/>
                  </a:lnTo>
                  <a:cubicBezTo>
                    <a:pt x="251" y="3822"/>
                    <a:pt x="198" y="3775"/>
                    <a:pt x="169" y="3712"/>
                  </a:cubicBezTo>
                  <a:cubicBezTo>
                    <a:pt x="140" y="3648"/>
                    <a:pt x="134" y="3573"/>
                    <a:pt x="158" y="3509"/>
                  </a:cubicBezTo>
                  <a:lnTo>
                    <a:pt x="401" y="2848"/>
                  </a:lnTo>
                  <a:cubicBezTo>
                    <a:pt x="437" y="2740"/>
                    <a:pt x="537" y="2674"/>
                    <a:pt x="645" y="2674"/>
                  </a:cubicBezTo>
                  <a:cubicBezTo>
                    <a:pt x="676" y="2674"/>
                    <a:pt x="707" y="2679"/>
                    <a:pt x="738" y="2691"/>
                  </a:cubicBezTo>
                  <a:lnTo>
                    <a:pt x="1636" y="3016"/>
                  </a:lnTo>
                  <a:cubicBezTo>
                    <a:pt x="1645" y="3019"/>
                    <a:pt x="1654" y="3021"/>
                    <a:pt x="1662" y="3021"/>
                  </a:cubicBezTo>
                  <a:cubicBezTo>
                    <a:pt x="1685" y="3021"/>
                    <a:pt x="1705" y="3009"/>
                    <a:pt x="1718" y="2987"/>
                  </a:cubicBezTo>
                  <a:cubicBezTo>
                    <a:pt x="1979" y="2551"/>
                    <a:pt x="2316" y="2174"/>
                    <a:pt x="2733" y="1879"/>
                  </a:cubicBezTo>
                  <a:cubicBezTo>
                    <a:pt x="2757" y="1861"/>
                    <a:pt x="2768" y="1826"/>
                    <a:pt x="2757" y="1798"/>
                  </a:cubicBezTo>
                  <a:lnTo>
                    <a:pt x="2351" y="928"/>
                  </a:lnTo>
                  <a:cubicBezTo>
                    <a:pt x="2316" y="864"/>
                    <a:pt x="2316" y="794"/>
                    <a:pt x="2339" y="730"/>
                  </a:cubicBezTo>
                  <a:cubicBezTo>
                    <a:pt x="2362" y="661"/>
                    <a:pt x="2409" y="608"/>
                    <a:pt x="2472" y="580"/>
                  </a:cubicBezTo>
                  <a:lnTo>
                    <a:pt x="3111" y="283"/>
                  </a:lnTo>
                  <a:cubicBezTo>
                    <a:pt x="3146" y="264"/>
                    <a:pt x="3184" y="256"/>
                    <a:pt x="3222" y="256"/>
                  </a:cubicBezTo>
                  <a:cubicBezTo>
                    <a:pt x="3254" y="256"/>
                    <a:pt x="3285" y="262"/>
                    <a:pt x="3314" y="272"/>
                  </a:cubicBezTo>
                  <a:cubicBezTo>
                    <a:pt x="3384" y="295"/>
                    <a:pt x="3435" y="347"/>
                    <a:pt x="3464" y="406"/>
                  </a:cubicBezTo>
                  <a:lnTo>
                    <a:pt x="3871" y="1276"/>
                  </a:lnTo>
                  <a:cubicBezTo>
                    <a:pt x="3880" y="1298"/>
                    <a:pt x="3900" y="1314"/>
                    <a:pt x="3925" y="1314"/>
                  </a:cubicBezTo>
                  <a:cubicBezTo>
                    <a:pt x="3932" y="1314"/>
                    <a:pt x="3939" y="1313"/>
                    <a:pt x="3946" y="1311"/>
                  </a:cubicBezTo>
                  <a:cubicBezTo>
                    <a:pt x="4242" y="1234"/>
                    <a:pt x="4543" y="1195"/>
                    <a:pt x="4845" y="1195"/>
                  </a:cubicBezTo>
                  <a:cubicBezTo>
                    <a:pt x="5045" y="1195"/>
                    <a:pt x="5247" y="1212"/>
                    <a:pt x="5448" y="1247"/>
                  </a:cubicBezTo>
                  <a:cubicBezTo>
                    <a:pt x="5452" y="1247"/>
                    <a:pt x="5455" y="1248"/>
                    <a:pt x="5459" y="1248"/>
                  </a:cubicBezTo>
                  <a:cubicBezTo>
                    <a:pt x="5484" y="1248"/>
                    <a:pt x="5508" y="1231"/>
                    <a:pt x="5518" y="1206"/>
                  </a:cubicBezTo>
                  <a:lnTo>
                    <a:pt x="5848" y="302"/>
                  </a:lnTo>
                  <a:cubicBezTo>
                    <a:pt x="5871" y="237"/>
                    <a:pt x="5917" y="185"/>
                    <a:pt x="5981" y="155"/>
                  </a:cubicBezTo>
                  <a:cubicBezTo>
                    <a:pt x="6016" y="136"/>
                    <a:pt x="6053" y="128"/>
                    <a:pt x="6091" y="128"/>
                  </a:cubicBezTo>
                  <a:close/>
                  <a:moveTo>
                    <a:pt x="6091" y="0"/>
                  </a:moveTo>
                  <a:cubicBezTo>
                    <a:pt x="6036" y="0"/>
                    <a:pt x="5981" y="12"/>
                    <a:pt x="5930" y="34"/>
                  </a:cubicBezTo>
                  <a:cubicBezTo>
                    <a:pt x="5831" y="80"/>
                    <a:pt x="5761" y="162"/>
                    <a:pt x="5727" y="260"/>
                  </a:cubicBezTo>
                  <a:lnTo>
                    <a:pt x="5413" y="1108"/>
                  </a:lnTo>
                  <a:cubicBezTo>
                    <a:pt x="5225" y="1080"/>
                    <a:pt x="5035" y="1066"/>
                    <a:pt x="4845" y="1066"/>
                  </a:cubicBezTo>
                  <a:cubicBezTo>
                    <a:pt x="4549" y="1066"/>
                    <a:pt x="4253" y="1100"/>
                    <a:pt x="3963" y="1172"/>
                  </a:cubicBezTo>
                  <a:lnTo>
                    <a:pt x="3580" y="353"/>
                  </a:lnTo>
                  <a:cubicBezTo>
                    <a:pt x="3534" y="260"/>
                    <a:pt x="3459" y="185"/>
                    <a:pt x="3360" y="150"/>
                  </a:cubicBezTo>
                  <a:cubicBezTo>
                    <a:pt x="3316" y="134"/>
                    <a:pt x="3270" y="127"/>
                    <a:pt x="3225" y="127"/>
                  </a:cubicBezTo>
                  <a:cubicBezTo>
                    <a:pt x="3167" y="127"/>
                    <a:pt x="3110" y="139"/>
                    <a:pt x="3058" y="162"/>
                  </a:cubicBezTo>
                  <a:lnTo>
                    <a:pt x="2420" y="463"/>
                  </a:lnTo>
                  <a:cubicBezTo>
                    <a:pt x="2327" y="503"/>
                    <a:pt x="2252" y="586"/>
                    <a:pt x="2217" y="684"/>
                  </a:cubicBezTo>
                  <a:cubicBezTo>
                    <a:pt x="2182" y="782"/>
                    <a:pt x="2188" y="886"/>
                    <a:pt x="2228" y="985"/>
                  </a:cubicBezTo>
                  <a:lnTo>
                    <a:pt x="2611" y="1804"/>
                  </a:lnTo>
                  <a:cubicBezTo>
                    <a:pt x="2217" y="2093"/>
                    <a:pt x="1887" y="2459"/>
                    <a:pt x="1631" y="2877"/>
                  </a:cubicBezTo>
                  <a:lnTo>
                    <a:pt x="784" y="2569"/>
                  </a:lnTo>
                  <a:cubicBezTo>
                    <a:pt x="738" y="2553"/>
                    <a:pt x="692" y="2545"/>
                    <a:pt x="646" y="2545"/>
                  </a:cubicBezTo>
                  <a:cubicBezTo>
                    <a:pt x="485" y="2545"/>
                    <a:pt x="339" y="2643"/>
                    <a:pt x="279" y="2800"/>
                  </a:cubicBezTo>
                  <a:lnTo>
                    <a:pt x="35" y="3462"/>
                  </a:lnTo>
                  <a:cubicBezTo>
                    <a:pt x="0" y="3561"/>
                    <a:pt x="7" y="3671"/>
                    <a:pt x="53" y="3764"/>
                  </a:cubicBezTo>
                  <a:cubicBezTo>
                    <a:pt x="94" y="3863"/>
                    <a:pt x="175" y="3932"/>
                    <a:pt x="273" y="3967"/>
                  </a:cubicBezTo>
                  <a:lnTo>
                    <a:pt x="1127" y="4280"/>
                  </a:lnTo>
                  <a:cubicBezTo>
                    <a:pt x="1052" y="4762"/>
                    <a:pt x="1074" y="5249"/>
                    <a:pt x="1191" y="5731"/>
                  </a:cubicBezTo>
                  <a:lnTo>
                    <a:pt x="367" y="6114"/>
                  </a:lnTo>
                  <a:cubicBezTo>
                    <a:pt x="273" y="6160"/>
                    <a:pt x="204" y="6235"/>
                    <a:pt x="163" y="6334"/>
                  </a:cubicBezTo>
                  <a:cubicBezTo>
                    <a:pt x="129" y="6433"/>
                    <a:pt x="134" y="6543"/>
                    <a:pt x="181" y="6636"/>
                  </a:cubicBezTo>
                  <a:lnTo>
                    <a:pt x="477" y="7274"/>
                  </a:lnTo>
                  <a:cubicBezTo>
                    <a:pt x="523" y="7367"/>
                    <a:pt x="599" y="7442"/>
                    <a:pt x="697" y="7477"/>
                  </a:cubicBezTo>
                  <a:cubicBezTo>
                    <a:pt x="740" y="7492"/>
                    <a:pt x="786" y="7500"/>
                    <a:pt x="831" y="7500"/>
                  </a:cubicBezTo>
                  <a:cubicBezTo>
                    <a:pt x="889" y="7500"/>
                    <a:pt x="947" y="7488"/>
                    <a:pt x="999" y="7464"/>
                  </a:cubicBezTo>
                  <a:lnTo>
                    <a:pt x="1823" y="7076"/>
                  </a:lnTo>
                  <a:cubicBezTo>
                    <a:pt x="2112" y="7477"/>
                    <a:pt x="2472" y="7801"/>
                    <a:pt x="2889" y="8056"/>
                  </a:cubicBezTo>
                  <a:lnTo>
                    <a:pt x="2583" y="8909"/>
                  </a:lnTo>
                  <a:cubicBezTo>
                    <a:pt x="2506" y="9113"/>
                    <a:pt x="2618" y="9338"/>
                    <a:pt x="2820" y="9413"/>
                  </a:cubicBezTo>
                  <a:lnTo>
                    <a:pt x="3481" y="9657"/>
                  </a:lnTo>
                  <a:cubicBezTo>
                    <a:pt x="3523" y="9670"/>
                    <a:pt x="3569" y="9681"/>
                    <a:pt x="3615" y="9681"/>
                  </a:cubicBezTo>
                  <a:cubicBezTo>
                    <a:pt x="3778" y="9681"/>
                    <a:pt x="3928" y="9576"/>
                    <a:pt x="3986" y="9420"/>
                  </a:cubicBezTo>
                  <a:lnTo>
                    <a:pt x="4294" y="8567"/>
                  </a:lnTo>
                  <a:cubicBezTo>
                    <a:pt x="4483" y="8596"/>
                    <a:pt x="4672" y="8611"/>
                    <a:pt x="4860" y="8611"/>
                  </a:cubicBezTo>
                  <a:cubicBezTo>
                    <a:pt x="5157" y="8611"/>
                    <a:pt x="5453" y="8574"/>
                    <a:pt x="5743" y="8503"/>
                  </a:cubicBezTo>
                  <a:lnTo>
                    <a:pt x="6126" y="9327"/>
                  </a:lnTo>
                  <a:cubicBezTo>
                    <a:pt x="6194" y="9466"/>
                    <a:pt x="6335" y="9550"/>
                    <a:pt x="6482" y="9550"/>
                  </a:cubicBezTo>
                  <a:cubicBezTo>
                    <a:pt x="6538" y="9550"/>
                    <a:pt x="6594" y="9538"/>
                    <a:pt x="6648" y="9512"/>
                  </a:cubicBezTo>
                  <a:lnTo>
                    <a:pt x="7287" y="9217"/>
                  </a:lnTo>
                  <a:cubicBezTo>
                    <a:pt x="7386" y="9170"/>
                    <a:pt x="7456" y="9095"/>
                    <a:pt x="7490" y="8996"/>
                  </a:cubicBezTo>
                  <a:cubicBezTo>
                    <a:pt x="7525" y="8898"/>
                    <a:pt x="7525" y="8787"/>
                    <a:pt x="7478" y="8695"/>
                  </a:cubicBezTo>
                  <a:lnTo>
                    <a:pt x="7095" y="7871"/>
                  </a:lnTo>
                  <a:cubicBezTo>
                    <a:pt x="7490" y="7581"/>
                    <a:pt x="7820" y="7221"/>
                    <a:pt x="8075" y="6797"/>
                  </a:cubicBezTo>
                  <a:lnTo>
                    <a:pt x="8929" y="7111"/>
                  </a:lnTo>
                  <a:cubicBezTo>
                    <a:pt x="8971" y="7125"/>
                    <a:pt x="9015" y="7132"/>
                    <a:pt x="9058" y="7132"/>
                  </a:cubicBezTo>
                  <a:cubicBezTo>
                    <a:pt x="9220" y="7132"/>
                    <a:pt x="9372" y="7033"/>
                    <a:pt x="9427" y="6873"/>
                  </a:cubicBezTo>
                  <a:lnTo>
                    <a:pt x="9671" y="6211"/>
                  </a:lnTo>
                  <a:cubicBezTo>
                    <a:pt x="9705" y="6114"/>
                    <a:pt x="9700" y="6009"/>
                    <a:pt x="9660" y="5911"/>
                  </a:cubicBezTo>
                  <a:cubicBezTo>
                    <a:pt x="9614" y="5817"/>
                    <a:pt x="9531" y="5742"/>
                    <a:pt x="9433" y="5707"/>
                  </a:cubicBezTo>
                  <a:lnTo>
                    <a:pt x="8586" y="5400"/>
                  </a:lnTo>
                  <a:cubicBezTo>
                    <a:pt x="8656" y="4912"/>
                    <a:pt x="8639" y="4425"/>
                    <a:pt x="8517" y="3949"/>
                  </a:cubicBezTo>
                  <a:lnTo>
                    <a:pt x="9341" y="3566"/>
                  </a:lnTo>
                  <a:cubicBezTo>
                    <a:pt x="9537" y="3474"/>
                    <a:pt x="9619" y="3236"/>
                    <a:pt x="9531" y="3044"/>
                  </a:cubicBezTo>
                  <a:lnTo>
                    <a:pt x="9231" y="2407"/>
                  </a:lnTo>
                  <a:cubicBezTo>
                    <a:pt x="9163" y="2263"/>
                    <a:pt x="9022" y="2178"/>
                    <a:pt x="8875" y="2178"/>
                  </a:cubicBezTo>
                  <a:cubicBezTo>
                    <a:pt x="8819" y="2178"/>
                    <a:pt x="8762" y="2190"/>
                    <a:pt x="8709" y="2216"/>
                  </a:cubicBezTo>
                  <a:lnTo>
                    <a:pt x="7890" y="2599"/>
                  </a:lnTo>
                  <a:cubicBezTo>
                    <a:pt x="7595" y="2203"/>
                    <a:pt x="7234" y="1873"/>
                    <a:pt x="6817" y="1617"/>
                  </a:cubicBezTo>
                  <a:lnTo>
                    <a:pt x="7124" y="765"/>
                  </a:lnTo>
                  <a:cubicBezTo>
                    <a:pt x="7200" y="562"/>
                    <a:pt x="7095" y="336"/>
                    <a:pt x="6892" y="260"/>
                  </a:cubicBezTo>
                  <a:lnTo>
                    <a:pt x="6225" y="23"/>
                  </a:lnTo>
                  <a:cubicBezTo>
                    <a:pt x="6181" y="8"/>
                    <a:pt x="6136" y="0"/>
                    <a:pt x="60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9" name="Google Shape;1199;p42"/>
          <p:cNvGrpSpPr/>
          <p:nvPr/>
        </p:nvGrpSpPr>
        <p:grpSpPr>
          <a:xfrm>
            <a:off x="3300933" y="2826571"/>
            <a:ext cx="1259676" cy="600413"/>
            <a:chOff x="722008" y="4295396"/>
            <a:chExt cx="1259676" cy="600413"/>
          </a:xfrm>
        </p:grpSpPr>
        <p:grpSp>
          <p:nvGrpSpPr>
            <p:cNvPr id="1200" name="Google Shape;1200;p42"/>
            <p:cNvGrpSpPr/>
            <p:nvPr/>
          </p:nvGrpSpPr>
          <p:grpSpPr>
            <a:xfrm>
              <a:off x="1933836" y="4847880"/>
              <a:ext cx="47848" cy="47929"/>
              <a:chOff x="-2822064" y="5229926"/>
              <a:chExt cx="55937" cy="56031"/>
            </a:xfrm>
          </p:grpSpPr>
          <p:sp>
            <p:nvSpPr>
              <p:cNvPr id="1201" name="Google Shape;1201;p42"/>
              <p:cNvSpPr/>
              <p:nvPr/>
            </p:nvSpPr>
            <p:spPr>
              <a:xfrm>
                <a:off x="-2816017" y="5235973"/>
                <a:ext cx="43842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65" extrusionOk="0">
                    <a:moveTo>
                      <a:pt x="233" y="1"/>
                    </a:moveTo>
                    <a:cubicBezTo>
                      <a:pt x="105" y="1"/>
                      <a:pt x="0" y="105"/>
                      <a:pt x="0" y="233"/>
                    </a:cubicBezTo>
                    <a:cubicBezTo>
                      <a:pt x="0" y="360"/>
                      <a:pt x="105" y="464"/>
                      <a:pt x="233" y="464"/>
                    </a:cubicBezTo>
                    <a:cubicBezTo>
                      <a:pt x="360" y="464"/>
                      <a:pt x="464" y="360"/>
                      <a:pt x="464" y="233"/>
                    </a:cubicBezTo>
                    <a:cubicBezTo>
                      <a:pt x="464" y="105"/>
                      <a:pt x="360" y="1"/>
                      <a:pt x="233" y="1"/>
                    </a:cubicBezTo>
                    <a:close/>
                  </a:path>
                </a:pathLst>
              </a:custGeom>
              <a:solidFill>
                <a:srgbClr val="EAF0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42"/>
              <p:cNvSpPr/>
              <p:nvPr/>
            </p:nvSpPr>
            <p:spPr>
              <a:xfrm>
                <a:off x="-2822064" y="5229926"/>
                <a:ext cx="55937" cy="56031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93" extrusionOk="0">
                    <a:moveTo>
                      <a:pt x="297" y="129"/>
                    </a:moveTo>
                    <a:cubicBezTo>
                      <a:pt x="389" y="129"/>
                      <a:pt x="464" y="204"/>
                      <a:pt x="464" y="297"/>
                    </a:cubicBezTo>
                    <a:cubicBezTo>
                      <a:pt x="464" y="389"/>
                      <a:pt x="389" y="466"/>
                      <a:pt x="297" y="466"/>
                    </a:cubicBezTo>
                    <a:cubicBezTo>
                      <a:pt x="204" y="466"/>
                      <a:pt x="128" y="389"/>
                      <a:pt x="128" y="297"/>
                    </a:cubicBezTo>
                    <a:cubicBezTo>
                      <a:pt x="128" y="204"/>
                      <a:pt x="204" y="129"/>
                      <a:pt x="297" y="129"/>
                    </a:cubicBezTo>
                    <a:close/>
                    <a:moveTo>
                      <a:pt x="297" y="1"/>
                    </a:moveTo>
                    <a:cubicBezTo>
                      <a:pt x="134" y="1"/>
                      <a:pt x="0" y="134"/>
                      <a:pt x="0" y="297"/>
                    </a:cubicBezTo>
                    <a:cubicBezTo>
                      <a:pt x="0" y="459"/>
                      <a:pt x="134" y="592"/>
                      <a:pt x="297" y="592"/>
                    </a:cubicBezTo>
                    <a:cubicBezTo>
                      <a:pt x="458" y="592"/>
                      <a:pt x="592" y="459"/>
                      <a:pt x="592" y="297"/>
                    </a:cubicBezTo>
                    <a:cubicBezTo>
                      <a:pt x="592" y="134"/>
                      <a:pt x="458" y="1"/>
                      <a:pt x="2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3" name="Google Shape;1203;p42"/>
            <p:cNvGrpSpPr/>
            <p:nvPr/>
          </p:nvGrpSpPr>
          <p:grpSpPr>
            <a:xfrm>
              <a:off x="1752622" y="4295396"/>
              <a:ext cx="44615" cy="41544"/>
              <a:chOff x="-2894441" y="4446062"/>
              <a:chExt cx="52157" cy="48567"/>
            </a:xfrm>
          </p:grpSpPr>
          <p:sp>
            <p:nvSpPr>
              <p:cNvPr id="1204" name="Google Shape;1204;p42"/>
              <p:cNvSpPr/>
              <p:nvPr/>
            </p:nvSpPr>
            <p:spPr>
              <a:xfrm>
                <a:off x="-2890095" y="4452298"/>
                <a:ext cx="41291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437" h="381" extrusionOk="0">
                    <a:moveTo>
                      <a:pt x="217" y="1"/>
                    </a:moveTo>
                    <a:cubicBezTo>
                      <a:pt x="179" y="1"/>
                      <a:pt x="140" y="12"/>
                      <a:pt x="105" y="35"/>
                    </a:cubicBezTo>
                    <a:cubicBezTo>
                      <a:pt x="19" y="99"/>
                      <a:pt x="1" y="220"/>
                      <a:pt x="65" y="301"/>
                    </a:cubicBezTo>
                    <a:cubicBezTo>
                      <a:pt x="103" y="353"/>
                      <a:pt x="159" y="380"/>
                      <a:pt x="217" y="380"/>
                    </a:cubicBezTo>
                    <a:cubicBezTo>
                      <a:pt x="257" y="380"/>
                      <a:pt x="296" y="368"/>
                      <a:pt x="332" y="343"/>
                    </a:cubicBezTo>
                    <a:cubicBezTo>
                      <a:pt x="413" y="284"/>
                      <a:pt x="436" y="162"/>
                      <a:pt x="372" y="75"/>
                    </a:cubicBezTo>
                    <a:cubicBezTo>
                      <a:pt x="334" y="27"/>
                      <a:pt x="276" y="1"/>
                      <a:pt x="2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2"/>
              <p:cNvSpPr/>
              <p:nvPr/>
            </p:nvSpPr>
            <p:spPr>
              <a:xfrm>
                <a:off x="-2894441" y="4446062"/>
                <a:ext cx="52157" cy="48567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14" extrusionOk="0">
                    <a:moveTo>
                      <a:pt x="262" y="130"/>
                    </a:moveTo>
                    <a:cubicBezTo>
                      <a:pt x="303" y="130"/>
                      <a:pt x="343" y="147"/>
                      <a:pt x="367" y="182"/>
                    </a:cubicBezTo>
                    <a:cubicBezTo>
                      <a:pt x="407" y="240"/>
                      <a:pt x="395" y="315"/>
                      <a:pt x="337" y="356"/>
                    </a:cubicBezTo>
                    <a:cubicBezTo>
                      <a:pt x="316" y="372"/>
                      <a:pt x="290" y="380"/>
                      <a:pt x="264" y="380"/>
                    </a:cubicBezTo>
                    <a:cubicBezTo>
                      <a:pt x="225" y="380"/>
                      <a:pt x="187" y="363"/>
                      <a:pt x="163" y="332"/>
                    </a:cubicBezTo>
                    <a:cubicBezTo>
                      <a:pt x="140" y="304"/>
                      <a:pt x="134" y="269"/>
                      <a:pt x="140" y="240"/>
                    </a:cubicBezTo>
                    <a:cubicBezTo>
                      <a:pt x="145" y="205"/>
                      <a:pt x="163" y="176"/>
                      <a:pt x="193" y="152"/>
                    </a:cubicBezTo>
                    <a:cubicBezTo>
                      <a:pt x="209" y="141"/>
                      <a:pt x="239" y="130"/>
                      <a:pt x="262" y="130"/>
                    </a:cubicBezTo>
                    <a:close/>
                    <a:moveTo>
                      <a:pt x="261" y="0"/>
                    </a:moveTo>
                    <a:cubicBezTo>
                      <a:pt x="209" y="0"/>
                      <a:pt x="157" y="16"/>
                      <a:pt x="111" y="48"/>
                    </a:cubicBezTo>
                    <a:cubicBezTo>
                      <a:pt x="59" y="88"/>
                      <a:pt x="24" y="147"/>
                      <a:pt x="12" y="217"/>
                    </a:cubicBezTo>
                    <a:cubicBezTo>
                      <a:pt x="1" y="286"/>
                      <a:pt x="19" y="350"/>
                      <a:pt x="59" y="409"/>
                    </a:cubicBezTo>
                    <a:cubicBezTo>
                      <a:pt x="105" y="478"/>
                      <a:pt x="186" y="513"/>
                      <a:pt x="262" y="513"/>
                    </a:cubicBezTo>
                    <a:cubicBezTo>
                      <a:pt x="314" y="513"/>
                      <a:pt x="372" y="495"/>
                      <a:pt x="413" y="460"/>
                    </a:cubicBezTo>
                    <a:cubicBezTo>
                      <a:pt x="528" y="379"/>
                      <a:pt x="552" y="217"/>
                      <a:pt x="471" y="107"/>
                    </a:cubicBezTo>
                    <a:cubicBezTo>
                      <a:pt x="418" y="37"/>
                      <a:pt x="340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06" name="Google Shape;1206;p42"/>
            <p:cNvSpPr/>
            <p:nvPr/>
          </p:nvSpPr>
          <p:spPr>
            <a:xfrm>
              <a:off x="1073089" y="4459675"/>
              <a:ext cx="71344" cy="65993"/>
            </a:xfrm>
            <a:custGeom>
              <a:avLst/>
              <a:gdLst/>
              <a:ahLst/>
              <a:cxnLst/>
              <a:rect l="l" t="t" r="r" b="b"/>
              <a:pathLst>
                <a:path w="1040" h="962" extrusionOk="0">
                  <a:moveTo>
                    <a:pt x="598" y="133"/>
                  </a:moveTo>
                  <a:cubicBezTo>
                    <a:pt x="691" y="150"/>
                    <a:pt x="772" y="196"/>
                    <a:pt x="830" y="273"/>
                  </a:cubicBezTo>
                  <a:cubicBezTo>
                    <a:pt x="882" y="348"/>
                    <a:pt x="905" y="440"/>
                    <a:pt x="894" y="533"/>
                  </a:cubicBezTo>
                  <a:cubicBezTo>
                    <a:pt x="876" y="626"/>
                    <a:pt x="830" y="707"/>
                    <a:pt x="755" y="765"/>
                  </a:cubicBezTo>
                  <a:cubicBezTo>
                    <a:pt x="692" y="812"/>
                    <a:pt x="619" y="834"/>
                    <a:pt x="547" y="834"/>
                  </a:cubicBezTo>
                  <a:cubicBezTo>
                    <a:pt x="439" y="834"/>
                    <a:pt x="332" y="784"/>
                    <a:pt x="262" y="690"/>
                  </a:cubicBezTo>
                  <a:cubicBezTo>
                    <a:pt x="204" y="614"/>
                    <a:pt x="180" y="522"/>
                    <a:pt x="198" y="428"/>
                  </a:cubicBezTo>
                  <a:cubicBezTo>
                    <a:pt x="209" y="335"/>
                    <a:pt x="262" y="254"/>
                    <a:pt x="337" y="196"/>
                  </a:cubicBezTo>
                  <a:cubicBezTo>
                    <a:pt x="394" y="156"/>
                    <a:pt x="471" y="133"/>
                    <a:pt x="546" y="133"/>
                  </a:cubicBezTo>
                  <a:close/>
                  <a:moveTo>
                    <a:pt x="543" y="0"/>
                  </a:moveTo>
                  <a:cubicBezTo>
                    <a:pt x="442" y="0"/>
                    <a:pt x="347" y="31"/>
                    <a:pt x="262" y="92"/>
                  </a:cubicBezTo>
                  <a:cubicBezTo>
                    <a:pt x="46" y="249"/>
                    <a:pt x="0" y="551"/>
                    <a:pt x="158" y="765"/>
                  </a:cubicBezTo>
                  <a:cubicBezTo>
                    <a:pt x="250" y="892"/>
                    <a:pt x="394" y="962"/>
                    <a:pt x="546" y="962"/>
                  </a:cubicBezTo>
                  <a:cubicBezTo>
                    <a:pt x="645" y="962"/>
                    <a:pt x="742" y="934"/>
                    <a:pt x="830" y="870"/>
                  </a:cubicBezTo>
                  <a:cubicBezTo>
                    <a:pt x="935" y="795"/>
                    <a:pt x="999" y="683"/>
                    <a:pt x="1021" y="557"/>
                  </a:cubicBezTo>
                  <a:cubicBezTo>
                    <a:pt x="1039" y="428"/>
                    <a:pt x="1010" y="300"/>
                    <a:pt x="935" y="196"/>
                  </a:cubicBezTo>
                  <a:cubicBezTo>
                    <a:pt x="859" y="92"/>
                    <a:pt x="742" y="29"/>
                    <a:pt x="616" y="5"/>
                  </a:cubicBezTo>
                  <a:cubicBezTo>
                    <a:pt x="591" y="2"/>
                    <a:pt x="567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7" name="Google Shape;1207;p42"/>
            <p:cNvGrpSpPr/>
            <p:nvPr/>
          </p:nvGrpSpPr>
          <p:grpSpPr>
            <a:xfrm>
              <a:off x="722008" y="4734478"/>
              <a:ext cx="121075" cy="113397"/>
              <a:chOff x="-1622839" y="4549431"/>
              <a:chExt cx="141542" cy="132566"/>
            </a:xfrm>
          </p:grpSpPr>
          <p:sp>
            <p:nvSpPr>
              <p:cNvPr id="1208" name="Google Shape;1208;p42"/>
              <p:cNvSpPr/>
              <p:nvPr/>
            </p:nvSpPr>
            <p:spPr>
              <a:xfrm>
                <a:off x="-1616225" y="4555572"/>
                <a:ext cx="132188" cy="120377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274" extrusionOk="0">
                    <a:moveTo>
                      <a:pt x="709" y="1"/>
                    </a:moveTo>
                    <a:cubicBezTo>
                      <a:pt x="657" y="1"/>
                      <a:pt x="604" y="7"/>
                      <a:pt x="552" y="21"/>
                    </a:cubicBezTo>
                    <a:cubicBezTo>
                      <a:pt x="209" y="102"/>
                      <a:pt x="1" y="444"/>
                      <a:pt x="81" y="787"/>
                    </a:cubicBezTo>
                    <a:cubicBezTo>
                      <a:pt x="150" y="1079"/>
                      <a:pt x="414" y="1274"/>
                      <a:pt x="699" y="1274"/>
                    </a:cubicBezTo>
                    <a:cubicBezTo>
                      <a:pt x="748" y="1274"/>
                      <a:pt x="797" y="1268"/>
                      <a:pt x="847" y="1256"/>
                    </a:cubicBezTo>
                    <a:cubicBezTo>
                      <a:pt x="1189" y="1169"/>
                      <a:pt x="1398" y="827"/>
                      <a:pt x="1318" y="485"/>
                    </a:cubicBezTo>
                    <a:cubicBezTo>
                      <a:pt x="1248" y="195"/>
                      <a:pt x="992" y="1"/>
                      <a:pt x="7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42"/>
              <p:cNvSpPr/>
              <p:nvPr/>
            </p:nvSpPr>
            <p:spPr>
              <a:xfrm>
                <a:off x="-1622839" y="4549431"/>
                <a:ext cx="141542" cy="132566"/>
              </a:xfrm>
              <a:custGeom>
                <a:avLst/>
                <a:gdLst/>
                <a:ahLst/>
                <a:cxnLst/>
                <a:rect l="l" t="t" r="r" b="b"/>
                <a:pathLst>
                  <a:path w="1498" h="1403" extrusionOk="0">
                    <a:moveTo>
                      <a:pt x="772" y="132"/>
                    </a:moveTo>
                    <a:cubicBezTo>
                      <a:pt x="877" y="132"/>
                      <a:pt x="975" y="161"/>
                      <a:pt x="1067" y="213"/>
                    </a:cubicBezTo>
                    <a:cubicBezTo>
                      <a:pt x="1195" y="295"/>
                      <a:pt x="1289" y="416"/>
                      <a:pt x="1323" y="568"/>
                    </a:cubicBezTo>
                    <a:cubicBezTo>
                      <a:pt x="1364" y="712"/>
                      <a:pt x="1335" y="868"/>
                      <a:pt x="1259" y="996"/>
                    </a:cubicBezTo>
                    <a:cubicBezTo>
                      <a:pt x="1179" y="1130"/>
                      <a:pt x="1051" y="1222"/>
                      <a:pt x="906" y="1257"/>
                    </a:cubicBezTo>
                    <a:cubicBezTo>
                      <a:pt x="860" y="1268"/>
                      <a:pt x="814" y="1274"/>
                      <a:pt x="769" y="1274"/>
                    </a:cubicBezTo>
                    <a:cubicBezTo>
                      <a:pt x="512" y="1274"/>
                      <a:pt x="279" y="1095"/>
                      <a:pt x="215" y="834"/>
                    </a:cubicBezTo>
                    <a:cubicBezTo>
                      <a:pt x="140" y="533"/>
                      <a:pt x="331" y="220"/>
                      <a:pt x="633" y="143"/>
                    </a:cubicBezTo>
                    <a:cubicBezTo>
                      <a:pt x="679" y="137"/>
                      <a:pt x="726" y="132"/>
                      <a:pt x="772" y="132"/>
                    </a:cubicBezTo>
                    <a:close/>
                    <a:moveTo>
                      <a:pt x="777" y="0"/>
                    </a:moveTo>
                    <a:cubicBezTo>
                      <a:pt x="720" y="0"/>
                      <a:pt x="662" y="7"/>
                      <a:pt x="604" y="22"/>
                    </a:cubicBezTo>
                    <a:cubicBezTo>
                      <a:pt x="226" y="108"/>
                      <a:pt x="1" y="491"/>
                      <a:pt x="87" y="868"/>
                    </a:cubicBezTo>
                    <a:cubicBezTo>
                      <a:pt x="169" y="1187"/>
                      <a:pt x="453" y="1403"/>
                      <a:pt x="772" y="1403"/>
                    </a:cubicBezTo>
                    <a:cubicBezTo>
                      <a:pt x="824" y="1403"/>
                      <a:pt x="882" y="1396"/>
                      <a:pt x="935" y="1385"/>
                    </a:cubicBezTo>
                    <a:cubicBezTo>
                      <a:pt x="1115" y="1339"/>
                      <a:pt x="1271" y="1229"/>
                      <a:pt x="1369" y="1066"/>
                    </a:cubicBezTo>
                    <a:cubicBezTo>
                      <a:pt x="1468" y="903"/>
                      <a:pt x="1497" y="718"/>
                      <a:pt x="1450" y="538"/>
                    </a:cubicBezTo>
                    <a:cubicBezTo>
                      <a:pt x="1404" y="352"/>
                      <a:pt x="1294" y="201"/>
                      <a:pt x="1137" y="103"/>
                    </a:cubicBezTo>
                    <a:cubicBezTo>
                      <a:pt x="1026" y="35"/>
                      <a:pt x="903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10" name="Google Shape;1210;p42"/>
          <p:cNvGrpSpPr/>
          <p:nvPr/>
        </p:nvGrpSpPr>
        <p:grpSpPr>
          <a:xfrm>
            <a:off x="1331260" y="3953215"/>
            <a:ext cx="712586" cy="735025"/>
            <a:chOff x="-4011463" y="4778467"/>
            <a:chExt cx="925316" cy="954701"/>
          </a:xfrm>
        </p:grpSpPr>
        <p:sp>
          <p:nvSpPr>
            <p:cNvPr id="1211" name="Google Shape;1211;p42"/>
            <p:cNvSpPr/>
            <p:nvPr/>
          </p:nvSpPr>
          <p:spPr>
            <a:xfrm>
              <a:off x="-3999935" y="4824671"/>
              <a:ext cx="910482" cy="902356"/>
            </a:xfrm>
            <a:custGeom>
              <a:avLst/>
              <a:gdLst/>
              <a:ahLst/>
              <a:cxnLst/>
              <a:rect l="l" t="t" r="r" b="b"/>
              <a:pathLst>
                <a:path w="9636" h="9550" extrusionOk="0">
                  <a:moveTo>
                    <a:pt x="4821" y="2671"/>
                  </a:moveTo>
                  <a:cubicBezTo>
                    <a:pt x="5062" y="2671"/>
                    <a:pt x="5307" y="2712"/>
                    <a:pt x="5546" y="2799"/>
                  </a:cubicBezTo>
                  <a:cubicBezTo>
                    <a:pt x="6654" y="3200"/>
                    <a:pt x="7222" y="4418"/>
                    <a:pt x="6822" y="5526"/>
                  </a:cubicBezTo>
                  <a:cubicBezTo>
                    <a:pt x="6508" y="6389"/>
                    <a:pt x="5688" y="6929"/>
                    <a:pt x="4818" y="6929"/>
                  </a:cubicBezTo>
                  <a:cubicBezTo>
                    <a:pt x="4578" y="6929"/>
                    <a:pt x="4334" y="6888"/>
                    <a:pt x="4096" y="6801"/>
                  </a:cubicBezTo>
                  <a:cubicBezTo>
                    <a:pt x="2988" y="6396"/>
                    <a:pt x="2419" y="5178"/>
                    <a:pt x="2820" y="4075"/>
                  </a:cubicBezTo>
                  <a:cubicBezTo>
                    <a:pt x="3133" y="3208"/>
                    <a:pt x="3952" y="2671"/>
                    <a:pt x="4821" y="2671"/>
                  </a:cubicBezTo>
                  <a:close/>
                  <a:moveTo>
                    <a:pt x="6052" y="0"/>
                  </a:moveTo>
                  <a:cubicBezTo>
                    <a:pt x="5920" y="0"/>
                    <a:pt x="5794" y="82"/>
                    <a:pt x="5749" y="218"/>
                  </a:cubicBezTo>
                  <a:lnTo>
                    <a:pt x="5419" y="1117"/>
                  </a:lnTo>
                  <a:cubicBezTo>
                    <a:pt x="5219" y="1084"/>
                    <a:pt x="5018" y="1067"/>
                    <a:pt x="4819" y="1067"/>
                  </a:cubicBezTo>
                  <a:cubicBezTo>
                    <a:pt x="4503" y="1067"/>
                    <a:pt x="4190" y="1108"/>
                    <a:pt x="3888" y="1187"/>
                  </a:cubicBezTo>
                  <a:lnTo>
                    <a:pt x="3481" y="316"/>
                  </a:lnTo>
                  <a:cubicBezTo>
                    <a:pt x="3427" y="199"/>
                    <a:pt x="3312" y="127"/>
                    <a:pt x="3188" y="127"/>
                  </a:cubicBezTo>
                  <a:cubicBezTo>
                    <a:pt x="3141" y="127"/>
                    <a:pt x="3092" y="138"/>
                    <a:pt x="3045" y="161"/>
                  </a:cubicBezTo>
                  <a:lnTo>
                    <a:pt x="2408" y="456"/>
                  </a:lnTo>
                  <a:cubicBezTo>
                    <a:pt x="2245" y="531"/>
                    <a:pt x="2175" y="729"/>
                    <a:pt x="2252" y="891"/>
                  </a:cubicBezTo>
                  <a:lnTo>
                    <a:pt x="2657" y="1762"/>
                  </a:lnTo>
                  <a:cubicBezTo>
                    <a:pt x="2245" y="2057"/>
                    <a:pt x="1891" y="2440"/>
                    <a:pt x="1625" y="2892"/>
                  </a:cubicBezTo>
                  <a:lnTo>
                    <a:pt x="720" y="2562"/>
                  </a:lnTo>
                  <a:cubicBezTo>
                    <a:pt x="685" y="2550"/>
                    <a:pt x="648" y="2544"/>
                    <a:pt x="612" y="2544"/>
                  </a:cubicBezTo>
                  <a:cubicBezTo>
                    <a:pt x="477" y="2544"/>
                    <a:pt x="348" y="2626"/>
                    <a:pt x="303" y="2758"/>
                  </a:cubicBezTo>
                  <a:lnTo>
                    <a:pt x="59" y="3420"/>
                  </a:lnTo>
                  <a:cubicBezTo>
                    <a:pt x="1" y="3594"/>
                    <a:pt x="87" y="3780"/>
                    <a:pt x="255" y="3843"/>
                  </a:cubicBezTo>
                  <a:lnTo>
                    <a:pt x="1160" y="4169"/>
                  </a:lnTo>
                  <a:cubicBezTo>
                    <a:pt x="1074" y="4691"/>
                    <a:pt x="1103" y="5213"/>
                    <a:pt x="1224" y="5700"/>
                  </a:cubicBezTo>
                  <a:lnTo>
                    <a:pt x="360" y="6105"/>
                  </a:lnTo>
                  <a:cubicBezTo>
                    <a:pt x="191" y="6182"/>
                    <a:pt x="122" y="6378"/>
                    <a:pt x="198" y="6541"/>
                  </a:cubicBezTo>
                  <a:lnTo>
                    <a:pt x="499" y="7179"/>
                  </a:lnTo>
                  <a:cubicBezTo>
                    <a:pt x="554" y="7301"/>
                    <a:pt x="674" y="7372"/>
                    <a:pt x="798" y="7372"/>
                  </a:cubicBezTo>
                  <a:cubicBezTo>
                    <a:pt x="844" y="7372"/>
                    <a:pt x="891" y="7362"/>
                    <a:pt x="935" y="7341"/>
                  </a:cubicBezTo>
                  <a:lnTo>
                    <a:pt x="1805" y="6935"/>
                  </a:lnTo>
                  <a:cubicBezTo>
                    <a:pt x="2100" y="7347"/>
                    <a:pt x="2477" y="7701"/>
                    <a:pt x="2935" y="7968"/>
                  </a:cubicBezTo>
                  <a:lnTo>
                    <a:pt x="2605" y="8867"/>
                  </a:lnTo>
                  <a:cubicBezTo>
                    <a:pt x="2547" y="9041"/>
                    <a:pt x="2635" y="9227"/>
                    <a:pt x="2802" y="9291"/>
                  </a:cubicBezTo>
                  <a:lnTo>
                    <a:pt x="3463" y="9529"/>
                  </a:lnTo>
                  <a:cubicBezTo>
                    <a:pt x="3500" y="9543"/>
                    <a:pt x="3539" y="9550"/>
                    <a:pt x="3577" y="9550"/>
                  </a:cubicBezTo>
                  <a:cubicBezTo>
                    <a:pt x="3710" y="9550"/>
                    <a:pt x="3838" y="9466"/>
                    <a:pt x="3888" y="9331"/>
                  </a:cubicBezTo>
                  <a:lnTo>
                    <a:pt x="4212" y="8432"/>
                  </a:lnTo>
                  <a:cubicBezTo>
                    <a:pt x="4414" y="8465"/>
                    <a:pt x="4615" y="8482"/>
                    <a:pt x="4814" y="8482"/>
                  </a:cubicBezTo>
                  <a:cubicBezTo>
                    <a:pt x="5130" y="8482"/>
                    <a:pt x="5441" y="8441"/>
                    <a:pt x="5743" y="8362"/>
                  </a:cubicBezTo>
                  <a:lnTo>
                    <a:pt x="6150" y="9232"/>
                  </a:lnTo>
                  <a:cubicBezTo>
                    <a:pt x="6205" y="9351"/>
                    <a:pt x="6323" y="9420"/>
                    <a:pt x="6447" y="9420"/>
                  </a:cubicBezTo>
                  <a:cubicBezTo>
                    <a:pt x="6493" y="9420"/>
                    <a:pt x="6540" y="9410"/>
                    <a:pt x="6584" y="9389"/>
                  </a:cubicBezTo>
                  <a:lnTo>
                    <a:pt x="7222" y="9093"/>
                  </a:lnTo>
                  <a:cubicBezTo>
                    <a:pt x="7385" y="9018"/>
                    <a:pt x="7460" y="8820"/>
                    <a:pt x="7379" y="8658"/>
                  </a:cubicBezTo>
                  <a:lnTo>
                    <a:pt x="6973" y="7788"/>
                  </a:lnTo>
                  <a:cubicBezTo>
                    <a:pt x="7385" y="7492"/>
                    <a:pt x="7744" y="7109"/>
                    <a:pt x="8011" y="6657"/>
                  </a:cubicBezTo>
                  <a:lnTo>
                    <a:pt x="8911" y="6982"/>
                  </a:lnTo>
                  <a:cubicBezTo>
                    <a:pt x="8948" y="6996"/>
                    <a:pt x="8986" y="7003"/>
                    <a:pt x="9024" y="7003"/>
                  </a:cubicBezTo>
                  <a:cubicBezTo>
                    <a:pt x="9157" y="7003"/>
                    <a:pt x="9283" y="6921"/>
                    <a:pt x="9328" y="6790"/>
                  </a:cubicBezTo>
                  <a:lnTo>
                    <a:pt x="9572" y="6123"/>
                  </a:lnTo>
                  <a:cubicBezTo>
                    <a:pt x="9636" y="5955"/>
                    <a:pt x="9543" y="5770"/>
                    <a:pt x="9374" y="5706"/>
                  </a:cubicBezTo>
                  <a:lnTo>
                    <a:pt x="8475" y="5381"/>
                  </a:lnTo>
                  <a:cubicBezTo>
                    <a:pt x="8557" y="4859"/>
                    <a:pt x="8533" y="4337"/>
                    <a:pt x="8405" y="3850"/>
                  </a:cubicBezTo>
                  <a:lnTo>
                    <a:pt x="9275" y="3443"/>
                  </a:lnTo>
                  <a:cubicBezTo>
                    <a:pt x="9438" y="3363"/>
                    <a:pt x="9508" y="3170"/>
                    <a:pt x="9433" y="3008"/>
                  </a:cubicBezTo>
                  <a:lnTo>
                    <a:pt x="9136" y="2370"/>
                  </a:lnTo>
                  <a:cubicBezTo>
                    <a:pt x="9077" y="2247"/>
                    <a:pt x="8960" y="2177"/>
                    <a:pt x="8836" y="2177"/>
                  </a:cubicBezTo>
                  <a:cubicBezTo>
                    <a:pt x="8789" y="2177"/>
                    <a:pt x="8742" y="2187"/>
                    <a:pt x="8696" y="2207"/>
                  </a:cubicBezTo>
                  <a:lnTo>
                    <a:pt x="7832" y="2614"/>
                  </a:lnTo>
                  <a:cubicBezTo>
                    <a:pt x="7535" y="2202"/>
                    <a:pt x="7152" y="1848"/>
                    <a:pt x="6700" y="1581"/>
                  </a:cubicBezTo>
                  <a:lnTo>
                    <a:pt x="7026" y="683"/>
                  </a:lnTo>
                  <a:cubicBezTo>
                    <a:pt x="7090" y="509"/>
                    <a:pt x="7002" y="322"/>
                    <a:pt x="6828" y="258"/>
                  </a:cubicBezTo>
                  <a:lnTo>
                    <a:pt x="6167" y="21"/>
                  </a:lnTo>
                  <a:cubicBezTo>
                    <a:pt x="6129" y="7"/>
                    <a:pt x="6090" y="0"/>
                    <a:pt x="60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2"/>
            <p:cNvSpPr/>
            <p:nvPr/>
          </p:nvSpPr>
          <p:spPr>
            <a:xfrm>
              <a:off x="-4003242" y="4818435"/>
              <a:ext cx="917096" cy="914733"/>
            </a:xfrm>
            <a:custGeom>
              <a:avLst/>
              <a:gdLst/>
              <a:ahLst/>
              <a:cxnLst/>
              <a:rect l="l" t="t" r="r" b="b"/>
              <a:pathLst>
                <a:path w="9706" h="9681" extrusionOk="0">
                  <a:moveTo>
                    <a:pt x="4855" y="2800"/>
                  </a:moveTo>
                  <a:cubicBezTo>
                    <a:pt x="5092" y="2800"/>
                    <a:pt x="5330" y="2841"/>
                    <a:pt x="5558" y="2923"/>
                  </a:cubicBezTo>
                  <a:cubicBezTo>
                    <a:pt x="6630" y="3312"/>
                    <a:pt x="7182" y="4501"/>
                    <a:pt x="6793" y="5568"/>
                  </a:cubicBezTo>
                  <a:cubicBezTo>
                    <a:pt x="6489" y="6405"/>
                    <a:pt x="5696" y="6928"/>
                    <a:pt x="4853" y="6928"/>
                  </a:cubicBezTo>
                  <a:cubicBezTo>
                    <a:pt x="4621" y="6928"/>
                    <a:pt x="4385" y="6889"/>
                    <a:pt x="4154" y="6805"/>
                  </a:cubicBezTo>
                  <a:cubicBezTo>
                    <a:pt x="3080" y="6415"/>
                    <a:pt x="2530" y="5231"/>
                    <a:pt x="2919" y="4160"/>
                  </a:cubicBezTo>
                  <a:cubicBezTo>
                    <a:pt x="3104" y="3643"/>
                    <a:pt x="3481" y="3231"/>
                    <a:pt x="3980" y="2998"/>
                  </a:cubicBezTo>
                  <a:cubicBezTo>
                    <a:pt x="4258" y="2866"/>
                    <a:pt x="4557" y="2800"/>
                    <a:pt x="4855" y="2800"/>
                  </a:cubicBezTo>
                  <a:close/>
                  <a:moveTo>
                    <a:pt x="4852" y="2670"/>
                  </a:moveTo>
                  <a:cubicBezTo>
                    <a:pt x="4536" y="2670"/>
                    <a:pt x="4221" y="2739"/>
                    <a:pt x="3928" y="2877"/>
                  </a:cubicBezTo>
                  <a:cubicBezTo>
                    <a:pt x="3394" y="3126"/>
                    <a:pt x="2994" y="3568"/>
                    <a:pt x="2796" y="4118"/>
                  </a:cubicBezTo>
                  <a:cubicBezTo>
                    <a:pt x="2384" y="5255"/>
                    <a:pt x="2970" y="6514"/>
                    <a:pt x="4108" y="6926"/>
                  </a:cubicBezTo>
                  <a:cubicBezTo>
                    <a:pt x="4351" y="7013"/>
                    <a:pt x="4606" y="7059"/>
                    <a:pt x="4855" y="7059"/>
                  </a:cubicBezTo>
                  <a:cubicBezTo>
                    <a:pt x="5749" y="7059"/>
                    <a:pt x="6596" y="6503"/>
                    <a:pt x="6916" y="5614"/>
                  </a:cubicBezTo>
                  <a:cubicBezTo>
                    <a:pt x="7327" y="4478"/>
                    <a:pt x="6742" y="3220"/>
                    <a:pt x="5604" y="2802"/>
                  </a:cubicBezTo>
                  <a:cubicBezTo>
                    <a:pt x="5359" y="2714"/>
                    <a:pt x="5105" y="2670"/>
                    <a:pt x="4852" y="2670"/>
                  </a:cubicBezTo>
                  <a:close/>
                  <a:moveTo>
                    <a:pt x="6098" y="131"/>
                  </a:moveTo>
                  <a:cubicBezTo>
                    <a:pt x="6125" y="131"/>
                    <a:pt x="6152" y="135"/>
                    <a:pt x="6178" y="144"/>
                  </a:cubicBezTo>
                  <a:lnTo>
                    <a:pt x="6839" y="388"/>
                  </a:lnTo>
                  <a:cubicBezTo>
                    <a:pt x="6978" y="435"/>
                    <a:pt x="7048" y="586"/>
                    <a:pt x="7002" y="725"/>
                  </a:cubicBezTo>
                  <a:lnTo>
                    <a:pt x="6672" y="1624"/>
                  </a:lnTo>
                  <a:cubicBezTo>
                    <a:pt x="6660" y="1654"/>
                    <a:pt x="6672" y="1688"/>
                    <a:pt x="6700" y="1705"/>
                  </a:cubicBezTo>
                  <a:cubicBezTo>
                    <a:pt x="7141" y="1960"/>
                    <a:pt x="7513" y="2302"/>
                    <a:pt x="7808" y="2720"/>
                  </a:cubicBezTo>
                  <a:cubicBezTo>
                    <a:pt x="7824" y="2736"/>
                    <a:pt x="7842" y="2746"/>
                    <a:pt x="7862" y="2746"/>
                  </a:cubicBezTo>
                  <a:cubicBezTo>
                    <a:pt x="7871" y="2746"/>
                    <a:pt x="7881" y="2744"/>
                    <a:pt x="7890" y="2738"/>
                  </a:cubicBezTo>
                  <a:lnTo>
                    <a:pt x="8760" y="2332"/>
                  </a:lnTo>
                  <a:cubicBezTo>
                    <a:pt x="8795" y="2316"/>
                    <a:pt x="8832" y="2309"/>
                    <a:pt x="8868" y="2309"/>
                  </a:cubicBezTo>
                  <a:cubicBezTo>
                    <a:pt x="8969" y="2309"/>
                    <a:pt x="9065" y="2365"/>
                    <a:pt x="9109" y="2460"/>
                  </a:cubicBezTo>
                  <a:lnTo>
                    <a:pt x="9409" y="3097"/>
                  </a:lnTo>
                  <a:cubicBezTo>
                    <a:pt x="9468" y="3231"/>
                    <a:pt x="9415" y="3387"/>
                    <a:pt x="9283" y="3451"/>
                  </a:cubicBezTo>
                  <a:lnTo>
                    <a:pt x="8412" y="3857"/>
                  </a:lnTo>
                  <a:cubicBezTo>
                    <a:pt x="8383" y="3869"/>
                    <a:pt x="8371" y="3898"/>
                    <a:pt x="8378" y="3933"/>
                  </a:cubicBezTo>
                  <a:cubicBezTo>
                    <a:pt x="8504" y="4425"/>
                    <a:pt x="8528" y="4931"/>
                    <a:pt x="8440" y="5435"/>
                  </a:cubicBezTo>
                  <a:cubicBezTo>
                    <a:pt x="8440" y="5464"/>
                    <a:pt x="8458" y="5493"/>
                    <a:pt x="8488" y="5504"/>
                  </a:cubicBezTo>
                  <a:lnTo>
                    <a:pt x="9387" y="5836"/>
                  </a:lnTo>
                  <a:cubicBezTo>
                    <a:pt x="9457" y="5858"/>
                    <a:pt x="9508" y="5905"/>
                    <a:pt x="9537" y="5969"/>
                  </a:cubicBezTo>
                  <a:cubicBezTo>
                    <a:pt x="9567" y="6032"/>
                    <a:pt x="9567" y="6102"/>
                    <a:pt x="9543" y="6171"/>
                  </a:cubicBezTo>
                  <a:lnTo>
                    <a:pt x="9305" y="6833"/>
                  </a:lnTo>
                  <a:cubicBezTo>
                    <a:pt x="9283" y="6897"/>
                    <a:pt x="9230" y="6949"/>
                    <a:pt x="9166" y="6979"/>
                  </a:cubicBezTo>
                  <a:cubicBezTo>
                    <a:pt x="9132" y="6995"/>
                    <a:pt x="9092" y="7004"/>
                    <a:pt x="9052" y="7004"/>
                  </a:cubicBezTo>
                  <a:cubicBezTo>
                    <a:pt x="9023" y="7004"/>
                    <a:pt x="8995" y="7000"/>
                    <a:pt x="8969" y="6990"/>
                  </a:cubicBezTo>
                  <a:lnTo>
                    <a:pt x="8064" y="6658"/>
                  </a:lnTo>
                  <a:cubicBezTo>
                    <a:pt x="8060" y="6658"/>
                    <a:pt x="8055" y="6657"/>
                    <a:pt x="8050" y="6657"/>
                  </a:cubicBezTo>
                  <a:cubicBezTo>
                    <a:pt x="8026" y="6657"/>
                    <a:pt x="8003" y="6669"/>
                    <a:pt x="7988" y="6688"/>
                  </a:cubicBezTo>
                  <a:cubicBezTo>
                    <a:pt x="7727" y="7129"/>
                    <a:pt x="7385" y="7506"/>
                    <a:pt x="6973" y="7801"/>
                  </a:cubicBezTo>
                  <a:cubicBezTo>
                    <a:pt x="6944" y="7820"/>
                    <a:pt x="6938" y="7854"/>
                    <a:pt x="6951" y="7884"/>
                  </a:cubicBezTo>
                  <a:lnTo>
                    <a:pt x="7356" y="8747"/>
                  </a:lnTo>
                  <a:cubicBezTo>
                    <a:pt x="7385" y="8811"/>
                    <a:pt x="7391" y="8886"/>
                    <a:pt x="7368" y="8950"/>
                  </a:cubicBezTo>
                  <a:cubicBezTo>
                    <a:pt x="7345" y="9014"/>
                    <a:pt x="7292" y="9073"/>
                    <a:pt x="7229" y="9102"/>
                  </a:cubicBezTo>
                  <a:lnTo>
                    <a:pt x="6590" y="9397"/>
                  </a:lnTo>
                  <a:cubicBezTo>
                    <a:pt x="6553" y="9414"/>
                    <a:pt x="6514" y="9423"/>
                    <a:pt x="6476" y="9423"/>
                  </a:cubicBezTo>
                  <a:cubicBezTo>
                    <a:pt x="6448" y="9423"/>
                    <a:pt x="6420" y="9418"/>
                    <a:pt x="6394" y="9408"/>
                  </a:cubicBezTo>
                  <a:cubicBezTo>
                    <a:pt x="6324" y="9386"/>
                    <a:pt x="6271" y="9333"/>
                    <a:pt x="6242" y="9269"/>
                  </a:cubicBezTo>
                  <a:lnTo>
                    <a:pt x="5837" y="8399"/>
                  </a:lnTo>
                  <a:cubicBezTo>
                    <a:pt x="5826" y="8379"/>
                    <a:pt x="5798" y="8363"/>
                    <a:pt x="5771" y="8363"/>
                  </a:cubicBezTo>
                  <a:cubicBezTo>
                    <a:pt x="5768" y="8363"/>
                    <a:pt x="5764" y="8363"/>
                    <a:pt x="5760" y="8364"/>
                  </a:cubicBezTo>
                  <a:cubicBezTo>
                    <a:pt x="5459" y="8442"/>
                    <a:pt x="5154" y="8481"/>
                    <a:pt x="4847" y="8481"/>
                  </a:cubicBezTo>
                  <a:cubicBezTo>
                    <a:pt x="4651" y="8481"/>
                    <a:pt x="4455" y="8465"/>
                    <a:pt x="4258" y="8434"/>
                  </a:cubicBezTo>
                  <a:cubicBezTo>
                    <a:pt x="4255" y="8433"/>
                    <a:pt x="4251" y="8433"/>
                    <a:pt x="4247" y="8433"/>
                  </a:cubicBezTo>
                  <a:cubicBezTo>
                    <a:pt x="4221" y="8433"/>
                    <a:pt x="4193" y="8450"/>
                    <a:pt x="4189" y="8475"/>
                  </a:cubicBezTo>
                  <a:lnTo>
                    <a:pt x="3859" y="9380"/>
                  </a:lnTo>
                  <a:cubicBezTo>
                    <a:pt x="3835" y="9443"/>
                    <a:pt x="3789" y="9496"/>
                    <a:pt x="3725" y="9525"/>
                  </a:cubicBezTo>
                  <a:cubicBezTo>
                    <a:pt x="3688" y="9542"/>
                    <a:pt x="3647" y="9551"/>
                    <a:pt x="3607" y="9551"/>
                  </a:cubicBezTo>
                  <a:cubicBezTo>
                    <a:pt x="3578" y="9551"/>
                    <a:pt x="3549" y="9546"/>
                    <a:pt x="3522" y="9536"/>
                  </a:cubicBezTo>
                  <a:lnTo>
                    <a:pt x="2860" y="9293"/>
                  </a:lnTo>
                  <a:cubicBezTo>
                    <a:pt x="2721" y="9247"/>
                    <a:pt x="2652" y="9095"/>
                    <a:pt x="2704" y="8956"/>
                  </a:cubicBezTo>
                  <a:lnTo>
                    <a:pt x="3029" y="8058"/>
                  </a:lnTo>
                  <a:cubicBezTo>
                    <a:pt x="3040" y="8028"/>
                    <a:pt x="3029" y="7994"/>
                    <a:pt x="3000" y="7975"/>
                  </a:cubicBezTo>
                  <a:cubicBezTo>
                    <a:pt x="2558" y="7721"/>
                    <a:pt x="2188" y="7378"/>
                    <a:pt x="1891" y="6961"/>
                  </a:cubicBezTo>
                  <a:cubicBezTo>
                    <a:pt x="1880" y="6944"/>
                    <a:pt x="1857" y="6931"/>
                    <a:pt x="1840" y="6931"/>
                  </a:cubicBezTo>
                  <a:cubicBezTo>
                    <a:pt x="1827" y="6931"/>
                    <a:pt x="1822" y="6937"/>
                    <a:pt x="1811" y="6937"/>
                  </a:cubicBezTo>
                  <a:lnTo>
                    <a:pt x="941" y="7343"/>
                  </a:lnTo>
                  <a:cubicBezTo>
                    <a:pt x="905" y="7361"/>
                    <a:pt x="867" y="7370"/>
                    <a:pt x="829" y="7370"/>
                  </a:cubicBezTo>
                  <a:cubicBezTo>
                    <a:pt x="730" y="7370"/>
                    <a:pt x="635" y="7314"/>
                    <a:pt x="592" y="7222"/>
                  </a:cubicBezTo>
                  <a:lnTo>
                    <a:pt x="290" y="6583"/>
                  </a:lnTo>
                  <a:cubicBezTo>
                    <a:pt x="261" y="6519"/>
                    <a:pt x="261" y="6444"/>
                    <a:pt x="285" y="6380"/>
                  </a:cubicBezTo>
                  <a:cubicBezTo>
                    <a:pt x="308" y="6317"/>
                    <a:pt x="354" y="6259"/>
                    <a:pt x="418" y="6230"/>
                  </a:cubicBezTo>
                  <a:lnTo>
                    <a:pt x="1289" y="5823"/>
                  </a:lnTo>
                  <a:cubicBezTo>
                    <a:pt x="1318" y="5812"/>
                    <a:pt x="1335" y="5783"/>
                    <a:pt x="1323" y="5748"/>
                  </a:cubicBezTo>
                  <a:cubicBezTo>
                    <a:pt x="1195" y="5255"/>
                    <a:pt x="1173" y="4751"/>
                    <a:pt x="1259" y="4246"/>
                  </a:cubicBezTo>
                  <a:cubicBezTo>
                    <a:pt x="1265" y="4217"/>
                    <a:pt x="1248" y="4187"/>
                    <a:pt x="1219" y="4176"/>
                  </a:cubicBezTo>
                  <a:lnTo>
                    <a:pt x="314" y="3846"/>
                  </a:lnTo>
                  <a:cubicBezTo>
                    <a:pt x="250" y="3823"/>
                    <a:pt x="198" y="3777"/>
                    <a:pt x="164" y="3713"/>
                  </a:cubicBezTo>
                  <a:cubicBezTo>
                    <a:pt x="134" y="3649"/>
                    <a:pt x="134" y="3579"/>
                    <a:pt x="157" y="3509"/>
                  </a:cubicBezTo>
                  <a:lnTo>
                    <a:pt x="395" y="2848"/>
                  </a:lnTo>
                  <a:cubicBezTo>
                    <a:pt x="418" y="2784"/>
                    <a:pt x="470" y="2733"/>
                    <a:pt x="534" y="2703"/>
                  </a:cubicBezTo>
                  <a:cubicBezTo>
                    <a:pt x="570" y="2684"/>
                    <a:pt x="607" y="2675"/>
                    <a:pt x="644" y="2675"/>
                  </a:cubicBezTo>
                  <a:cubicBezTo>
                    <a:pt x="674" y="2675"/>
                    <a:pt x="703" y="2681"/>
                    <a:pt x="732" y="2691"/>
                  </a:cubicBezTo>
                  <a:lnTo>
                    <a:pt x="1637" y="3017"/>
                  </a:lnTo>
                  <a:cubicBezTo>
                    <a:pt x="1644" y="3019"/>
                    <a:pt x="1653" y="3021"/>
                    <a:pt x="1661" y="3021"/>
                  </a:cubicBezTo>
                  <a:cubicBezTo>
                    <a:pt x="1683" y="3021"/>
                    <a:pt x="1704" y="3010"/>
                    <a:pt x="1712" y="2993"/>
                  </a:cubicBezTo>
                  <a:cubicBezTo>
                    <a:pt x="1974" y="2552"/>
                    <a:pt x="2315" y="2176"/>
                    <a:pt x="2727" y="1879"/>
                  </a:cubicBezTo>
                  <a:cubicBezTo>
                    <a:pt x="2756" y="1862"/>
                    <a:pt x="2762" y="1828"/>
                    <a:pt x="2750" y="1798"/>
                  </a:cubicBezTo>
                  <a:lnTo>
                    <a:pt x="2344" y="928"/>
                  </a:lnTo>
                  <a:cubicBezTo>
                    <a:pt x="2315" y="870"/>
                    <a:pt x="2309" y="795"/>
                    <a:pt x="2338" y="731"/>
                  </a:cubicBezTo>
                  <a:cubicBezTo>
                    <a:pt x="2362" y="661"/>
                    <a:pt x="2408" y="609"/>
                    <a:pt x="2472" y="580"/>
                  </a:cubicBezTo>
                  <a:lnTo>
                    <a:pt x="3110" y="284"/>
                  </a:lnTo>
                  <a:cubicBezTo>
                    <a:pt x="3147" y="267"/>
                    <a:pt x="3185" y="258"/>
                    <a:pt x="3225" y="258"/>
                  </a:cubicBezTo>
                  <a:cubicBezTo>
                    <a:pt x="3254" y="258"/>
                    <a:pt x="3283" y="263"/>
                    <a:pt x="3313" y="272"/>
                  </a:cubicBezTo>
                  <a:cubicBezTo>
                    <a:pt x="3377" y="296"/>
                    <a:pt x="3428" y="348"/>
                    <a:pt x="3458" y="412"/>
                  </a:cubicBezTo>
                  <a:lnTo>
                    <a:pt x="3864" y="1282"/>
                  </a:lnTo>
                  <a:cubicBezTo>
                    <a:pt x="3879" y="1302"/>
                    <a:pt x="3903" y="1318"/>
                    <a:pt x="3928" y="1318"/>
                  </a:cubicBezTo>
                  <a:cubicBezTo>
                    <a:pt x="3932" y="1318"/>
                    <a:pt x="3935" y="1317"/>
                    <a:pt x="3939" y="1317"/>
                  </a:cubicBezTo>
                  <a:cubicBezTo>
                    <a:pt x="4240" y="1238"/>
                    <a:pt x="4547" y="1200"/>
                    <a:pt x="4855" y="1200"/>
                  </a:cubicBezTo>
                  <a:cubicBezTo>
                    <a:pt x="5051" y="1200"/>
                    <a:pt x="5247" y="1216"/>
                    <a:pt x="5441" y="1247"/>
                  </a:cubicBezTo>
                  <a:cubicBezTo>
                    <a:pt x="5446" y="1248"/>
                    <a:pt x="5450" y="1248"/>
                    <a:pt x="5455" y="1248"/>
                  </a:cubicBezTo>
                  <a:cubicBezTo>
                    <a:pt x="5484" y="1248"/>
                    <a:pt x="5507" y="1232"/>
                    <a:pt x="5517" y="1207"/>
                  </a:cubicBezTo>
                  <a:lnTo>
                    <a:pt x="5842" y="302"/>
                  </a:lnTo>
                  <a:cubicBezTo>
                    <a:pt x="5865" y="238"/>
                    <a:pt x="5918" y="185"/>
                    <a:pt x="5982" y="157"/>
                  </a:cubicBezTo>
                  <a:cubicBezTo>
                    <a:pt x="6019" y="140"/>
                    <a:pt x="6059" y="131"/>
                    <a:pt x="6098" y="131"/>
                  </a:cubicBezTo>
                  <a:close/>
                  <a:moveTo>
                    <a:pt x="6091" y="0"/>
                  </a:moveTo>
                  <a:cubicBezTo>
                    <a:pt x="6035" y="0"/>
                    <a:pt x="5978" y="12"/>
                    <a:pt x="5923" y="34"/>
                  </a:cubicBezTo>
                  <a:cubicBezTo>
                    <a:pt x="5830" y="80"/>
                    <a:pt x="5755" y="163"/>
                    <a:pt x="5720" y="261"/>
                  </a:cubicBezTo>
                  <a:lnTo>
                    <a:pt x="5412" y="1113"/>
                  </a:lnTo>
                  <a:cubicBezTo>
                    <a:pt x="5224" y="1084"/>
                    <a:pt x="5037" y="1070"/>
                    <a:pt x="4849" y="1070"/>
                  </a:cubicBezTo>
                  <a:cubicBezTo>
                    <a:pt x="4551" y="1070"/>
                    <a:pt x="4255" y="1106"/>
                    <a:pt x="3963" y="1177"/>
                  </a:cubicBezTo>
                  <a:lnTo>
                    <a:pt x="3580" y="353"/>
                  </a:lnTo>
                  <a:cubicBezTo>
                    <a:pt x="3533" y="261"/>
                    <a:pt x="3452" y="185"/>
                    <a:pt x="3353" y="150"/>
                  </a:cubicBezTo>
                  <a:cubicBezTo>
                    <a:pt x="3311" y="135"/>
                    <a:pt x="3269" y="128"/>
                    <a:pt x="3226" y="128"/>
                  </a:cubicBezTo>
                  <a:cubicBezTo>
                    <a:pt x="3167" y="128"/>
                    <a:pt x="3109" y="142"/>
                    <a:pt x="3052" y="168"/>
                  </a:cubicBezTo>
                  <a:lnTo>
                    <a:pt x="2419" y="463"/>
                  </a:lnTo>
                  <a:cubicBezTo>
                    <a:pt x="2322" y="511"/>
                    <a:pt x="2252" y="586"/>
                    <a:pt x="2210" y="685"/>
                  </a:cubicBezTo>
                  <a:cubicBezTo>
                    <a:pt x="2175" y="783"/>
                    <a:pt x="2182" y="893"/>
                    <a:pt x="2228" y="985"/>
                  </a:cubicBezTo>
                  <a:lnTo>
                    <a:pt x="2611" y="1804"/>
                  </a:lnTo>
                  <a:cubicBezTo>
                    <a:pt x="2217" y="2099"/>
                    <a:pt x="1886" y="2460"/>
                    <a:pt x="1631" y="2877"/>
                  </a:cubicBezTo>
                  <a:lnTo>
                    <a:pt x="778" y="2570"/>
                  </a:lnTo>
                  <a:cubicBezTo>
                    <a:pt x="734" y="2554"/>
                    <a:pt x="689" y="2547"/>
                    <a:pt x="644" y="2547"/>
                  </a:cubicBezTo>
                  <a:cubicBezTo>
                    <a:pt x="587" y="2547"/>
                    <a:pt x="531" y="2558"/>
                    <a:pt x="477" y="2581"/>
                  </a:cubicBezTo>
                  <a:cubicBezTo>
                    <a:pt x="384" y="2628"/>
                    <a:pt x="308" y="2709"/>
                    <a:pt x="274" y="2808"/>
                  </a:cubicBezTo>
                  <a:lnTo>
                    <a:pt x="36" y="3469"/>
                  </a:lnTo>
                  <a:cubicBezTo>
                    <a:pt x="1" y="3568"/>
                    <a:pt x="1" y="3672"/>
                    <a:pt x="47" y="3764"/>
                  </a:cubicBezTo>
                  <a:cubicBezTo>
                    <a:pt x="94" y="3863"/>
                    <a:pt x="169" y="3933"/>
                    <a:pt x="268" y="3967"/>
                  </a:cubicBezTo>
                  <a:lnTo>
                    <a:pt x="1120" y="4281"/>
                  </a:lnTo>
                  <a:cubicBezTo>
                    <a:pt x="1045" y="4768"/>
                    <a:pt x="1069" y="5255"/>
                    <a:pt x="1184" y="5731"/>
                  </a:cubicBezTo>
                  <a:lnTo>
                    <a:pt x="366" y="6114"/>
                  </a:lnTo>
                  <a:cubicBezTo>
                    <a:pt x="268" y="6160"/>
                    <a:pt x="198" y="6235"/>
                    <a:pt x="164" y="6334"/>
                  </a:cubicBezTo>
                  <a:cubicBezTo>
                    <a:pt x="129" y="6433"/>
                    <a:pt x="134" y="6543"/>
                    <a:pt x="175" y="6636"/>
                  </a:cubicBezTo>
                  <a:lnTo>
                    <a:pt x="477" y="7274"/>
                  </a:lnTo>
                  <a:cubicBezTo>
                    <a:pt x="540" y="7418"/>
                    <a:pt x="683" y="7503"/>
                    <a:pt x="833" y="7503"/>
                  </a:cubicBezTo>
                  <a:cubicBezTo>
                    <a:pt x="889" y="7503"/>
                    <a:pt x="945" y="7491"/>
                    <a:pt x="999" y="7466"/>
                  </a:cubicBezTo>
                  <a:lnTo>
                    <a:pt x="1816" y="7083"/>
                  </a:lnTo>
                  <a:cubicBezTo>
                    <a:pt x="2106" y="7477"/>
                    <a:pt x="2466" y="7807"/>
                    <a:pt x="2890" y="8063"/>
                  </a:cubicBezTo>
                  <a:lnTo>
                    <a:pt x="2582" y="8910"/>
                  </a:lnTo>
                  <a:cubicBezTo>
                    <a:pt x="2507" y="9118"/>
                    <a:pt x="2611" y="9345"/>
                    <a:pt x="2814" y="9415"/>
                  </a:cubicBezTo>
                  <a:lnTo>
                    <a:pt x="3476" y="9659"/>
                  </a:lnTo>
                  <a:cubicBezTo>
                    <a:pt x="3522" y="9670"/>
                    <a:pt x="3568" y="9681"/>
                    <a:pt x="3609" y="9681"/>
                  </a:cubicBezTo>
                  <a:cubicBezTo>
                    <a:pt x="3666" y="9681"/>
                    <a:pt x="3725" y="9670"/>
                    <a:pt x="3776" y="9641"/>
                  </a:cubicBezTo>
                  <a:cubicBezTo>
                    <a:pt x="3875" y="9600"/>
                    <a:pt x="3945" y="9519"/>
                    <a:pt x="3980" y="9421"/>
                  </a:cubicBezTo>
                  <a:lnTo>
                    <a:pt x="4287" y="8567"/>
                  </a:lnTo>
                  <a:cubicBezTo>
                    <a:pt x="4476" y="8596"/>
                    <a:pt x="4665" y="8611"/>
                    <a:pt x="4854" y="8611"/>
                  </a:cubicBezTo>
                  <a:cubicBezTo>
                    <a:pt x="5152" y="8611"/>
                    <a:pt x="5449" y="8575"/>
                    <a:pt x="5744" y="8503"/>
                  </a:cubicBezTo>
                  <a:lnTo>
                    <a:pt x="6126" y="9327"/>
                  </a:lnTo>
                  <a:cubicBezTo>
                    <a:pt x="6167" y="9421"/>
                    <a:pt x="6248" y="9496"/>
                    <a:pt x="6346" y="9531"/>
                  </a:cubicBezTo>
                  <a:cubicBezTo>
                    <a:pt x="6389" y="9545"/>
                    <a:pt x="6432" y="9553"/>
                    <a:pt x="6475" y="9553"/>
                  </a:cubicBezTo>
                  <a:cubicBezTo>
                    <a:pt x="6534" y="9553"/>
                    <a:pt x="6592" y="9540"/>
                    <a:pt x="6649" y="9512"/>
                  </a:cubicBezTo>
                  <a:lnTo>
                    <a:pt x="7286" y="9217"/>
                  </a:lnTo>
                  <a:cubicBezTo>
                    <a:pt x="7379" y="9171"/>
                    <a:pt x="7455" y="9095"/>
                    <a:pt x="7489" y="8997"/>
                  </a:cubicBezTo>
                  <a:cubicBezTo>
                    <a:pt x="7524" y="8899"/>
                    <a:pt x="7519" y="8789"/>
                    <a:pt x="7473" y="8695"/>
                  </a:cubicBezTo>
                  <a:lnTo>
                    <a:pt x="7090" y="7871"/>
                  </a:lnTo>
                  <a:cubicBezTo>
                    <a:pt x="7489" y="7582"/>
                    <a:pt x="7814" y="7222"/>
                    <a:pt x="8070" y="6805"/>
                  </a:cubicBezTo>
                  <a:lnTo>
                    <a:pt x="8922" y="7111"/>
                  </a:lnTo>
                  <a:cubicBezTo>
                    <a:pt x="8966" y="7126"/>
                    <a:pt x="9012" y="7134"/>
                    <a:pt x="9058" y="7134"/>
                  </a:cubicBezTo>
                  <a:cubicBezTo>
                    <a:pt x="9115" y="7134"/>
                    <a:pt x="9172" y="7122"/>
                    <a:pt x="9224" y="7100"/>
                  </a:cubicBezTo>
                  <a:cubicBezTo>
                    <a:pt x="9317" y="7054"/>
                    <a:pt x="9393" y="6972"/>
                    <a:pt x="9427" y="6874"/>
                  </a:cubicBezTo>
                  <a:lnTo>
                    <a:pt x="9665" y="6213"/>
                  </a:lnTo>
                  <a:cubicBezTo>
                    <a:pt x="9706" y="6114"/>
                    <a:pt x="9700" y="6010"/>
                    <a:pt x="9653" y="5911"/>
                  </a:cubicBezTo>
                  <a:cubicBezTo>
                    <a:pt x="9607" y="5818"/>
                    <a:pt x="9532" y="5748"/>
                    <a:pt x="9433" y="5708"/>
                  </a:cubicBezTo>
                  <a:lnTo>
                    <a:pt x="8579" y="5400"/>
                  </a:lnTo>
                  <a:cubicBezTo>
                    <a:pt x="8656" y="4913"/>
                    <a:pt x="8632" y="4425"/>
                    <a:pt x="8517" y="3951"/>
                  </a:cubicBezTo>
                  <a:lnTo>
                    <a:pt x="9334" y="3568"/>
                  </a:lnTo>
                  <a:cubicBezTo>
                    <a:pt x="9532" y="3475"/>
                    <a:pt x="9618" y="3242"/>
                    <a:pt x="9526" y="3046"/>
                  </a:cubicBezTo>
                  <a:lnTo>
                    <a:pt x="9230" y="2407"/>
                  </a:lnTo>
                  <a:cubicBezTo>
                    <a:pt x="9162" y="2264"/>
                    <a:pt x="9018" y="2179"/>
                    <a:pt x="8871" y="2179"/>
                  </a:cubicBezTo>
                  <a:cubicBezTo>
                    <a:pt x="8816" y="2179"/>
                    <a:pt x="8760" y="2191"/>
                    <a:pt x="8708" y="2216"/>
                  </a:cubicBezTo>
                  <a:lnTo>
                    <a:pt x="7883" y="2599"/>
                  </a:lnTo>
                  <a:cubicBezTo>
                    <a:pt x="7594" y="2203"/>
                    <a:pt x="7235" y="1874"/>
                    <a:pt x="6811" y="1619"/>
                  </a:cubicBezTo>
                  <a:lnTo>
                    <a:pt x="7125" y="765"/>
                  </a:lnTo>
                  <a:cubicBezTo>
                    <a:pt x="7194" y="562"/>
                    <a:pt x="7090" y="337"/>
                    <a:pt x="6887" y="267"/>
                  </a:cubicBezTo>
                  <a:lnTo>
                    <a:pt x="6225" y="23"/>
                  </a:lnTo>
                  <a:cubicBezTo>
                    <a:pt x="6181" y="8"/>
                    <a:pt x="6136" y="0"/>
                    <a:pt x="60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2"/>
            <p:cNvSpPr/>
            <p:nvPr/>
          </p:nvSpPr>
          <p:spPr>
            <a:xfrm>
              <a:off x="-4008250" y="4784609"/>
              <a:ext cx="910009" cy="902356"/>
            </a:xfrm>
            <a:custGeom>
              <a:avLst/>
              <a:gdLst/>
              <a:ahLst/>
              <a:cxnLst/>
              <a:rect l="l" t="t" r="r" b="b"/>
              <a:pathLst>
                <a:path w="9631" h="9550" extrusionOk="0">
                  <a:moveTo>
                    <a:pt x="4810" y="2620"/>
                  </a:moveTo>
                  <a:cubicBezTo>
                    <a:pt x="5051" y="2620"/>
                    <a:pt x="5296" y="2661"/>
                    <a:pt x="5535" y="2748"/>
                  </a:cubicBezTo>
                  <a:cubicBezTo>
                    <a:pt x="6643" y="3148"/>
                    <a:pt x="7212" y="4371"/>
                    <a:pt x="6811" y="5474"/>
                  </a:cubicBezTo>
                  <a:cubicBezTo>
                    <a:pt x="6499" y="6342"/>
                    <a:pt x="5679" y="6878"/>
                    <a:pt x="4810" y="6878"/>
                  </a:cubicBezTo>
                  <a:cubicBezTo>
                    <a:pt x="4569" y="6878"/>
                    <a:pt x="4324" y="6837"/>
                    <a:pt x="4086" y="6751"/>
                  </a:cubicBezTo>
                  <a:cubicBezTo>
                    <a:pt x="2977" y="6350"/>
                    <a:pt x="2409" y="5126"/>
                    <a:pt x="2809" y="4023"/>
                  </a:cubicBezTo>
                  <a:cubicBezTo>
                    <a:pt x="3123" y="3157"/>
                    <a:pt x="3941" y="2620"/>
                    <a:pt x="4810" y="2620"/>
                  </a:cubicBezTo>
                  <a:close/>
                  <a:moveTo>
                    <a:pt x="6055" y="0"/>
                  </a:moveTo>
                  <a:cubicBezTo>
                    <a:pt x="5921" y="0"/>
                    <a:pt x="5795" y="82"/>
                    <a:pt x="5751" y="213"/>
                  </a:cubicBezTo>
                  <a:lnTo>
                    <a:pt x="5419" y="1118"/>
                  </a:lnTo>
                  <a:cubicBezTo>
                    <a:pt x="5220" y="1084"/>
                    <a:pt x="5019" y="1067"/>
                    <a:pt x="4820" y="1067"/>
                  </a:cubicBezTo>
                  <a:cubicBezTo>
                    <a:pt x="4504" y="1067"/>
                    <a:pt x="4190" y="1109"/>
                    <a:pt x="3888" y="1187"/>
                  </a:cubicBezTo>
                  <a:lnTo>
                    <a:pt x="3481" y="317"/>
                  </a:lnTo>
                  <a:cubicBezTo>
                    <a:pt x="3427" y="195"/>
                    <a:pt x="3307" y="124"/>
                    <a:pt x="3184" y="124"/>
                  </a:cubicBezTo>
                  <a:cubicBezTo>
                    <a:pt x="3138" y="124"/>
                    <a:pt x="3091" y="134"/>
                    <a:pt x="3047" y="154"/>
                  </a:cubicBezTo>
                  <a:lnTo>
                    <a:pt x="2409" y="456"/>
                  </a:lnTo>
                  <a:cubicBezTo>
                    <a:pt x="2246" y="532"/>
                    <a:pt x="2177" y="729"/>
                    <a:pt x="2252" y="891"/>
                  </a:cubicBezTo>
                  <a:lnTo>
                    <a:pt x="2659" y="1761"/>
                  </a:lnTo>
                  <a:cubicBezTo>
                    <a:pt x="2246" y="2057"/>
                    <a:pt x="1893" y="2440"/>
                    <a:pt x="1626" y="2893"/>
                  </a:cubicBezTo>
                  <a:lnTo>
                    <a:pt x="721" y="2561"/>
                  </a:lnTo>
                  <a:cubicBezTo>
                    <a:pt x="686" y="2550"/>
                    <a:pt x="650" y="2544"/>
                    <a:pt x="614" y="2544"/>
                  </a:cubicBezTo>
                  <a:cubicBezTo>
                    <a:pt x="478" y="2544"/>
                    <a:pt x="349" y="2626"/>
                    <a:pt x="303" y="2759"/>
                  </a:cubicBezTo>
                  <a:lnTo>
                    <a:pt x="59" y="3420"/>
                  </a:lnTo>
                  <a:cubicBezTo>
                    <a:pt x="1" y="3594"/>
                    <a:pt x="89" y="3780"/>
                    <a:pt x="257" y="3844"/>
                  </a:cubicBezTo>
                  <a:lnTo>
                    <a:pt x="1162" y="4169"/>
                  </a:lnTo>
                  <a:cubicBezTo>
                    <a:pt x="1074" y="4692"/>
                    <a:pt x="1098" y="5207"/>
                    <a:pt x="1226" y="5701"/>
                  </a:cubicBezTo>
                  <a:lnTo>
                    <a:pt x="356" y="6106"/>
                  </a:lnTo>
                  <a:cubicBezTo>
                    <a:pt x="193" y="6181"/>
                    <a:pt x="123" y="6379"/>
                    <a:pt x="199" y="6542"/>
                  </a:cubicBezTo>
                  <a:lnTo>
                    <a:pt x="501" y="7179"/>
                  </a:lnTo>
                  <a:cubicBezTo>
                    <a:pt x="555" y="7297"/>
                    <a:pt x="670" y="7369"/>
                    <a:pt x="794" y="7369"/>
                  </a:cubicBezTo>
                  <a:cubicBezTo>
                    <a:pt x="841" y="7369"/>
                    <a:pt x="889" y="7359"/>
                    <a:pt x="935" y="7337"/>
                  </a:cubicBezTo>
                  <a:lnTo>
                    <a:pt x="1805" y="6930"/>
                  </a:lnTo>
                  <a:cubicBezTo>
                    <a:pt x="2096" y="7348"/>
                    <a:pt x="2479" y="7701"/>
                    <a:pt x="2931" y="7969"/>
                  </a:cubicBezTo>
                  <a:lnTo>
                    <a:pt x="2606" y="8868"/>
                  </a:lnTo>
                  <a:cubicBezTo>
                    <a:pt x="2542" y="9035"/>
                    <a:pt x="2635" y="9227"/>
                    <a:pt x="2803" y="9291"/>
                  </a:cubicBezTo>
                  <a:lnTo>
                    <a:pt x="3465" y="9529"/>
                  </a:lnTo>
                  <a:cubicBezTo>
                    <a:pt x="3501" y="9543"/>
                    <a:pt x="3538" y="9549"/>
                    <a:pt x="3575" y="9549"/>
                  </a:cubicBezTo>
                  <a:cubicBezTo>
                    <a:pt x="3709" y="9549"/>
                    <a:pt x="3836" y="9464"/>
                    <a:pt x="3882" y="9332"/>
                  </a:cubicBezTo>
                  <a:lnTo>
                    <a:pt x="4212" y="8432"/>
                  </a:lnTo>
                  <a:cubicBezTo>
                    <a:pt x="4412" y="8466"/>
                    <a:pt x="4612" y="8483"/>
                    <a:pt x="4812" y="8483"/>
                  </a:cubicBezTo>
                  <a:cubicBezTo>
                    <a:pt x="5128" y="8483"/>
                    <a:pt x="5441" y="8441"/>
                    <a:pt x="5744" y="8363"/>
                  </a:cubicBezTo>
                  <a:lnTo>
                    <a:pt x="6150" y="9233"/>
                  </a:lnTo>
                  <a:cubicBezTo>
                    <a:pt x="6205" y="9351"/>
                    <a:pt x="6324" y="9420"/>
                    <a:pt x="6448" y="9420"/>
                  </a:cubicBezTo>
                  <a:cubicBezTo>
                    <a:pt x="6494" y="9420"/>
                    <a:pt x="6542" y="9411"/>
                    <a:pt x="6586" y="9390"/>
                  </a:cubicBezTo>
                  <a:lnTo>
                    <a:pt x="7224" y="9094"/>
                  </a:lnTo>
                  <a:cubicBezTo>
                    <a:pt x="7386" y="9013"/>
                    <a:pt x="7456" y="8821"/>
                    <a:pt x="7380" y="8652"/>
                  </a:cubicBezTo>
                  <a:lnTo>
                    <a:pt x="6974" y="7789"/>
                  </a:lnTo>
                  <a:cubicBezTo>
                    <a:pt x="7386" y="7493"/>
                    <a:pt x="7740" y="7110"/>
                    <a:pt x="8006" y="6657"/>
                  </a:cubicBezTo>
                  <a:lnTo>
                    <a:pt x="8911" y="6982"/>
                  </a:lnTo>
                  <a:cubicBezTo>
                    <a:pt x="8949" y="6996"/>
                    <a:pt x="8987" y="7003"/>
                    <a:pt x="9026" y="7003"/>
                  </a:cubicBezTo>
                  <a:cubicBezTo>
                    <a:pt x="9158" y="7003"/>
                    <a:pt x="9284" y="6921"/>
                    <a:pt x="9329" y="6785"/>
                  </a:cubicBezTo>
                  <a:lnTo>
                    <a:pt x="9572" y="6124"/>
                  </a:lnTo>
                  <a:cubicBezTo>
                    <a:pt x="9631" y="5956"/>
                    <a:pt x="9544" y="5764"/>
                    <a:pt x="9376" y="5706"/>
                  </a:cubicBezTo>
                  <a:lnTo>
                    <a:pt x="8471" y="5375"/>
                  </a:lnTo>
                  <a:cubicBezTo>
                    <a:pt x="8557" y="4859"/>
                    <a:pt x="8535" y="4337"/>
                    <a:pt x="8407" y="3849"/>
                  </a:cubicBezTo>
                  <a:lnTo>
                    <a:pt x="9271" y="3444"/>
                  </a:lnTo>
                  <a:cubicBezTo>
                    <a:pt x="9440" y="3362"/>
                    <a:pt x="9510" y="3171"/>
                    <a:pt x="9433" y="3003"/>
                  </a:cubicBezTo>
                  <a:lnTo>
                    <a:pt x="9132" y="2365"/>
                  </a:lnTo>
                  <a:cubicBezTo>
                    <a:pt x="9078" y="2247"/>
                    <a:pt x="8961" y="2178"/>
                    <a:pt x="8837" y="2178"/>
                  </a:cubicBezTo>
                  <a:cubicBezTo>
                    <a:pt x="8790" y="2178"/>
                    <a:pt x="8742" y="2187"/>
                    <a:pt x="8697" y="2208"/>
                  </a:cubicBezTo>
                  <a:lnTo>
                    <a:pt x="7826" y="2614"/>
                  </a:lnTo>
                  <a:cubicBezTo>
                    <a:pt x="7537" y="2202"/>
                    <a:pt x="7154" y="1849"/>
                    <a:pt x="6702" y="1581"/>
                  </a:cubicBezTo>
                  <a:lnTo>
                    <a:pt x="7026" y="676"/>
                  </a:lnTo>
                  <a:cubicBezTo>
                    <a:pt x="7090" y="508"/>
                    <a:pt x="6997" y="323"/>
                    <a:pt x="6830" y="259"/>
                  </a:cubicBezTo>
                  <a:lnTo>
                    <a:pt x="6168" y="21"/>
                  </a:lnTo>
                  <a:cubicBezTo>
                    <a:pt x="6131" y="7"/>
                    <a:pt x="6093" y="0"/>
                    <a:pt x="60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2"/>
            <p:cNvSpPr/>
            <p:nvPr/>
          </p:nvSpPr>
          <p:spPr>
            <a:xfrm>
              <a:off x="-4011463" y="4778467"/>
              <a:ext cx="916529" cy="914733"/>
            </a:xfrm>
            <a:custGeom>
              <a:avLst/>
              <a:gdLst/>
              <a:ahLst/>
              <a:cxnLst/>
              <a:rect l="l" t="t" r="r" b="b"/>
              <a:pathLst>
                <a:path w="9700" h="9681" extrusionOk="0">
                  <a:moveTo>
                    <a:pt x="4845" y="2749"/>
                  </a:moveTo>
                  <a:cubicBezTo>
                    <a:pt x="5082" y="2749"/>
                    <a:pt x="5320" y="2789"/>
                    <a:pt x="5547" y="2877"/>
                  </a:cubicBezTo>
                  <a:cubicBezTo>
                    <a:pt x="6069" y="3062"/>
                    <a:pt x="6481" y="3440"/>
                    <a:pt x="6712" y="3938"/>
                  </a:cubicBezTo>
                  <a:cubicBezTo>
                    <a:pt x="6950" y="4436"/>
                    <a:pt x="6974" y="5000"/>
                    <a:pt x="6781" y="5515"/>
                  </a:cubicBezTo>
                  <a:cubicBezTo>
                    <a:pt x="6596" y="6037"/>
                    <a:pt x="6219" y="6449"/>
                    <a:pt x="5721" y="6682"/>
                  </a:cubicBezTo>
                  <a:cubicBezTo>
                    <a:pt x="5442" y="6812"/>
                    <a:pt x="5144" y="6878"/>
                    <a:pt x="4845" y="6878"/>
                  </a:cubicBezTo>
                  <a:cubicBezTo>
                    <a:pt x="4608" y="6878"/>
                    <a:pt x="4370" y="6836"/>
                    <a:pt x="4142" y="6752"/>
                  </a:cubicBezTo>
                  <a:cubicBezTo>
                    <a:pt x="3620" y="6566"/>
                    <a:pt x="3209" y="6189"/>
                    <a:pt x="2977" y="5689"/>
                  </a:cubicBezTo>
                  <a:cubicBezTo>
                    <a:pt x="2744" y="5185"/>
                    <a:pt x="2715" y="4628"/>
                    <a:pt x="2907" y="4112"/>
                  </a:cubicBezTo>
                  <a:cubicBezTo>
                    <a:pt x="3092" y="3590"/>
                    <a:pt x="3469" y="3178"/>
                    <a:pt x="3975" y="2947"/>
                  </a:cubicBezTo>
                  <a:cubicBezTo>
                    <a:pt x="4246" y="2813"/>
                    <a:pt x="4548" y="2749"/>
                    <a:pt x="4845" y="2749"/>
                  </a:cubicBezTo>
                  <a:close/>
                  <a:moveTo>
                    <a:pt x="4840" y="2620"/>
                  </a:moveTo>
                  <a:cubicBezTo>
                    <a:pt x="4524" y="2620"/>
                    <a:pt x="4209" y="2689"/>
                    <a:pt x="3916" y="2824"/>
                  </a:cubicBezTo>
                  <a:cubicBezTo>
                    <a:pt x="3389" y="3073"/>
                    <a:pt x="2982" y="3515"/>
                    <a:pt x="2784" y="4066"/>
                  </a:cubicBezTo>
                  <a:cubicBezTo>
                    <a:pt x="2583" y="4617"/>
                    <a:pt x="2610" y="5215"/>
                    <a:pt x="2861" y="5742"/>
                  </a:cubicBezTo>
                  <a:cubicBezTo>
                    <a:pt x="3105" y="6270"/>
                    <a:pt x="3545" y="6676"/>
                    <a:pt x="4096" y="6873"/>
                  </a:cubicBezTo>
                  <a:cubicBezTo>
                    <a:pt x="4340" y="6966"/>
                    <a:pt x="4594" y="7006"/>
                    <a:pt x="4845" y="7006"/>
                  </a:cubicBezTo>
                  <a:cubicBezTo>
                    <a:pt x="5164" y="7006"/>
                    <a:pt x="5477" y="6937"/>
                    <a:pt x="5772" y="6797"/>
                  </a:cubicBezTo>
                  <a:cubicBezTo>
                    <a:pt x="6307" y="6554"/>
                    <a:pt x="6706" y="6114"/>
                    <a:pt x="6904" y="5563"/>
                  </a:cubicBezTo>
                  <a:cubicBezTo>
                    <a:pt x="7107" y="5011"/>
                    <a:pt x="7078" y="4414"/>
                    <a:pt x="6834" y="3886"/>
                  </a:cubicBezTo>
                  <a:cubicBezTo>
                    <a:pt x="6585" y="3352"/>
                    <a:pt x="6144" y="2952"/>
                    <a:pt x="5593" y="2755"/>
                  </a:cubicBezTo>
                  <a:cubicBezTo>
                    <a:pt x="5347" y="2664"/>
                    <a:pt x="5093" y="2620"/>
                    <a:pt x="4840" y="2620"/>
                  </a:cubicBezTo>
                  <a:close/>
                  <a:moveTo>
                    <a:pt x="6087" y="128"/>
                  </a:moveTo>
                  <a:cubicBezTo>
                    <a:pt x="6118" y="128"/>
                    <a:pt x="6150" y="133"/>
                    <a:pt x="6179" y="144"/>
                  </a:cubicBezTo>
                  <a:lnTo>
                    <a:pt x="6840" y="382"/>
                  </a:lnTo>
                  <a:cubicBezTo>
                    <a:pt x="6910" y="411"/>
                    <a:pt x="6961" y="457"/>
                    <a:pt x="6990" y="521"/>
                  </a:cubicBezTo>
                  <a:cubicBezTo>
                    <a:pt x="7020" y="586"/>
                    <a:pt x="7025" y="655"/>
                    <a:pt x="6996" y="725"/>
                  </a:cubicBezTo>
                  <a:lnTo>
                    <a:pt x="6671" y="1624"/>
                  </a:lnTo>
                  <a:cubicBezTo>
                    <a:pt x="6660" y="1652"/>
                    <a:pt x="6671" y="1687"/>
                    <a:pt x="6701" y="1705"/>
                  </a:cubicBezTo>
                  <a:cubicBezTo>
                    <a:pt x="7142" y="1960"/>
                    <a:pt x="7512" y="2302"/>
                    <a:pt x="7809" y="2720"/>
                  </a:cubicBezTo>
                  <a:cubicBezTo>
                    <a:pt x="7820" y="2736"/>
                    <a:pt x="7839" y="2746"/>
                    <a:pt x="7860" y="2746"/>
                  </a:cubicBezTo>
                  <a:cubicBezTo>
                    <a:pt x="7870" y="2746"/>
                    <a:pt x="7880" y="2743"/>
                    <a:pt x="7890" y="2738"/>
                  </a:cubicBezTo>
                  <a:lnTo>
                    <a:pt x="8760" y="2331"/>
                  </a:lnTo>
                  <a:cubicBezTo>
                    <a:pt x="8796" y="2315"/>
                    <a:pt x="8834" y="2308"/>
                    <a:pt x="8872" y="2308"/>
                  </a:cubicBezTo>
                  <a:cubicBezTo>
                    <a:pt x="8971" y="2308"/>
                    <a:pt x="9065" y="2362"/>
                    <a:pt x="9108" y="2459"/>
                  </a:cubicBezTo>
                  <a:lnTo>
                    <a:pt x="9410" y="3097"/>
                  </a:lnTo>
                  <a:cubicBezTo>
                    <a:pt x="9439" y="3161"/>
                    <a:pt x="9439" y="3231"/>
                    <a:pt x="9415" y="3300"/>
                  </a:cubicBezTo>
                  <a:cubicBezTo>
                    <a:pt x="9392" y="3364"/>
                    <a:pt x="9346" y="3416"/>
                    <a:pt x="9282" y="3445"/>
                  </a:cubicBezTo>
                  <a:lnTo>
                    <a:pt x="8412" y="3852"/>
                  </a:lnTo>
                  <a:cubicBezTo>
                    <a:pt x="8382" y="3868"/>
                    <a:pt x="8366" y="3898"/>
                    <a:pt x="8377" y="3927"/>
                  </a:cubicBezTo>
                  <a:cubicBezTo>
                    <a:pt x="8505" y="4425"/>
                    <a:pt x="8527" y="4931"/>
                    <a:pt x="8441" y="5435"/>
                  </a:cubicBezTo>
                  <a:cubicBezTo>
                    <a:pt x="8435" y="5464"/>
                    <a:pt x="8452" y="5493"/>
                    <a:pt x="8487" y="5504"/>
                  </a:cubicBezTo>
                  <a:lnTo>
                    <a:pt x="9386" y="5829"/>
                  </a:lnTo>
                  <a:cubicBezTo>
                    <a:pt x="9450" y="5852"/>
                    <a:pt x="9509" y="5905"/>
                    <a:pt x="9537" y="5968"/>
                  </a:cubicBezTo>
                  <a:cubicBezTo>
                    <a:pt x="9566" y="6032"/>
                    <a:pt x="9566" y="6101"/>
                    <a:pt x="9544" y="6165"/>
                  </a:cubicBezTo>
                  <a:lnTo>
                    <a:pt x="9305" y="6832"/>
                  </a:lnTo>
                  <a:cubicBezTo>
                    <a:pt x="9264" y="6938"/>
                    <a:pt x="9161" y="7004"/>
                    <a:pt x="9053" y="7004"/>
                  </a:cubicBezTo>
                  <a:cubicBezTo>
                    <a:pt x="9025" y="7004"/>
                    <a:pt x="8996" y="6999"/>
                    <a:pt x="8969" y="6990"/>
                  </a:cubicBezTo>
                  <a:lnTo>
                    <a:pt x="8064" y="6658"/>
                  </a:lnTo>
                  <a:cubicBezTo>
                    <a:pt x="8056" y="6655"/>
                    <a:pt x="8048" y="6654"/>
                    <a:pt x="8041" y="6654"/>
                  </a:cubicBezTo>
                  <a:cubicBezTo>
                    <a:pt x="8018" y="6654"/>
                    <a:pt x="7997" y="6666"/>
                    <a:pt x="7988" y="6687"/>
                  </a:cubicBezTo>
                  <a:cubicBezTo>
                    <a:pt x="7727" y="7129"/>
                    <a:pt x="7386" y="7499"/>
                    <a:pt x="6974" y="7801"/>
                  </a:cubicBezTo>
                  <a:cubicBezTo>
                    <a:pt x="6944" y="7819"/>
                    <a:pt x="6939" y="7847"/>
                    <a:pt x="6950" y="7876"/>
                  </a:cubicBezTo>
                  <a:lnTo>
                    <a:pt x="7356" y="8747"/>
                  </a:lnTo>
                  <a:cubicBezTo>
                    <a:pt x="7386" y="8811"/>
                    <a:pt x="7391" y="8880"/>
                    <a:pt x="7368" y="8950"/>
                  </a:cubicBezTo>
                  <a:cubicBezTo>
                    <a:pt x="7338" y="9014"/>
                    <a:pt x="7292" y="9065"/>
                    <a:pt x="7228" y="9100"/>
                  </a:cubicBezTo>
                  <a:lnTo>
                    <a:pt x="6591" y="9397"/>
                  </a:lnTo>
                  <a:cubicBezTo>
                    <a:pt x="6556" y="9413"/>
                    <a:pt x="6519" y="9422"/>
                    <a:pt x="6482" y="9422"/>
                  </a:cubicBezTo>
                  <a:cubicBezTo>
                    <a:pt x="6451" y="9422"/>
                    <a:pt x="6419" y="9416"/>
                    <a:pt x="6387" y="9402"/>
                  </a:cubicBezTo>
                  <a:cubicBezTo>
                    <a:pt x="6323" y="9379"/>
                    <a:pt x="6272" y="9333"/>
                    <a:pt x="6243" y="9269"/>
                  </a:cubicBezTo>
                  <a:lnTo>
                    <a:pt x="5836" y="8398"/>
                  </a:lnTo>
                  <a:cubicBezTo>
                    <a:pt x="5827" y="8374"/>
                    <a:pt x="5801" y="8362"/>
                    <a:pt x="5776" y="8362"/>
                  </a:cubicBezTo>
                  <a:cubicBezTo>
                    <a:pt x="5771" y="8362"/>
                    <a:pt x="5766" y="8363"/>
                    <a:pt x="5761" y="8364"/>
                  </a:cubicBezTo>
                  <a:cubicBezTo>
                    <a:pt x="5460" y="8442"/>
                    <a:pt x="5154" y="8481"/>
                    <a:pt x="4847" y="8481"/>
                  </a:cubicBezTo>
                  <a:cubicBezTo>
                    <a:pt x="4651" y="8481"/>
                    <a:pt x="4455" y="8465"/>
                    <a:pt x="4259" y="8433"/>
                  </a:cubicBezTo>
                  <a:cubicBezTo>
                    <a:pt x="4255" y="8433"/>
                    <a:pt x="4250" y="8432"/>
                    <a:pt x="4246" y="8432"/>
                  </a:cubicBezTo>
                  <a:cubicBezTo>
                    <a:pt x="4217" y="8432"/>
                    <a:pt x="4193" y="8449"/>
                    <a:pt x="4184" y="8474"/>
                  </a:cubicBezTo>
                  <a:lnTo>
                    <a:pt x="3858" y="9373"/>
                  </a:lnTo>
                  <a:cubicBezTo>
                    <a:pt x="3818" y="9481"/>
                    <a:pt x="3717" y="9547"/>
                    <a:pt x="3612" y="9547"/>
                  </a:cubicBezTo>
                  <a:cubicBezTo>
                    <a:pt x="3582" y="9547"/>
                    <a:pt x="3552" y="9542"/>
                    <a:pt x="3522" y="9530"/>
                  </a:cubicBezTo>
                  <a:lnTo>
                    <a:pt x="2861" y="9292"/>
                  </a:lnTo>
                  <a:cubicBezTo>
                    <a:pt x="2722" y="9246"/>
                    <a:pt x="2652" y="9089"/>
                    <a:pt x="2704" y="8955"/>
                  </a:cubicBezTo>
                  <a:lnTo>
                    <a:pt x="3028" y="8050"/>
                  </a:lnTo>
                  <a:cubicBezTo>
                    <a:pt x="3041" y="8021"/>
                    <a:pt x="3028" y="7993"/>
                    <a:pt x="3000" y="7975"/>
                  </a:cubicBezTo>
                  <a:cubicBezTo>
                    <a:pt x="2559" y="7715"/>
                    <a:pt x="2187" y="7372"/>
                    <a:pt x="1892" y="6960"/>
                  </a:cubicBezTo>
                  <a:cubicBezTo>
                    <a:pt x="1880" y="6942"/>
                    <a:pt x="1857" y="6931"/>
                    <a:pt x="1839" y="6931"/>
                  </a:cubicBezTo>
                  <a:cubicBezTo>
                    <a:pt x="1828" y="6931"/>
                    <a:pt x="1817" y="6937"/>
                    <a:pt x="1810" y="6937"/>
                  </a:cubicBezTo>
                  <a:lnTo>
                    <a:pt x="940" y="7343"/>
                  </a:lnTo>
                  <a:cubicBezTo>
                    <a:pt x="904" y="7360"/>
                    <a:pt x="865" y="7369"/>
                    <a:pt x="825" y="7369"/>
                  </a:cubicBezTo>
                  <a:cubicBezTo>
                    <a:pt x="797" y="7369"/>
                    <a:pt x="767" y="7364"/>
                    <a:pt x="738" y="7354"/>
                  </a:cubicBezTo>
                  <a:cubicBezTo>
                    <a:pt x="674" y="7332"/>
                    <a:pt x="621" y="7279"/>
                    <a:pt x="592" y="7215"/>
                  </a:cubicBezTo>
                  <a:lnTo>
                    <a:pt x="291" y="6578"/>
                  </a:lnTo>
                  <a:cubicBezTo>
                    <a:pt x="262" y="6513"/>
                    <a:pt x="262" y="6444"/>
                    <a:pt x="285" y="6380"/>
                  </a:cubicBezTo>
                  <a:cubicBezTo>
                    <a:pt x="308" y="6310"/>
                    <a:pt x="355" y="6259"/>
                    <a:pt x="418" y="6229"/>
                  </a:cubicBezTo>
                  <a:lnTo>
                    <a:pt x="1288" y="5823"/>
                  </a:lnTo>
                  <a:cubicBezTo>
                    <a:pt x="1317" y="5812"/>
                    <a:pt x="1335" y="5777"/>
                    <a:pt x="1323" y="5748"/>
                  </a:cubicBezTo>
                  <a:cubicBezTo>
                    <a:pt x="1196" y="5255"/>
                    <a:pt x="1172" y="4750"/>
                    <a:pt x="1260" y="4246"/>
                  </a:cubicBezTo>
                  <a:cubicBezTo>
                    <a:pt x="1266" y="4216"/>
                    <a:pt x="1242" y="4182"/>
                    <a:pt x="1213" y="4176"/>
                  </a:cubicBezTo>
                  <a:lnTo>
                    <a:pt x="313" y="3845"/>
                  </a:lnTo>
                  <a:cubicBezTo>
                    <a:pt x="251" y="3822"/>
                    <a:pt x="192" y="3775"/>
                    <a:pt x="163" y="3712"/>
                  </a:cubicBezTo>
                  <a:cubicBezTo>
                    <a:pt x="134" y="3648"/>
                    <a:pt x="134" y="3573"/>
                    <a:pt x="157" y="3509"/>
                  </a:cubicBezTo>
                  <a:lnTo>
                    <a:pt x="395" y="2848"/>
                  </a:lnTo>
                  <a:cubicBezTo>
                    <a:pt x="418" y="2784"/>
                    <a:pt x="471" y="2725"/>
                    <a:pt x="535" y="2696"/>
                  </a:cubicBezTo>
                  <a:cubicBezTo>
                    <a:pt x="568" y="2681"/>
                    <a:pt x="604" y="2674"/>
                    <a:pt x="639" y="2674"/>
                  </a:cubicBezTo>
                  <a:cubicBezTo>
                    <a:pt x="670" y="2674"/>
                    <a:pt x="701" y="2680"/>
                    <a:pt x="731" y="2691"/>
                  </a:cubicBezTo>
                  <a:lnTo>
                    <a:pt x="1636" y="3016"/>
                  </a:lnTo>
                  <a:cubicBezTo>
                    <a:pt x="1643" y="3019"/>
                    <a:pt x="1651" y="3021"/>
                    <a:pt x="1659" y="3021"/>
                  </a:cubicBezTo>
                  <a:cubicBezTo>
                    <a:pt x="1682" y="3021"/>
                    <a:pt x="1703" y="3009"/>
                    <a:pt x="1712" y="2987"/>
                  </a:cubicBezTo>
                  <a:cubicBezTo>
                    <a:pt x="1973" y="2551"/>
                    <a:pt x="2315" y="2174"/>
                    <a:pt x="2727" y="1879"/>
                  </a:cubicBezTo>
                  <a:cubicBezTo>
                    <a:pt x="2757" y="1861"/>
                    <a:pt x="2762" y="1826"/>
                    <a:pt x="2750" y="1798"/>
                  </a:cubicBezTo>
                  <a:lnTo>
                    <a:pt x="2345" y="928"/>
                  </a:lnTo>
                  <a:cubicBezTo>
                    <a:pt x="2315" y="864"/>
                    <a:pt x="2310" y="794"/>
                    <a:pt x="2332" y="730"/>
                  </a:cubicBezTo>
                  <a:cubicBezTo>
                    <a:pt x="2361" y="661"/>
                    <a:pt x="2409" y="608"/>
                    <a:pt x="2471" y="580"/>
                  </a:cubicBezTo>
                  <a:lnTo>
                    <a:pt x="3110" y="283"/>
                  </a:lnTo>
                  <a:cubicBezTo>
                    <a:pt x="3145" y="264"/>
                    <a:pt x="3182" y="256"/>
                    <a:pt x="3218" y="256"/>
                  </a:cubicBezTo>
                  <a:cubicBezTo>
                    <a:pt x="3248" y="256"/>
                    <a:pt x="3278" y="262"/>
                    <a:pt x="3307" y="272"/>
                  </a:cubicBezTo>
                  <a:cubicBezTo>
                    <a:pt x="3376" y="295"/>
                    <a:pt x="3429" y="347"/>
                    <a:pt x="3458" y="406"/>
                  </a:cubicBezTo>
                  <a:lnTo>
                    <a:pt x="3863" y="1276"/>
                  </a:lnTo>
                  <a:cubicBezTo>
                    <a:pt x="3873" y="1298"/>
                    <a:pt x="3897" y="1314"/>
                    <a:pt x="3922" y="1314"/>
                  </a:cubicBezTo>
                  <a:cubicBezTo>
                    <a:pt x="3928" y="1314"/>
                    <a:pt x="3934" y="1313"/>
                    <a:pt x="3940" y="1311"/>
                  </a:cubicBezTo>
                  <a:cubicBezTo>
                    <a:pt x="4236" y="1234"/>
                    <a:pt x="4537" y="1195"/>
                    <a:pt x="4839" y="1195"/>
                  </a:cubicBezTo>
                  <a:cubicBezTo>
                    <a:pt x="5039" y="1195"/>
                    <a:pt x="5241" y="1212"/>
                    <a:pt x="5442" y="1247"/>
                  </a:cubicBezTo>
                  <a:cubicBezTo>
                    <a:pt x="5446" y="1247"/>
                    <a:pt x="5451" y="1248"/>
                    <a:pt x="5455" y="1248"/>
                  </a:cubicBezTo>
                  <a:cubicBezTo>
                    <a:pt x="5484" y="1248"/>
                    <a:pt x="5508" y="1231"/>
                    <a:pt x="5517" y="1206"/>
                  </a:cubicBezTo>
                  <a:lnTo>
                    <a:pt x="5842" y="302"/>
                  </a:lnTo>
                  <a:cubicBezTo>
                    <a:pt x="5865" y="237"/>
                    <a:pt x="5917" y="185"/>
                    <a:pt x="5975" y="155"/>
                  </a:cubicBezTo>
                  <a:cubicBezTo>
                    <a:pt x="6010" y="136"/>
                    <a:pt x="6049" y="128"/>
                    <a:pt x="6087" y="128"/>
                  </a:cubicBezTo>
                  <a:close/>
                  <a:moveTo>
                    <a:pt x="6089" y="0"/>
                  </a:moveTo>
                  <a:cubicBezTo>
                    <a:pt x="6031" y="0"/>
                    <a:pt x="5975" y="12"/>
                    <a:pt x="5924" y="34"/>
                  </a:cubicBezTo>
                  <a:cubicBezTo>
                    <a:pt x="5831" y="80"/>
                    <a:pt x="5755" y="162"/>
                    <a:pt x="5721" y="260"/>
                  </a:cubicBezTo>
                  <a:lnTo>
                    <a:pt x="5413" y="1108"/>
                  </a:lnTo>
                  <a:cubicBezTo>
                    <a:pt x="5222" y="1080"/>
                    <a:pt x="5032" y="1066"/>
                    <a:pt x="4842" y="1066"/>
                  </a:cubicBezTo>
                  <a:cubicBezTo>
                    <a:pt x="4546" y="1066"/>
                    <a:pt x="4250" y="1100"/>
                    <a:pt x="3957" y="1172"/>
                  </a:cubicBezTo>
                  <a:lnTo>
                    <a:pt x="3574" y="353"/>
                  </a:lnTo>
                  <a:cubicBezTo>
                    <a:pt x="3533" y="260"/>
                    <a:pt x="3453" y="185"/>
                    <a:pt x="3354" y="150"/>
                  </a:cubicBezTo>
                  <a:cubicBezTo>
                    <a:pt x="3310" y="134"/>
                    <a:pt x="3266" y="127"/>
                    <a:pt x="3221" y="127"/>
                  </a:cubicBezTo>
                  <a:cubicBezTo>
                    <a:pt x="3164" y="127"/>
                    <a:pt x="3107" y="139"/>
                    <a:pt x="3052" y="162"/>
                  </a:cubicBezTo>
                  <a:lnTo>
                    <a:pt x="2414" y="463"/>
                  </a:lnTo>
                  <a:cubicBezTo>
                    <a:pt x="2321" y="503"/>
                    <a:pt x="2251" y="586"/>
                    <a:pt x="2211" y="684"/>
                  </a:cubicBezTo>
                  <a:cubicBezTo>
                    <a:pt x="2176" y="782"/>
                    <a:pt x="2182" y="886"/>
                    <a:pt x="2228" y="985"/>
                  </a:cubicBezTo>
                  <a:lnTo>
                    <a:pt x="2610" y="1804"/>
                  </a:lnTo>
                  <a:cubicBezTo>
                    <a:pt x="2216" y="2093"/>
                    <a:pt x="1887" y="2459"/>
                    <a:pt x="1630" y="2877"/>
                  </a:cubicBezTo>
                  <a:lnTo>
                    <a:pt x="778" y="2569"/>
                  </a:lnTo>
                  <a:cubicBezTo>
                    <a:pt x="732" y="2553"/>
                    <a:pt x="685" y="2545"/>
                    <a:pt x="638" y="2545"/>
                  </a:cubicBezTo>
                  <a:cubicBezTo>
                    <a:pt x="584" y="2545"/>
                    <a:pt x="529" y="2556"/>
                    <a:pt x="476" y="2581"/>
                  </a:cubicBezTo>
                  <a:cubicBezTo>
                    <a:pt x="383" y="2626"/>
                    <a:pt x="308" y="2703"/>
                    <a:pt x="273" y="2800"/>
                  </a:cubicBezTo>
                  <a:lnTo>
                    <a:pt x="35" y="3462"/>
                  </a:lnTo>
                  <a:cubicBezTo>
                    <a:pt x="0" y="3561"/>
                    <a:pt x="0" y="3671"/>
                    <a:pt x="47" y="3764"/>
                  </a:cubicBezTo>
                  <a:cubicBezTo>
                    <a:pt x="93" y="3863"/>
                    <a:pt x="169" y="3932"/>
                    <a:pt x="267" y="3967"/>
                  </a:cubicBezTo>
                  <a:lnTo>
                    <a:pt x="1121" y="4280"/>
                  </a:lnTo>
                  <a:cubicBezTo>
                    <a:pt x="1044" y="4762"/>
                    <a:pt x="1068" y="5249"/>
                    <a:pt x="1183" y="5731"/>
                  </a:cubicBezTo>
                  <a:lnTo>
                    <a:pt x="366" y="6114"/>
                  </a:lnTo>
                  <a:cubicBezTo>
                    <a:pt x="267" y="6160"/>
                    <a:pt x="198" y="6235"/>
                    <a:pt x="163" y="6334"/>
                  </a:cubicBezTo>
                  <a:cubicBezTo>
                    <a:pt x="128" y="6433"/>
                    <a:pt x="128" y="6543"/>
                    <a:pt x="174" y="6636"/>
                  </a:cubicBezTo>
                  <a:lnTo>
                    <a:pt x="471" y="7274"/>
                  </a:lnTo>
                  <a:cubicBezTo>
                    <a:pt x="517" y="7367"/>
                    <a:pt x="599" y="7442"/>
                    <a:pt x="696" y="7477"/>
                  </a:cubicBezTo>
                  <a:cubicBezTo>
                    <a:pt x="740" y="7492"/>
                    <a:pt x="784" y="7500"/>
                    <a:pt x="829" y="7500"/>
                  </a:cubicBezTo>
                  <a:cubicBezTo>
                    <a:pt x="886" y="7500"/>
                    <a:pt x="943" y="7488"/>
                    <a:pt x="998" y="7464"/>
                  </a:cubicBezTo>
                  <a:lnTo>
                    <a:pt x="1817" y="7076"/>
                  </a:lnTo>
                  <a:cubicBezTo>
                    <a:pt x="2106" y="7477"/>
                    <a:pt x="2466" y="7801"/>
                    <a:pt x="2889" y="8056"/>
                  </a:cubicBezTo>
                  <a:lnTo>
                    <a:pt x="2576" y="8909"/>
                  </a:lnTo>
                  <a:cubicBezTo>
                    <a:pt x="2506" y="9113"/>
                    <a:pt x="2610" y="9338"/>
                    <a:pt x="2814" y="9413"/>
                  </a:cubicBezTo>
                  <a:lnTo>
                    <a:pt x="3475" y="9657"/>
                  </a:lnTo>
                  <a:cubicBezTo>
                    <a:pt x="3522" y="9670"/>
                    <a:pt x="3568" y="9681"/>
                    <a:pt x="3609" y="9681"/>
                  </a:cubicBezTo>
                  <a:cubicBezTo>
                    <a:pt x="3772" y="9681"/>
                    <a:pt x="3922" y="9576"/>
                    <a:pt x="3980" y="9420"/>
                  </a:cubicBezTo>
                  <a:lnTo>
                    <a:pt x="4288" y="8567"/>
                  </a:lnTo>
                  <a:cubicBezTo>
                    <a:pt x="4477" y="8596"/>
                    <a:pt x="4666" y="8611"/>
                    <a:pt x="4854" y="8611"/>
                  </a:cubicBezTo>
                  <a:cubicBezTo>
                    <a:pt x="5151" y="8611"/>
                    <a:pt x="5447" y="8574"/>
                    <a:pt x="5737" y="8503"/>
                  </a:cubicBezTo>
                  <a:lnTo>
                    <a:pt x="6126" y="9327"/>
                  </a:lnTo>
                  <a:cubicBezTo>
                    <a:pt x="6167" y="9420"/>
                    <a:pt x="6248" y="9490"/>
                    <a:pt x="6347" y="9525"/>
                  </a:cubicBezTo>
                  <a:cubicBezTo>
                    <a:pt x="6391" y="9543"/>
                    <a:pt x="6437" y="9552"/>
                    <a:pt x="6482" y="9552"/>
                  </a:cubicBezTo>
                  <a:cubicBezTo>
                    <a:pt x="6538" y="9552"/>
                    <a:pt x="6594" y="9538"/>
                    <a:pt x="6648" y="9512"/>
                  </a:cubicBezTo>
                  <a:lnTo>
                    <a:pt x="7287" y="9217"/>
                  </a:lnTo>
                  <a:cubicBezTo>
                    <a:pt x="7379" y="9170"/>
                    <a:pt x="7448" y="9095"/>
                    <a:pt x="7490" y="8996"/>
                  </a:cubicBezTo>
                  <a:cubicBezTo>
                    <a:pt x="7525" y="8898"/>
                    <a:pt x="7518" y="8787"/>
                    <a:pt x="7472" y="8695"/>
                  </a:cubicBezTo>
                  <a:lnTo>
                    <a:pt x="7089" y="7871"/>
                  </a:lnTo>
                  <a:cubicBezTo>
                    <a:pt x="7483" y="7581"/>
                    <a:pt x="7814" y="7221"/>
                    <a:pt x="8069" y="6797"/>
                  </a:cubicBezTo>
                  <a:lnTo>
                    <a:pt x="8923" y="7111"/>
                  </a:lnTo>
                  <a:cubicBezTo>
                    <a:pt x="8965" y="7125"/>
                    <a:pt x="9009" y="7132"/>
                    <a:pt x="9052" y="7132"/>
                  </a:cubicBezTo>
                  <a:cubicBezTo>
                    <a:pt x="9214" y="7132"/>
                    <a:pt x="9367" y="7033"/>
                    <a:pt x="9427" y="6873"/>
                  </a:cubicBezTo>
                  <a:lnTo>
                    <a:pt x="9665" y="6211"/>
                  </a:lnTo>
                  <a:cubicBezTo>
                    <a:pt x="9699" y="6114"/>
                    <a:pt x="9699" y="6009"/>
                    <a:pt x="9654" y="5911"/>
                  </a:cubicBezTo>
                  <a:cubicBezTo>
                    <a:pt x="9606" y="5817"/>
                    <a:pt x="9531" y="5742"/>
                    <a:pt x="9432" y="5707"/>
                  </a:cubicBezTo>
                  <a:lnTo>
                    <a:pt x="8580" y="5400"/>
                  </a:lnTo>
                  <a:cubicBezTo>
                    <a:pt x="8655" y="4912"/>
                    <a:pt x="8632" y="4425"/>
                    <a:pt x="8516" y="3949"/>
                  </a:cubicBezTo>
                  <a:lnTo>
                    <a:pt x="9335" y="3566"/>
                  </a:lnTo>
                  <a:cubicBezTo>
                    <a:pt x="9432" y="3520"/>
                    <a:pt x="9502" y="3440"/>
                    <a:pt x="9537" y="3341"/>
                  </a:cubicBezTo>
                  <a:cubicBezTo>
                    <a:pt x="9571" y="3242"/>
                    <a:pt x="9571" y="3137"/>
                    <a:pt x="9525" y="3044"/>
                  </a:cubicBezTo>
                  <a:lnTo>
                    <a:pt x="9230" y="2407"/>
                  </a:lnTo>
                  <a:cubicBezTo>
                    <a:pt x="9163" y="2263"/>
                    <a:pt x="9019" y="2178"/>
                    <a:pt x="8869" y="2178"/>
                  </a:cubicBezTo>
                  <a:cubicBezTo>
                    <a:pt x="8813" y="2178"/>
                    <a:pt x="8755" y="2190"/>
                    <a:pt x="8701" y="2216"/>
                  </a:cubicBezTo>
                  <a:lnTo>
                    <a:pt x="7884" y="2599"/>
                  </a:lnTo>
                  <a:cubicBezTo>
                    <a:pt x="7594" y="2203"/>
                    <a:pt x="7234" y="1873"/>
                    <a:pt x="6811" y="1617"/>
                  </a:cubicBezTo>
                  <a:lnTo>
                    <a:pt x="7118" y="765"/>
                  </a:lnTo>
                  <a:cubicBezTo>
                    <a:pt x="7159" y="666"/>
                    <a:pt x="7153" y="562"/>
                    <a:pt x="7107" y="463"/>
                  </a:cubicBezTo>
                  <a:cubicBezTo>
                    <a:pt x="7060" y="371"/>
                    <a:pt x="6985" y="302"/>
                    <a:pt x="6886" y="260"/>
                  </a:cubicBezTo>
                  <a:lnTo>
                    <a:pt x="6225" y="23"/>
                  </a:lnTo>
                  <a:cubicBezTo>
                    <a:pt x="6181" y="8"/>
                    <a:pt x="6134" y="0"/>
                    <a:pt x="60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5" name="Google Shape;1215;p42"/>
          <p:cNvGrpSpPr/>
          <p:nvPr/>
        </p:nvGrpSpPr>
        <p:grpSpPr>
          <a:xfrm>
            <a:off x="6398994" y="1683424"/>
            <a:ext cx="2516631" cy="3176453"/>
            <a:chOff x="3819400" y="1909700"/>
            <a:chExt cx="1419900" cy="1792075"/>
          </a:xfrm>
        </p:grpSpPr>
        <p:sp>
          <p:nvSpPr>
            <p:cNvPr id="1216" name="Google Shape;1216;p42"/>
            <p:cNvSpPr/>
            <p:nvPr/>
          </p:nvSpPr>
          <p:spPr>
            <a:xfrm>
              <a:off x="4638375" y="2219900"/>
              <a:ext cx="100600" cy="113975"/>
            </a:xfrm>
            <a:custGeom>
              <a:avLst/>
              <a:gdLst/>
              <a:ahLst/>
              <a:cxnLst/>
              <a:rect l="l" t="t" r="r" b="b"/>
              <a:pathLst>
                <a:path w="4024" h="4559" extrusionOk="0">
                  <a:moveTo>
                    <a:pt x="4024" y="0"/>
                  </a:moveTo>
                  <a:lnTo>
                    <a:pt x="4024" y="0"/>
                  </a:lnTo>
                  <a:cubicBezTo>
                    <a:pt x="3484" y="843"/>
                    <a:pt x="2690" y="1338"/>
                    <a:pt x="1870" y="1338"/>
                  </a:cubicBezTo>
                  <a:cubicBezTo>
                    <a:pt x="1624" y="1338"/>
                    <a:pt x="1375" y="1294"/>
                    <a:pt x="1131" y="1201"/>
                  </a:cubicBezTo>
                  <a:cubicBezTo>
                    <a:pt x="806" y="1131"/>
                    <a:pt x="517" y="1017"/>
                    <a:pt x="254" y="833"/>
                  </a:cubicBezTo>
                  <a:lnTo>
                    <a:pt x="0" y="4304"/>
                  </a:lnTo>
                  <a:lnTo>
                    <a:pt x="3655" y="4558"/>
                  </a:lnTo>
                  <a:lnTo>
                    <a:pt x="4024" y="0"/>
                  </a:lnTo>
                  <a:close/>
                </a:path>
              </a:pathLst>
            </a:custGeom>
            <a:solidFill>
              <a:srgbClr val="FFA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2"/>
            <p:cNvSpPr/>
            <p:nvPr/>
          </p:nvSpPr>
          <p:spPr>
            <a:xfrm>
              <a:off x="4634850" y="2217050"/>
              <a:ext cx="106750" cy="120550"/>
            </a:xfrm>
            <a:custGeom>
              <a:avLst/>
              <a:gdLst/>
              <a:ahLst/>
              <a:cxnLst/>
              <a:rect l="l" t="t" r="r" b="b"/>
              <a:pathLst>
                <a:path w="4270" h="4822" extrusionOk="0">
                  <a:moveTo>
                    <a:pt x="4016" y="508"/>
                  </a:moveTo>
                  <a:lnTo>
                    <a:pt x="3682" y="4567"/>
                  </a:lnTo>
                  <a:lnTo>
                    <a:pt x="255" y="4313"/>
                  </a:lnTo>
                  <a:lnTo>
                    <a:pt x="509" y="1131"/>
                  </a:lnTo>
                  <a:cubicBezTo>
                    <a:pt x="728" y="1280"/>
                    <a:pt x="983" y="1385"/>
                    <a:pt x="1237" y="1429"/>
                  </a:cubicBezTo>
                  <a:cubicBezTo>
                    <a:pt x="1483" y="1521"/>
                    <a:pt x="1738" y="1566"/>
                    <a:pt x="1993" y="1566"/>
                  </a:cubicBezTo>
                  <a:cubicBezTo>
                    <a:pt x="2732" y="1566"/>
                    <a:pt x="3475" y="1192"/>
                    <a:pt x="4016" y="508"/>
                  </a:cubicBezTo>
                  <a:close/>
                  <a:moveTo>
                    <a:pt x="4200" y="0"/>
                  </a:moveTo>
                  <a:cubicBezTo>
                    <a:pt x="4165" y="0"/>
                    <a:pt x="4086" y="0"/>
                    <a:pt x="4051" y="35"/>
                  </a:cubicBezTo>
                  <a:cubicBezTo>
                    <a:pt x="3548" y="873"/>
                    <a:pt x="2788" y="1347"/>
                    <a:pt x="2020" y="1347"/>
                  </a:cubicBezTo>
                  <a:cubicBezTo>
                    <a:pt x="1784" y="1347"/>
                    <a:pt x="1546" y="1302"/>
                    <a:pt x="1316" y="1210"/>
                  </a:cubicBezTo>
                  <a:cubicBezTo>
                    <a:pt x="1018" y="1131"/>
                    <a:pt x="728" y="1026"/>
                    <a:pt x="474" y="842"/>
                  </a:cubicBezTo>
                  <a:cubicBezTo>
                    <a:pt x="451" y="842"/>
                    <a:pt x="423" y="826"/>
                    <a:pt x="397" y="826"/>
                  </a:cubicBezTo>
                  <a:cubicBezTo>
                    <a:pt x="385" y="826"/>
                    <a:pt x="372" y="830"/>
                    <a:pt x="360" y="842"/>
                  </a:cubicBezTo>
                  <a:cubicBezTo>
                    <a:pt x="325" y="842"/>
                    <a:pt x="290" y="877"/>
                    <a:pt x="290" y="947"/>
                  </a:cubicBezTo>
                  <a:lnTo>
                    <a:pt x="36" y="4383"/>
                  </a:lnTo>
                  <a:cubicBezTo>
                    <a:pt x="1" y="4418"/>
                    <a:pt x="36" y="4453"/>
                    <a:pt x="36" y="4497"/>
                  </a:cubicBezTo>
                  <a:cubicBezTo>
                    <a:pt x="71" y="4497"/>
                    <a:pt x="106" y="4532"/>
                    <a:pt x="106" y="4532"/>
                  </a:cubicBezTo>
                  <a:lnTo>
                    <a:pt x="3796" y="4821"/>
                  </a:lnTo>
                  <a:cubicBezTo>
                    <a:pt x="3831" y="4821"/>
                    <a:pt x="3867" y="4786"/>
                    <a:pt x="3867" y="4786"/>
                  </a:cubicBezTo>
                  <a:cubicBezTo>
                    <a:pt x="3902" y="4751"/>
                    <a:pt x="3902" y="4751"/>
                    <a:pt x="3902" y="4716"/>
                  </a:cubicBezTo>
                  <a:lnTo>
                    <a:pt x="4270" y="114"/>
                  </a:lnTo>
                  <a:cubicBezTo>
                    <a:pt x="4270" y="70"/>
                    <a:pt x="4235" y="0"/>
                    <a:pt x="4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2"/>
            <p:cNvSpPr/>
            <p:nvPr/>
          </p:nvSpPr>
          <p:spPr>
            <a:xfrm>
              <a:off x="4641200" y="2247275"/>
              <a:ext cx="67525" cy="47375"/>
            </a:xfrm>
            <a:custGeom>
              <a:avLst/>
              <a:gdLst/>
              <a:ahLst/>
              <a:cxnLst/>
              <a:rect l="l" t="t" r="r" b="b"/>
              <a:pathLst>
                <a:path w="2701" h="1895" extrusionOk="0">
                  <a:moveTo>
                    <a:pt x="106" y="1"/>
                  </a:moveTo>
                  <a:lnTo>
                    <a:pt x="1" y="1894"/>
                  </a:lnTo>
                  <a:cubicBezTo>
                    <a:pt x="983" y="1859"/>
                    <a:pt x="2701" y="579"/>
                    <a:pt x="2701" y="579"/>
                  </a:cubicBezTo>
                  <a:lnTo>
                    <a:pt x="1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2"/>
            <p:cNvSpPr/>
            <p:nvPr/>
          </p:nvSpPr>
          <p:spPr>
            <a:xfrm>
              <a:off x="4613825" y="2168600"/>
              <a:ext cx="900" cy="6400"/>
            </a:xfrm>
            <a:custGeom>
              <a:avLst/>
              <a:gdLst/>
              <a:ahLst/>
              <a:cxnLst/>
              <a:rect l="l" t="t" r="r" b="b"/>
              <a:pathLst>
                <a:path w="36" h="256" extrusionOk="0">
                  <a:moveTo>
                    <a:pt x="35" y="1"/>
                  </a:moveTo>
                  <a:cubicBezTo>
                    <a:pt x="0" y="80"/>
                    <a:pt x="0" y="150"/>
                    <a:pt x="0" y="255"/>
                  </a:cubicBezTo>
                  <a:cubicBezTo>
                    <a:pt x="0" y="185"/>
                    <a:pt x="0" y="115"/>
                    <a:pt x="35" y="80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2"/>
            <p:cNvSpPr/>
            <p:nvPr/>
          </p:nvSpPr>
          <p:spPr>
            <a:xfrm>
              <a:off x="4614700" y="2057925"/>
              <a:ext cx="302225" cy="196625"/>
            </a:xfrm>
            <a:custGeom>
              <a:avLst/>
              <a:gdLst/>
              <a:ahLst/>
              <a:cxnLst/>
              <a:rect l="l" t="t" r="r" b="b"/>
              <a:pathLst>
                <a:path w="12089" h="7865" extrusionOk="0">
                  <a:moveTo>
                    <a:pt x="3529" y="1"/>
                  </a:moveTo>
                  <a:cubicBezTo>
                    <a:pt x="2298" y="1"/>
                    <a:pt x="1138" y="780"/>
                    <a:pt x="693" y="2017"/>
                  </a:cubicBezTo>
                  <a:lnTo>
                    <a:pt x="623" y="2236"/>
                  </a:lnTo>
                  <a:cubicBezTo>
                    <a:pt x="588" y="2385"/>
                    <a:pt x="544" y="2534"/>
                    <a:pt x="509" y="2675"/>
                  </a:cubicBezTo>
                  <a:lnTo>
                    <a:pt x="0" y="4428"/>
                  </a:lnTo>
                  <a:lnTo>
                    <a:pt x="255" y="3630"/>
                  </a:lnTo>
                  <a:cubicBezTo>
                    <a:pt x="290" y="3586"/>
                    <a:pt x="290" y="3551"/>
                    <a:pt x="325" y="3516"/>
                  </a:cubicBezTo>
                  <a:cubicBezTo>
                    <a:pt x="325" y="3516"/>
                    <a:pt x="404" y="3551"/>
                    <a:pt x="509" y="3630"/>
                  </a:cubicBezTo>
                  <a:cubicBezTo>
                    <a:pt x="623" y="4393"/>
                    <a:pt x="1026" y="5085"/>
                    <a:pt x="1640" y="5559"/>
                  </a:cubicBezTo>
                  <a:cubicBezTo>
                    <a:pt x="1640" y="5708"/>
                    <a:pt x="1569" y="5927"/>
                    <a:pt x="1464" y="6111"/>
                  </a:cubicBezTo>
                  <a:cubicBezTo>
                    <a:pt x="1464" y="6111"/>
                    <a:pt x="1902" y="6952"/>
                    <a:pt x="3033" y="7172"/>
                  </a:cubicBezTo>
                  <a:cubicBezTo>
                    <a:pt x="3195" y="7205"/>
                    <a:pt x="3353" y="7221"/>
                    <a:pt x="3506" y="7221"/>
                  </a:cubicBezTo>
                  <a:cubicBezTo>
                    <a:pt x="3835" y="7221"/>
                    <a:pt x="4143" y="7148"/>
                    <a:pt x="4418" y="7023"/>
                  </a:cubicBezTo>
                  <a:lnTo>
                    <a:pt x="4532" y="7864"/>
                  </a:lnTo>
                  <a:cubicBezTo>
                    <a:pt x="4532" y="7864"/>
                    <a:pt x="6575" y="7277"/>
                    <a:pt x="7486" y="4174"/>
                  </a:cubicBezTo>
                  <a:cubicBezTo>
                    <a:pt x="7556" y="4209"/>
                    <a:pt x="7600" y="4244"/>
                    <a:pt x="7670" y="4288"/>
                  </a:cubicBezTo>
                  <a:cubicBezTo>
                    <a:pt x="7925" y="4428"/>
                    <a:pt x="8214" y="4577"/>
                    <a:pt x="8433" y="4796"/>
                  </a:cubicBezTo>
                  <a:cubicBezTo>
                    <a:pt x="8652" y="5085"/>
                    <a:pt x="8696" y="5524"/>
                    <a:pt x="8801" y="5857"/>
                  </a:cubicBezTo>
                  <a:cubicBezTo>
                    <a:pt x="9055" y="6479"/>
                    <a:pt x="9643" y="6917"/>
                    <a:pt x="10300" y="7023"/>
                  </a:cubicBezTo>
                  <a:cubicBezTo>
                    <a:pt x="10383" y="7032"/>
                    <a:pt x="10470" y="7037"/>
                    <a:pt x="10560" y="7037"/>
                  </a:cubicBezTo>
                  <a:cubicBezTo>
                    <a:pt x="11112" y="7037"/>
                    <a:pt x="11772" y="6850"/>
                    <a:pt x="12088" y="6435"/>
                  </a:cubicBezTo>
                  <a:cubicBezTo>
                    <a:pt x="11799" y="6330"/>
                    <a:pt x="11501" y="6146"/>
                    <a:pt x="11326" y="5857"/>
                  </a:cubicBezTo>
                  <a:cubicBezTo>
                    <a:pt x="11142" y="5559"/>
                    <a:pt x="11028" y="5199"/>
                    <a:pt x="10993" y="4866"/>
                  </a:cubicBezTo>
                  <a:cubicBezTo>
                    <a:pt x="10923" y="4209"/>
                    <a:pt x="11028" y="3551"/>
                    <a:pt x="11028" y="2929"/>
                  </a:cubicBezTo>
                  <a:cubicBezTo>
                    <a:pt x="11028" y="1833"/>
                    <a:pt x="10668" y="851"/>
                    <a:pt x="9529" y="483"/>
                  </a:cubicBezTo>
                  <a:cubicBezTo>
                    <a:pt x="9353" y="448"/>
                    <a:pt x="9169" y="413"/>
                    <a:pt x="8950" y="378"/>
                  </a:cubicBezTo>
                  <a:cubicBezTo>
                    <a:pt x="8797" y="354"/>
                    <a:pt x="8635" y="342"/>
                    <a:pt x="8472" y="342"/>
                  </a:cubicBezTo>
                  <a:cubicBezTo>
                    <a:pt x="7853" y="342"/>
                    <a:pt x="7203" y="519"/>
                    <a:pt x="6829" y="922"/>
                  </a:cubicBezTo>
                  <a:cubicBezTo>
                    <a:pt x="5768" y="124"/>
                    <a:pt x="4164" y="10"/>
                    <a:pt x="3761" y="10"/>
                  </a:cubicBezTo>
                  <a:cubicBezTo>
                    <a:pt x="3683" y="4"/>
                    <a:pt x="3606" y="1"/>
                    <a:pt x="35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2"/>
            <p:cNvSpPr/>
            <p:nvPr/>
          </p:nvSpPr>
          <p:spPr>
            <a:xfrm>
              <a:off x="4747925" y="2162250"/>
              <a:ext cx="50225" cy="62775"/>
            </a:xfrm>
            <a:custGeom>
              <a:avLst/>
              <a:gdLst/>
              <a:ahLst/>
              <a:cxnLst/>
              <a:rect l="l" t="t" r="r" b="b"/>
              <a:pathLst>
                <a:path w="2009" h="2511" extrusionOk="0">
                  <a:moveTo>
                    <a:pt x="658" y="1"/>
                  </a:moveTo>
                  <a:cubicBezTo>
                    <a:pt x="658" y="36"/>
                    <a:pt x="658" y="71"/>
                    <a:pt x="623" y="115"/>
                  </a:cubicBezTo>
                  <a:lnTo>
                    <a:pt x="623" y="185"/>
                  </a:lnTo>
                  <a:lnTo>
                    <a:pt x="36" y="2341"/>
                  </a:lnTo>
                  <a:cubicBezTo>
                    <a:pt x="36" y="2376"/>
                    <a:pt x="1" y="2376"/>
                    <a:pt x="1" y="2411"/>
                  </a:cubicBezTo>
                  <a:cubicBezTo>
                    <a:pt x="36" y="2446"/>
                    <a:pt x="115" y="2446"/>
                    <a:pt x="150" y="2446"/>
                  </a:cubicBezTo>
                  <a:lnTo>
                    <a:pt x="369" y="2481"/>
                  </a:lnTo>
                  <a:cubicBezTo>
                    <a:pt x="461" y="2501"/>
                    <a:pt x="552" y="2510"/>
                    <a:pt x="641" y="2510"/>
                  </a:cubicBezTo>
                  <a:cubicBezTo>
                    <a:pt x="1227" y="2510"/>
                    <a:pt x="1739" y="2105"/>
                    <a:pt x="1868" y="1535"/>
                  </a:cubicBezTo>
                  <a:cubicBezTo>
                    <a:pt x="2008" y="842"/>
                    <a:pt x="1570" y="185"/>
                    <a:pt x="878" y="36"/>
                  </a:cubicBezTo>
                  <a:lnTo>
                    <a:pt x="658" y="1"/>
                  </a:lnTo>
                  <a:close/>
                </a:path>
              </a:pathLst>
            </a:custGeom>
            <a:solidFill>
              <a:srgbClr val="FFA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2"/>
            <p:cNvSpPr/>
            <p:nvPr/>
          </p:nvSpPr>
          <p:spPr>
            <a:xfrm>
              <a:off x="4745300" y="2159625"/>
              <a:ext cx="53950" cy="68400"/>
            </a:xfrm>
            <a:custGeom>
              <a:avLst/>
              <a:gdLst/>
              <a:ahLst/>
              <a:cxnLst/>
              <a:rect l="l" t="t" r="r" b="b"/>
              <a:pathLst>
                <a:path w="2158" h="2736" extrusionOk="0">
                  <a:moveTo>
                    <a:pt x="947" y="255"/>
                  </a:moveTo>
                  <a:cubicBezTo>
                    <a:pt x="1237" y="325"/>
                    <a:pt x="1500" y="509"/>
                    <a:pt x="1675" y="763"/>
                  </a:cubicBezTo>
                  <a:cubicBezTo>
                    <a:pt x="1859" y="1017"/>
                    <a:pt x="1894" y="1315"/>
                    <a:pt x="1859" y="1605"/>
                  </a:cubicBezTo>
                  <a:cubicBezTo>
                    <a:pt x="1739" y="2139"/>
                    <a:pt x="1288" y="2512"/>
                    <a:pt x="769" y="2512"/>
                  </a:cubicBezTo>
                  <a:cubicBezTo>
                    <a:pt x="684" y="2512"/>
                    <a:pt x="597" y="2502"/>
                    <a:pt x="509" y="2481"/>
                  </a:cubicBezTo>
                  <a:lnTo>
                    <a:pt x="290" y="2446"/>
                  </a:lnTo>
                  <a:lnTo>
                    <a:pt x="255" y="2446"/>
                  </a:lnTo>
                  <a:lnTo>
                    <a:pt x="842" y="325"/>
                  </a:lnTo>
                  <a:lnTo>
                    <a:pt x="842" y="255"/>
                  </a:lnTo>
                  <a:close/>
                  <a:moveTo>
                    <a:pt x="798" y="0"/>
                  </a:moveTo>
                  <a:cubicBezTo>
                    <a:pt x="728" y="0"/>
                    <a:pt x="658" y="36"/>
                    <a:pt x="658" y="71"/>
                  </a:cubicBezTo>
                  <a:lnTo>
                    <a:pt x="623" y="220"/>
                  </a:lnTo>
                  <a:lnTo>
                    <a:pt x="623" y="255"/>
                  </a:lnTo>
                  <a:lnTo>
                    <a:pt x="36" y="2411"/>
                  </a:lnTo>
                  <a:lnTo>
                    <a:pt x="36" y="2446"/>
                  </a:lnTo>
                  <a:lnTo>
                    <a:pt x="1" y="2481"/>
                  </a:lnTo>
                  <a:cubicBezTo>
                    <a:pt x="1" y="2551"/>
                    <a:pt x="36" y="2630"/>
                    <a:pt x="71" y="2630"/>
                  </a:cubicBezTo>
                  <a:cubicBezTo>
                    <a:pt x="141" y="2665"/>
                    <a:pt x="185" y="2665"/>
                    <a:pt x="220" y="2665"/>
                  </a:cubicBezTo>
                  <a:lnTo>
                    <a:pt x="474" y="2735"/>
                  </a:lnTo>
                  <a:lnTo>
                    <a:pt x="728" y="2735"/>
                  </a:lnTo>
                  <a:cubicBezTo>
                    <a:pt x="1386" y="2735"/>
                    <a:pt x="1938" y="2297"/>
                    <a:pt x="2078" y="1640"/>
                  </a:cubicBezTo>
                  <a:cubicBezTo>
                    <a:pt x="2157" y="1271"/>
                    <a:pt x="2078" y="912"/>
                    <a:pt x="1859" y="614"/>
                  </a:cubicBezTo>
                  <a:cubicBezTo>
                    <a:pt x="1675" y="325"/>
                    <a:pt x="1351" y="106"/>
                    <a:pt x="1018" y="36"/>
                  </a:cubicBezTo>
                  <a:lnTo>
                    <a:pt x="7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2"/>
            <p:cNvSpPr/>
            <p:nvPr/>
          </p:nvSpPr>
          <p:spPr>
            <a:xfrm>
              <a:off x="4734350" y="2172325"/>
              <a:ext cx="21050" cy="19100"/>
            </a:xfrm>
            <a:custGeom>
              <a:avLst/>
              <a:gdLst/>
              <a:ahLst/>
              <a:cxnLst/>
              <a:rect l="l" t="t" r="r" b="b"/>
              <a:pathLst>
                <a:path w="842" h="764" extrusionOk="0">
                  <a:moveTo>
                    <a:pt x="0" y="1"/>
                  </a:moveTo>
                  <a:lnTo>
                    <a:pt x="0" y="1"/>
                  </a:lnTo>
                  <a:cubicBezTo>
                    <a:pt x="360" y="474"/>
                    <a:pt x="842" y="763"/>
                    <a:pt x="842" y="763"/>
                  </a:cubicBezTo>
                  <a:cubicBezTo>
                    <a:pt x="842" y="763"/>
                    <a:pt x="360" y="474"/>
                    <a:pt x="0" y="1"/>
                  </a:cubicBezTo>
                  <a:close/>
                </a:path>
              </a:pathLst>
            </a:custGeom>
            <a:solidFill>
              <a:srgbClr val="FF95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2"/>
            <p:cNvSpPr/>
            <p:nvPr/>
          </p:nvSpPr>
          <p:spPr>
            <a:xfrm>
              <a:off x="4761750" y="2189000"/>
              <a:ext cx="11850" cy="14475"/>
            </a:xfrm>
            <a:custGeom>
              <a:avLst/>
              <a:gdLst/>
              <a:ahLst/>
              <a:cxnLst/>
              <a:rect l="l" t="t" r="r" b="b"/>
              <a:pathLst>
                <a:path w="474" h="579" extrusionOk="0">
                  <a:moveTo>
                    <a:pt x="364" y="0"/>
                  </a:moveTo>
                  <a:cubicBezTo>
                    <a:pt x="335" y="0"/>
                    <a:pt x="307" y="9"/>
                    <a:pt x="289" y="26"/>
                  </a:cubicBezTo>
                  <a:lnTo>
                    <a:pt x="70" y="175"/>
                  </a:lnTo>
                  <a:cubicBezTo>
                    <a:pt x="35" y="175"/>
                    <a:pt x="0" y="210"/>
                    <a:pt x="0" y="281"/>
                  </a:cubicBezTo>
                  <a:cubicBezTo>
                    <a:pt x="0" y="316"/>
                    <a:pt x="0" y="359"/>
                    <a:pt x="35" y="395"/>
                  </a:cubicBezTo>
                  <a:lnTo>
                    <a:pt x="219" y="579"/>
                  </a:lnTo>
                  <a:lnTo>
                    <a:pt x="289" y="579"/>
                  </a:lnTo>
                  <a:cubicBezTo>
                    <a:pt x="325" y="579"/>
                    <a:pt x="360" y="579"/>
                    <a:pt x="403" y="535"/>
                  </a:cubicBezTo>
                  <a:cubicBezTo>
                    <a:pt x="438" y="500"/>
                    <a:pt x="438" y="430"/>
                    <a:pt x="403" y="395"/>
                  </a:cubicBezTo>
                  <a:lnTo>
                    <a:pt x="289" y="281"/>
                  </a:lnTo>
                  <a:lnTo>
                    <a:pt x="403" y="210"/>
                  </a:lnTo>
                  <a:cubicBezTo>
                    <a:pt x="474" y="175"/>
                    <a:pt x="474" y="96"/>
                    <a:pt x="438" y="26"/>
                  </a:cubicBezTo>
                  <a:cubicBezTo>
                    <a:pt x="421" y="9"/>
                    <a:pt x="392" y="0"/>
                    <a:pt x="3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2"/>
            <p:cNvSpPr/>
            <p:nvPr/>
          </p:nvSpPr>
          <p:spPr>
            <a:xfrm>
              <a:off x="4600900" y="2108350"/>
              <a:ext cx="157650" cy="160725"/>
            </a:xfrm>
            <a:custGeom>
              <a:avLst/>
              <a:gdLst/>
              <a:ahLst/>
              <a:cxnLst/>
              <a:rect l="l" t="t" r="r" b="b"/>
              <a:pathLst>
                <a:path w="6306" h="6429" extrusionOk="0">
                  <a:moveTo>
                    <a:pt x="1534" y="0"/>
                  </a:moveTo>
                  <a:lnTo>
                    <a:pt x="1534" y="0"/>
                  </a:lnTo>
                  <a:cubicBezTo>
                    <a:pt x="1464" y="79"/>
                    <a:pt x="1429" y="114"/>
                    <a:pt x="1394" y="184"/>
                  </a:cubicBezTo>
                  <a:lnTo>
                    <a:pt x="1359" y="149"/>
                  </a:lnTo>
                  <a:lnTo>
                    <a:pt x="1315" y="298"/>
                  </a:lnTo>
                  <a:cubicBezTo>
                    <a:pt x="1210" y="439"/>
                    <a:pt x="552" y="2227"/>
                    <a:pt x="333" y="2963"/>
                  </a:cubicBezTo>
                  <a:lnTo>
                    <a:pt x="219" y="3217"/>
                  </a:lnTo>
                  <a:cubicBezTo>
                    <a:pt x="0" y="3761"/>
                    <a:pt x="0" y="4199"/>
                    <a:pt x="263" y="4751"/>
                  </a:cubicBezTo>
                  <a:cubicBezTo>
                    <a:pt x="657" y="5628"/>
                    <a:pt x="1578" y="6250"/>
                    <a:pt x="2525" y="6390"/>
                  </a:cubicBezTo>
                  <a:cubicBezTo>
                    <a:pt x="2681" y="6416"/>
                    <a:pt x="2843" y="6429"/>
                    <a:pt x="3009" y="6429"/>
                  </a:cubicBezTo>
                  <a:cubicBezTo>
                    <a:pt x="3810" y="6429"/>
                    <a:pt x="4680" y="6132"/>
                    <a:pt x="5225" y="5558"/>
                  </a:cubicBezTo>
                  <a:cubicBezTo>
                    <a:pt x="5663" y="5119"/>
                    <a:pt x="5847" y="4567"/>
                    <a:pt x="6031" y="3980"/>
                  </a:cubicBezTo>
                  <a:cubicBezTo>
                    <a:pt x="6183" y="3501"/>
                    <a:pt x="6306" y="3040"/>
                    <a:pt x="6304" y="3040"/>
                  </a:cubicBezTo>
                  <a:lnTo>
                    <a:pt x="6304" y="3040"/>
                  </a:lnTo>
                  <a:cubicBezTo>
                    <a:pt x="6303" y="3040"/>
                    <a:pt x="6297" y="3060"/>
                    <a:pt x="6285" y="3103"/>
                  </a:cubicBezTo>
                  <a:cubicBezTo>
                    <a:pt x="6284" y="3105"/>
                    <a:pt x="6282" y="3106"/>
                    <a:pt x="6279" y="3106"/>
                  </a:cubicBezTo>
                  <a:cubicBezTo>
                    <a:pt x="6196" y="3106"/>
                    <a:pt x="5476" y="2557"/>
                    <a:pt x="5409" y="2490"/>
                  </a:cubicBezTo>
                  <a:cubicBezTo>
                    <a:pt x="4865" y="1902"/>
                    <a:pt x="4900" y="1175"/>
                    <a:pt x="5084" y="474"/>
                  </a:cubicBezTo>
                  <a:cubicBezTo>
                    <a:pt x="5084" y="474"/>
                    <a:pt x="5084" y="439"/>
                    <a:pt x="5040" y="403"/>
                  </a:cubicBezTo>
                  <a:cubicBezTo>
                    <a:pt x="4915" y="469"/>
                    <a:pt x="4396" y="652"/>
                    <a:pt x="3606" y="652"/>
                  </a:cubicBezTo>
                  <a:cubicBezTo>
                    <a:pt x="3015" y="652"/>
                    <a:pt x="2273" y="549"/>
                    <a:pt x="1429" y="219"/>
                  </a:cubicBezTo>
                  <a:lnTo>
                    <a:pt x="1534" y="0"/>
                  </a:lnTo>
                  <a:close/>
                </a:path>
              </a:pathLst>
            </a:custGeom>
            <a:solidFill>
              <a:srgbClr val="FFA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2"/>
            <p:cNvSpPr/>
            <p:nvPr/>
          </p:nvSpPr>
          <p:spPr>
            <a:xfrm>
              <a:off x="4598250" y="2106025"/>
              <a:ext cx="164400" cy="165825"/>
            </a:xfrm>
            <a:custGeom>
              <a:avLst/>
              <a:gdLst/>
              <a:ahLst/>
              <a:cxnLst/>
              <a:rect l="l" t="t" r="r" b="b"/>
              <a:pathLst>
                <a:path w="6576" h="6633" extrusionOk="0">
                  <a:moveTo>
                    <a:pt x="1535" y="426"/>
                  </a:moveTo>
                  <a:cubicBezTo>
                    <a:pt x="2393" y="765"/>
                    <a:pt x="3147" y="869"/>
                    <a:pt x="3744" y="869"/>
                  </a:cubicBezTo>
                  <a:cubicBezTo>
                    <a:pt x="4366" y="869"/>
                    <a:pt x="4818" y="757"/>
                    <a:pt x="5041" y="681"/>
                  </a:cubicBezTo>
                  <a:lnTo>
                    <a:pt x="5041" y="681"/>
                  </a:lnTo>
                  <a:cubicBezTo>
                    <a:pt x="4892" y="1268"/>
                    <a:pt x="4857" y="2030"/>
                    <a:pt x="5409" y="2653"/>
                  </a:cubicBezTo>
                  <a:cubicBezTo>
                    <a:pt x="5409" y="2653"/>
                    <a:pt x="5953" y="3091"/>
                    <a:pt x="6242" y="3275"/>
                  </a:cubicBezTo>
                  <a:cubicBezTo>
                    <a:pt x="6207" y="3415"/>
                    <a:pt x="6137" y="3714"/>
                    <a:pt x="6023" y="4038"/>
                  </a:cubicBezTo>
                  <a:lnTo>
                    <a:pt x="5988" y="4073"/>
                  </a:lnTo>
                  <a:cubicBezTo>
                    <a:pt x="5848" y="4625"/>
                    <a:pt x="5664" y="5134"/>
                    <a:pt x="5260" y="5572"/>
                  </a:cubicBezTo>
                  <a:cubicBezTo>
                    <a:pt x="4737" y="6095"/>
                    <a:pt x="3905" y="6414"/>
                    <a:pt x="3090" y="6414"/>
                  </a:cubicBezTo>
                  <a:cubicBezTo>
                    <a:pt x="2936" y="6414"/>
                    <a:pt x="2782" y="6402"/>
                    <a:pt x="2631" y="6378"/>
                  </a:cubicBezTo>
                  <a:cubicBezTo>
                    <a:pt x="1719" y="6194"/>
                    <a:pt x="842" y="5572"/>
                    <a:pt x="474" y="4774"/>
                  </a:cubicBezTo>
                  <a:cubicBezTo>
                    <a:pt x="255" y="4336"/>
                    <a:pt x="220" y="3898"/>
                    <a:pt x="439" y="3345"/>
                  </a:cubicBezTo>
                  <a:lnTo>
                    <a:pt x="544" y="3056"/>
                  </a:lnTo>
                  <a:cubicBezTo>
                    <a:pt x="763" y="2364"/>
                    <a:pt x="1421" y="610"/>
                    <a:pt x="1535" y="426"/>
                  </a:cubicBezTo>
                  <a:close/>
                  <a:moveTo>
                    <a:pt x="1620" y="0"/>
                  </a:moveTo>
                  <a:cubicBezTo>
                    <a:pt x="1588" y="0"/>
                    <a:pt x="1555" y="17"/>
                    <a:pt x="1535" y="58"/>
                  </a:cubicBezTo>
                  <a:cubicBezTo>
                    <a:pt x="1500" y="58"/>
                    <a:pt x="1465" y="93"/>
                    <a:pt x="1465" y="128"/>
                  </a:cubicBezTo>
                  <a:lnTo>
                    <a:pt x="1421" y="128"/>
                  </a:lnTo>
                  <a:cubicBezTo>
                    <a:pt x="1386" y="172"/>
                    <a:pt x="1351" y="172"/>
                    <a:pt x="1351" y="207"/>
                  </a:cubicBezTo>
                  <a:lnTo>
                    <a:pt x="1316" y="312"/>
                  </a:lnTo>
                  <a:cubicBezTo>
                    <a:pt x="1167" y="567"/>
                    <a:pt x="509" y="2320"/>
                    <a:pt x="325" y="2977"/>
                  </a:cubicBezTo>
                  <a:cubicBezTo>
                    <a:pt x="255" y="3161"/>
                    <a:pt x="255" y="3240"/>
                    <a:pt x="220" y="3275"/>
                  </a:cubicBezTo>
                  <a:cubicBezTo>
                    <a:pt x="1" y="3898"/>
                    <a:pt x="1" y="4371"/>
                    <a:pt x="255" y="4879"/>
                  </a:cubicBezTo>
                  <a:cubicBezTo>
                    <a:pt x="658" y="5756"/>
                    <a:pt x="1605" y="6413"/>
                    <a:pt x="2596" y="6597"/>
                  </a:cubicBezTo>
                  <a:cubicBezTo>
                    <a:pt x="2780" y="6633"/>
                    <a:pt x="2955" y="6633"/>
                    <a:pt x="3104" y="6633"/>
                  </a:cubicBezTo>
                  <a:cubicBezTo>
                    <a:pt x="3981" y="6633"/>
                    <a:pt x="4857" y="6308"/>
                    <a:pt x="5444" y="5721"/>
                  </a:cubicBezTo>
                  <a:cubicBezTo>
                    <a:pt x="5883" y="5283"/>
                    <a:pt x="6023" y="4730"/>
                    <a:pt x="6242" y="4152"/>
                  </a:cubicBezTo>
                  <a:lnTo>
                    <a:pt x="6242" y="4117"/>
                  </a:lnTo>
                  <a:cubicBezTo>
                    <a:pt x="6575" y="3126"/>
                    <a:pt x="6540" y="3091"/>
                    <a:pt x="6505" y="3056"/>
                  </a:cubicBezTo>
                  <a:cubicBezTo>
                    <a:pt x="6461" y="3021"/>
                    <a:pt x="6426" y="3021"/>
                    <a:pt x="6391" y="3021"/>
                  </a:cubicBezTo>
                  <a:cubicBezTo>
                    <a:pt x="6356" y="3021"/>
                    <a:pt x="6356" y="3056"/>
                    <a:pt x="6321" y="3056"/>
                  </a:cubicBezTo>
                  <a:cubicBezTo>
                    <a:pt x="6102" y="2907"/>
                    <a:pt x="5664" y="2539"/>
                    <a:pt x="5585" y="2504"/>
                  </a:cubicBezTo>
                  <a:cubicBezTo>
                    <a:pt x="5190" y="2030"/>
                    <a:pt x="5076" y="1443"/>
                    <a:pt x="5295" y="567"/>
                  </a:cubicBezTo>
                  <a:lnTo>
                    <a:pt x="5295" y="496"/>
                  </a:lnTo>
                  <a:lnTo>
                    <a:pt x="5260" y="461"/>
                  </a:lnTo>
                  <a:cubicBezTo>
                    <a:pt x="5240" y="420"/>
                    <a:pt x="5219" y="403"/>
                    <a:pt x="5190" y="403"/>
                  </a:cubicBezTo>
                  <a:cubicBezTo>
                    <a:pt x="5169" y="403"/>
                    <a:pt x="5144" y="412"/>
                    <a:pt x="5111" y="426"/>
                  </a:cubicBezTo>
                  <a:cubicBezTo>
                    <a:pt x="5090" y="426"/>
                    <a:pt x="4591" y="637"/>
                    <a:pt x="3751" y="637"/>
                  </a:cubicBezTo>
                  <a:cubicBezTo>
                    <a:pt x="3197" y="637"/>
                    <a:pt x="2495" y="545"/>
                    <a:pt x="1684" y="242"/>
                  </a:cubicBezTo>
                  <a:lnTo>
                    <a:pt x="1754" y="172"/>
                  </a:lnTo>
                  <a:cubicBezTo>
                    <a:pt x="1754" y="128"/>
                    <a:pt x="1754" y="58"/>
                    <a:pt x="1684" y="23"/>
                  </a:cubicBezTo>
                  <a:cubicBezTo>
                    <a:pt x="1666" y="9"/>
                    <a:pt x="1643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2"/>
            <p:cNvSpPr/>
            <p:nvPr/>
          </p:nvSpPr>
          <p:spPr>
            <a:xfrm>
              <a:off x="4596500" y="2131125"/>
              <a:ext cx="30925" cy="42975"/>
            </a:xfrm>
            <a:custGeom>
              <a:avLst/>
              <a:gdLst/>
              <a:ahLst/>
              <a:cxnLst/>
              <a:rect l="l" t="t" r="r" b="b"/>
              <a:pathLst>
                <a:path w="1237" h="1719" extrusionOk="0">
                  <a:moveTo>
                    <a:pt x="1237" y="1"/>
                  </a:moveTo>
                  <a:lnTo>
                    <a:pt x="947" y="518"/>
                  </a:lnTo>
                  <a:cubicBezTo>
                    <a:pt x="900" y="641"/>
                    <a:pt x="767" y="714"/>
                    <a:pt x="631" y="714"/>
                  </a:cubicBezTo>
                  <a:cubicBezTo>
                    <a:pt x="564" y="714"/>
                    <a:pt x="497" y="696"/>
                    <a:pt x="439" y="658"/>
                  </a:cubicBezTo>
                  <a:cubicBezTo>
                    <a:pt x="409" y="649"/>
                    <a:pt x="380" y="645"/>
                    <a:pt x="352" y="645"/>
                  </a:cubicBezTo>
                  <a:cubicBezTo>
                    <a:pt x="274" y="645"/>
                    <a:pt x="208" y="679"/>
                    <a:pt x="176" y="737"/>
                  </a:cubicBezTo>
                  <a:cubicBezTo>
                    <a:pt x="1" y="1062"/>
                    <a:pt x="106" y="1430"/>
                    <a:pt x="439" y="1614"/>
                  </a:cubicBezTo>
                  <a:lnTo>
                    <a:pt x="614" y="1719"/>
                  </a:lnTo>
                  <a:lnTo>
                    <a:pt x="1237" y="1"/>
                  </a:lnTo>
                  <a:close/>
                </a:path>
              </a:pathLst>
            </a:custGeom>
            <a:solidFill>
              <a:srgbClr val="FFA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2"/>
            <p:cNvSpPr/>
            <p:nvPr/>
          </p:nvSpPr>
          <p:spPr>
            <a:xfrm>
              <a:off x="4592775" y="2128150"/>
              <a:ext cx="37500" cy="48800"/>
            </a:xfrm>
            <a:custGeom>
              <a:avLst/>
              <a:gdLst/>
              <a:ahLst/>
              <a:cxnLst/>
              <a:rect l="l" t="t" r="r" b="b"/>
              <a:pathLst>
                <a:path w="1500" h="1952" extrusionOk="0">
                  <a:moveTo>
                    <a:pt x="1383" y="0"/>
                  </a:moveTo>
                  <a:cubicBezTo>
                    <a:pt x="1348" y="0"/>
                    <a:pt x="1305" y="25"/>
                    <a:pt x="1281" y="50"/>
                  </a:cubicBezTo>
                  <a:lnTo>
                    <a:pt x="982" y="558"/>
                  </a:lnTo>
                  <a:cubicBezTo>
                    <a:pt x="959" y="658"/>
                    <a:pt x="868" y="707"/>
                    <a:pt x="769" y="707"/>
                  </a:cubicBezTo>
                  <a:cubicBezTo>
                    <a:pt x="720" y="707"/>
                    <a:pt x="669" y="695"/>
                    <a:pt x="623" y="672"/>
                  </a:cubicBezTo>
                  <a:cubicBezTo>
                    <a:pt x="584" y="655"/>
                    <a:pt x="546" y="646"/>
                    <a:pt x="510" y="646"/>
                  </a:cubicBezTo>
                  <a:cubicBezTo>
                    <a:pt x="474" y="646"/>
                    <a:pt x="439" y="655"/>
                    <a:pt x="404" y="672"/>
                  </a:cubicBezTo>
                  <a:cubicBezTo>
                    <a:pt x="325" y="672"/>
                    <a:pt x="255" y="742"/>
                    <a:pt x="220" y="821"/>
                  </a:cubicBezTo>
                  <a:cubicBezTo>
                    <a:pt x="1" y="1181"/>
                    <a:pt x="150" y="1619"/>
                    <a:pt x="509" y="1838"/>
                  </a:cubicBezTo>
                  <a:lnTo>
                    <a:pt x="728" y="1952"/>
                  </a:lnTo>
                  <a:lnTo>
                    <a:pt x="763" y="1952"/>
                  </a:lnTo>
                  <a:cubicBezTo>
                    <a:pt x="807" y="1952"/>
                    <a:pt x="877" y="1917"/>
                    <a:pt x="877" y="1873"/>
                  </a:cubicBezTo>
                  <a:cubicBezTo>
                    <a:pt x="912" y="1838"/>
                    <a:pt x="877" y="1768"/>
                    <a:pt x="842" y="1733"/>
                  </a:cubicBezTo>
                  <a:lnTo>
                    <a:pt x="623" y="1619"/>
                  </a:lnTo>
                  <a:cubicBezTo>
                    <a:pt x="369" y="1479"/>
                    <a:pt x="290" y="1181"/>
                    <a:pt x="404" y="926"/>
                  </a:cubicBezTo>
                  <a:cubicBezTo>
                    <a:pt x="439" y="891"/>
                    <a:pt x="439" y="891"/>
                    <a:pt x="474" y="891"/>
                  </a:cubicBezTo>
                  <a:lnTo>
                    <a:pt x="509" y="891"/>
                  </a:lnTo>
                  <a:cubicBezTo>
                    <a:pt x="587" y="937"/>
                    <a:pt x="672" y="958"/>
                    <a:pt x="755" y="958"/>
                  </a:cubicBezTo>
                  <a:cubicBezTo>
                    <a:pt x="945" y="958"/>
                    <a:pt x="1129" y="849"/>
                    <a:pt x="1202" y="672"/>
                  </a:cubicBezTo>
                  <a:lnTo>
                    <a:pt x="1465" y="164"/>
                  </a:lnTo>
                  <a:cubicBezTo>
                    <a:pt x="1500" y="120"/>
                    <a:pt x="1500" y="50"/>
                    <a:pt x="1421" y="15"/>
                  </a:cubicBezTo>
                  <a:cubicBezTo>
                    <a:pt x="1411" y="4"/>
                    <a:pt x="1397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2"/>
            <p:cNvSpPr/>
            <p:nvPr/>
          </p:nvSpPr>
          <p:spPr>
            <a:xfrm>
              <a:off x="4611850" y="2140350"/>
              <a:ext cx="18425" cy="35725"/>
            </a:xfrm>
            <a:custGeom>
              <a:avLst/>
              <a:gdLst/>
              <a:ahLst/>
              <a:cxnLst/>
              <a:rect l="l" t="t" r="r" b="b"/>
              <a:pathLst>
                <a:path w="737" h="1429" extrusionOk="0">
                  <a:moveTo>
                    <a:pt x="737" y="0"/>
                  </a:moveTo>
                  <a:lnTo>
                    <a:pt x="219" y="403"/>
                  </a:lnTo>
                  <a:lnTo>
                    <a:pt x="0" y="1210"/>
                  </a:lnTo>
                  <a:lnTo>
                    <a:pt x="404" y="1429"/>
                  </a:lnTo>
                  <a:lnTo>
                    <a:pt x="737" y="0"/>
                  </a:lnTo>
                  <a:close/>
                </a:path>
              </a:pathLst>
            </a:custGeom>
            <a:solidFill>
              <a:srgbClr val="FFA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2"/>
            <p:cNvSpPr/>
            <p:nvPr/>
          </p:nvSpPr>
          <p:spPr>
            <a:xfrm>
              <a:off x="4642975" y="2147350"/>
              <a:ext cx="11850" cy="10550"/>
            </a:xfrm>
            <a:custGeom>
              <a:avLst/>
              <a:gdLst/>
              <a:ahLst/>
              <a:cxnLst/>
              <a:rect l="l" t="t" r="r" b="b"/>
              <a:pathLst>
                <a:path w="474" h="422" extrusionOk="0">
                  <a:moveTo>
                    <a:pt x="237" y="1"/>
                  </a:moveTo>
                  <a:cubicBezTo>
                    <a:pt x="149" y="1"/>
                    <a:pt x="64" y="70"/>
                    <a:pt x="35" y="158"/>
                  </a:cubicBezTo>
                  <a:cubicBezTo>
                    <a:pt x="0" y="272"/>
                    <a:pt x="70" y="377"/>
                    <a:pt x="184" y="413"/>
                  </a:cubicBezTo>
                  <a:cubicBezTo>
                    <a:pt x="203" y="419"/>
                    <a:pt x="222" y="422"/>
                    <a:pt x="240" y="422"/>
                  </a:cubicBezTo>
                  <a:cubicBezTo>
                    <a:pt x="327" y="422"/>
                    <a:pt x="410" y="359"/>
                    <a:pt x="438" y="272"/>
                  </a:cubicBezTo>
                  <a:cubicBezTo>
                    <a:pt x="473" y="158"/>
                    <a:pt x="403" y="53"/>
                    <a:pt x="289" y="9"/>
                  </a:cubicBezTo>
                  <a:cubicBezTo>
                    <a:pt x="272" y="4"/>
                    <a:pt x="255" y="1"/>
                    <a:pt x="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2"/>
            <p:cNvSpPr/>
            <p:nvPr/>
          </p:nvSpPr>
          <p:spPr>
            <a:xfrm>
              <a:off x="4654800" y="2129075"/>
              <a:ext cx="23900" cy="20500"/>
            </a:xfrm>
            <a:custGeom>
              <a:avLst/>
              <a:gdLst/>
              <a:ahLst/>
              <a:cxnLst/>
              <a:rect l="l" t="t" r="r" b="b"/>
              <a:pathLst>
                <a:path w="956" h="820" extrusionOk="0">
                  <a:moveTo>
                    <a:pt x="235" y="1"/>
                  </a:moveTo>
                  <a:cubicBezTo>
                    <a:pt x="202" y="1"/>
                    <a:pt x="173" y="5"/>
                    <a:pt x="149" y="13"/>
                  </a:cubicBezTo>
                  <a:cubicBezTo>
                    <a:pt x="36" y="48"/>
                    <a:pt x="0" y="127"/>
                    <a:pt x="36" y="197"/>
                  </a:cubicBezTo>
                  <a:cubicBezTo>
                    <a:pt x="79" y="267"/>
                    <a:pt x="149" y="302"/>
                    <a:pt x="220" y="381"/>
                  </a:cubicBezTo>
                  <a:cubicBezTo>
                    <a:pt x="298" y="416"/>
                    <a:pt x="369" y="451"/>
                    <a:pt x="439" y="521"/>
                  </a:cubicBezTo>
                  <a:cubicBezTo>
                    <a:pt x="474" y="565"/>
                    <a:pt x="553" y="635"/>
                    <a:pt x="623" y="670"/>
                  </a:cubicBezTo>
                  <a:cubicBezTo>
                    <a:pt x="693" y="740"/>
                    <a:pt x="772" y="784"/>
                    <a:pt x="842" y="819"/>
                  </a:cubicBezTo>
                  <a:cubicBezTo>
                    <a:pt x="877" y="819"/>
                    <a:pt x="956" y="784"/>
                    <a:pt x="956" y="670"/>
                  </a:cubicBezTo>
                  <a:cubicBezTo>
                    <a:pt x="956" y="521"/>
                    <a:pt x="877" y="346"/>
                    <a:pt x="658" y="197"/>
                  </a:cubicBezTo>
                  <a:cubicBezTo>
                    <a:pt x="515" y="54"/>
                    <a:pt x="350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2"/>
            <p:cNvSpPr/>
            <p:nvPr/>
          </p:nvSpPr>
          <p:spPr>
            <a:xfrm>
              <a:off x="4621925" y="2180800"/>
              <a:ext cx="30275" cy="15225"/>
            </a:xfrm>
            <a:custGeom>
              <a:avLst/>
              <a:gdLst/>
              <a:ahLst/>
              <a:cxnLst/>
              <a:rect l="l" t="t" r="r" b="b"/>
              <a:pathLst>
                <a:path w="1211" h="609" extrusionOk="0">
                  <a:moveTo>
                    <a:pt x="1081" y="1"/>
                  </a:moveTo>
                  <a:cubicBezTo>
                    <a:pt x="1043" y="1"/>
                    <a:pt x="1011" y="20"/>
                    <a:pt x="991" y="65"/>
                  </a:cubicBezTo>
                  <a:cubicBezTo>
                    <a:pt x="842" y="249"/>
                    <a:pt x="693" y="354"/>
                    <a:pt x="518" y="354"/>
                  </a:cubicBezTo>
                  <a:cubicBezTo>
                    <a:pt x="491" y="359"/>
                    <a:pt x="467" y="362"/>
                    <a:pt x="443" y="362"/>
                  </a:cubicBezTo>
                  <a:cubicBezTo>
                    <a:pt x="303" y="362"/>
                    <a:pt x="220" y="284"/>
                    <a:pt x="220" y="284"/>
                  </a:cubicBezTo>
                  <a:cubicBezTo>
                    <a:pt x="185" y="245"/>
                    <a:pt x="150" y="225"/>
                    <a:pt x="118" y="225"/>
                  </a:cubicBezTo>
                  <a:cubicBezTo>
                    <a:pt x="86" y="225"/>
                    <a:pt x="58" y="245"/>
                    <a:pt x="36" y="284"/>
                  </a:cubicBezTo>
                  <a:cubicBezTo>
                    <a:pt x="1" y="319"/>
                    <a:pt x="1" y="389"/>
                    <a:pt x="36" y="424"/>
                  </a:cubicBezTo>
                  <a:cubicBezTo>
                    <a:pt x="36" y="468"/>
                    <a:pt x="220" y="609"/>
                    <a:pt x="474" y="609"/>
                  </a:cubicBezTo>
                  <a:lnTo>
                    <a:pt x="553" y="609"/>
                  </a:lnTo>
                  <a:cubicBezTo>
                    <a:pt x="772" y="573"/>
                    <a:pt x="991" y="424"/>
                    <a:pt x="1175" y="205"/>
                  </a:cubicBezTo>
                  <a:cubicBezTo>
                    <a:pt x="1210" y="135"/>
                    <a:pt x="1210" y="65"/>
                    <a:pt x="1175" y="30"/>
                  </a:cubicBezTo>
                  <a:cubicBezTo>
                    <a:pt x="1142" y="11"/>
                    <a:pt x="1109" y="1"/>
                    <a:pt x="10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2"/>
            <p:cNvSpPr/>
            <p:nvPr/>
          </p:nvSpPr>
          <p:spPr>
            <a:xfrm>
              <a:off x="4504250" y="2302750"/>
              <a:ext cx="449275" cy="372775"/>
            </a:xfrm>
            <a:custGeom>
              <a:avLst/>
              <a:gdLst/>
              <a:ahLst/>
              <a:cxnLst/>
              <a:rect l="l" t="t" r="r" b="b"/>
              <a:pathLst>
                <a:path w="17971" h="14911" extrusionOk="0">
                  <a:moveTo>
                    <a:pt x="4480" y="0"/>
                  </a:moveTo>
                  <a:cubicBezTo>
                    <a:pt x="2176" y="0"/>
                    <a:pt x="263" y="1929"/>
                    <a:pt x="360" y="4312"/>
                  </a:cubicBezTo>
                  <a:lnTo>
                    <a:pt x="0" y="14910"/>
                  </a:lnTo>
                  <a:lnTo>
                    <a:pt x="13807" y="14726"/>
                  </a:lnTo>
                  <a:lnTo>
                    <a:pt x="13149" y="9098"/>
                  </a:lnTo>
                  <a:lnTo>
                    <a:pt x="16655" y="6723"/>
                  </a:lnTo>
                  <a:lnTo>
                    <a:pt x="17970" y="4829"/>
                  </a:lnTo>
                  <a:lnTo>
                    <a:pt x="17602" y="4207"/>
                  </a:lnTo>
                  <a:cubicBezTo>
                    <a:pt x="16436" y="2235"/>
                    <a:pt x="14385" y="920"/>
                    <a:pt x="12088" y="701"/>
                  </a:cubicBezTo>
                  <a:lnTo>
                    <a:pt x="5076" y="43"/>
                  </a:lnTo>
                  <a:cubicBezTo>
                    <a:pt x="4875" y="14"/>
                    <a:pt x="4676" y="0"/>
                    <a:pt x="44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2"/>
            <p:cNvSpPr/>
            <p:nvPr/>
          </p:nvSpPr>
          <p:spPr>
            <a:xfrm>
              <a:off x="4501400" y="2299350"/>
              <a:ext cx="455625" cy="379675"/>
            </a:xfrm>
            <a:custGeom>
              <a:avLst/>
              <a:gdLst/>
              <a:ahLst/>
              <a:cxnLst/>
              <a:rect l="l" t="t" r="r" b="b"/>
              <a:pathLst>
                <a:path w="18225" h="15187" extrusionOk="0">
                  <a:moveTo>
                    <a:pt x="4637" y="249"/>
                  </a:moveTo>
                  <a:cubicBezTo>
                    <a:pt x="4822" y="249"/>
                    <a:pt x="5006" y="249"/>
                    <a:pt x="5190" y="284"/>
                  </a:cubicBezTo>
                  <a:lnTo>
                    <a:pt x="12202" y="942"/>
                  </a:lnTo>
                  <a:cubicBezTo>
                    <a:pt x="14464" y="1161"/>
                    <a:pt x="16471" y="2441"/>
                    <a:pt x="17611" y="4413"/>
                  </a:cubicBezTo>
                  <a:lnTo>
                    <a:pt x="17935" y="4965"/>
                  </a:lnTo>
                  <a:lnTo>
                    <a:pt x="16656" y="6789"/>
                  </a:lnTo>
                  <a:lnTo>
                    <a:pt x="13228" y="9129"/>
                  </a:lnTo>
                  <a:cubicBezTo>
                    <a:pt x="13184" y="9164"/>
                    <a:pt x="13149" y="9199"/>
                    <a:pt x="13149" y="9234"/>
                  </a:cubicBezTo>
                  <a:lnTo>
                    <a:pt x="13807" y="14748"/>
                  </a:lnTo>
                  <a:lnTo>
                    <a:pt x="219" y="14932"/>
                  </a:lnTo>
                  <a:lnTo>
                    <a:pt x="219" y="14932"/>
                  </a:lnTo>
                  <a:lnTo>
                    <a:pt x="588" y="4448"/>
                  </a:lnTo>
                  <a:cubicBezTo>
                    <a:pt x="553" y="3247"/>
                    <a:pt x="1026" y="2081"/>
                    <a:pt x="1903" y="1275"/>
                  </a:cubicBezTo>
                  <a:cubicBezTo>
                    <a:pt x="2665" y="618"/>
                    <a:pt x="3621" y="249"/>
                    <a:pt x="4637" y="249"/>
                  </a:cubicBezTo>
                  <a:close/>
                  <a:moveTo>
                    <a:pt x="4690" y="1"/>
                  </a:moveTo>
                  <a:cubicBezTo>
                    <a:pt x="3604" y="1"/>
                    <a:pt x="2575" y="372"/>
                    <a:pt x="1754" y="1126"/>
                  </a:cubicBezTo>
                  <a:cubicBezTo>
                    <a:pt x="807" y="1968"/>
                    <a:pt x="298" y="3177"/>
                    <a:pt x="333" y="4448"/>
                  </a:cubicBezTo>
                  <a:lnTo>
                    <a:pt x="0" y="15046"/>
                  </a:lnTo>
                  <a:cubicBezTo>
                    <a:pt x="0" y="15081"/>
                    <a:pt x="0" y="15116"/>
                    <a:pt x="35" y="15151"/>
                  </a:cubicBezTo>
                  <a:cubicBezTo>
                    <a:pt x="35" y="15151"/>
                    <a:pt x="79" y="15186"/>
                    <a:pt x="114" y="15186"/>
                  </a:cubicBezTo>
                  <a:lnTo>
                    <a:pt x="13921" y="14967"/>
                  </a:lnTo>
                  <a:cubicBezTo>
                    <a:pt x="13956" y="14967"/>
                    <a:pt x="13991" y="14967"/>
                    <a:pt x="14026" y="14932"/>
                  </a:cubicBezTo>
                  <a:cubicBezTo>
                    <a:pt x="14026" y="14897"/>
                    <a:pt x="14061" y="14862"/>
                    <a:pt x="14026" y="14827"/>
                  </a:cubicBezTo>
                  <a:lnTo>
                    <a:pt x="13403" y="9313"/>
                  </a:lnTo>
                  <a:lnTo>
                    <a:pt x="16805" y="6973"/>
                  </a:lnTo>
                  <a:lnTo>
                    <a:pt x="16840" y="6938"/>
                  </a:lnTo>
                  <a:lnTo>
                    <a:pt x="18190" y="5036"/>
                  </a:lnTo>
                  <a:cubicBezTo>
                    <a:pt x="18225" y="5000"/>
                    <a:pt x="18225" y="4965"/>
                    <a:pt x="18190" y="4930"/>
                  </a:cubicBezTo>
                  <a:lnTo>
                    <a:pt x="17830" y="4308"/>
                  </a:lnTo>
                  <a:cubicBezTo>
                    <a:pt x="16656" y="2257"/>
                    <a:pt x="14543" y="942"/>
                    <a:pt x="12202" y="723"/>
                  </a:cubicBezTo>
                  <a:lnTo>
                    <a:pt x="5225" y="30"/>
                  </a:lnTo>
                  <a:cubicBezTo>
                    <a:pt x="5046" y="11"/>
                    <a:pt x="4867" y="1"/>
                    <a:pt x="4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2"/>
            <p:cNvSpPr/>
            <p:nvPr/>
          </p:nvSpPr>
          <p:spPr>
            <a:xfrm>
              <a:off x="4588175" y="2290025"/>
              <a:ext cx="152550" cy="378025"/>
            </a:xfrm>
            <a:custGeom>
              <a:avLst/>
              <a:gdLst/>
              <a:ahLst/>
              <a:cxnLst/>
              <a:rect l="l" t="t" r="r" b="b"/>
              <a:pathLst>
                <a:path w="6102" h="15121" extrusionOk="0">
                  <a:moveTo>
                    <a:pt x="1754" y="0"/>
                  </a:moveTo>
                  <a:lnTo>
                    <a:pt x="1" y="15121"/>
                  </a:lnTo>
                  <a:lnTo>
                    <a:pt x="5374" y="14867"/>
                  </a:lnTo>
                  <a:lnTo>
                    <a:pt x="6102" y="368"/>
                  </a:lnTo>
                  <a:lnTo>
                    <a:pt x="6102" y="368"/>
                  </a:lnTo>
                  <a:cubicBezTo>
                    <a:pt x="5513" y="625"/>
                    <a:pt x="4894" y="750"/>
                    <a:pt x="4278" y="750"/>
                  </a:cubicBezTo>
                  <a:cubicBezTo>
                    <a:pt x="3400" y="750"/>
                    <a:pt x="2527" y="495"/>
                    <a:pt x="17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2"/>
            <p:cNvSpPr/>
            <p:nvPr/>
          </p:nvSpPr>
          <p:spPr>
            <a:xfrm>
              <a:off x="4585550" y="2287600"/>
              <a:ext cx="158900" cy="383300"/>
            </a:xfrm>
            <a:custGeom>
              <a:avLst/>
              <a:gdLst/>
              <a:ahLst/>
              <a:cxnLst/>
              <a:rect l="l" t="t" r="r" b="b"/>
              <a:pathLst>
                <a:path w="6356" h="15332" extrusionOk="0">
                  <a:moveTo>
                    <a:pt x="1973" y="316"/>
                  </a:moveTo>
                  <a:cubicBezTo>
                    <a:pt x="2700" y="749"/>
                    <a:pt x="3530" y="964"/>
                    <a:pt x="4365" y="964"/>
                  </a:cubicBezTo>
                  <a:cubicBezTo>
                    <a:pt x="4950" y="964"/>
                    <a:pt x="5537" y="859"/>
                    <a:pt x="6093" y="649"/>
                  </a:cubicBezTo>
                  <a:lnTo>
                    <a:pt x="6093" y="649"/>
                  </a:lnTo>
                  <a:lnTo>
                    <a:pt x="5365" y="14859"/>
                  </a:lnTo>
                  <a:lnTo>
                    <a:pt x="255" y="15113"/>
                  </a:lnTo>
                  <a:lnTo>
                    <a:pt x="1973" y="316"/>
                  </a:lnTo>
                  <a:close/>
                  <a:moveTo>
                    <a:pt x="1876" y="1"/>
                  </a:moveTo>
                  <a:cubicBezTo>
                    <a:pt x="1859" y="1"/>
                    <a:pt x="1841" y="9"/>
                    <a:pt x="1824" y="27"/>
                  </a:cubicBezTo>
                  <a:cubicBezTo>
                    <a:pt x="1789" y="27"/>
                    <a:pt x="1754" y="62"/>
                    <a:pt x="1754" y="97"/>
                  </a:cubicBezTo>
                  <a:lnTo>
                    <a:pt x="0" y="15218"/>
                  </a:lnTo>
                  <a:cubicBezTo>
                    <a:pt x="0" y="15262"/>
                    <a:pt x="0" y="15297"/>
                    <a:pt x="36" y="15297"/>
                  </a:cubicBezTo>
                  <a:cubicBezTo>
                    <a:pt x="71" y="15332"/>
                    <a:pt x="106" y="15332"/>
                    <a:pt x="106" y="15332"/>
                  </a:cubicBezTo>
                  <a:lnTo>
                    <a:pt x="141" y="15332"/>
                  </a:lnTo>
                  <a:lnTo>
                    <a:pt x="5479" y="15113"/>
                  </a:lnTo>
                  <a:cubicBezTo>
                    <a:pt x="5549" y="15113"/>
                    <a:pt x="5584" y="15043"/>
                    <a:pt x="5584" y="14999"/>
                  </a:cubicBezTo>
                  <a:lnTo>
                    <a:pt x="6356" y="465"/>
                  </a:lnTo>
                  <a:cubicBezTo>
                    <a:pt x="6356" y="430"/>
                    <a:pt x="6312" y="395"/>
                    <a:pt x="6277" y="360"/>
                  </a:cubicBezTo>
                  <a:cubicBezTo>
                    <a:pt x="6259" y="338"/>
                    <a:pt x="6242" y="327"/>
                    <a:pt x="6224" y="327"/>
                  </a:cubicBezTo>
                  <a:cubicBezTo>
                    <a:pt x="6207" y="327"/>
                    <a:pt x="6189" y="338"/>
                    <a:pt x="6172" y="360"/>
                  </a:cubicBezTo>
                  <a:cubicBezTo>
                    <a:pt x="5585" y="603"/>
                    <a:pt x="4968" y="726"/>
                    <a:pt x="4354" y="726"/>
                  </a:cubicBezTo>
                  <a:cubicBezTo>
                    <a:pt x="3508" y="726"/>
                    <a:pt x="2670" y="494"/>
                    <a:pt x="1929" y="27"/>
                  </a:cubicBezTo>
                  <a:cubicBezTo>
                    <a:pt x="1911" y="9"/>
                    <a:pt x="1894" y="1"/>
                    <a:pt x="18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2"/>
            <p:cNvSpPr/>
            <p:nvPr/>
          </p:nvSpPr>
          <p:spPr>
            <a:xfrm>
              <a:off x="4359825" y="2644375"/>
              <a:ext cx="762650" cy="861025"/>
            </a:xfrm>
            <a:custGeom>
              <a:avLst/>
              <a:gdLst/>
              <a:ahLst/>
              <a:cxnLst/>
              <a:rect l="l" t="t" r="r" b="b"/>
              <a:pathLst>
                <a:path w="30506" h="34441" extrusionOk="0">
                  <a:moveTo>
                    <a:pt x="20460" y="0"/>
                  </a:moveTo>
                  <a:lnTo>
                    <a:pt x="5847" y="1166"/>
                  </a:lnTo>
                  <a:cubicBezTo>
                    <a:pt x="5812" y="1166"/>
                    <a:pt x="5777" y="1210"/>
                    <a:pt x="5777" y="1245"/>
                  </a:cubicBezTo>
                  <a:lnTo>
                    <a:pt x="44" y="34336"/>
                  </a:lnTo>
                  <a:cubicBezTo>
                    <a:pt x="1" y="34406"/>
                    <a:pt x="79" y="34441"/>
                    <a:pt x="115" y="34441"/>
                  </a:cubicBezTo>
                  <a:lnTo>
                    <a:pt x="9573" y="34371"/>
                  </a:lnTo>
                  <a:cubicBezTo>
                    <a:pt x="9608" y="34371"/>
                    <a:pt x="9643" y="34336"/>
                    <a:pt x="9643" y="34301"/>
                  </a:cubicBezTo>
                  <a:lnTo>
                    <a:pt x="12168" y="20749"/>
                  </a:lnTo>
                  <a:cubicBezTo>
                    <a:pt x="12168" y="20701"/>
                    <a:pt x="12206" y="20669"/>
                    <a:pt x="12246" y="20669"/>
                  </a:cubicBezTo>
                  <a:cubicBezTo>
                    <a:pt x="12273" y="20669"/>
                    <a:pt x="12299" y="20683"/>
                    <a:pt x="12317" y="20714"/>
                  </a:cubicBezTo>
                  <a:cubicBezTo>
                    <a:pt x="13483" y="21845"/>
                    <a:pt x="22871" y="31049"/>
                    <a:pt x="23782" y="31811"/>
                  </a:cubicBezTo>
                  <a:cubicBezTo>
                    <a:pt x="23800" y="31829"/>
                    <a:pt x="23826" y="31838"/>
                    <a:pt x="23854" y="31838"/>
                  </a:cubicBezTo>
                  <a:cubicBezTo>
                    <a:pt x="23881" y="31838"/>
                    <a:pt x="23910" y="31829"/>
                    <a:pt x="23931" y="31811"/>
                  </a:cubicBezTo>
                  <a:lnTo>
                    <a:pt x="30462" y="25316"/>
                  </a:lnTo>
                  <a:cubicBezTo>
                    <a:pt x="30506" y="25272"/>
                    <a:pt x="30506" y="25202"/>
                    <a:pt x="30462" y="25167"/>
                  </a:cubicBezTo>
                  <a:cubicBezTo>
                    <a:pt x="30462" y="25167"/>
                    <a:pt x="20530" y="14061"/>
                    <a:pt x="20530" y="14026"/>
                  </a:cubicBezTo>
                  <a:cubicBezTo>
                    <a:pt x="20600" y="10554"/>
                    <a:pt x="20565" y="114"/>
                    <a:pt x="20565" y="114"/>
                  </a:cubicBezTo>
                  <a:cubicBezTo>
                    <a:pt x="20565" y="35"/>
                    <a:pt x="20530" y="0"/>
                    <a:pt x="204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2"/>
            <p:cNvSpPr/>
            <p:nvPr/>
          </p:nvSpPr>
          <p:spPr>
            <a:xfrm>
              <a:off x="4357200" y="2641750"/>
              <a:ext cx="768800" cy="867375"/>
            </a:xfrm>
            <a:custGeom>
              <a:avLst/>
              <a:gdLst/>
              <a:ahLst/>
              <a:cxnLst/>
              <a:rect l="l" t="t" r="r" b="b"/>
              <a:pathLst>
                <a:path w="30752" h="34695" extrusionOk="0">
                  <a:moveTo>
                    <a:pt x="20565" y="219"/>
                  </a:moveTo>
                  <a:cubicBezTo>
                    <a:pt x="20565" y="798"/>
                    <a:pt x="20565" y="10773"/>
                    <a:pt x="20530" y="14131"/>
                  </a:cubicBezTo>
                  <a:cubicBezTo>
                    <a:pt x="20530" y="14201"/>
                    <a:pt x="20530" y="14201"/>
                    <a:pt x="30497" y="25342"/>
                  </a:cubicBezTo>
                  <a:lnTo>
                    <a:pt x="23958" y="31846"/>
                  </a:lnTo>
                  <a:cubicBezTo>
                    <a:pt x="22976" y="31005"/>
                    <a:pt x="14245" y="22423"/>
                    <a:pt x="12492" y="20705"/>
                  </a:cubicBezTo>
                  <a:cubicBezTo>
                    <a:pt x="12467" y="20680"/>
                    <a:pt x="12420" y="20655"/>
                    <a:pt x="12370" y="20655"/>
                  </a:cubicBezTo>
                  <a:cubicBezTo>
                    <a:pt x="12350" y="20655"/>
                    <a:pt x="12328" y="20660"/>
                    <a:pt x="12308" y="20670"/>
                  </a:cubicBezTo>
                  <a:cubicBezTo>
                    <a:pt x="12202" y="20705"/>
                    <a:pt x="12159" y="20740"/>
                    <a:pt x="12159" y="20819"/>
                  </a:cubicBezTo>
                  <a:lnTo>
                    <a:pt x="9643" y="34362"/>
                  </a:lnTo>
                  <a:lnTo>
                    <a:pt x="255" y="34441"/>
                  </a:lnTo>
                  <a:lnTo>
                    <a:pt x="5987" y="1385"/>
                  </a:lnTo>
                  <a:lnTo>
                    <a:pt x="20565" y="219"/>
                  </a:lnTo>
                  <a:close/>
                  <a:moveTo>
                    <a:pt x="20565" y="0"/>
                  </a:moveTo>
                  <a:lnTo>
                    <a:pt x="5952" y="1166"/>
                  </a:lnTo>
                  <a:cubicBezTo>
                    <a:pt x="5882" y="1166"/>
                    <a:pt x="5768" y="1236"/>
                    <a:pt x="5768" y="1350"/>
                  </a:cubicBezTo>
                  <a:lnTo>
                    <a:pt x="0" y="34441"/>
                  </a:lnTo>
                  <a:cubicBezTo>
                    <a:pt x="0" y="34511"/>
                    <a:pt x="35" y="34546"/>
                    <a:pt x="71" y="34625"/>
                  </a:cubicBezTo>
                  <a:cubicBezTo>
                    <a:pt x="106" y="34660"/>
                    <a:pt x="149" y="34695"/>
                    <a:pt x="220" y="34695"/>
                  </a:cubicBezTo>
                  <a:lnTo>
                    <a:pt x="9678" y="34581"/>
                  </a:lnTo>
                  <a:cubicBezTo>
                    <a:pt x="9748" y="34581"/>
                    <a:pt x="9862" y="34511"/>
                    <a:pt x="9862" y="34441"/>
                  </a:cubicBezTo>
                  <a:lnTo>
                    <a:pt x="12378" y="20924"/>
                  </a:lnTo>
                  <a:cubicBezTo>
                    <a:pt x="14210" y="22712"/>
                    <a:pt x="22941" y="31259"/>
                    <a:pt x="23817" y="32030"/>
                  </a:cubicBezTo>
                  <a:cubicBezTo>
                    <a:pt x="23852" y="32065"/>
                    <a:pt x="23907" y="32083"/>
                    <a:pt x="23962" y="32083"/>
                  </a:cubicBezTo>
                  <a:cubicBezTo>
                    <a:pt x="24017" y="32083"/>
                    <a:pt x="24071" y="32065"/>
                    <a:pt x="24107" y="32030"/>
                  </a:cubicBezTo>
                  <a:lnTo>
                    <a:pt x="30681" y="25491"/>
                  </a:lnTo>
                  <a:cubicBezTo>
                    <a:pt x="30751" y="25421"/>
                    <a:pt x="30751" y="25272"/>
                    <a:pt x="30681" y="25202"/>
                  </a:cubicBezTo>
                  <a:cubicBezTo>
                    <a:pt x="27394" y="21511"/>
                    <a:pt x="21223" y="14604"/>
                    <a:pt x="20749" y="14095"/>
                  </a:cubicBezTo>
                  <a:cubicBezTo>
                    <a:pt x="20819" y="10624"/>
                    <a:pt x="20784" y="324"/>
                    <a:pt x="20784" y="219"/>
                  </a:cubicBezTo>
                  <a:cubicBezTo>
                    <a:pt x="20784" y="140"/>
                    <a:pt x="20784" y="105"/>
                    <a:pt x="20749" y="70"/>
                  </a:cubicBezTo>
                  <a:cubicBezTo>
                    <a:pt x="20670" y="0"/>
                    <a:pt x="20635" y="0"/>
                    <a:pt x="20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2"/>
            <p:cNvSpPr/>
            <p:nvPr/>
          </p:nvSpPr>
          <p:spPr>
            <a:xfrm>
              <a:off x="4601975" y="2906475"/>
              <a:ext cx="99525" cy="289500"/>
            </a:xfrm>
            <a:custGeom>
              <a:avLst/>
              <a:gdLst/>
              <a:ahLst/>
              <a:cxnLst/>
              <a:rect l="l" t="t" r="r" b="b"/>
              <a:pathLst>
                <a:path w="3981" h="11580" extrusionOk="0">
                  <a:moveTo>
                    <a:pt x="220" y="0"/>
                  </a:moveTo>
                  <a:lnTo>
                    <a:pt x="71" y="4418"/>
                  </a:lnTo>
                  <a:cubicBezTo>
                    <a:pt x="1" y="6504"/>
                    <a:pt x="834" y="8512"/>
                    <a:pt x="2298" y="9932"/>
                  </a:cubicBezTo>
                  <a:lnTo>
                    <a:pt x="3981" y="11580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2"/>
            <p:cNvSpPr/>
            <p:nvPr/>
          </p:nvSpPr>
          <p:spPr>
            <a:xfrm>
              <a:off x="4599125" y="2902750"/>
              <a:ext cx="105875" cy="295850"/>
            </a:xfrm>
            <a:custGeom>
              <a:avLst/>
              <a:gdLst/>
              <a:ahLst/>
              <a:cxnLst/>
              <a:rect l="l" t="t" r="r" b="b"/>
              <a:pathLst>
                <a:path w="4235" h="11834" extrusionOk="0">
                  <a:moveTo>
                    <a:pt x="334" y="0"/>
                  </a:moveTo>
                  <a:cubicBezTo>
                    <a:pt x="255" y="0"/>
                    <a:pt x="185" y="79"/>
                    <a:pt x="185" y="149"/>
                  </a:cubicBezTo>
                  <a:lnTo>
                    <a:pt x="71" y="4567"/>
                  </a:lnTo>
                  <a:cubicBezTo>
                    <a:pt x="1" y="6653"/>
                    <a:pt x="842" y="8696"/>
                    <a:pt x="2341" y="10160"/>
                  </a:cubicBezTo>
                  <a:lnTo>
                    <a:pt x="4016" y="11799"/>
                  </a:lnTo>
                  <a:cubicBezTo>
                    <a:pt x="4060" y="11834"/>
                    <a:pt x="4060" y="11834"/>
                    <a:pt x="4095" y="11834"/>
                  </a:cubicBezTo>
                  <a:cubicBezTo>
                    <a:pt x="4130" y="11834"/>
                    <a:pt x="4165" y="11834"/>
                    <a:pt x="4165" y="11799"/>
                  </a:cubicBezTo>
                  <a:cubicBezTo>
                    <a:pt x="4235" y="11764"/>
                    <a:pt x="4235" y="11694"/>
                    <a:pt x="4165" y="11650"/>
                  </a:cubicBezTo>
                  <a:lnTo>
                    <a:pt x="2482" y="10011"/>
                  </a:lnTo>
                  <a:cubicBezTo>
                    <a:pt x="1062" y="8582"/>
                    <a:pt x="255" y="6610"/>
                    <a:pt x="290" y="4567"/>
                  </a:cubicBezTo>
                  <a:lnTo>
                    <a:pt x="439" y="149"/>
                  </a:lnTo>
                  <a:cubicBezTo>
                    <a:pt x="439" y="79"/>
                    <a:pt x="369" y="0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2"/>
            <p:cNvSpPr/>
            <p:nvPr/>
          </p:nvSpPr>
          <p:spPr>
            <a:xfrm>
              <a:off x="4400150" y="3508225"/>
              <a:ext cx="158025" cy="28300"/>
            </a:xfrm>
            <a:custGeom>
              <a:avLst/>
              <a:gdLst/>
              <a:ahLst/>
              <a:cxnLst/>
              <a:rect l="l" t="t" r="r" b="b"/>
              <a:pathLst>
                <a:path w="6321" h="1132" extrusionOk="0">
                  <a:moveTo>
                    <a:pt x="1" y="1"/>
                  </a:moveTo>
                  <a:lnTo>
                    <a:pt x="1" y="1132"/>
                  </a:lnTo>
                  <a:lnTo>
                    <a:pt x="6172" y="1132"/>
                  </a:lnTo>
                  <a:lnTo>
                    <a:pt x="6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2"/>
            <p:cNvSpPr/>
            <p:nvPr/>
          </p:nvSpPr>
          <p:spPr>
            <a:xfrm>
              <a:off x="4398721" y="3504500"/>
              <a:ext cx="164375" cy="34650"/>
            </a:xfrm>
            <a:custGeom>
              <a:avLst/>
              <a:gdLst/>
              <a:ahLst/>
              <a:cxnLst/>
              <a:rect l="l" t="t" r="r" b="b"/>
              <a:pathLst>
                <a:path w="6575" h="1386" extrusionOk="0">
                  <a:moveTo>
                    <a:pt x="6321" y="255"/>
                  </a:moveTo>
                  <a:lnTo>
                    <a:pt x="6207" y="1167"/>
                  </a:lnTo>
                  <a:lnTo>
                    <a:pt x="255" y="1132"/>
                  </a:lnTo>
                  <a:lnTo>
                    <a:pt x="255" y="255"/>
                  </a:lnTo>
                  <a:close/>
                  <a:moveTo>
                    <a:pt x="150" y="1"/>
                  </a:moveTo>
                  <a:cubicBezTo>
                    <a:pt x="71" y="1"/>
                    <a:pt x="0" y="71"/>
                    <a:pt x="0" y="150"/>
                  </a:cubicBezTo>
                  <a:lnTo>
                    <a:pt x="0" y="1281"/>
                  </a:lnTo>
                  <a:cubicBezTo>
                    <a:pt x="0" y="1281"/>
                    <a:pt x="36" y="1316"/>
                    <a:pt x="36" y="1351"/>
                  </a:cubicBezTo>
                  <a:cubicBezTo>
                    <a:pt x="71" y="1351"/>
                    <a:pt x="114" y="1386"/>
                    <a:pt x="150" y="1386"/>
                  </a:cubicBezTo>
                  <a:lnTo>
                    <a:pt x="6321" y="1386"/>
                  </a:lnTo>
                  <a:cubicBezTo>
                    <a:pt x="6356" y="1386"/>
                    <a:pt x="6426" y="1351"/>
                    <a:pt x="6426" y="1281"/>
                  </a:cubicBezTo>
                  <a:lnTo>
                    <a:pt x="6575" y="150"/>
                  </a:lnTo>
                  <a:cubicBezTo>
                    <a:pt x="6575" y="115"/>
                    <a:pt x="6575" y="71"/>
                    <a:pt x="6540" y="71"/>
                  </a:cubicBezTo>
                  <a:cubicBezTo>
                    <a:pt x="6505" y="36"/>
                    <a:pt x="6505" y="36"/>
                    <a:pt x="6470" y="36"/>
                  </a:cubicBez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2"/>
            <p:cNvSpPr/>
            <p:nvPr/>
          </p:nvSpPr>
          <p:spPr>
            <a:xfrm>
              <a:off x="4198325" y="3532775"/>
              <a:ext cx="367075" cy="141600"/>
            </a:xfrm>
            <a:custGeom>
              <a:avLst/>
              <a:gdLst/>
              <a:ahLst/>
              <a:cxnLst/>
              <a:rect l="l" t="t" r="r" b="b"/>
              <a:pathLst>
                <a:path w="14683" h="5664" extrusionOk="0">
                  <a:moveTo>
                    <a:pt x="7635" y="1"/>
                  </a:moveTo>
                  <a:lnTo>
                    <a:pt x="7635" y="877"/>
                  </a:lnTo>
                  <a:lnTo>
                    <a:pt x="1788" y="3253"/>
                  </a:lnTo>
                  <a:cubicBezTo>
                    <a:pt x="693" y="3691"/>
                    <a:pt x="0" y="4603"/>
                    <a:pt x="0" y="5593"/>
                  </a:cubicBezTo>
                  <a:lnTo>
                    <a:pt x="10519" y="5593"/>
                  </a:lnTo>
                  <a:lnTo>
                    <a:pt x="11983" y="3875"/>
                  </a:lnTo>
                  <a:lnTo>
                    <a:pt x="12018" y="5663"/>
                  </a:lnTo>
                  <a:lnTo>
                    <a:pt x="14683" y="5593"/>
                  </a:lnTo>
                  <a:lnTo>
                    <a:pt x="14429" y="36"/>
                  </a:lnTo>
                  <a:lnTo>
                    <a:pt x="76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2"/>
            <p:cNvSpPr/>
            <p:nvPr/>
          </p:nvSpPr>
          <p:spPr>
            <a:xfrm>
              <a:off x="4195475" y="3530150"/>
              <a:ext cx="372575" cy="147075"/>
            </a:xfrm>
            <a:custGeom>
              <a:avLst/>
              <a:gdLst/>
              <a:ahLst/>
              <a:cxnLst/>
              <a:rect l="l" t="t" r="r" b="b"/>
              <a:pathLst>
                <a:path w="14903" h="5883" extrusionOk="0">
                  <a:moveTo>
                    <a:pt x="7889" y="220"/>
                  </a:moveTo>
                  <a:lnTo>
                    <a:pt x="14429" y="255"/>
                  </a:lnTo>
                  <a:lnTo>
                    <a:pt x="14683" y="5584"/>
                  </a:lnTo>
                  <a:lnTo>
                    <a:pt x="12237" y="5619"/>
                  </a:lnTo>
                  <a:lnTo>
                    <a:pt x="12202" y="3980"/>
                  </a:lnTo>
                  <a:cubicBezTo>
                    <a:pt x="12202" y="3945"/>
                    <a:pt x="12202" y="3910"/>
                    <a:pt x="12132" y="3866"/>
                  </a:cubicBezTo>
                  <a:lnTo>
                    <a:pt x="12097" y="3866"/>
                  </a:lnTo>
                  <a:cubicBezTo>
                    <a:pt x="12053" y="3866"/>
                    <a:pt x="12018" y="3910"/>
                    <a:pt x="12018" y="3910"/>
                  </a:cubicBezTo>
                  <a:lnTo>
                    <a:pt x="10598" y="5584"/>
                  </a:lnTo>
                  <a:lnTo>
                    <a:pt x="263" y="5584"/>
                  </a:lnTo>
                  <a:cubicBezTo>
                    <a:pt x="298" y="4673"/>
                    <a:pt x="921" y="3866"/>
                    <a:pt x="1937" y="3472"/>
                  </a:cubicBezTo>
                  <a:lnTo>
                    <a:pt x="7819" y="1096"/>
                  </a:lnTo>
                  <a:cubicBezTo>
                    <a:pt x="7854" y="1061"/>
                    <a:pt x="7889" y="1017"/>
                    <a:pt x="7889" y="982"/>
                  </a:cubicBezTo>
                  <a:lnTo>
                    <a:pt x="7889" y="220"/>
                  </a:lnTo>
                  <a:close/>
                  <a:moveTo>
                    <a:pt x="7749" y="1"/>
                  </a:moveTo>
                  <a:cubicBezTo>
                    <a:pt x="7749" y="1"/>
                    <a:pt x="7714" y="1"/>
                    <a:pt x="7670" y="36"/>
                  </a:cubicBezTo>
                  <a:cubicBezTo>
                    <a:pt x="7670" y="36"/>
                    <a:pt x="7635" y="71"/>
                    <a:pt x="7635" y="106"/>
                  </a:cubicBezTo>
                  <a:lnTo>
                    <a:pt x="7635" y="912"/>
                  </a:lnTo>
                  <a:lnTo>
                    <a:pt x="1867" y="3253"/>
                  </a:lnTo>
                  <a:cubicBezTo>
                    <a:pt x="701" y="3726"/>
                    <a:pt x="0" y="4673"/>
                    <a:pt x="0" y="5698"/>
                  </a:cubicBezTo>
                  <a:cubicBezTo>
                    <a:pt x="0" y="5768"/>
                    <a:pt x="44" y="5803"/>
                    <a:pt x="114" y="5803"/>
                  </a:cubicBezTo>
                  <a:lnTo>
                    <a:pt x="10633" y="5803"/>
                  </a:lnTo>
                  <a:cubicBezTo>
                    <a:pt x="10668" y="5803"/>
                    <a:pt x="10703" y="5803"/>
                    <a:pt x="10738" y="5768"/>
                  </a:cubicBezTo>
                  <a:lnTo>
                    <a:pt x="11983" y="4304"/>
                  </a:lnTo>
                  <a:lnTo>
                    <a:pt x="12018" y="5768"/>
                  </a:lnTo>
                  <a:cubicBezTo>
                    <a:pt x="12018" y="5803"/>
                    <a:pt x="12018" y="5803"/>
                    <a:pt x="12053" y="5839"/>
                  </a:cubicBezTo>
                  <a:cubicBezTo>
                    <a:pt x="12053" y="5882"/>
                    <a:pt x="12097" y="5882"/>
                    <a:pt x="12132" y="5882"/>
                  </a:cubicBezTo>
                  <a:lnTo>
                    <a:pt x="14797" y="5803"/>
                  </a:lnTo>
                  <a:cubicBezTo>
                    <a:pt x="14832" y="5803"/>
                    <a:pt x="14867" y="5803"/>
                    <a:pt x="14867" y="5768"/>
                  </a:cubicBezTo>
                  <a:cubicBezTo>
                    <a:pt x="14902" y="5768"/>
                    <a:pt x="14902" y="5733"/>
                    <a:pt x="14902" y="5698"/>
                  </a:cubicBezTo>
                  <a:lnTo>
                    <a:pt x="14648" y="106"/>
                  </a:lnTo>
                  <a:cubicBezTo>
                    <a:pt x="14648" y="71"/>
                    <a:pt x="14613" y="1"/>
                    <a:pt x="14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2"/>
            <p:cNvSpPr/>
            <p:nvPr/>
          </p:nvSpPr>
          <p:spPr>
            <a:xfrm>
              <a:off x="4339000" y="3522700"/>
              <a:ext cx="35525" cy="46700"/>
            </a:xfrm>
            <a:custGeom>
              <a:avLst/>
              <a:gdLst/>
              <a:ahLst/>
              <a:cxnLst/>
              <a:rect l="l" t="t" r="r" b="b"/>
              <a:pathLst>
                <a:path w="1421" h="1868" extrusionOk="0">
                  <a:moveTo>
                    <a:pt x="728" y="220"/>
                  </a:moveTo>
                  <a:cubicBezTo>
                    <a:pt x="877" y="263"/>
                    <a:pt x="1018" y="299"/>
                    <a:pt x="1097" y="369"/>
                  </a:cubicBezTo>
                  <a:cubicBezTo>
                    <a:pt x="1132" y="439"/>
                    <a:pt x="1167" y="518"/>
                    <a:pt x="1167" y="588"/>
                  </a:cubicBezTo>
                  <a:cubicBezTo>
                    <a:pt x="1167" y="877"/>
                    <a:pt x="834" y="1648"/>
                    <a:pt x="658" y="1648"/>
                  </a:cubicBezTo>
                  <a:cubicBezTo>
                    <a:pt x="614" y="1648"/>
                    <a:pt x="579" y="1613"/>
                    <a:pt x="579" y="1578"/>
                  </a:cubicBezTo>
                  <a:cubicBezTo>
                    <a:pt x="360" y="1359"/>
                    <a:pt x="255" y="772"/>
                    <a:pt x="255" y="553"/>
                  </a:cubicBezTo>
                  <a:cubicBezTo>
                    <a:pt x="255" y="369"/>
                    <a:pt x="474" y="220"/>
                    <a:pt x="728" y="220"/>
                  </a:cubicBezTo>
                  <a:close/>
                  <a:moveTo>
                    <a:pt x="728" y="0"/>
                  </a:moveTo>
                  <a:cubicBezTo>
                    <a:pt x="360" y="0"/>
                    <a:pt x="36" y="220"/>
                    <a:pt x="36" y="553"/>
                  </a:cubicBezTo>
                  <a:cubicBezTo>
                    <a:pt x="1" y="772"/>
                    <a:pt x="141" y="1464"/>
                    <a:pt x="395" y="1754"/>
                  </a:cubicBezTo>
                  <a:cubicBezTo>
                    <a:pt x="474" y="1833"/>
                    <a:pt x="544" y="1868"/>
                    <a:pt x="658" y="1868"/>
                  </a:cubicBezTo>
                  <a:cubicBezTo>
                    <a:pt x="1097" y="1868"/>
                    <a:pt x="1386" y="807"/>
                    <a:pt x="1421" y="623"/>
                  </a:cubicBezTo>
                  <a:cubicBezTo>
                    <a:pt x="1421" y="483"/>
                    <a:pt x="1351" y="334"/>
                    <a:pt x="1272" y="220"/>
                  </a:cubicBezTo>
                  <a:cubicBezTo>
                    <a:pt x="1132" y="79"/>
                    <a:pt x="948" y="0"/>
                    <a:pt x="7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2"/>
            <p:cNvSpPr/>
            <p:nvPr/>
          </p:nvSpPr>
          <p:spPr>
            <a:xfrm>
              <a:off x="4303275" y="3538300"/>
              <a:ext cx="52200" cy="34825"/>
            </a:xfrm>
            <a:custGeom>
              <a:avLst/>
              <a:gdLst/>
              <a:ahLst/>
              <a:cxnLst/>
              <a:rect l="l" t="t" r="r" b="b"/>
              <a:pathLst>
                <a:path w="2088" h="1393" extrusionOk="0">
                  <a:moveTo>
                    <a:pt x="729" y="218"/>
                  </a:moveTo>
                  <a:cubicBezTo>
                    <a:pt x="807" y="218"/>
                    <a:pt x="913" y="253"/>
                    <a:pt x="992" y="297"/>
                  </a:cubicBezTo>
                  <a:cubicBezTo>
                    <a:pt x="1281" y="437"/>
                    <a:pt x="1868" y="1024"/>
                    <a:pt x="1824" y="1130"/>
                  </a:cubicBezTo>
                  <a:cubicBezTo>
                    <a:pt x="1804" y="1152"/>
                    <a:pt x="1752" y="1161"/>
                    <a:pt x="1679" y="1161"/>
                  </a:cubicBezTo>
                  <a:cubicBezTo>
                    <a:pt x="1377" y="1161"/>
                    <a:pt x="715" y="996"/>
                    <a:pt x="474" y="875"/>
                  </a:cubicBezTo>
                  <a:cubicBezTo>
                    <a:pt x="369" y="805"/>
                    <a:pt x="290" y="735"/>
                    <a:pt x="255" y="621"/>
                  </a:cubicBezTo>
                  <a:cubicBezTo>
                    <a:pt x="255" y="551"/>
                    <a:pt x="255" y="472"/>
                    <a:pt x="334" y="402"/>
                  </a:cubicBezTo>
                  <a:cubicBezTo>
                    <a:pt x="404" y="297"/>
                    <a:pt x="553" y="218"/>
                    <a:pt x="729" y="218"/>
                  </a:cubicBezTo>
                  <a:close/>
                  <a:moveTo>
                    <a:pt x="739" y="0"/>
                  </a:moveTo>
                  <a:cubicBezTo>
                    <a:pt x="513" y="0"/>
                    <a:pt x="293" y="88"/>
                    <a:pt x="150" y="253"/>
                  </a:cubicBezTo>
                  <a:cubicBezTo>
                    <a:pt x="36" y="367"/>
                    <a:pt x="1" y="516"/>
                    <a:pt x="36" y="691"/>
                  </a:cubicBezTo>
                  <a:cubicBezTo>
                    <a:pt x="71" y="840"/>
                    <a:pt x="185" y="989"/>
                    <a:pt x="369" y="1060"/>
                  </a:cubicBezTo>
                  <a:cubicBezTo>
                    <a:pt x="474" y="1130"/>
                    <a:pt x="1211" y="1393"/>
                    <a:pt x="1649" y="1393"/>
                  </a:cubicBezTo>
                  <a:cubicBezTo>
                    <a:pt x="1824" y="1393"/>
                    <a:pt x="1938" y="1349"/>
                    <a:pt x="2008" y="1279"/>
                  </a:cubicBezTo>
                  <a:cubicBezTo>
                    <a:pt x="2043" y="1244"/>
                    <a:pt x="2087" y="1173"/>
                    <a:pt x="2043" y="1060"/>
                  </a:cubicBezTo>
                  <a:cubicBezTo>
                    <a:pt x="1973" y="735"/>
                    <a:pt x="1281" y="183"/>
                    <a:pt x="1097" y="78"/>
                  </a:cubicBezTo>
                  <a:cubicBezTo>
                    <a:pt x="983" y="26"/>
                    <a:pt x="860" y="0"/>
                    <a:pt x="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2"/>
            <p:cNvSpPr/>
            <p:nvPr/>
          </p:nvSpPr>
          <p:spPr>
            <a:xfrm>
              <a:off x="4352600" y="3567850"/>
              <a:ext cx="31150" cy="28950"/>
            </a:xfrm>
            <a:custGeom>
              <a:avLst/>
              <a:gdLst/>
              <a:ahLst/>
              <a:cxnLst/>
              <a:rect l="l" t="t" r="r" b="b"/>
              <a:pathLst>
                <a:path w="1246" h="1158" extrusionOk="0">
                  <a:moveTo>
                    <a:pt x="114" y="0"/>
                  </a:moveTo>
                  <a:cubicBezTo>
                    <a:pt x="81" y="0"/>
                    <a:pt x="53" y="9"/>
                    <a:pt x="35" y="27"/>
                  </a:cubicBezTo>
                  <a:cubicBezTo>
                    <a:pt x="0" y="62"/>
                    <a:pt x="0" y="132"/>
                    <a:pt x="35" y="211"/>
                  </a:cubicBezTo>
                  <a:lnTo>
                    <a:pt x="1026" y="1122"/>
                  </a:lnTo>
                  <a:cubicBezTo>
                    <a:pt x="1061" y="1157"/>
                    <a:pt x="1096" y="1157"/>
                    <a:pt x="1096" y="1157"/>
                  </a:cubicBezTo>
                  <a:cubicBezTo>
                    <a:pt x="1131" y="1157"/>
                    <a:pt x="1166" y="1157"/>
                    <a:pt x="1210" y="1122"/>
                  </a:cubicBezTo>
                  <a:cubicBezTo>
                    <a:pt x="1245" y="1087"/>
                    <a:pt x="1245" y="1008"/>
                    <a:pt x="1210" y="973"/>
                  </a:cubicBezTo>
                  <a:lnTo>
                    <a:pt x="219" y="27"/>
                  </a:lnTo>
                  <a:cubicBezTo>
                    <a:pt x="184" y="9"/>
                    <a:pt x="147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2"/>
            <p:cNvSpPr/>
            <p:nvPr/>
          </p:nvSpPr>
          <p:spPr>
            <a:xfrm>
              <a:off x="4365300" y="3562375"/>
              <a:ext cx="32025" cy="28950"/>
            </a:xfrm>
            <a:custGeom>
              <a:avLst/>
              <a:gdLst/>
              <a:ahLst/>
              <a:cxnLst/>
              <a:rect l="l" t="t" r="r" b="b"/>
              <a:pathLst>
                <a:path w="1281" h="1158" extrusionOk="0">
                  <a:moveTo>
                    <a:pt x="150" y="0"/>
                  </a:moveTo>
                  <a:cubicBezTo>
                    <a:pt x="123" y="0"/>
                    <a:pt x="97" y="9"/>
                    <a:pt x="80" y="26"/>
                  </a:cubicBezTo>
                  <a:cubicBezTo>
                    <a:pt x="1" y="61"/>
                    <a:pt x="1" y="132"/>
                    <a:pt x="80" y="210"/>
                  </a:cubicBezTo>
                  <a:lnTo>
                    <a:pt x="1061" y="1157"/>
                  </a:lnTo>
                  <a:lnTo>
                    <a:pt x="1140" y="1157"/>
                  </a:lnTo>
                  <a:cubicBezTo>
                    <a:pt x="1175" y="1157"/>
                    <a:pt x="1210" y="1157"/>
                    <a:pt x="1210" y="1122"/>
                  </a:cubicBezTo>
                  <a:cubicBezTo>
                    <a:pt x="1281" y="1087"/>
                    <a:pt x="1281" y="1008"/>
                    <a:pt x="1210" y="973"/>
                  </a:cubicBezTo>
                  <a:lnTo>
                    <a:pt x="220" y="26"/>
                  </a:lnTo>
                  <a:cubicBezTo>
                    <a:pt x="202" y="9"/>
                    <a:pt x="176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2"/>
            <p:cNvSpPr/>
            <p:nvPr/>
          </p:nvSpPr>
          <p:spPr>
            <a:xfrm>
              <a:off x="4339000" y="3574200"/>
              <a:ext cx="30925" cy="29825"/>
            </a:xfrm>
            <a:custGeom>
              <a:avLst/>
              <a:gdLst/>
              <a:ahLst/>
              <a:cxnLst/>
              <a:rect l="l" t="t" r="r" b="b"/>
              <a:pathLst>
                <a:path w="1237" h="1193" extrusionOk="0">
                  <a:moveTo>
                    <a:pt x="111" y="0"/>
                  </a:moveTo>
                  <a:cubicBezTo>
                    <a:pt x="80" y="0"/>
                    <a:pt x="53" y="9"/>
                    <a:pt x="36" y="27"/>
                  </a:cubicBezTo>
                  <a:cubicBezTo>
                    <a:pt x="1" y="62"/>
                    <a:pt x="1" y="176"/>
                    <a:pt x="36" y="211"/>
                  </a:cubicBezTo>
                  <a:lnTo>
                    <a:pt x="1053" y="1158"/>
                  </a:lnTo>
                  <a:cubicBezTo>
                    <a:pt x="1053" y="1158"/>
                    <a:pt x="1097" y="1193"/>
                    <a:pt x="1132" y="1193"/>
                  </a:cubicBezTo>
                  <a:cubicBezTo>
                    <a:pt x="1167" y="1193"/>
                    <a:pt x="1167" y="1158"/>
                    <a:pt x="1202" y="1158"/>
                  </a:cubicBezTo>
                  <a:cubicBezTo>
                    <a:pt x="1237" y="1087"/>
                    <a:pt x="1237" y="1008"/>
                    <a:pt x="1202" y="973"/>
                  </a:cubicBezTo>
                  <a:lnTo>
                    <a:pt x="220" y="27"/>
                  </a:lnTo>
                  <a:cubicBezTo>
                    <a:pt x="181" y="9"/>
                    <a:pt x="143" y="0"/>
                    <a:pt x="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2"/>
            <p:cNvSpPr/>
            <p:nvPr/>
          </p:nvSpPr>
          <p:spPr>
            <a:xfrm>
              <a:off x="4198325" y="3672600"/>
              <a:ext cx="263000" cy="25450"/>
            </a:xfrm>
            <a:custGeom>
              <a:avLst/>
              <a:gdLst/>
              <a:ahLst/>
              <a:cxnLst/>
              <a:rect l="l" t="t" r="r" b="b"/>
              <a:pathLst>
                <a:path w="10520" h="1018" extrusionOk="0">
                  <a:moveTo>
                    <a:pt x="0" y="0"/>
                  </a:moveTo>
                  <a:lnTo>
                    <a:pt x="0" y="1017"/>
                  </a:lnTo>
                  <a:lnTo>
                    <a:pt x="9494" y="1017"/>
                  </a:lnTo>
                  <a:lnTo>
                    <a:pt x="105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2"/>
            <p:cNvSpPr/>
            <p:nvPr/>
          </p:nvSpPr>
          <p:spPr>
            <a:xfrm>
              <a:off x="4195475" y="3669750"/>
              <a:ext cx="268475" cy="32025"/>
            </a:xfrm>
            <a:custGeom>
              <a:avLst/>
              <a:gdLst/>
              <a:ahLst/>
              <a:cxnLst/>
              <a:rect l="l" t="t" r="r" b="b"/>
              <a:pathLst>
                <a:path w="10739" h="1281" extrusionOk="0">
                  <a:moveTo>
                    <a:pt x="10344" y="219"/>
                  </a:moveTo>
                  <a:lnTo>
                    <a:pt x="9573" y="1026"/>
                  </a:lnTo>
                  <a:lnTo>
                    <a:pt x="219" y="1026"/>
                  </a:lnTo>
                  <a:lnTo>
                    <a:pt x="219" y="219"/>
                  </a:lnTo>
                  <a:close/>
                  <a:moveTo>
                    <a:pt x="114" y="0"/>
                  </a:moveTo>
                  <a:cubicBezTo>
                    <a:pt x="44" y="0"/>
                    <a:pt x="0" y="35"/>
                    <a:pt x="0" y="114"/>
                  </a:cubicBezTo>
                  <a:lnTo>
                    <a:pt x="0" y="1131"/>
                  </a:lnTo>
                  <a:cubicBezTo>
                    <a:pt x="0" y="1210"/>
                    <a:pt x="44" y="1280"/>
                    <a:pt x="114" y="1280"/>
                  </a:cubicBezTo>
                  <a:lnTo>
                    <a:pt x="9608" y="1280"/>
                  </a:lnTo>
                  <a:cubicBezTo>
                    <a:pt x="9643" y="1280"/>
                    <a:pt x="9686" y="1245"/>
                    <a:pt x="9722" y="1245"/>
                  </a:cubicBezTo>
                  <a:lnTo>
                    <a:pt x="10703" y="219"/>
                  </a:lnTo>
                  <a:cubicBezTo>
                    <a:pt x="10738" y="184"/>
                    <a:pt x="10738" y="114"/>
                    <a:pt x="10738" y="79"/>
                  </a:cubicBezTo>
                  <a:cubicBezTo>
                    <a:pt x="10703" y="35"/>
                    <a:pt x="10668" y="0"/>
                    <a:pt x="106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2"/>
            <p:cNvSpPr/>
            <p:nvPr/>
          </p:nvSpPr>
          <p:spPr>
            <a:xfrm>
              <a:off x="4498775" y="3672600"/>
              <a:ext cx="66625" cy="25450"/>
            </a:xfrm>
            <a:custGeom>
              <a:avLst/>
              <a:gdLst/>
              <a:ahLst/>
              <a:cxnLst/>
              <a:rect l="l" t="t" r="r" b="b"/>
              <a:pathLst>
                <a:path w="2665" h="1018" extrusionOk="0">
                  <a:moveTo>
                    <a:pt x="0" y="0"/>
                  </a:moveTo>
                  <a:lnTo>
                    <a:pt x="0" y="1017"/>
                  </a:lnTo>
                  <a:lnTo>
                    <a:pt x="2665" y="1017"/>
                  </a:lnTo>
                  <a:lnTo>
                    <a:pt x="26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2"/>
            <p:cNvSpPr/>
            <p:nvPr/>
          </p:nvSpPr>
          <p:spPr>
            <a:xfrm>
              <a:off x="4495050" y="3669750"/>
              <a:ext cx="73000" cy="32025"/>
            </a:xfrm>
            <a:custGeom>
              <a:avLst/>
              <a:gdLst/>
              <a:ahLst/>
              <a:cxnLst/>
              <a:rect l="l" t="t" r="r" b="b"/>
              <a:pathLst>
                <a:path w="2920" h="1281" extrusionOk="0">
                  <a:moveTo>
                    <a:pt x="2700" y="219"/>
                  </a:moveTo>
                  <a:lnTo>
                    <a:pt x="2700" y="1026"/>
                  </a:lnTo>
                  <a:lnTo>
                    <a:pt x="254" y="1026"/>
                  </a:lnTo>
                  <a:lnTo>
                    <a:pt x="254" y="219"/>
                  </a:lnTo>
                  <a:close/>
                  <a:moveTo>
                    <a:pt x="149" y="0"/>
                  </a:moveTo>
                  <a:cubicBezTo>
                    <a:pt x="70" y="0"/>
                    <a:pt x="0" y="35"/>
                    <a:pt x="0" y="114"/>
                  </a:cubicBezTo>
                  <a:lnTo>
                    <a:pt x="0" y="1131"/>
                  </a:lnTo>
                  <a:cubicBezTo>
                    <a:pt x="0" y="1210"/>
                    <a:pt x="70" y="1280"/>
                    <a:pt x="149" y="1280"/>
                  </a:cubicBezTo>
                  <a:lnTo>
                    <a:pt x="2814" y="1280"/>
                  </a:lnTo>
                  <a:cubicBezTo>
                    <a:pt x="2884" y="1280"/>
                    <a:pt x="2919" y="1210"/>
                    <a:pt x="2919" y="1131"/>
                  </a:cubicBezTo>
                  <a:lnTo>
                    <a:pt x="2919" y="114"/>
                  </a:lnTo>
                  <a:cubicBezTo>
                    <a:pt x="2919" y="35"/>
                    <a:pt x="2884" y="0"/>
                    <a:pt x="28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2"/>
            <p:cNvSpPr/>
            <p:nvPr/>
          </p:nvSpPr>
          <p:spPr>
            <a:xfrm>
              <a:off x="4984400" y="3304650"/>
              <a:ext cx="129750" cy="131500"/>
            </a:xfrm>
            <a:custGeom>
              <a:avLst/>
              <a:gdLst/>
              <a:ahLst/>
              <a:cxnLst/>
              <a:rect l="l" t="t" r="r" b="b"/>
              <a:pathLst>
                <a:path w="5190" h="5260" extrusionOk="0">
                  <a:moveTo>
                    <a:pt x="4462" y="1"/>
                  </a:moveTo>
                  <a:lnTo>
                    <a:pt x="0" y="4454"/>
                  </a:lnTo>
                  <a:lnTo>
                    <a:pt x="807" y="5260"/>
                  </a:lnTo>
                  <a:lnTo>
                    <a:pt x="5190" y="912"/>
                  </a:lnTo>
                  <a:lnTo>
                    <a:pt x="44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2"/>
            <p:cNvSpPr/>
            <p:nvPr/>
          </p:nvSpPr>
          <p:spPr>
            <a:xfrm>
              <a:off x="4983637" y="3306027"/>
              <a:ext cx="136100" cy="137000"/>
            </a:xfrm>
            <a:custGeom>
              <a:avLst/>
              <a:gdLst/>
              <a:ahLst/>
              <a:cxnLst/>
              <a:rect l="l" t="t" r="r" b="b"/>
              <a:pathLst>
                <a:path w="5444" h="5480" extrusionOk="0">
                  <a:moveTo>
                    <a:pt x="4602" y="290"/>
                  </a:moveTo>
                  <a:lnTo>
                    <a:pt x="5146" y="991"/>
                  </a:lnTo>
                  <a:lnTo>
                    <a:pt x="947" y="5225"/>
                  </a:lnTo>
                  <a:lnTo>
                    <a:pt x="289" y="4568"/>
                  </a:lnTo>
                  <a:lnTo>
                    <a:pt x="4602" y="290"/>
                  </a:lnTo>
                  <a:close/>
                  <a:moveTo>
                    <a:pt x="4637" y="1"/>
                  </a:moveTo>
                  <a:cubicBezTo>
                    <a:pt x="4602" y="1"/>
                    <a:pt x="4567" y="1"/>
                    <a:pt x="4523" y="36"/>
                  </a:cubicBezTo>
                  <a:lnTo>
                    <a:pt x="70" y="4497"/>
                  </a:lnTo>
                  <a:cubicBezTo>
                    <a:pt x="0" y="4532"/>
                    <a:pt x="0" y="4603"/>
                    <a:pt x="70" y="4638"/>
                  </a:cubicBezTo>
                  <a:lnTo>
                    <a:pt x="842" y="5444"/>
                  </a:lnTo>
                  <a:cubicBezTo>
                    <a:pt x="877" y="5479"/>
                    <a:pt x="912" y="5479"/>
                    <a:pt x="947" y="5479"/>
                  </a:cubicBezTo>
                  <a:cubicBezTo>
                    <a:pt x="947" y="5479"/>
                    <a:pt x="982" y="5479"/>
                    <a:pt x="1017" y="5444"/>
                  </a:cubicBezTo>
                  <a:lnTo>
                    <a:pt x="5400" y="1096"/>
                  </a:lnTo>
                  <a:cubicBezTo>
                    <a:pt x="5444" y="1061"/>
                    <a:pt x="5444" y="991"/>
                    <a:pt x="5400" y="947"/>
                  </a:cubicBezTo>
                  <a:lnTo>
                    <a:pt x="4707" y="36"/>
                  </a:lnTo>
                  <a:cubicBezTo>
                    <a:pt x="4672" y="1"/>
                    <a:pt x="4672" y="1"/>
                    <a:pt x="4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2"/>
            <p:cNvSpPr/>
            <p:nvPr/>
          </p:nvSpPr>
          <p:spPr>
            <a:xfrm>
              <a:off x="4937050" y="3321975"/>
              <a:ext cx="281200" cy="353275"/>
            </a:xfrm>
            <a:custGeom>
              <a:avLst/>
              <a:gdLst/>
              <a:ahLst/>
              <a:cxnLst/>
              <a:rect l="l" t="t" r="r" b="b"/>
              <a:pathLst>
                <a:path w="11248" h="14131" extrusionOk="0">
                  <a:moveTo>
                    <a:pt x="7119" y="0"/>
                  </a:moveTo>
                  <a:lnTo>
                    <a:pt x="2298" y="4742"/>
                  </a:lnTo>
                  <a:lnTo>
                    <a:pt x="2920" y="5365"/>
                  </a:lnTo>
                  <a:lnTo>
                    <a:pt x="474" y="11211"/>
                  </a:lnTo>
                  <a:cubicBezTo>
                    <a:pt x="1" y="12307"/>
                    <a:pt x="185" y="13438"/>
                    <a:pt x="877" y="14130"/>
                  </a:cubicBezTo>
                  <a:lnTo>
                    <a:pt x="8293" y="6680"/>
                  </a:lnTo>
                  <a:lnTo>
                    <a:pt x="8144" y="4453"/>
                  </a:lnTo>
                  <a:lnTo>
                    <a:pt x="8144" y="4453"/>
                  </a:lnTo>
                  <a:lnTo>
                    <a:pt x="9389" y="5698"/>
                  </a:lnTo>
                  <a:lnTo>
                    <a:pt x="11248" y="3725"/>
                  </a:lnTo>
                  <a:lnTo>
                    <a:pt x="71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2"/>
            <p:cNvSpPr/>
            <p:nvPr/>
          </p:nvSpPr>
          <p:spPr>
            <a:xfrm>
              <a:off x="4934200" y="3318450"/>
              <a:ext cx="286900" cy="359650"/>
            </a:xfrm>
            <a:custGeom>
              <a:avLst/>
              <a:gdLst/>
              <a:ahLst/>
              <a:cxnLst/>
              <a:rect l="l" t="t" r="r" b="b"/>
              <a:pathLst>
                <a:path w="11476" h="14386" extrusionOk="0">
                  <a:moveTo>
                    <a:pt x="7233" y="281"/>
                  </a:moveTo>
                  <a:lnTo>
                    <a:pt x="11177" y="3902"/>
                  </a:lnTo>
                  <a:lnTo>
                    <a:pt x="9503" y="5655"/>
                  </a:lnTo>
                  <a:lnTo>
                    <a:pt x="8329" y="4489"/>
                  </a:lnTo>
                  <a:cubicBezTo>
                    <a:pt x="8311" y="4467"/>
                    <a:pt x="8285" y="4456"/>
                    <a:pt x="8258" y="4456"/>
                  </a:cubicBezTo>
                  <a:cubicBezTo>
                    <a:pt x="8232" y="4456"/>
                    <a:pt x="8206" y="4467"/>
                    <a:pt x="8188" y="4489"/>
                  </a:cubicBezTo>
                  <a:cubicBezTo>
                    <a:pt x="8144" y="4489"/>
                    <a:pt x="8109" y="4559"/>
                    <a:pt x="8109" y="4594"/>
                  </a:cubicBezTo>
                  <a:lnTo>
                    <a:pt x="8293" y="6785"/>
                  </a:lnTo>
                  <a:lnTo>
                    <a:pt x="991" y="14087"/>
                  </a:lnTo>
                  <a:cubicBezTo>
                    <a:pt x="369" y="13430"/>
                    <a:pt x="255" y="12413"/>
                    <a:pt x="693" y="11388"/>
                  </a:cubicBezTo>
                  <a:lnTo>
                    <a:pt x="3148" y="5541"/>
                  </a:lnTo>
                  <a:cubicBezTo>
                    <a:pt x="3183" y="5506"/>
                    <a:pt x="3148" y="5471"/>
                    <a:pt x="3104" y="5436"/>
                  </a:cubicBezTo>
                  <a:lnTo>
                    <a:pt x="2596" y="4883"/>
                  </a:lnTo>
                  <a:lnTo>
                    <a:pt x="7233" y="281"/>
                  </a:lnTo>
                  <a:close/>
                  <a:moveTo>
                    <a:pt x="7234" y="1"/>
                  </a:moveTo>
                  <a:cubicBezTo>
                    <a:pt x="7206" y="1"/>
                    <a:pt x="7180" y="10"/>
                    <a:pt x="7163" y="27"/>
                  </a:cubicBezTo>
                  <a:lnTo>
                    <a:pt x="2341" y="4813"/>
                  </a:lnTo>
                  <a:cubicBezTo>
                    <a:pt x="2306" y="4848"/>
                    <a:pt x="2306" y="4883"/>
                    <a:pt x="2306" y="4883"/>
                  </a:cubicBezTo>
                  <a:cubicBezTo>
                    <a:pt x="2306" y="4927"/>
                    <a:pt x="2306" y="4962"/>
                    <a:pt x="2341" y="4997"/>
                  </a:cubicBezTo>
                  <a:lnTo>
                    <a:pt x="2885" y="5541"/>
                  </a:lnTo>
                  <a:lnTo>
                    <a:pt x="474" y="11317"/>
                  </a:lnTo>
                  <a:cubicBezTo>
                    <a:pt x="1" y="12448"/>
                    <a:pt x="150" y="13614"/>
                    <a:pt x="878" y="14350"/>
                  </a:cubicBezTo>
                  <a:cubicBezTo>
                    <a:pt x="913" y="14385"/>
                    <a:pt x="956" y="14385"/>
                    <a:pt x="991" y="14385"/>
                  </a:cubicBezTo>
                  <a:cubicBezTo>
                    <a:pt x="1027" y="14385"/>
                    <a:pt x="1027" y="14385"/>
                    <a:pt x="1062" y="14350"/>
                  </a:cubicBezTo>
                  <a:lnTo>
                    <a:pt x="8513" y="6899"/>
                  </a:lnTo>
                  <a:cubicBezTo>
                    <a:pt x="8513" y="6899"/>
                    <a:pt x="8548" y="6856"/>
                    <a:pt x="8548" y="6821"/>
                  </a:cubicBezTo>
                  <a:lnTo>
                    <a:pt x="8364" y="4883"/>
                  </a:lnTo>
                  <a:lnTo>
                    <a:pt x="9424" y="5909"/>
                  </a:lnTo>
                  <a:cubicBezTo>
                    <a:pt x="9424" y="5909"/>
                    <a:pt x="9459" y="5944"/>
                    <a:pt x="9503" y="5944"/>
                  </a:cubicBezTo>
                  <a:cubicBezTo>
                    <a:pt x="9538" y="5944"/>
                    <a:pt x="9573" y="5909"/>
                    <a:pt x="9573" y="5909"/>
                  </a:cubicBezTo>
                  <a:lnTo>
                    <a:pt x="11432" y="3972"/>
                  </a:lnTo>
                  <a:cubicBezTo>
                    <a:pt x="11475" y="3937"/>
                    <a:pt x="11475" y="3902"/>
                    <a:pt x="11475" y="3866"/>
                  </a:cubicBezTo>
                  <a:cubicBezTo>
                    <a:pt x="11475" y="3831"/>
                    <a:pt x="11432" y="3831"/>
                    <a:pt x="11432" y="3788"/>
                  </a:cubicBezTo>
                  <a:lnTo>
                    <a:pt x="7312" y="27"/>
                  </a:lnTo>
                  <a:cubicBezTo>
                    <a:pt x="7290" y="10"/>
                    <a:pt x="7261" y="1"/>
                    <a:pt x="7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2"/>
            <p:cNvSpPr/>
            <p:nvPr/>
          </p:nvSpPr>
          <p:spPr>
            <a:xfrm>
              <a:off x="4957000" y="3451325"/>
              <a:ext cx="47575" cy="42250"/>
            </a:xfrm>
            <a:custGeom>
              <a:avLst/>
              <a:gdLst/>
              <a:ahLst/>
              <a:cxnLst/>
              <a:rect l="l" t="t" r="r" b="b"/>
              <a:pathLst>
                <a:path w="1903" h="1690" extrusionOk="0">
                  <a:moveTo>
                    <a:pt x="842" y="226"/>
                  </a:moveTo>
                  <a:cubicBezTo>
                    <a:pt x="877" y="226"/>
                    <a:pt x="991" y="270"/>
                    <a:pt x="1061" y="340"/>
                  </a:cubicBezTo>
                  <a:cubicBezTo>
                    <a:pt x="1245" y="524"/>
                    <a:pt x="1535" y="1286"/>
                    <a:pt x="1429" y="1435"/>
                  </a:cubicBezTo>
                  <a:lnTo>
                    <a:pt x="1315" y="1435"/>
                  </a:lnTo>
                  <a:cubicBezTo>
                    <a:pt x="1026" y="1435"/>
                    <a:pt x="518" y="1102"/>
                    <a:pt x="369" y="962"/>
                  </a:cubicBezTo>
                  <a:cubicBezTo>
                    <a:pt x="264" y="813"/>
                    <a:pt x="299" y="559"/>
                    <a:pt x="483" y="375"/>
                  </a:cubicBezTo>
                  <a:cubicBezTo>
                    <a:pt x="588" y="305"/>
                    <a:pt x="702" y="226"/>
                    <a:pt x="807" y="226"/>
                  </a:cubicBezTo>
                  <a:close/>
                  <a:moveTo>
                    <a:pt x="773" y="0"/>
                  </a:moveTo>
                  <a:cubicBezTo>
                    <a:pt x="614" y="0"/>
                    <a:pt x="464" y="99"/>
                    <a:pt x="334" y="191"/>
                  </a:cubicBezTo>
                  <a:cubicBezTo>
                    <a:pt x="44" y="445"/>
                    <a:pt x="1" y="848"/>
                    <a:pt x="185" y="1102"/>
                  </a:cubicBezTo>
                  <a:cubicBezTo>
                    <a:pt x="334" y="1251"/>
                    <a:pt x="921" y="1655"/>
                    <a:pt x="1315" y="1690"/>
                  </a:cubicBezTo>
                  <a:cubicBezTo>
                    <a:pt x="1429" y="1690"/>
                    <a:pt x="1500" y="1655"/>
                    <a:pt x="1578" y="1620"/>
                  </a:cubicBezTo>
                  <a:cubicBezTo>
                    <a:pt x="1903" y="1286"/>
                    <a:pt x="1359" y="340"/>
                    <a:pt x="1210" y="156"/>
                  </a:cubicBezTo>
                  <a:cubicBezTo>
                    <a:pt x="1140" y="85"/>
                    <a:pt x="991" y="7"/>
                    <a:pt x="842" y="7"/>
                  </a:cubicBezTo>
                  <a:cubicBezTo>
                    <a:pt x="819" y="2"/>
                    <a:pt x="796" y="0"/>
                    <a:pt x="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2"/>
            <p:cNvSpPr/>
            <p:nvPr/>
          </p:nvSpPr>
          <p:spPr>
            <a:xfrm>
              <a:off x="4943425" y="3485575"/>
              <a:ext cx="53925" cy="33650"/>
            </a:xfrm>
            <a:custGeom>
              <a:avLst/>
              <a:gdLst/>
              <a:ahLst/>
              <a:cxnLst/>
              <a:rect l="l" t="t" r="r" b="b"/>
              <a:pathLst>
                <a:path w="2157" h="1346" extrusionOk="0">
                  <a:moveTo>
                    <a:pt x="1353" y="241"/>
                  </a:moveTo>
                  <a:cubicBezTo>
                    <a:pt x="1604" y="241"/>
                    <a:pt x="1823" y="267"/>
                    <a:pt x="1858" y="320"/>
                  </a:cubicBezTo>
                  <a:cubicBezTo>
                    <a:pt x="1858" y="469"/>
                    <a:pt x="1061" y="977"/>
                    <a:pt x="693" y="1091"/>
                  </a:cubicBezTo>
                  <a:cubicBezTo>
                    <a:pt x="651" y="1105"/>
                    <a:pt x="607" y="1113"/>
                    <a:pt x="566" y="1113"/>
                  </a:cubicBezTo>
                  <a:cubicBezTo>
                    <a:pt x="503" y="1113"/>
                    <a:pt x="445" y="1095"/>
                    <a:pt x="403" y="1047"/>
                  </a:cubicBezTo>
                  <a:cubicBezTo>
                    <a:pt x="324" y="1012"/>
                    <a:pt x="289" y="942"/>
                    <a:pt x="289" y="872"/>
                  </a:cubicBezTo>
                  <a:cubicBezTo>
                    <a:pt x="254" y="653"/>
                    <a:pt x="438" y="390"/>
                    <a:pt x="658" y="320"/>
                  </a:cubicBezTo>
                  <a:cubicBezTo>
                    <a:pt x="820" y="267"/>
                    <a:pt x="1102" y="241"/>
                    <a:pt x="1353" y="241"/>
                  </a:cubicBezTo>
                  <a:close/>
                  <a:moveTo>
                    <a:pt x="1421" y="1"/>
                  </a:moveTo>
                  <a:cubicBezTo>
                    <a:pt x="1086" y="1"/>
                    <a:pt x="719" y="58"/>
                    <a:pt x="587" y="100"/>
                  </a:cubicBezTo>
                  <a:cubicBezTo>
                    <a:pt x="254" y="214"/>
                    <a:pt x="0" y="539"/>
                    <a:pt x="35" y="872"/>
                  </a:cubicBezTo>
                  <a:cubicBezTo>
                    <a:pt x="70" y="1047"/>
                    <a:pt x="149" y="1196"/>
                    <a:pt x="289" y="1266"/>
                  </a:cubicBezTo>
                  <a:cubicBezTo>
                    <a:pt x="368" y="1310"/>
                    <a:pt x="473" y="1345"/>
                    <a:pt x="587" y="1345"/>
                  </a:cubicBezTo>
                  <a:cubicBezTo>
                    <a:pt x="658" y="1345"/>
                    <a:pt x="693" y="1345"/>
                    <a:pt x="763" y="1310"/>
                  </a:cubicBezTo>
                  <a:cubicBezTo>
                    <a:pt x="947" y="1266"/>
                    <a:pt x="2157" y="723"/>
                    <a:pt x="2121" y="285"/>
                  </a:cubicBezTo>
                  <a:cubicBezTo>
                    <a:pt x="2121" y="250"/>
                    <a:pt x="2078" y="171"/>
                    <a:pt x="1972" y="100"/>
                  </a:cubicBezTo>
                  <a:cubicBezTo>
                    <a:pt x="1856" y="27"/>
                    <a:pt x="1646" y="1"/>
                    <a:pt x="1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2"/>
            <p:cNvSpPr/>
            <p:nvPr/>
          </p:nvSpPr>
          <p:spPr>
            <a:xfrm>
              <a:off x="4994475" y="3488075"/>
              <a:ext cx="40350" cy="6375"/>
            </a:xfrm>
            <a:custGeom>
              <a:avLst/>
              <a:gdLst/>
              <a:ahLst/>
              <a:cxnLst/>
              <a:rect l="l" t="t" r="r" b="b"/>
              <a:pathLst>
                <a:path w="1614" h="255" extrusionOk="0">
                  <a:moveTo>
                    <a:pt x="1500" y="0"/>
                  </a:moveTo>
                  <a:lnTo>
                    <a:pt x="115" y="36"/>
                  </a:lnTo>
                  <a:cubicBezTo>
                    <a:pt x="36" y="36"/>
                    <a:pt x="1" y="71"/>
                    <a:pt x="1" y="150"/>
                  </a:cubicBezTo>
                  <a:cubicBezTo>
                    <a:pt x="1" y="220"/>
                    <a:pt x="36" y="255"/>
                    <a:pt x="115" y="255"/>
                  </a:cubicBezTo>
                  <a:lnTo>
                    <a:pt x="1500" y="220"/>
                  </a:lnTo>
                  <a:cubicBezTo>
                    <a:pt x="1570" y="220"/>
                    <a:pt x="1613" y="185"/>
                    <a:pt x="1613" y="114"/>
                  </a:cubicBezTo>
                  <a:cubicBezTo>
                    <a:pt x="1613" y="36"/>
                    <a:pt x="1535" y="0"/>
                    <a:pt x="1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2"/>
            <p:cNvSpPr/>
            <p:nvPr/>
          </p:nvSpPr>
          <p:spPr>
            <a:xfrm>
              <a:off x="4999950" y="3474500"/>
              <a:ext cx="40350" cy="7250"/>
            </a:xfrm>
            <a:custGeom>
              <a:avLst/>
              <a:gdLst/>
              <a:ahLst/>
              <a:cxnLst/>
              <a:rect l="l" t="t" r="r" b="b"/>
              <a:pathLst>
                <a:path w="1614" h="290" extrusionOk="0">
                  <a:moveTo>
                    <a:pt x="1500" y="0"/>
                  </a:moveTo>
                  <a:lnTo>
                    <a:pt x="115" y="35"/>
                  </a:lnTo>
                  <a:cubicBezTo>
                    <a:pt x="80" y="35"/>
                    <a:pt x="1" y="105"/>
                    <a:pt x="1" y="140"/>
                  </a:cubicBezTo>
                  <a:cubicBezTo>
                    <a:pt x="1" y="219"/>
                    <a:pt x="80" y="289"/>
                    <a:pt x="115" y="289"/>
                  </a:cubicBezTo>
                  <a:lnTo>
                    <a:pt x="1500" y="254"/>
                  </a:lnTo>
                  <a:cubicBezTo>
                    <a:pt x="1570" y="254"/>
                    <a:pt x="1614" y="175"/>
                    <a:pt x="1614" y="105"/>
                  </a:cubicBezTo>
                  <a:cubicBezTo>
                    <a:pt x="1614" y="70"/>
                    <a:pt x="1570" y="0"/>
                    <a:pt x="1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2"/>
            <p:cNvSpPr/>
            <p:nvPr/>
          </p:nvSpPr>
          <p:spPr>
            <a:xfrm>
              <a:off x="4989875" y="3501875"/>
              <a:ext cx="40350" cy="7250"/>
            </a:xfrm>
            <a:custGeom>
              <a:avLst/>
              <a:gdLst/>
              <a:ahLst/>
              <a:cxnLst/>
              <a:rect l="l" t="t" r="r" b="b"/>
              <a:pathLst>
                <a:path w="1614" h="290" extrusionOk="0">
                  <a:moveTo>
                    <a:pt x="1464" y="1"/>
                  </a:moveTo>
                  <a:lnTo>
                    <a:pt x="114" y="36"/>
                  </a:lnTo>
                  <a:cubicBezTo>
                    <a:pt x="44" y="36"/>
                    <a:pt x="0" y="106"/>
                    <a:pt x="0" y="141"/>
                  </a:cubicBezTo>
                  <a:cubicBezTo>
                    <a:pt x="0" y="220"/>
                    <a:pt x="44" y="290"/>
                    <a:pt x="114" y="290"/>
                  </a:cubicBezTo>
                  <a:lnTo>
                    <a:pt x="1464" y="255"/>
                  </a:lnTo>
                  <a:cubicBezTo>
                    <a:pt x="1535" y="255"/>
                    <a:pt x="1613" y="176"/>
                    <a:pt x="1613" y="106"/>
                  </a:cubicBezTo>
                  <a:cubicBezTo>
                    <a:pt x="1613" y="71"/>
                    <a:pt x="1535" y="1"/>
                    <a:pt x="1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2"/>
            <p:cNvSpPr/>
            <p:nvPr/>
          </p:nvSpPr>
          <p:spPr>
            <a:xfrm>
              <a:off x="4958975" y="3488950"/>
              <a:ext cx="185425" cy="204700"/>
            </a:xfrm>
            <a:custGeom>
              <a:avLst/>
              <a:gdLst/>
              <a:ahLst/>
              <a:cxnLst/>
              <a:rect l="l" t="t" r="r" b="b"/>
              <a:pathLst>
                <a:path w="7417" h="8188" extrusionOk="0">
                  <a:moveTo>
                    <a:pt x="7416" y="1"/>
                  </a:moveTo>
                  <a:lnTo>
                    <a:pt x="0" y="7451"/>
                  </a:lnTo>
                  <a:lnTo>
                    <a:pt x="728" y="8188"/>
                  </a:lnTo>
                  <a:lnTo>
                    <a:pt x="7416" y="1464"/>
                  </a:lnTo>
                  <a:lnTo>
                    <a:pt x="74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2"/>
            <p:cNvSpPr/>
            <p:nvPr/>
          </p:nvSpPr>
          <p:spPr>
            <a:xfrm>
              <a:off x="4955250" y="3486325"/>
              <a:ext cx="192650" cy="209950"/>
            </a:xfrm>
            <a:custGeom>
              <a:avLst/>
              <a:gdLst/>
              <a:ahLst/>
              <a:cxnLst/>
              <a:rect l="l" t="t" r="r" b="b"/>
              <a:pathLst>
                <a:path w="7706" h="8398" extrusionOk="0">
                  <a:moveTo>
                    <a:pt x="7451" y="404"/>
                  </a:moveTo>
                  <a:lnTo>
                    <a:pt x="7451" y="1499"/>
                  </a:lnTo>
                  <a:lnTo>
                    <a:pt x="877" y="8109"/>
                  </a:lnTo>
                  <a:lnTo>
                    <a:pt x="290" y="7556"/>
                  </a:lnTo>
                  <a:lnTo>
                    <a:pt x="7451" y="404"/>
                  </a:lnTo>
                  <a:close/>
                  <a:moveTo>
                    <a:pt x="7600" y="0"/>
                  </a:moveTo>
                  <a:cubicBezTo>
                    <a:pt x="7565" y="0"/>
                    <a:pt x="7522" y="0"/>
                    <a:pt x="7487" y="35"/>
                  </a:cubicBezTo>
                  <a:lnTo>
                    <a:pt x="36" y="7486"/>
                  </a:lnTo>
                  <a:cubicBezTo>
                    <a:pt x="0" y="7521"/>
                    <a:pt x="0" y="7592"/>
                    <a:pt x="36" y="7635"/>
                  </a:cubicBezTo>
                  <a:lnTo>
                    <a:pt x="772" y="8363"/>
                  </a:lnTo>
                  <a:cubicBezTo>
                    <a:pt x="807" y="8363"/>
                    <a:pt x="842" y="8398"/>
                    <a:pt x="877" y="8398"/>
                  </a:cubicBezTo>
                  <a:cubicBezTo>
                    <a:pt x="877" y="8398"/>
                    <a:pt x="912" y="8363"/>
                    <a:pt x="947" y="8363"/>
                  </a:cubicBezTo>
                  <a:lnTo>
                    <a:pt x="7671" y="1640"/>
                  </a:lnTo>
                  <a:cubicBezTo>
                    <a:pt x="7671" y="1604"/>
                    <a:pt x="7706" y="1569"/>
                    <a:pt x="7706" y="1569"/>
                  </a:cubicBezTo>
                  <a:lnTo>
                    <a:pt x="7671" y="106"/>
                  </a:lnTo>
                  <a:cubicBezTo>
                    <a:pt x="7671" y="70"/>
                    <a:pt x="7636" y="35"/>
                    <a:pt x="7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2"/>
            <p:cNvSpPr/>
            <p:nvPr/>
          </p:nvSpPr>
          <p:spPr>
            <a:xfrm>
              <a:off x="5170675" y="3415975"/>
              <a:ext cx="65775" cy="64900"/>
            </a:xfrm>
            <a:custGeom>
              <a:avLst/>
              <a:gdLst/>
              <a:ahLst/>
              <a:cxnLst/>
              <a:rect l="l" t="t" r="r" b="b"/>
              <a:pathLst>
                <a:path w="2631" h="2596" extrusionOk="0">
                  <a:moveTo>
                    <a:pt x="1903" y="1"/>
                  </a:moveTo>
                  <a:lnTo>
                    <a:pt x="0" y="1903"/>
                  </a:lnTo>
                  <a:lnTo>
                    <a:pt x="737" y="2595"/>
                  </a:lnTo>
                  <a:lnTo>
                    <a:pt x="2630" y="693"/>
                  </a:lnTo>
                  <a:lnTo>
                    <a:pt x="19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2"/>
            <p:cNvSpPr/>
            <p:nvPr/>
          </p:nvSpPr>
          <p:spPr>
            <a:xfrm>
              <a:off x="5167175" y="3412475"/>
              <a:ext cx="72125" cy="71900"/>
            </a:xfrm>
            <a:custGeom>
              <a:avLst/>
              <a:gdLst/>
              <a:ahLst/>
              <a:cxnLst/>
              <a:rect l="l" t="t" r="r" b="b"/>
              <a:pathLst>
                <a:path w="2885" h="2876" extrusionOk="0">
                  <a:moveTo>
                    <a:pt x="2043" y="290"/>
                  </a:moveTo>
                  <a:lnTo>
                    <a:pt x="2595" y="833"/>
                  </a:lnTo>
                  <a:lnTo>
                    <a:pt x="877" y="2586"/>
                  </a:lnTo>
                  <a:lnTo>
                    <a:pt x="289" y="2043"/>
                  </a:lnTo>
                  <a:lnTo>
                    <a:pt x="2043" y="290"/>
                  </a:lnTo>
                  <a:close/>
                  <a:moveTo>
                    <a:pt x="2043" y="0"/>
                  </a:moveTo>
                  <a:cubicBezTo>
                    <a:pt x="2016" y="0"/>
                    <a:pt x="1990" y="9"/>
                    <a:pt x="1972" y="27"/>
                  </a:cubicBezTo>
                  <a:lnTo>
                    <a:pt x="70" y="1929"/>
                  </a:lnTo>
                  <a:cubicBezTo>
                    <a:pt x="0" y="1999"/>
                    <a:pt x="0" y="2078"/>
                    <a:pt x="70" y="2113"/>
                  </a:cubicBezTo>
                  <a:lnTo>
                    <a:pt x="763" y="2840"/>
                  </a:lnTo>
                  <a:cubicBezTo>
                    <a:pt x="798" y="2840"/>
                    <a:pt x="842" y="2875"/>
                    <a:pt x="877" y="2875"/>
                  </a:cubicBezTo>
                  <a:cubicBezTo>
                    <a:pt x="877" y="2875"/>
                    <a:pt x="912" y="2840"/>
                    <a:pt x="947" y="2840"/>
                  </a:cubicBezTo>
                  <a:lnTo>
                    <a:pt x="2849" y="947"/>
                  </a:lnTo>
                  <a:cubicBezTo>
                    <a:pt x="2884" y="868"/>
                    <a:pt x="2884" y="798"/>
                    <a:pt x="2849" y="763"/>
                  </a:cubicBezTo>
                  <a:lnTo>
                    <a:pt x="2113" y="27"/>
                  </a:lnTo>
                  <a:cubicBezTo>
                    <a:pt x="2095" y="9"/>
                    <a:pt x="2069" y="0"/>
                    <a:pt x="2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2"/>
            <p:cNvSpPr/>
            <p:nvPr/>
          </p:nvSpPr>
          <p:spPr>
            <a:xfrm>
              <a:off x="4673200" y="2354875"/>
              <a:ext cx="4425" cy="4625"/>
            </a:xfrm>
            <a:custGeom>
              <a:avLst/>
              <a:gdLst/>
              <a:ahLst/>
              <a:cxnLst/>
              <a:rect l="l" t="t" r="r" b="b"/>
              <a:pathLst>
                <a:path w="177" h="185" extrusionOk="0">
                  <a:moveTo>
                    <a:pt x="106" y="1"/>
                  </a:moveTo>
                  <a:cubicBezTo>
                    <a:pt x="36" y="1"/>
                    <a:pt x="1" y="36"/>
                    <a:pt x="1" y="115"/>
                  </a:cubicBezTo>
                  <a:cubicBezTo>
                    <a:pt x="1" y="150"/>
                    <a:pt x="36" y="185"/>
                    <a:pt x="106" y="185"/>
                  </a:cubicBezTo>
                  <a:cubicBezTo>
                    <a:pt x="141" y="185"/>
                    <a:pt x="176" y="150"/>
                    <a:pt x="176" y="115"/>
                  </a:cubicBezTo>
                  <a:cubicBezTo>
                    <a:pt x="176" y="36"/>
                    <a:pt x="141" y="1"/>
                    <a:pt x="1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2"/>
            <p:cNvSpPr/>
            <p:nvPr/>
          </p:nvSpPr>
          <p:spPr>
            <a:xfrm>
              <a:off x="4670350" y="23522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20" y="185"/>
                  </a:moveTo>
                  <a:lnTo>
                    <a:pt x="220" y="220"/>
                  </a:lnTo>
                  <a:lnTo>
                    <a:pt x="185" y="220"/>
                  </a:lnTo>
                  <a:cubicBezTo>
                    <a:pt x="185" y="185"/>
                    <a:pt x="185" y="185"/>
                    <a:pt x="220" y="185"/>
                  </a:cubicBezTo>
                  <a:close/>
                  <a:moveTo>
                    <a:pt x="220" y="1"/>
                  </a:moveTo>
                  <a:cubicBezTo>
                    <a:pt x="71" y="1"/>
                    <a:pt x="1" y="71"/>
                    <a:pt x="1" y="220"/>
                  </a:cubicBezTo>
                  <a:cubicBezTo>
                    <a:pt x="1" y="325"/>
                    <a:pt x="71" y="404"/>
                    <a:pt x="220" y="404"/>
                  </a:cubicBezTo>
                  <a:cubicBezTo>
                    <a:pt x="334" y="404"/>
                    <a:pt x="404" y="325"/>
                    <a:pt x="404" y="220"/>
                  </a:cubicBezTo>
                  <a:cubicBezTo>
                    <a:pt x="404" y="71"/>
                    <a:pt x="334" y="1"/>
                    <a:pt x="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2"/>
            <p:cNvSpPr/>
            <p:nvPr/>
          </p:nvSpPr>
          <p:spPr>
            <a:xfrm>
              <a:off x="4670350" y="2391475"/>
              <a:ext cx="4625" cy="4625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115" y="1"/>
                  </a:moveTo>
                  <a:cubicBezTo>
                    <a:pt x="36" y="1"/>
                    <a:pt x="1" y="36"/>
                    <a:pt x="1" y="106"/>
                  </a:cubicBezTo>
                  <a:cubicBezTo>
                    <a:pt x="1" y="150"/>
                    <a:pt x="36" y="185"/>
                    <a:pt x="115" y="185"/>
                  </a:cubicBezTo>
                  <a:cubicBezTo>
                    <a:pt x="150" y="185"/>
                    <a:pt x="185" y="150"/>
                    <a:pt x="185" y="106"/>
                  </a:cubicBezTo>
                  <a:cubicBezTo>
                    <a:pt x="185" y="36"/>
                    <a:pt x="150" y="1"/>
                    <a:pt x="1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2"/>
            <p:cNvSpPr/>
            <p:nvPr/>
          </p:nvSpPr>
          <p:spPr>
            <a:xfrm>
              <a:off x="4667725" y="2388625"/>
              <a:ext cx="9900" cy="10100"/>
            </a:xfrm>
            <a:custGeom>
              <a:avLst/>
              <a:gdLst/>
              <a:ahLst/>
              <a:cxnLst/>
              <a:rect l="l" t="t" r="r" b="b"/>
              <a:pathLst>
                <a:path w="396" h="404" extrusionOk="0">
                  <a:moveTo>
                    <a:pt x="220" y="185"/>
                  </a:moveTo>
                  <a:lnTo>
                    <a:pt x="220" y="220"/>
                  </a:lnTo>
                  <a:cubicBezTo>
                    <a:pt x="220" y="242"/>
                    <a:pt x="209" y="253"/>
                    <a:pt x="198" y="253"/>
                  </a:cubicBezTo>
                  <a:cubicBezTo>
                    <a:pt x="187" y="253"/>
                    <a:pt x="176" y="242"/>
                    <a:pt x="176" y="220"/>
                  </a:cubicBezTo>
                  <a:cubicBezTo>
                    <a:pt x="176" y="185"/>
                    <a:pt x="176" y="185"/>
                    <a:pt x="220" y="185"/>
                  </a:cubicBezTo>
                  <a:close/>
                  <a:moveTo>
                    <a:pt x="220" y="1"/>
                  </a:moveTo>
                  <a:cubicBezTo>
                    <a:pt x="106" y="1"/>
                    <a:pt x="1" y="115"/>
                    <a:pt x="1" y="220"/>
                  </a:cubicBezTo>
                  <a:cubicBezTo>
                    <a:pt x="1" y="334"/>
                    <a:pt x="106" y="404"/>
                    <a:pt x="220" y="404"/>
                  </a:cubicBezTo>
                  <a:cubicBezTo>
                    <a:pt x="325" y="404"/>
                    <a:pt x="395" y="334"/>
                    <a:pt x="395" y="220"/>
                  </a:cubicBezTo>
                  <a:cubicBezTo>
                    <a:pt x="395" y="115"/>
                    <a:pt x="325" y="1"/>
                    <a:pt x="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2"/>
            <p:cNvSpPr/>
            <p:nvPr/>
          </p:nvSpPr>
          <p:spPr>
            <a:xfrm>
              <a:off x="4678675" y="2276425"/>
              <a:ext cx="87700" cy="59425"/>
            </a:xfrm>
            <a:custGeom>
              <a:avLst/>
              <a:gdLst/>
              <a:ahLst/>
              <a:cxnLst/>
              <a:rect l="l" t="t" r="r" b="b"/>
              <a:pathLst>
                <a:path w="3508" h="2377" extrusionOk="0">
                  <a:moveTo>
                    <a:pt x="2482" y="1"/>
                  </a:moveTo>
                  <a:cubicBezTo>
                    <a:pt x="1132" y="1"/>
                    <a:pt x="1" y="763"/>
                    <a:pt x="1" y="1719"/>
                  </a:cubicBezTo>
                  <a:lnTo>
                    <a:pt x="1" y="2376"/>
                  </a:lnTo>
                  <a:cubicBezTo>
                    <a:pt x="3507" y="2341"/>
                    <a:pt x="2482" y="1"/>
                    <a:pt x="24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2"/>
            <p:cNvSpPr/>
            <p:nvPr/>
          </p:nvSpPr>
          <p:spPr>
            <a:xfrm>
              <a:off x="4675825" y="2272700"/>
              <a:ext cx="77625" cy="65775"/>
            </a:xfrm>
            <a:custGeom>
              <a:avLst/>
              <a:gdLst/>
              <a:ahLst/>
              <a:cxnLst/>
              <a:rect l="l" t="t" r="r" b="b"/>
              <a:pathLst>
                <a:path w="3105" h="2631" extrusionOk="0">
                  <a:moveTo>
                    <a:pt x="2526" y="255"/>
                  </a:moveTo>
                  <a:lnTo>
                    <a:pt x="2526" y="255"/>
                  </a:lnTo>
                  <a:cubicBezTo>
                    <a:pt x="2596" y="474"/>
                    <a:pt x="2745" y="1096"/>
                    <a:pt x="2412" y="1613"/>
                  </a:cubicBezTo>
                  <a:cubicBezTo>
                    <a:pt x="2087" y="2122"/>
                    <a:pt x="1351" y="2376"/>
                    <a:pt x="255" y="2411"/>
                  </a:cubicBezTo>
                  <a:lnTo>
                    <a:pt x="255" y="1868"/>
                  </a:lnTo>
                  <a:cubicBezTo>
                    <a:pt x="255" y="991"/>
                    <a:pt x="1246" y="299"/>
                    <a:pt x="2526" y="255"/>
                  </a:cubicBezTo>
                  <a:close/>
                  <a:moveTo>
                    <a:pt x="2596" y="1"/>
                  </a:moveTo>
                  <a:cubicBezTo>
                    <a:pt x="1167" y="1"/>
                    <a:pt x="1" y="842"/>
                    <a:pt x="1" y="1868"/>
                  </a:cubicBezTo>
                  <a:lnTo>
                    <a:pt x="1" y="2525"/>
                  </a:lnTo>
                  <a:cubicBezTo>
                    <a:pt x="1" y="2560"/>
                    <a:pt x="1" y="2595"/>
                    <a:pt x="36" y="2595"/>
                  </a:cubicBezTo>
                  <a:cubicBezTo>
                    <a:pt x="71" y="2630"/>
                    <a:pt x="115" y="2630"/>
                    <a:pt x="115" y="2630"/>
                  </a:cubicBezTo>
                  <a:cubicBezTo>
                    <a:pt x="1386" y="2630"/>
                    <a:pt x="2228" y="2341"/>
                    <a:pt x="2631" y="1719"/>
                  </a:cubicBezTo>
                  <a:cubicBezTo>
                    <a:pt x="3104" y="991"/>
                    <a:pt x="2701" y="115"/>
                    <a:pt x="2701" y="79"/>
                  </a:cubicBezTo>
                  <a:cubicBezTo>
                    <a:pt x="2666" y="36"/>
                    <a:pt x="2631" y="1"/>
                    <a:pt x="2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2"/>
            <p:cNvSpPr/>
            <p:nvPr/>
          </p:nvSpPr>
          <p:spPr>
            <a:xfrm>
              <a:off x="4613825" y="2276425"/>
              <a:ext cx="65750" cy="59425"/>
            </a:xfrm>
            <a:custGeom>
              <a:avLst/>
              <a:gdLst/>
              <a:ahLst/>
              <a:cxnLst/>
              <a:rect l="l" t="t" r="r" b="b"/>
              <a:pathLst>
                <a:path w="2630" h="2377" extrusionOk="0">
                  <a:moveTo>
                    <a:pt x="763" y="1"/>
                  </a:moveTo>
                  <a:cubicBezTo>
                    <a:pt x="763" y="1"/>
                    <a:pt x="0" y="2341"/>
                    <a:pt x="2630" y="2376"/>
                  </a:cubicBezTo>
                  <a:lnTo>
                    <a:pt x="2630" y="1719"/>
                  </a:lnTo>
                  <a:cubicBezTo>
                    <a:pt x="2630" y="763"/>
                    <a:pt x="1788" y="1"/>
                    <a:pt x="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2"/>
            <p:cNvSpPr/>
            <p:nvPr/>
          </p:nvSpPr>
          <p:spPr>
            <a:xfrm>
              <a:off x="4621050" y="2272700"/>
              <a:ext cx="61175" cy="65775"/>
            </a:xfrm>
            <a:custGeom>
              <a:avLst/>
              <a:gdLst/>
              <a:ahLst/>
              <a:cxnLst/>
              <a:rect l="l" t="t" r="r" b="b"/>
              <a:pathLst>
                <a:path w="2447" h="2631" extrusionOk="0">
                  <a:moveTo>
                    <a:pt x="553" y="255"/>
                  </a:moveTo>
                  <a:lnTo>
                    <a:pt x="553" y="255"/>
                  </a:lnTo>
                  <a:cubicBezTo>
                    <a:pt x="1464" y="299"/>
                    <a:pt x="2227" y="991"/>
                    <a:pt x="2227" y="1868"/>
                  </a:cubicBezTo>
                  <a:lnTo>
                    <a:pt x="2227" y="2411"/>
                  </a:lnTo>
                  <a:cubicBezTo>
                    <a:pt x="1499" y="2376"/>
                    <a:pt x="1026" y="2157"/>
                    <a:pt x="728" y="1789"/>
                  </a:cubicBezTo>
                  <a:cubicBezTo>
                    <a:pt x="369" y="1245"/>
                    <a:pt x="509" y="518"/>
                    <a:pt x="553" y="255"/>
                  </a:cubicBezTo>
                  <a:close/>
                  <a:moveTo>
                    <a:pt x="474" y="1"/>
                  </a:moveTo>
                  <a:cubicBezTo>
                    <a:pt x="439" y="1"/>
                    <a:pt x="369" y="36"/>
                    <a:pt x="369" y="115"/>
                  </a:cubicBezTo>
                  <a:cubicBezTo>
                    <a:pt x="369" y="150"/>
                    <a:pt x="1" y="1175"/>
                    <a:pt x="553" y="1938"/>
                  </a:cubicBezTo>
                  <a:cubicBezTo>
                    <a:pt x="877" y="2376"/>
                    <a:pt x="1499" y="2630"/>
                    <a:pt x="2341" y="2630"/>
                  </a:cubicBezTo>
                  <a:cubicBezTo>
                    <a:pt x="2376" y="2630"/>
                    <a:pt x="2376" y="2630"/>
                    <a:pt x="2411" y="2595"/>
                  </a:cubicBezTo>
                  <a:cubicBezTo>
                    <a:pt x="2446" y="2595"/>
                    <a:pt x="2446" y="2560"/>
                    <a:pt x="2446" y="2525"/>
                  </a:cubicBezTo>
                  <a:lnTo>
                    <a:pt x="2446" y="1868"/>
                  </a:lnTo>
                  <a:cubicBezTo>
                    <a:pt x="2446" y="842"/>
                    <a:pt x="1570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2"/>
            <p:cNvSpPr/>
            <p:nvPr/>
          </p:nvSpPr>
          <p:spPr>
            <a:xfrm>
              <a:off x="4340755" y="2376262"/>
              <a:ext cx="536356" cy="479589"/>
            </a:xfrm>
            <a:custGeom>
              <a:avLst/>
              <a:gdLst/>
              <a:ahLst/>
              <a:cxnLst/>
              <a:rect l="l" t="t" r="r" b="b"/>
              <a:pathLst>
                <a:path w="14097" h="12605" extrusionOk="0">
                  <a:moveTo>
                    <a:pt x="1437" y="0"/>
                  </a:moveTo>
                  <a:cubicBezTo>
                    <a:pt x="1084" y="0"/>
                    <a:pt x="765" y="114"/>
                    <a:pt x="544" y="346"/>
                  </a:cubicBezTo>
                  <a:cubicBezTo>
                    <a:pt x="1" y="933"/>
                    <a:pt x="220" y="1993"/>
                    <a:pt x="983" y="2686"/>
                  </a:cubicBezTo>
                  <a:lnTo>
                    <a:pt x="11213" y="12004"/>
                  </a:lnTo>
                  <a:cubicBezTo>
                    <a:pt x="11674" y="12400"/>
                    <a:pt x="12205" y="12604"/>
                    <a:pt x="12678" y="12604"/>
                  </a:cubicBezTo>
                  <a:cubicBezTo>
                    <a:pt x="13031" y="12604"/>
                    <a:pt x="13352" y="12491"/>
                    <a:pt x="13588" y="12258"/>
                  </a:cubicBezTo>
                  <a:cubicBezTo>
                    <a:pt x="14096" y="11671"/>
                    <a:pt x="13877" y="10610"/>
                    <a:pt x="13115" y="9918"/>
                  </a:cubicBezTo>
                  <a:lnTo>
                    <a:pt x="2885" y="608"/>
                  </a:lnTo>
                  <a:cubicBezTo>
                    <a:pt x="2447" y="206"/>
                    <a:pt x="1912" y="0"/>
                    <a:pt x="1437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2"/>
            <p:cNvSpPr/>
            <p:nvPr/>
          </p:nvSpPr>
          <p:spPr>
            <a:xfrm>
              <a:off x="4331550" y="2359875"/>
              <a:ext cx="131525" cy="127000"/>
            </a:xfrm>
            <a:custGeom>
              <a:avLst/>
              <a:gdLst/>
              <a:ahLst/>
              <a:cxnLst/>
              <a:rect l="l" t="t" r="r" b="b"/>
              <a:pathLst>
                <a:path w="5261" h="5080" extrusionOk="0">
                  <a:moveTo>
                    <a:pt x="3344" y="1"/>
                  </a:moveTo>
                  <a:cubicBezTo>
                    <a:pt x="2861" y="1"/>
                    <a:pt x="2385" y="196"/>
                    <a:pt x="2052" y="572"/>
                  </a:cubicBezTo>
                  <a:lnTo>
                    <a:pt x="623" y="2211"/>
                  </a:lnTo>
                  <a:cubicBezTo>
                    <a:pt x="1" y="2948"/>
                    <a:pt x="80" y="4043"/>
                    <a:pt x="772" y="4657"/>
                  </a:cubicBezTo>
                  <a:cubicBezTo>
                    <a:pt x="1103" y="4940"/>
                    <a:pt x="1510" y="5080"/>
                    <a:pt x="1914" y="5080"/>
                  </a:cubicBezTo>
                  <a:cubicBezTo>
                    <a:pt x="2398" y="5080"/>
                    <a:pt x="2878" y="4878"/>
                    <a:pt x="3218" y="4482"/>
                  </a:cubicBezTo>
                  <a:lnTo>
                    <a:pt x="4638" y="2834"/>
                  </a:lnTo>
                  <a:cubicBezTo>
                    <a:pt x="5260" y="2141"/>
                    <a:pt x="5190" y="1045"/>
                    <a:pt x="4498" y="423"/>
                  </a:cubicBezTo>
                  <a:cubicBezTo>
                    <a:pt x="4161" y="139"/>
                    <a:pt x="3750" y="1"/>
                    <a:pt x="3344" y="1"/>
                  </a:cubicBezTo>
                  <a:close/>
                </a:path>
              </a:pathLst>
            </a:custGeom>
            <a:solidFill>
              <a:srgbClr val="8AB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2"/>
            <p:cNvSpPr/>
            <p:nvPr/>
          </p:nvSpPr>
          <p:spPr>
            <a:xfrm>
              <a:off x="4323450" y="2350650"/>
              <a:ext cx="144225" cy="144950"/>
            </a:xfrm>
            <a:custGeom>
              <a:avLst/>
              <a:gdLst/>
              <a:ahLst/>
              <a:cxnLst/>
              <a:rect l="l" t="t" r="r" b="b"/>
              <a:pathLst>
                <a:path w="5769" h="5798" extrusionOk="0">
                  <a:moveTo>
                    <a:pt x="3612" y="249"/>
                  </a:moveTo>
                  <a:cubicBezTo>
                    <a:pt x="3866" y="249"/>
                    <a:pt x="4085" y="319"/>
                    <a:pt x="4269" y="468"/>
                  </a:cubicBezTo>
                  <a:lnTo>
                    <a:pt x="5181" y="1265"/>
                  </a:lnTo>
                  <a:cubicBezTo>
                    <a:pt x="5400" y="1450"/>
                    <a:pt x="5514" y="1704"/>
                    <a:pt x="5514" y="1958"/>
                  </a:cubicBezTo>
                  <a:cubicBezTo>
                    <a:pt x="5549" y="2221"/>
                    <a:pt x="5444" y="2475"/>
                    <a:pt x="5295" y="2694"/>
                  </a:cubicBezTo>
                  <a:lnTo>
                    <a:pt x="3033" y="5245"/>
                  </a:lnTo>
                  <a:cubicBezTo>
                    <a:pt x="2849" y="5429"/>
                    <a:pt x="2630" y="5543"/>
                    <a:pt x="2376" y="5578"/>
                  </a:cubicBezTo>
                  <a:cubicBezTo>
                    <a:pt x="2078" y="5578"/>
                    <a:pt x="1824" y="5508"/>
                    <a:pt x="1640" y="5324"/>
                  </a:cubicBezTo>
                  <a:lnTo>
                    <a:pt x="728" y="4518"/>
                  </a:lnTo>
                  <a:cubicBezTo>
                    <a:pt x="325" y="4149"/>
                    <a:pt x="255" y="3536"/>
                    <a:pt x="623" y="3133"/>
                  </a:cubicBezTo>
                  <a:lnTo>
                    <a:pt x="2884" y="573"/>
                  </a:lnTo>
                  <a:cubicBezTo>
                    <a:pt x="3069" y="354"/>
                    <a:pt x="3358" y="249"/>
                    <a:pt x="3612" y="249"/>
                  </a:cubicBezTo>
                  <a:close/>
                  <a:moveTo>
                    <a:pt x="3616" y="0"/>
                  </a:moveTo>
                  <a:cubicBezTo>
                    <a:pt x="3276" y="0"/>
                    <a:pt x="2939" y="147"/>
                    <a:pt x="2700" y="424"/>
                  </a:cubicBezTo>
                  <a:lnTo>
                    <a:pt x="474" y="2984"/>
                  </a:lnTo>
                  <a:cubicBezTo>
                    <a:pt x="0" y="3492"/>
                    <a:pt x="71" y="4263"/>
                    <a:pt x="579" y="4702"/>
                  </a:cubicBezTo>
                  <a:lnTo>
                    <a:pt x="1499" y="5508"/>
                  </a:lnTo>
                  <a:cubicBezTo>
                    <a:pt x="1719" y="5727"/>
                    <a:pt x="2008" y="5797"/>
                    <a:pt x="2297" y="5797"/>
                  </a:cubicBezTo>
                  <a:lnTo>
                    <a:pt x="2376" y="5797"/>
                  </a:lnTo>
                  <a:cubicBezTo>
                    <a:pt x="2700" y="5797"/>
                    <a:pt x="2990" y="5648"/>
                    <a:pt x="3209" y="5394"/>
                  </a:cubicBezTo>
                  <a:lnTo>
                    <a:pt x="5444" y="2835"/>
                  </a:lnTo>
                  <a:cubicBezTo>
                    <a:pt x="5663" y="2580"/>
                    <a:pt x="5768" y="2291"/>
                    <a:pt x="5768" y="1958"/>
                  </a:cubicBezTo>
                  <a:cubicBezTo>
                    <a:pt x="5733" y="1634"/>
                    <a:pt x="5584" y="1301"/>
                    <a:pt x="5330" y="1081"/>
                  </a:cubicBezTo>
                  <a:lnTo>
                    <a:pt x="4418" y="319"/>
                  </a:lnTo>
                  <a:cubicBezTo>
                    <a:pt x="4187" y="103"/>
                    <a:pt x="3901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2"/>
            <p:cNvSpPr/>
            <p:nvPr/>
          </p:nvSpPr>
          <p:spPr>
            <a:xfrm>
              <a:off x="3819400" y="1912950"/>
              <a:ext cx="665575" cy="596275"/>
            </a:xfrm>
            <a:custGeom>
              <a:avLst/>
              <a:gdLst/>
              <a:ahLst/>
              <a:cxnLst/>
              <a:rect l="l" t="t" r="r" b="b"/>
              <a:pathLst>
                <a:path w="26623" h="23851" extrusionOk="0">
                  <a:moveTo>
                    <a:pt x="13359" y="2415"/>
                  </a:moveTo>
                  <a:cubicBezTo>
                    <a:pt x="15570" y="2415"/>
                    <a:pt x="17789" y="3183"/>
                    <a:pt x="19575" y="4748"/>
                  </a:cubicBezTo>
                  <a:cubicBezTo>
                    <a:pt x="23520" y="8219"/>
                    <a:pt x="23923" y="14171"/>
                    <a:pt x="20452" y="18116"/>
                  </a:cubicBezTo>
                  <a:cubicBezTo>
                    <a:pt x="18584" y="20241"/>
                    <a:pt x="15963" y="21330"/>
                    <a:pt x="13332" y="21330"/>
                  </a:cubicBezTo>
                  <a:cubicBezTo>
                    <a:pt x="11122" y="21330"/>
                    <a:pt x="8904" y="20561"/>
                    <a:pt x="7119" y="18993"/>
                  </a:cubicBezTo>
                  <a:cubicBezTo>
                    <a:pt x="3174" y="15565"/>
                    <a:pt x="2771" y="9569"/>
                    <a:pt x="6242" y="5625"/>
                  </a:cubicBezTo>
                  <a:cubicBezTo>
                    <a:pt x="8109" y="3501"/>
                    <a:pt x="10728" y="2415"/>
                    <a:pt x="13359" y="2415"/>
                  </a:cubicBezTo>
                  <a:close/>
                  <a:moveTo>
                    <a:pt x="13302" y="1"/>
                  </a:moveTo>
                  <a:cubicBezTo>
                    <a:pt x="9986" y="1"/>
                    <a:pt x="6686" y="1375"/>
                    <a:pt x="4349" y="4056"/>
                  </a:cubicBezTo>
                  <a:cubicBezTo>
                    <a:pt x="1" y="9026"/>
                    <a:pt x="474" y="16547"/>
                    <a:pt x="5445" y="20895"/>
                  </a:cubicBezTo>
                  <a:cubicBezTo>
                    <a:pt x="7710" y="22880"/>
                    <a:pt x="10511" y="23851"/>
                    <a:pt x="13299" y="23851"/>
                  </a:cubicBezTo>
                  <a:cubicBezTo>
                    <a:pt x="16617" y="23851"/>
                    <a:pt x="19917" y="22476"/>
                    <a:pt x="22275" y="19799"/>
                  </a:cubicBezTo>
                  <a:cubicBezTo>
                    <a:pt x="26623" y="14829"/>
                    <a:pt x="26114" y="7308"/>
                    <a:pt x="21144" y="2960"/>
                  </a:cubicBezTo>
                  <a:cubicBezTo>
                    <a:pt x="18893" y="974"/>
                    <a:pt x="16092" y="1"/>
                    <a:pt x="13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2"/>
            <p:cNvSpPr/>
            <p:nvPr/>
          </p:nvSpPr>
          <p:spPr>
            <a:xfrm>
              <a:off x="3845925" y="1909700"/>
              <a:ext cx="611675" cy="602325"/>
            </a:xfrm>
            <a:custGeom>
              <a:avLst/>
              <a:gdLst/>
              <a:ahLst/>
              <a:cxnLst/>
              <a:rect l="l" t="t" r="r" b="b"/>
              <a:pathLst>
                <a:path w="24467" h="24093" extrusionOk="0">
                  <a:moveTo>
                    <a:pt x="12358" y="2662"/>
                  </a:moveTo>
                  <a:cubicBezTo>
                    <a:pt x="14599" y="2662"/>
                    <a:pt x="16746" y="3494"/>
                    <a:pt x="18444" y="4992"/>
                  </a:cubicBezTo>
                  <a:cubicBezTo>
                    <a:pt x="22310" y="8385"/>
                    <a:pt x="22713" y="14301"/>
                    <a:pt x="19321" y="18176"/>
                  </a:cubicBezTo>
                  <a:cubicBezTo>
                    <a:pt x="17480" y="20273"/>
                    <a:pt x="14902" y="21340"/>
                    <a:pt x="12311" y="21340"/>
                  </a:cubicBezTo>
                  <a:cubicBezTo>
                    <a:pt x="10115" y="21340"/>
                    <a:pt x="7910" y="20574"/>
                    <a:pt x="6137" y="19017"/>
                  </a:cubicBezTo>
                  <a:cubicBezTo>
                    <a:pt x="2262" y="15616"/>
                    <a:pt x="1859" y="9734"/>
                    <a:pt x="5260" y="5834"/>
                  </a:cubicBezTo>
                  <a:cubicBezTo>
                    <a:pt x="6899" y="3967"/>
                    <a:pt x="9205" y="2836"/>
                    <a:pt x="11686" y="2687"/>
                  </a:cubicBezTo>
                  <a:cubicBezTo>
                    <a:pt x="11910" y="2670"/>
                    <a:pt x="12135" y="2662"/>
                    <a:pt x="12358" y="2662"/>
                  </a:cubicBezTo>
                  <a:close/>
                  <a:moveTo>
                    <a:pt x="12228" y="2416"/>
                  </a:moveTo>
                  <a:cubicBezTo>
                    <a:pt x="12036" y="2416"/>
                    <a:pt x="11843" y="2421"/>
                    <a:pt x="11650" y="2433"/>
                  </a:cubicBezTo>
                  <a:cubicBezTo>
                    <a:pt x="9091" y="2617"/>
                    <a:pt x="6794" y="3783"/>
                    <a:pt x="5076" y="5685"/>
                  </a:cubicBezTo>
                  <a:cubicBezTo>
                    <a:pt x="1605" y="9664"/>
                    <a:pt x="2008" y="15730"/>
                    <a:pt x="5988" y="19201"/>
                  </a:cubicBezTo>
                  <a:cubicBezTo>
                    <a:pt x="7776" y="20806"/>
                    <a:pt x="10038" y="21568"/>
                    <a:pt x="12273" y="21568"/>
                  </a:cubicBezTo>
                  <a:cubicBezTo>
                    <a:pt x="14938" y="21568"/>
                    <a:pt x="17602" y="20473"/>
                    <a:pt x="19505" y="18325"/>
                  </a:cubicBezTo>
                  <a:cubicBezTo>
                    <a:pt x="22967" y="14336"/>
                    <a:pt x="22573" y="8279"/>
                    <a:pt x="18584" y="4808"/>
                  </a:cubicBezTo>
                  <a:cubicBezTo>
                    <a:pt x="16834" y="3252"/>
                    <a:pt x="14575" y="2416"/>
                    <a:pt x="12228" y="2416"/>
                  </a:cubicBezTo>
                  <a:close/>
                  <a:moveTo>
                    <a:pt x="12273" y="241"/>
                  </a:moveTo>
                  <a:cubicBezTo>
                    <a:pt x="15122" y="241"/>
                    <a:pt x="17857" y="1267"/>
                    <a:pt x="20013" y="3160"/>
                  </a:cubicBezTo>
                  <a:cubicBezTo>
                    <a:pt x="22389" y="5246"/>
                    <a:pt x="23809" y="8130"/>
                    <a:pt x="24028" y="11268"/>
                  </a:cubicBezTo>
                  <a:cubicBezTo>
                    <a:pt x="24212" y="14415"/>
                    <a:pt x="23186" y="17483"/>
                    <a:pt x="21109" y="19859"/>
                  </a:cubicBezTo>
                  <a:cubicBezTo>
                    <a:pt x="19023" y="22191"/>
                    <a:pt x="16174" y="23619"/>
                    <a:pt x="13000" y="23839"/>
                  </a:cubicBezTo>
                  <a:cubicBezTo>
                    <a:pt x="12729" y="23858"/>
                    <a:pt x="12458" y="23867"/>
                    <a:pt x="12189" y="23867"/>
                  </a:cubicBezTo>
                  <a:cubicBezTo>
                    <a:pt x="9343" y="23867"/>
                    <a:pt x="6624" y="22820"/>
                    <a:pt x="4454" y="20955"/>
                  </a:cubicBezTo>
                  <a:cubicBezTo>
                    <a:pt x="2078" y="18868"/>
                    <a:pt x="658" y="15984"/>
                    <a:pt x="474" y="12846"/>
                  </a:cubicBezTo>
                  <a:cubicBezTo>
                    <a:pt x="255" y="9664"/>
                    <a:pt x="1272" y="6631"/>
                    <a:pt x="3358" y="4256"/>
                  </a:cubicBezTo>
                  <a:cubicBezTo>
                    <a:pt x="5435" y="1889"/>
                    <a:pt x="8328" y="495"/>
                    <a:pt x="11466" y="276"/>
                  </a:cubicBezTo>
                  <a:cubicBezTo>
                    <a:pt x="11721" y="241"/>
                    <a:pt x="11975" y="241"/>
                    <a:pt x="12273" y="241"/>
                  </a:cubicBezTo>
                  <a:close/>
                  <a:moveTo>
                    <a:pt x="12164" y="1"/>
                  </a:moveTo>
                  <a:cubicBezTo>
                    <a:pt x="11921" y="1"/>
                    <a:pt x="11676" y="8"/>
                    <a:pt x="11431" y="22"/>
                  </a:cubicBezTo>
                  <a:cubicBezTo>
                    <a:pt x="8249" y="241"/>
                    <a:pt x="5295" y="1705"/>
                    <a:pt x="3174" y="4116"/>
                  </a:cubicBezTo>
                  <a:cubicBezTo>
                    <a:pt x="1053" y="6526"/>
                    <a:pt x="1" y="9629"/>
                    <a:pt x="220" y="12846"/>
                  </a:cubicBezTo>
                  <a:cubicBezTo>
                    <a:pt x="439" y="16055"/>
                    <a:pt x="1894" y="18982"/>
                    <a:pt x="4305" y="21095"/>
                  </a:cubicBezTo>
                  <a:cubicBezTo>
                    <a:pt x="6496" y="23067"/>
                    <a:pt x="9310" y="24093"/>
                    <a:pt x="12229" y="24093"/>
                  </a:cubicBezTo>
                  <a:cubicBezTo>
                    <a:pt x="12492" y="24093"/>
                    <a:pt x="12746" y="24093"/>
                    <a:pt x="13035" y="24058"/>
                  </a:cubicBezTo>
                  <a:cubicBezTo>
                    <a:pt x="16253" y="23874"/>
                    <a:pt x="19172" y="22410"/>
                    <a:pt x="21293" y="19999"/>
                  </a:cubicBezTo>
                  <a:cubicBezTo>
                    <a:pt x="23405" y="17589"/>
                    <a:pt x="24466" y="14486"/>
                    <a:pt x="24247" y="11268"/>
                  </a:cubicBezTo>
                  <a:cubicBezTo>
                    <a:pt x="24028" y="8060"/>
                    <a:pt x="22608" y="5132"/>
                    <a:pt x="20162" y="2985"/>
                  </a:cubicBezTo>
                  <a:cubicBezTo>
                    <a:pt x="17936" y="1026"/>
                    <a:pt x="15111" y="1"/>
                    <a:pt x="12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2"/>
            <p:cNvSpPr/>
            <p:nvPr/>
          </p:nvSpPr>
          <p:spPr>
            <a:xfrm>
              <a:off x="3880550" y="1965850"/>
              <a:ext cx="545050" cy="487775"/>
            </a:xfrm>
            <a:custGeom>
              <a:avLst/>
              <a:gdLst/>
              <a:ahLst/>
              <a:cxnLst/>
              <a:rect l="l" t="t" r="r" b="b"/>
              <a:pathLst>
                <a:path w="21802" h="19511" extrusionOk="0">
                  <a:moveTo>
                    <a:pt x="10920" y="1"/>
                  </a:moveTo>
                  <a:cubicBezTo>
                    <a:pt x="8203" y="1"/>
                    <a:pt x="5501" y="1125"/>
                    <a:pt x="3577" y="3325"/>
                  </a:cubicBezTo>
                  <a:cubicBezTo>
                    <a:pt x="1" y="7383"/>
                    <a:pt x="404" y="13554"/>
                    <a:pt x="4454" y="17096"/>
                  </a:cubicBezTo>
                  <a:cubicBezTo>
                    <a:pt x="6309" y="18715"/>
                    <a:pt x="8605" y="19511"/>
                    <a:pt x="10894" y="19511"/>
                  </a:cubicBezTo>
                  <a:cubicBezTo>
                    <a:pt x="13612" y="19511"/>
                    <a:pt x="16318" y="18387"/>
                    <a:pt x="18260" y="16184"/>
                  </a:cubicBezTo>
                  <a:cubicBezTo>
                    <a:pt x="21801" y="12134"/>
                    <a:pt x="21407" y="5954"/>
                    <a:pt x="17348" y="2413"/>
                  </a:cubicBezTo>
                  <a:cubicBezTo>
                    <a:pt x="15498" y="795"/>
                    <a:pt x="13204" y="1"/>
                    <a:pt x="109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2"/>
            <p:cNvSpPr/>
            <p:nvPr/>
          </p:nvSpPr>
          <p:spPr>
            <a:xfrm>
              <a:off x="3902475" y="1962675"/>
              <a:ext cx="501200" cy="494575"/>
            </a:xfrm>
            <a:custGeom>
              <a:avLst/>
              <a:gdLst/>
              <a:ahLst/>
              <a:cxnLst/>
              <a:rect l="l" t="t" r="r" b="b"/>
              <a:pathLst>
                <a:path w="20048" h="19783" extrusionOk="0">
                  <a:moveTo>
                    <a:pt x="9975" y="227"/>
                  </a:moveTo>
                  <a:cubicBezTo>
                    <a:pt x="12355" y="227"/>
                    <a:pt x="14610" y="1063"/>
                    <a:pt x="16401" y="2619"/>
                  </a:cubicBezTo>
                  <a:cubicBezTo>
                    <a:pt x="18338" y="4328"/>
                    <a:pt x="19504" y="6669"/>
                    <a:pt x="19653" y="9263"/>
                  </a:cubicBezTo>
                  <a:cubicBezTo>
                    <a:pt x="19829" y="11823"/>
                    <a:pt x="18996" y="14304"/>
                    <a:pt x="17278" y="16241"/>
                  </a:cubicBezTo>
                  <a:cubicBezTo>
                    <a:pt x="15595" y="18178"/>
                    <a:pt x="13219" y="19344"/>
                    <a:pt x="10668" y="19528"/>
                  </a:cubicBezTo>
                  <a:cubicBezTo>
                    <a:pt x="10480" y="19538"/>
                    <a:pt x="10293" y="19543"/>
                    <a:pt x="10107" y="19543"/>
                  </a:cubicBezTo>
                  <a:cubicBezTo>
                    <a:pt x="7722" y="19543"/>
                    <a:pt x="5485" y="18714"/>
                    <a:pt x="3656" y="17153"/>
                  </a:cubicBezTo>
                  <a:cubicBezTo>
                    <a:pt x="1718" y="15435"/>
                    <a:pt x="588" y="13094"/>
                    <a:pt x="403" y="10508"/>
                  </a:cubicBezTo>
                  <a:cubicBezTo>
                    <a:pt x="219" y="7949"/>
                    <a:pt x="1061" y="5468"/>
                    <a:pt x="2779" y="3531"/>
                  </a:cubicBezTo>
                  <a:cubicBezTo>
                    <a:pt x="4453" y="1593"/>
                    <a:pt x="6829" y="428"/>
                    <a:pt x="9388" y="243"/>
                  </a:cubicBezTo>
                  <a:cubicBezTo>
                    <a:pt x="9585" y="232"/>
                    <a:pt x="9780" y="227"/>
                    <a:pt x="9975" y="227"/>
                  </a:cubicBezTo>
                  <a:close/>
                  <a:moveTo>
                    <a:pt x="10076" y="0"/>
                  </a:moveTo>
                  <a:cubicBezTo>
                    <a:pt x="9848" y="0"/>
                    <a:pt x="9618" y="8"/>
                    <a:pt x="9388" y="24"/>
                  </a:cubicBezTo>
                  <a:cubicBezTo>
                    <a:pt x="6759" y="208"/>
                    <a:pt x="4348" y="1374"/>
                    <a:pt x="2595" y="3382"/>
                  </a:cubicBezTo>
                  <a:cubicBezTo>
                    <a:pt x="842" y="5354"/>
                    <a:pt x="0" y="7914"/>
                    <a:pt x="184" y="10543"/>
                  </a:cubicBezTo>
                  <a:cubicBezTo>
                    <a:pt x="325" y="13173"/>
                    <a:pt x="1534" y="15584"/>
                    <a:pt x="3507" y="17337"/>
                  </a:cubicBezTo>
                  <a:cubicBezTo>
                    <a:pt x="5330" y="18906"/>
                    <a:pt x="7635" y="19782"/>
                    <a:pt x="10011" y="19782"/>
                  </a:cubicBezTo>
                  <a:cubicBezTo>
                    <a:pt x="10230" y="19782"/>
                    <a:pt x="10449" y="19747"/>
                    <a:pt x="10668" y="19747"/>
                  </a:cubicBezTo>
                  <a:cubicBezTo>
                    <a:pt x="13298" y="19563"/>
                    <a:pt x="15709" y="18397"/>
                    <a:pt x="17462" y="16381"/>
                  </a:cubicBezTo>
                  <a:cubicBezTo>
                    <a:pt x="19215" y="14409"/>
                    <a:pt x="20048" y="11858"/>
                    <a:pt x="19908" y="9228"/>
                  </a:cubicBezTo>
                  <a:cubicBezTo>
                    <a:pt x="19723" y="6599"/>
                    <a:pt x="18514" y="4188"/>
                    <a:pt x="16541" y="2470"/>
                  </a:cubicBezTo>
                  <a:cubicBezTo>
                    <a:pt x="14742" y="870"/>
                    <a:pt x="12460" y="0"/>
                    <a:pt x="10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2"/>
            <p:cNvSpPr/>
            <p:nvPr/>
          </p:nvSpPr>
          <p:spPr>
            <a:xfrm>
              <a:off x="4129725" y="2018925"/>
              <a:ext cx="124275" cy="111350"/>
            </a:xfrm>
            <a:custGeom>
              <a:avLst/>
              <a:gdLst/>
              <a:ahLst/>
              <a:cxnLst/>
              <a:rect l="l" t="t" r="r" b="b"/>
              <a:pathLst>
                <a:path w="4971" h="4454" extrusionOk="0">
                  <a:moveTo>
                    <a:pt x="2490" y="1"/>
                  </a:moveTo>
                  <a:cubicBezTo>
                    <a:pt x="1868" y="1"/>
                    <a:pt x="1245" y="255"/>
                    <a:pt x="807" y="763"/>
                  </a:cubicBezTo>
                  <a:cubicBezTo>
                    <a:pt x="0" y="1684"/>
                    <a:pt x="79" y="3104"/>
                    <a:pt x="1026" y="3910"/>
                  </a:cubicBezTo>
                  <a:cubicBezTo>
                    <a:pt x="1429" y="4270"/>
                    <a:pt x="1973" y="4454"/>
                    <a:pt x="2490" y="4454"/>
                  </a:cubicBezTo>
                  <a:cubicBezTo>
                    <a:pt x="3112" y="4454"/>
                    <a:pt x="3726" y="4200"/>
                    <a:pt x="4164" y="3691"/>
                  </a:cubicBezTo>
                  <a:cubicBezTo>
                    <a:pt x="4971" y="2780"/>
                    <a:pt x="4901" y="1351"/>
                    <a:pt x="3945" y="544"/>
                  </a:cubicBezTo>
                  <a:cubicBezTo>
                    <a:pt x="3551" y="185"/>
                    <a:pt x="2998" y="1"/>
                    <a:pt x="24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2"/>
            <p:cNvSpPr/>
            <p:nvPr/>
          </p:nvSpPr>
          <p:spPr>
            <a:xfrm>
              <a:off x="4790900" y="2629425"/>
              <a:ext cx="74950" cy="155200"/>
            </a:xfrm>
            <a:custGeom>
              <a:avLst/>
              <a:gdLst/>
              <a:ahLst/>
              <a:cxnLst/>
              <a:rect l="l" t="t" r="r" b="b"/>
              <a:pathLst>
                <a:path w="2998" h="6208" extrusionOk="0">
                  <a:moveTo>
                    <a:pt x="679" y="0"/>
                  </a:moveTo>
                  <a:cubicBezTo>
                    <a:pt x="648" y="0"/>
                    <a:pt x="617" y="4"/>
                    <a:pt x="587" y="11"/>
                  </a:cubicBezTo>
                  <a:cubicBezTo>
                    <a:pt x="35" y="195"/>
                    <a:pt x="0" y="1694"/>
                    <a:pt x="473" y="3412"/>
                  </a:cubicBezTo>
                  <a:cubicBezTo>
                    <a:pt x="917" y="5021"/>
                    <a:pt x="1714" y="6207"/>
                    <a:pt x="2267" y="6207"/>
                  </a:cubicBezTo>
                  <a:cubicBezTo>
                    <a:pt x="2304" y="6207"/>
                    <a:pt x="2341" y="6202"/>
                    <a:pt x="2376" y="6191"/>
                  </a:cubicBezTo>
                  <a:cubicBezTo>
                    <a:pt x="2919" y="6042"/>
                    <a:pt x="2998" y="4543"/>
                    <a:pt x="2481" y="2825"/>
                  </a:cubicBezTo>
                  <a:cubicBezTo>
                    <a:pt x="2032" y="1196"/>
                    <a:pt x="1252" y="0"/>
                    <a:pt x="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2"/>
            <p:cNvSpPr/>
            <p:nvPr/>
          </p:nvSpPr>
          <p:spPr>
            <a:xfrm>
              <a:off x="4790900" y="2626775"/>
              <a:ext cx="78475" cy="160950"/>
            </a:xfrm>
            <a:custGeom>
              <a:avLst/>
              <a:gdLst/>
              <a:ahLst/>
              <a:cxnLst/>
              <a:rect l="l" t="t" r="r" b="b"/>
              <a:pathLst>
                <a:path w="3139" h="6438" extrusionOk="0">
                  <a:moveTo>
                    <a:pt x="693" y="231"/>
                  </a:moveTo>
                  <a:cubicBezTo>
                    <a:pt x="912" y="231"/>
                    <a:pt x="1210" y="485"/>
                    <a:pt x="1464" y="888"/>
                  </a:cubicBezTo>
                  <a:cubicBezTo>
                    <a:pt x="1823" y="1397"/>
                    <a:pt x="2156" y="2168"/>
                    <a:pt x="2376" y="2966"/>
                  </a:cubicBezTo>
                  <a:cubicBezTo>
                    <a:pt x="2884" y="4719"/>
                    <a:pt x="2779" y="6078"/>
                    <a:pt x="2341" y="6183"/>
                  </a:cubicBezTo>
                  <a:cubicBezTo>
                    <a:pt x="2314" y="6192"/>
                    <a:pt x="2286" y="6196"/>
                    <a:pt x="2257" y="6196"/>
                  </a:cubicBezTo>
                  <a:cubicBezTo>
                    <a:pt x="1805" y="6196"/>
                    <a:pt x="1065" y="5130"/>
                    <a:pt x="587" y="3483"/>
                  </a:cubicBezTo>
                  <a:cubicBezTo>
                    <a:pt x="368" y="2677"/>
                    <a:pt x="254" y="1870"/>
                    <a:pt x="254" y="1257"/>
                  </a:cubicBezTo>
                  <a:cubicBezTo>
                    <a:pt x="289" y="669"/>
                    <a:pt x="438" y="301"/>
                    <a:pt x="622" y="231"/>
                  </a:cubicBezTo>
                  <a:close/>
                  <a:moveTo>
                    <a:pt x="694" y="0"/>
                  </a:moveTo>
                  <a:cubicBezTo>
                    <a:pt x="658" y="0"/>
                    <a:pt x="622" y="4"/>
                    <a:pt x="587" y="12"/>
                  </a:cubicBezTo>
                  <a:cubicBezTo>
                    <a:pt x="254" y="117"/>
                    <a:pt x="35" y="520"/>
                    <a:pt x="35" y="1213"/>
                  </a:cubicBezTo>
                  <a:cubicBezTo>
                    <a:pt x="0" y="1870"/>
                    <a:pt x="114" y="2712"/>
                    <a:pt x="368" y="3553"/>
                  </a:cubicBezTo>
                  <a:cubicBezTo>
                    <a:pt x="771" y="5017"/>
                    <a:pt x="1569" y="6437"/>
                    <a:pt x="2262" y="6437"/>
                  </a:cubicBezTo>
                  <a:lnTo>
                    <a:pt x="2411" y="6437"/>
                  </a:lnTo>
                  <a:cubicBezTo>
                    <a:pt x="3138" y="6218"/>
                    <a:pt x="3068" y="4465"/>
                    <a:pt x="2595" y="2896"/>
                  </a:cubicBezTo>
                  <a:cubicBezTo>
                    <a:pt x="2376" y="2054"/>
                    <a:pt x="2043" y="1292"/>
                    <a:pt x="1683" y="774"/>
                  </a:cubicBezTo>
                  <a:cubicBezTo>
                    <a:pt x="1323" y="258"/>
                    <a:pt x="992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2"/>
            <p:cNvSpPr/>
            <p:nvPr/>
          </p:nvSpPr>
          <p:spPr>
            <a:xfrm>
              <a:off x="4620725" y="2637100"/>
              <a:ext cx="289850" cy="181750"/>
            </a:xfrm>
            <a:custGeom>
              <a:avLst/>
              <a:gdLst/>
              <a:ahLst/>
              <a:cxnLst/>
              <a:rect l="l" t="t" r="r" b="b"/>
              <a:pathLst>
                <a:path w="11594" h="7270" extrusionOk="0">
                  <a:moveTo>
                    <a:pt x="3679" y="1"/>
                  </a:moveTo>
                  <a:cubicBezTo>
                    <a:pt x="3508" y="1"/>
                    <a:pt x="3337" y="39"/>
                    <a:pt x="3196" y="107"/>
                  </a:cubicBezTo>
                  <a:lnTo>
                    <a:pt x="3152" y="107"/>
                  </a:lnTo>
                  <a:cubicBezTo>
                    <a:pt x="2713" y="361"/>
                    <a:pt x="2713" y="984"/>
                    <a:pt x="3152" y="1203"/>
                  </a:cubicBezTo>
                  <a:lnTo>
                    <a:pt x="4072" y="1676"/>
                  </a:lnTo>
                  <a:lnTo>
                    <a:pt x="3774" y="1755"/>
                  </a:lnTo>
                  <a:cubicBezTo>
                    <a:pt x="3520" y="1790"/>
                    <a:pt x="3231" y="1860"/>
                    <a:pt x="2976" y="1895"/>
                  </a:cubicBezTo>
                  <a:cubicBezTo>
                    <a:pt x="2520" y="1970"/>
                    <a:pt x="2066" y="2010"/>
                    <a:pt x="1615" y="2010"/>
                  </a:cubicBezTo>
                  <a:cubicBezTo>
                    <a:pt x="1373" y="2010"/>
                    <a:pt x="1131" y="1999"/>
                    <a:pt x="890" y="1974"/>
                  </a:cubicBezTo>
                  <a:cubicBezTo>
                    <a:pt x="848" y="1965"/>
                    <a:pt x="807" y="1961"/>
                    <a:pt x="767" y="1961"/>
                  </a:cubicBezTo>
                  <a:cubicBezTo>
                    <a:pt x="293" y="1961"/>
                    <a:pt x="1" y="2555"/>
                    <a:pt x="268" y="2991"/>
                  </a:cubicBezTo>
                  <a:cubicBezTo>
                    <a:pt x="417" y="3210"/>
                    <a:pt x="671" y="3289"/>
                    <a:pt x="671" y="3289"/>
                  </a:cubicBezTo>
                  <a:cubicBezTo>
                    <a:pt x="785" y="3324"/>
                    <a:pt x="960" y="3394"/>
                    <a:pt x="1074" y="3394"/>
                  </a:cubicBezTo>
                  <a:cubicBezTo>
                    <a:pt x="706" y="3394"/>
                    <a:pt x="382" y="3692"/>
                    <a:pt x="347" y="4052"/>
                  </a:cubicBezTo>
                  <a:cubicBezTo>
                    <a:pt x="347" y="4385"/>
                    <a:pt x="566" y="4709"/>
                    <a:pt x="890" y="4788"/>
                  </a:cubicBezTo>
                  <a:cubicBezTo>
                    <a:pt x="960" y="4788"/>
                    <a:pt x="1399" y="4823"/>
                    <a:pt x="1399" y="4823"/>
                  </a:cubicBezTo>
                  <a:cubicBezTo>
                    <a:pt x="636" y="4893"/>
                    <a:pt x="960" y="5840"/>
                    <a:pt x="1512" y="6024"/>
                  </a:cubicBezTo>
                  <a:cubicBezTo>
                    <a:pt x="1597" y="6050"/>
                    <a:pt x="1723" y="6059"/>
                    <a:pt x="1853" y="6059"/>
                  </a:cubicBezTo>
                  <a:cubicBezTo>
                    <a:pt x="2112" y="6059"/>
                    <a:pt x="2389" y="6024"/>
                    <a:pt x="2389" y="6024"/>
                  </a:cubicBezTo>
                  <a:lnTo>
                    <a:pt x="2389" y="6024"/>
                  </a:lnTo>
                  <a:cubicBezTo>
                    <a:pt x="2021" y="6103"/>
                    <a:pt x="1916" y="6497"/>
                    <a:pt x="2056" y="6831"/>
                  </a:cubicBezTo>
                  <a:cubicBezTo>
                    <a:pt x="2216" y="7243"/>
                    <a:pt x="2543" y="7269"/>
                    <a:pt x="2914" y="7269"/>
                  </a:cubicBezTo>
                  <a:cubicBezTo>
                    <a:pt x="2969" y="7269"/>
                    <a:pt x="3025" y="7269"/>
                    <a:pt x="3082" y="7269"/>
                  </a:cubicBezTo>
                  <a:cubicBezTo>
                    <a:pt x="4651" y="7120"/>
                    <a:pt x="5895" y="6717"/>
                    <a:pt x="7280" y="6322"/>
                  </a:cubicBezTo>
                  <a:lnTo>
                    <a:pt x="9945" y="5446"/>
                  </a:lnTo>
                  <a:cubicBezTo>
                    <a:pt x="11593" y="4858"/>
                    <a:pt x="7903" y="405"/>
                    <a:pt x="7903" y="405"/>
                  </a:cubicBezTo>
                  <a:cubicBezTo>
                    <a:pt x="7554" y="509"/>
                    <a:pt x="6709" y="636"/>
                    <a:pt x="6096" y="636"/>
                  </a:cubicBezTo>
                  <a:cubicBezTo>
                    <a:pt x="5878" y="636"/>
                    <a:pt x="5689" y="620"/>
                    <a:pt x="5562" y="581"/>
                  </a:cubicBezTo>
                  <a:lnTo>
                    <a:pt x="3958" y="37"/>
                  </a:lnTo>
                  <a:cubicBezTo>
                    <a:pt x="3868" y="12"/>
                    <a:pt x="3774" y="1"/>
                    <a:pt x="3679" y="1"/>
                  </a:cubicBezTo>
                  <a:close/>
                </a:path>
              </a:pathLst>
            </a:custGeom>
            <a:solidFill>
              <a:srgbClr val="FFA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2"/>
            <p:cNvSpPr/>
            <p:nvPr/>
          </p:nvSpPr>
          <p:spPr>
            <a:xfrm>
              <a:off x="4621050" y="2634075"/>
              <a:ext cx="270225" cy="187400"/>
            </a:xfrm>
            <a:custGeom>
              <a:avLst/>
              <a:gdLst/>
              <a:ahLst/>
              <a:cxnLst/>
              <a:rect l="l" t="t" r="r" b="b"/>
              <a:pathLst>
                <a:path w="10809" h="7496" extrusionOk="0">
                  <a:moveTo>
                    <a:pt x="3671" y="227"/>
                  </a:moveTo>
                  <a:cubicBezTo>
                    <a:pt x="3753" y="227"/>
                    <a:pt x="3834" y="239"/>
                    <a:pt x="3910" y="263"/>
                  </a:cubicBezTo>
                  <a:lnTo>
                    <a:pt x="5514" y="816"/>
                  </a:lnTo>
                  <a:cubicBezTo>
                    <a:pt x="5641" y="855"/>
                    <a:pt x="5827" y="871"/>
                    <a:pt x="6042" y="871"/>
                  </a:cubicBezTo>
                  <a:cubicBezTo>
                    <a:pt x="6635" y="871"/>
                    <a:pt x="7450" y="750"/>
                    <a:pt x="7855" y="667"/>
                  </a:cubicBezTo>
                  <a:cubicBezTo>
                    <a:pt x="8661" y="1622"/>
                    <a:pt x="10484" y="4173"/>
                    <a:pt x="10230" y="5128"/>
                  </a:cubicBezTo>
                  <a:cubicBezTo>
                    <a:pt x="10195" y="5269"/>
                    <a:pt x="10081" y="5382"/>
                    <a:pt x="9897" y="5453"/>
                  </a:cubicBezTo>
                  <a:lnTo>
                    <a:pt x="7232" y="6329"/>
                  </a:lnTo>
                  <a:lnTo>
                    <a:pt x="6943" y="6399"/>
                  </a:lnTo>
                  <a:cubicBezTo>
                    <a:pt x="5698" y="6767"/>
                    <a:pt x="4497" y="7136"/>
                    <a:pt x="3034" y="7276"/>
                  </a:cubicBezTo>
                  <a:cubicBezTo>
                    <a:pt x="2595" y="7276"/>
                    <a:pt x="2306" y="7276"/>
                    <a:pt x="2157" y="6916"/>
                  </a:cubicBezTo>
                  <a:cubicBezTo>
                    <a:pt x="2087" y="6767"/>
                    <a:pt x="2087" y="6583"/>
                    <a:pt x="2157" y="6443"/>
                  </a:cubicBezTo>
                  <a:cubicBezTo>
                    <a:pt x="2192" y="6364"/>
                    <a:pt x="2262" y="6294"/>
                    <a:pt x="2411" y="6259"/>
                  </a:cubicBezTo>
                  <a:cubicBezTo>
                    <a:pt x="2446" y="6259"/>
                    <a:pt x="2481" y="6180"/>
                    <a:pt x="2481" y="6145"/>
                  </a:cubicBezTo>
                  <a:cubicBezTo>
                    <a:pt x="2481" y="6075"/>
                    <a:pt x="2411" y="6040"/>
                    <a:pt x="2376" y="6040"/>
                  </a:cubicBezTo>
                  <a:lnTo>
                    <a:pt x="2341" y="6040"/>
                  </a:lnTo>
                  <a:cubicBezTo>
                    <a:pt x="2242" y="6040"/>
                    <a:pt x="1998" y="6056"/>
                    <a:pt x="1792" y="6056"/>
                  </a:cubicBezTo>
                  <a:cubicBezTo>
                    <a:pt x="1689" y="6056"/>
                    <a:pt x="1596" y="6052"/>
                    <a:pt x="1535" y="6040"/>
                  </a:cubicBezTo>
                  <a:cubicBezTo>
                    <a:pt x="1245" y="5926"/>
                    <a:pt x="1026" y="5602"/>
                    <a:pt x="1061" y="5304"/>
                  </a:cubicBezTo>
                  <a:cubicBezTo>
                    <a:pt x="1061" y="5163"/>
                    <a:pt x="1210" y="5049"/>
                    <a:pt x="1386" y="5049"/>
                  </a:cubicBezTo>
                  <a:cubicBezTo>
                    <a:pt x="1464" y="5049"/>
                    <a:pt x="1499" y="4979"/>
                    <a:pt x="1499" y="4944"/>
                  </a:cubicBezTo>
                  <a:cubicBezTo>
                    <a:pt x="1499" y="4865"/>
                    <a:pt x="1464" y="4830"/>
                    <a:pt x="1386" y="4830"/>
                  </a:cubicBezTo>
                  <a:cubicBezTo>
                    <a:pt x="1166" y="4795"/>
                    <a:pt x="947" y="4795"/>
                    <a:pt x="912" y="4760"/>
                  </a:cubicBezTo>
                  <a:cubicBezTo>
                    <a:pt x="658" y="4725"/>
                    <a:pt x="439" y="4471"/>
                    <a:pt x="474" y="4173"/>
                  </a:cubicBezTo>
                  <a:cubicBezTo>
                    <a:pt x="474" y="3884"/>
                    <a:pt x="772" y="3629"/>
                    <a:pt x="1061" y="3629"/>
                  </a:cubicBezTo>
                  <a:cubicBezTo>
                    <a:pt x="1131" y="3629"/>
                    <a:pt x="1166" y="3550"/>
                    <a:pt x="1166" y="3515"/>
                  </a:cubicBezTo>
                  <a:cubicBezTo>
                    <a:pt x="1166" y="3445"/>
                    <a:pt x="1131" y="3375"/>
                    <a:pt x="1061" y="3375"/>
                  </a:cubicBezTo>
                  <a:cubicBezTo>
                    <a:pt x="991" y="3375"/>
                    <a:pt x="807" y="3331"/>
                    <a:pt x="693" y="3296"/>
                  </a:cubicBezTo>
                  <a:cubicBezTo>
                    <a:pt x="693" y="3296"/>
                    <a:pt x="474" y="3226"/>
                    <a:pt x="369" y="3042"/>
                  </a:cubicBezTo>
                  <a:cubicBezTo>
                    <a:pt x="220" y="2823"/>
                    <a:pt x="255" y="2569"/>
                    <a:pt x="369" y="2420"/>
                  </a:cubicBezTo>
                  <a:cubicBezTo>
                    <a:pt x="456" y="2266"/>
                    <a:pt x="599" y="2192"/>
                    <a:pt x="771" y="2192"/>
                  </a:cubicBezTo>
                  <a:cubicBezTo>
                    <a:pt x="806" y="2192"/>
                    <a:pt x="841" y="2195"/>
                    <a:pt x="877" y="2201"/>
                  </a:cubicBezTo>
                  <a:cubicBezTo>
                    <a:pt x="1139" y="2234"/>
                    <a:pt x="1420" y="2253"/>
                    <a:pt x="1712" y="2253"/>
                  </a:cubicBezTo>
                  <a:cubicBezTo>
                    <a:pt x="2114" y="2253"/>
                    <a:pt x="2537" y="2217"/>
                    <a:pt x="2963" y="2130"/>
                  </a:cubicBezTo>
                  <a:cubicBezTo>
                    <a:pt x="3104" y="2130"/>
                    <a:pt x="3218" y="2095"/>
                    <a:pt x="3323" y="2060"/>
                  </a:cubicBezTo>
                  <a:cubicBezTo>
                    <a:pt x="3472" y="2016"/>
                    <a:pt x="3621" y="1981"/>
                    <a:pt x="3761" y="1981"/>
                  </a:cubicBezTo>
                  <a:lnTo>
                    <a:pt x="4094" y="1911"/>
                  </a:lnTo>
                  <a:cubicBezTo>
                    <a:pt x="4129" y="1911"/>
                    <a:pt x="4164" y="1876"/>
                    <a:pt x="4199" y="1841"/>
                  </a:cubicBezTo>
                  <a:cubicBezTo>
                    <a:pt x="4199" y="1762"/>
                    <a:pt x="4164" y="1727"/>
                    <a:pt x="4129" y="1692"/>
                  </a:cubicBezTo>
                  <a:lnTo>
                    <a:pt x="3183" y="1219"/>
                  </a:lnTo>
                  <a:cubicBezTo>
                    <a:pt x="3034" y="1140"/>
                    <a:pt x="2920" y="965"/>
                    <a:pt x="2920" y="780"/>
                  </a:cubicBezTo>
                  <a:cubicBezTo>
                    <a:pt x="2920" y="596"/>
                    <a:pt x="3034" y="447"/>
                    <a:pt x="3218" y="342"/>
                  </a:cubicBezTo>
                  <a:cubicBezTo>
                    <a:pt x="3360" y="268"/>
                    <a:pt x="3518" y="227"/>
                    <a:pt x="3671" y="227"/>
                  </a:cubicBezTo>
                  <a:close/>
                  <a:moveTo>
                    <a:pt x="3637" y="1"/>
                  </a:moveTo>
                  <a:cubicBezTo>
                    <a:pt x="3448" y="1"/>
                    <a:pt x="3261" y="44"/>
                    <a:pt x="3104" y="158"/>
                  </a:cubicBezTo>
                  <a:cubicBezTo>
                    <a:pt x="2849" y="263"/>
                    <a:pt x="2700" y="526"/>
                    <a:pt x="2700" y="780"/>
                  </a:cubicBezTo>
                  <a:cubicBezTo>
                    <a:pt x="2700" y="1070"/>
                    <a:pt x="2849" y="1289"/>
                    <a:pt x="3069" y="1438"/>
                  </a:cubicBezTo>
                  <a:lnTo>
                    <a:pt x="3691" y="1762"/>
                  </a:lnTo>
                  <a:cubicBezTo>
                    <a:pt x="3542" y="1762"/>
                    <a:pt x="3402" y="1797"/>
                    <a:pt x="3288" y="1841"/>
                  </a:cubicBezTo>
                  <a:cubicBezTo>
                    <a:pt x="3183" y="1876"/>
                    <a:pt x="3034" y="1876"/>
                    <a:pt x="2920" y="1911"/>
                  </a:cubicBezTo>
                  <a:cubicBezTo>
                    <a:pt x="2493" y="1973"/>
                    <a:pt x="2090" y="2014"/>
                    <a:pt x="1704" y="2014"/>
                  </a:cubicBezTo>
                  <a:cubicBezTo>
                    <a:pt x="1433" y="2014"/>
                    <a:pt x="1169" y="1993"/>
                    <a:pt x="912" y="1946"/>
                  </a:cubicBezTo>
                  <a:cubicBezTo>
                    <a:pt x="884" y="1943"/>
                    <a:pt x="856" y="1941"/>
                    <a:pt x="828" y="1941"/>
                  </a:cubicBezTo>
                  <a:cubicBezTo>
                    <a:pt x="568" y="1941"/>
                    <a:pt x="319" y="2085"/>
                    <a:pt x="185" y="2314"/>
                  </a:cubicBezTo>
                  <a:cubicBezTo>
                    <a:pt x="1" y="2569"/>
                    <a:pt x="1" y="2893"/>
                    <a:pt x="150" y="3191"/>
                  </a:cubicBezTo>
                  <a:cubicBezTo>
                    <a:pt x="290" y="3410"/>
                    <a:pt x="553" y="3515"/>
                    <a:pt x="623" y="3515"/>
                  </a:cubicBezTo>
                  <a:cubicBezTo>
                    <a:pt x="404" y="3664"/>
                    <a:pt x="255" y="3919"/>
                    <a:pt x="220" y="4173"/>
                  </a:cubicBezTo>
                  <a:cubicBezTo>
                    <a:pt x="220" y="4576"/>
                    <a:pt x="474" y="4944"/>
                    <a:pt x="877" y="5014"/>
                  </a:cubicBezTo>
                  <a:lnTo>
                    <a:pt x="947" y="5014"/>
                  </a:lnTo>
                  <a:cubicBezTo>
                    <a:pt x="877" y="5084"/>
                    <a:pt x="842" y="5198"/>
                    <a:pt x="807" y="5304"/>
                  </a:cubicBezTo>
                  <a:cubicBezTo>
                    <a:pt x="772" y="5672"/>
                    <a:pt x="1061" y="6145"/>
                    <a:pt x="1464" y="6259"/>
                  </a:cubicBezTo>
                  <a:cubicBezTo>
                    <a:pt x="1570" y="6294"/>
                    <a:pt x="1789" y="6294"/>
                    <a:pt x="1973" y="6294"/>
                  </a:cubicBezTo>
                  <a:lnTo>
                    <a:pt x="1938" y="6329"/>
                  </a:lnTo>
                  <a:cubicBezTo>
                    <a:pt x="1824" y="6548"/>
                    <a:pt x="1824" y="6767"/>
                    <a:pt x="1938" y="7022"/>
                  </a:cubicBezTo>
                  <a:cubicBezTo>
                    <a:pt x="2122" y="7460"/>
                    <a:pt x="2481" y="7495"/>
                    <a:pt x="2849" y="7495"/>
                  </a:cubicBezTo>
                  <a:lnTo>
                    <a:pt x="3069" y="7495"/>
                  </a:lnTo>
                  <a:cubicBezTo>
                    <a:pt x="4532" y="7355"/>
                    <a:pt x="5733" y="7022"/>
                    <a:pt x="7013" y="6618"/>
                  </a:cubicBezTo>
                  <a:lnTo>
                    <a:pt x="9976" y="5672"/>
                  </a:lnTo>
                  <a:cubicBezTo>
                    <a:pt x="10230" y="5567"/>
                    <a:pt x="10371" y="5418"/>
                    <a:pt x="10449" y="5198"/>
                  </a:cubicBezTo>
                  <a:cubicBezTo>
                    <a:pt x="10809" y="3919"/>
                    <a:pt x="8109" y="596"/>
                    <a:pt x="7960" y="447"/>
                  </a:cubicBezTo>
                  <a:cubicBezTo>
                    <a:pt x="7960" y="412"/>
                    <a:pt x="7890" y="412"/>
                    <a:pt x="7855" y="412"/>
                  </a:cubicBezTo>
                  <a:cubicBezTo>
                    <a:pt x="7521" y="499"/>
                    <a:pt x="6640" y="647"/>
                    <a:pt x="6044" y="647"/>
                  </a:cubicBezTo>
                  <a:cubicBezTo>
                    <a:pt x="5857" y="647"/>
                    <a:pt x="5698" y="632"/>
                    <a:pt x="5593" y="596"/>
                  </a:cubicBezTo>
                  <a:lnTo>
                    <a:pt x="3980" y="44"/>
                  </a:lnTo>
                  <a:cubicBezTo>
                    <a:pt x="3870" y="17"/>
                    <a:pt x="3753" y="1"/>
                    <a:pt x="3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2"/>
            <p:cNvSpPr/>
            <p:nvPr/>
          </p:nvSpPr>
          <p:spPr>
            <a:xfrm>
              <a:off x="4678675" y="2775850"/>
              <a:ext cx="55700" cy="11875"/>
            </a:xfrm>
            <a:custGeom>
              <a:avLst/>
              <a:gdLst/>
              <a:ahLst/>
              <a:cxnLst/>
              <a:rect l="l" t="t" r="r" b="b"/>
              <a:pathLst>
                <a:path w="2228" h="475" extrusionOk="0">
                  <a:moveTo>
                    <a:pt x="2227" y="1"/>
                  </a:moveTo>
                  <a:lnTo>
                    <a:pt x="1" y="474"/>
                  </a:lnTo>
                  <a:cubicBezTo>
                    <a:pt x="1456" y="474"/>
                    <a:pt x="2227" y="1"/>
                    <a:pt x="2227" y="1"/>
                  </a:cubicBezTo>
                  <a:close/>
                </a:path>
              </a:pathLst>
            </a:custGeom>
            <a:solidFill>
              <a:srgbClr val="FFA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2"/>
            <p:cNvSpPr/>
            <p:nvPr/>
          </p:nvSpPr>
          <p:spPr>
            <a:xfrm>
              <a:off x="4674950" y="2773225"/>
              <a:ext cx="62925" cy="17350"/>
            </a:xfrm>
            <a:custGeom>
              <a:avLst/>
              <a:gdLst/>
              <a:ahLst/>
              <a:cxnLst/>
              <a:rect l="l" t="t" r="r" b="b"/>
              <a:pathLst>
                <a:path w="2517" h="694" extrusionOk="0">
                  <a:moveTo>
                    <a:pt x="2341" y="1"/>
                  </a:moveTo>
                  <a:cubicBezTo>
                    <a:pt x="2341" y="36"/>
                    <a:pt x="1535" y="439"/>
                    <a:pt x="150" y="474"/>
                  </a:cubicBezTo>
                  <a:cubicBezTo>
                    <a:pt x="71" y="474"/>
                    <a:pt x="1" y="544"/>
                    <a:pt x="1" y="579"/>
                  </a:cubicBezTo>
                  <a:cubicBezTo>
                    <a:pt x="36" y="658"/>
                    <a:pt x="71" y="693"/>
                    <a:pt x="150" y="693"/>
                  </a:cubicBezTo>
                  <a:cubicBezTo>
                    <a:pt x="1605" y="693"/>
                    <a:pt x="2412" y="255"/>
                    <a:pt x="2447" y="220"/>
                  </a:cubicBezTo>
                  <a:cubicBezTo>
                    <a:pt x="2482" y="176"/>
                    <a:pt x="2517" y="106"/>
                    <a:pt x="2482" y="71"/>
                  </a:cubicBezTo>
                  <a:cubicBezTo>
                    <a:pt x="2447" y="1"/>
                    <a:pt x="2376" y="1"/>
                    <a:pt x="2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2"/>
            <p:cNvSpPr/>
            <p:nvPr/>
          </p:nvSpPr>
          <p:spPr>
            <a:xfrm>
              <a:off x="4656775" y="2742975"/>
              <a:ext cx="67525" cy="14725"/>
            </a:xfrm>
            <a:custGeom>
              <a:avLst/>
              <a:gdLst/>
              <a:ahLst/>
              <a:cxnLst/>
              <a:rect l="l" t="t" r="r" b="b"/>
              <a:pathLst>
                <a:path w="2701" h="589" extrusionOk="0">
                  <a:moveTo>
                    <a:pt x="2700" y="1"/>
                  </a:moveTo>
                  <a:lnTo>
                    <a:pt x="0" y="588"/>
                  </a:lnTo>
                  <a:cubicBezTo>
                    <a:pt x="1490" y="588"/>
                    <a:pt x="2700" y="1"/>
                    <a:pt x="2700" y="1"/>
                  </a:cubicBezTo>
                  <a:close/>
                </a:path>
              </a:pathLst>
            </a:custGeom>
            <a:solidFill>
              <a:srgbClr val="FFA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2"/>
            <p:cNvSpPr/>
            <p:nvPr/>
          </p:nvSpPr>
          <p:spPr>
            <a:xfrm>
              <a:off x="4653925" y="2739925"/>
              <a:ext cx="73000" cy="20400"/>
            </a:xfrm>
            <a:custGeom>
              <a:avLst/>
              <a:gdLst/>
              <a:ahLst/>
              <a:cxnLst/>
              <a:rect l="l" t="t" r="r" b="b"/>
              <a:pathLst>
                <a:path w="2920" h="816" extrusionOk="0">
                  <a:moveTo>
                    <a:pt x="2801" y="0"/>
                  </a:moveTo>
                  <a:cubicBezTo>
                    <a:pt x="2783" y="0"/>
                    <a:pt x="2764" y="6"/>
                    <a:pt x="2744" y="18"/>
                  </a:cubicBezTo>
                  <a:cubicBezTo>
                    <a:pt x="2744" y="18"/>
                    <a:pt x="1534" y="596"/>
                    <a:pt x="114" y="596"/>
                  </a:cubicBezTo>
                  <a:cubicBezTo>
                    <a:pt x="71" y="596"/>
                    <a:pt x="0" y="631"/>
                    <a:pt x="0" y="710"/>
                  </a:cubicBezTo>
                  <a:cubicBezTo>
                    <a:pt x="0" y="780"/>
                    <a:pt x="71" y="815"/>
                    <a:pt x="114" y="815"/>
                  </a:cubicBezTo>
                  <a:lnTo>
                    <a:pt x="220" y="815"/>
                  </a:lnTo>
                  <a:cubicBezTo>
                    <a:pt x="1648" y="815"/>
                    <a:pt x="2814" y="272"/>
                    <a:pt x="2849" y="237"/>
                  </a:cubicBezTo>
                  <a:cubicBezTo>
                    <a:pt x="2919" y="193"/>
                    <a:pt x="2919" y="123"/>
                    <a:pt x="2884" y="88"/>
                  </a:cubicBezTo>
                  <a:cubicBezTo>
                    <a:pt x="2884" y="37"/>
                    <a:pt x="2848" y="0"/>
                    <a:pt x="2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42"/>
            <p:cNvSpPr/>
            <p:nvPr/>
          </p:nvSpPr>
          <p:spPr>
            <a:xfrm>
              <a:off x="4646700" y="2710125"/>
              <a:ext cx="70350" cy="12050"/>
            </a:xfrm>
            <a:custGeom>
              <a:avLst/>
              <a:gdLst/>
              <a:ahLst/>
              <a:cxnLst/>
              <a:rect l="l" t="t" r="r" b="b"/>
              <a:pathLst>
                <a:path w="2814" h="482" extrusionOk="0">
                  <a:moveTo>
                    <a:pt x="2814" y="0"/>
                  </a:moveTo>
                  <a:lnTo>
                    <a:pt x="0" y="473"/>
                  </a:lnTo>
                  <a:cubicBezTo>
                    <a:pt x="97" y="479"/>
                    <a:pt x="194" y="481"/>
                    <a:pt x="289" y="481"/>
                  </a:cubicBezTo>
                  <a:cubicBezTo>
                    <a:pt x="1630" y="481"/>
                    <a:pt x="2814" y="0"/>
                    <a:pt x="2814" y="0"/>
                  </a:cubicBezTo>
                  <a:close/>
                </a:path>
              </a:pathLst>
            </a:custGeom>
            <a:solidFill>
              <a:srgbClr val="FFA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2"/>
            <p:cNvSpPr/>
            <p:nvPr/>
          </p:nvSpPr>
          <p:spPr>
            <a:xfrm>
              <a:off x="4642975" y="2707050"/>
              <a:ext cx="76725" cy="17775"/>
            </a:xfrm>
            <a:custGeom>
              <a:avLst/>
              <a:gdLst/>
              <a:ahLst/>
              <a:cxnLst/>
              <a:rect l="l" t="t" r="r" b="b"/>
              <a:pathLst>
                <a:path w="3069" h="711" extrusionOk="0">
                  <a:moveTo>
                    <a:pt x="2960" y="0"/>
                  </a:moveTo>
                  <a:cubicBezTo>
                    <a:pt x="2945" y="0"/>
                    <a:pt x="2931" y="6"/>
                    <a:pt x="2919" y="18"/>
                  </a:cubicBezTo>
                  <a:cubicBezTo>
                    <a:pt x="2887" y="18"/>
                    <a:pt x="1791" y="470"/>
                    <a:pt x="522" y="470"/>
                  </a:cubicBezTo>
                  <a:cubicBezTo>
                    <a:pt x="399" y="470"/>
                    <a:pt x="274" y="465"/>
                    <a:pt x="149" y="456"/>
                  </a:cubicBezTo>
                  <a:cubicBezTo>
                    <a:pt x="70" y="456"/>
                    <a:pt x="35" y="526"/>
                    <a:pt x="0" y="561"/>
                  </a:cubicBezTo>
                  <a:cubicBezTo>
                    <a:pt x="0" y="631"/>
                    <a:pt x="70" y="710"/>
                    <a:pt x="149" y="710"/>
                  </a:cubicBezTo>
                  <a:lnTo>
                    <a:pt x="438" y="710"/>
                  </a:lnTo>
                  <a:cubicBezTo>
                    <a:pt x="1788" y="710"/>
                    <a:pt x="2963" y="237"/>
                    <a:pt x="2998" y="237"/>
                  </a:cubicBezTo>
                  <a:cubicBezTo>
                    <a:pt x="3068" y="193"/>
                    <a:pt x="3068" y="123"/>
                    <a:pt x="3068" y="88"/>
                  </a:cubicBezTo>
                  <a:cubicBezTo>
                    <a:pt x="3043" y="37"/>
                    <a:pt x="2999" y="0"/>
                    <a:pt x="29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42"/>
            <p:cNvSpPr/>
            <p:nvPr/>
          </p:nvSpPr>
          <p:spPr>
            <a:xfrm>
              <a:off x="4400150" y="2440725"/>
              <a:ext cx="154300" cy="195675"/>
            </a:xfrm>
            <a:custGeom>
              <a:avLst/>
              <a:gdLst/>
              <a:ahLst/>
              <a:cxnLst/>
              <a:rect l="l" t="t" r="r" b="b"/>
              <a:pathLst>
                <a:path w="6172" h="7827" extrusionOk="0">
                  <a:moveTo>
                    <a:pt x="3430" y="1"/>
                  </a:moveTo>
                  <a:cubicBezTo>
                    <a:pt x="3322" y="1"/>
                    <a:pt x="3212" y="24"/>
                    <a:pt x="3104" y="73"/>
                  </a:cubicBezTo>
                  <a:lnTo>
                    <a:pt x="1719" y="730"/>
                  </a:lnTo>
                  <a:cubicBezTo>
                    <a:pt x="693" y="1388"/>
                    <a:pt x="1" y="2887"/>
                    <a:pt x="474" y="4018"/>
                  </a:cubicBezTo>
                  <a:lnTo>
                    <a:pt x="1131" y="5920"/>
                  </a:lnTo>
                  <a:lnTo>
                    <a:pt x="1131" y="5955"/>
                  </a:lnTo>
                  <a:cubicBezTo>
                    <a:pt x="1551" y="7072"/>
                    <a:pt x="2671" y="7826"/>
                    <a:pt x="3858" y="7826"/>
                  </a:cubicBezTo>
                  <a:cubicBezTo>
                    <a:pt x="3910" y="7826"/>
                    <a:pt x="3963" y="7825"/>
                    <a:pt x="4015" y="7822"/>
                  </a:cubicBezTo>
                  <a:lnTo>
                    <a:pt x="5953" y="7673"/>
                  </a:lnTo>
                  <a:lnTo>
                    <a:pt x="5260" y="7086"/>
                  </a:lnTo>
                  <a:cubicBezTo>
                    <a:pt x="4857" y="6726"/>
                    <a:pt x="4787" y="6104"/>
                    <a:pt x="5076" y="5631"/>
                  </a:cubicBezTo>
                  <a:lnTo>
                    <a:pt x="5882" y="4491"/>
                  </a:lnTo>
                  <a:cubicBezTo>
                    <a:pt x="6172" y="4018"/>
                    <a:pt x="6102" y="3395"/>
                    <a:pt x="5663" y="3036"/>
                  </a:cubicBezTo>
                  <a:lnTo>
                    <a:pt x="5549" y="2922"/>
                  </a:lnTo>
                  <a:lnTo>
                    <a:pt x="5882" y="2563"/>
                  </a:lnTo>
                  <a:cubicBezTo>
                    <a:pt x="6137" y="2300"/>
                    <a:pt x="6102" y="1861"/>
                    <a:pt x="5839" y="1607"/>
                  </a:cubicBezTo>
                  <a:lnTo>
                    <a:pt x="5514" y="1318"/>
                  </a:lnTo>
                  <a:lnTo>
                    <a:pt x="5698" y="1134"/>
                  </a:lnTo>
                  <a:cubicBezTo>
                    <a:pt x="5917" y="950"/>
                    <a:pt x="5917" y="660"/>
                    <a:pt x="5768" y="441"/>
                  </a:cubicBezTo>
                  <a:lnTo>
                    <a:pt x="5733" y="371"/>
                  </a:lnTo>
                  <a:cubicBezTo>
                    <a:pt x="5630" y="220"/>
                    <a:pt x="5477" y="135"/>
                    <a:pt x="5320" y="135"/>
                  </a:cubicBezTo>
                  <a:cubicBezTo>
                    <a:pt x="5250" y="135"/>
                    <a:pt x="5179" y="152"/>
                    <a:pt x="5111" y="187"/>
                  </a:cubicBezTo>
                  <a:lnTo>
                    <a:pt x="4199" y="511"/>
                  </a:lnTo>
                  <a:lnTo>
                    <a:pt x="4164" y="441"/>
                  </a:lnTo>
                  <a:cubicBezTo>
                    <a:pt x="4004" y="172"/>
                    <a:pt x="3726" y="1"/>
                    <a:pt x="3430" y="1"/>
                  </a:cubicBezTo>
                  <a:close/>
                </a:path>
              </a:pathLst>
            </a:custGeom>
            <a:solidFill>
              <a:srgbClr val="FFA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42"/>
            <p:cNvSpPr/>
            <p:nvPr/>
          </p:nvSpPr>
          <p:spPr>
            <a:xfrm>
              <a:off x="4396425" y="2438125"/>
              <a:ext cx="161750" cy="200800"/>
            </a:xfrm>
            <a:custGeom>
              <a:avLst/>
              <a:gdLst/>
              <a:ahLst/>
              <a:cxnLst/>
              <a:rect l="l" t="t" r="r" b="b"/>
              <a:pathLst>
                <a:path w="6470" h="8032" extrusionOk="0">
                  <a:moveTo>
                    <a:pt x="3574" y="233"/>
                  </a:moveTo>
                  <a:cubicBezTo>
                    <a:pt x="3815" y="233"/>
                    <a:pt x="4064" y="377"/>
                    <a:pt x="4199" y="615"/>
                  </a:cubicBezTo>
                  <a:lnTo>
                    <a:pt x="4278" y="694"/>
                  </a:lnTo>
                  <a:cubicBezTo>
                    <a:pt x="4278" y="719"/>
                    <a:pt x="4313" y="744"/>
                    <a:pt x="4359" y="744"/>
                  </a:cubicBezTo>
                  <a:cubicBezTo>
                    <a:pt x="4377" y="744"/>
                    <a:pt x="4398" y="740"/>
                    <a:pt x="4418" y="729"/>
                  </a:cubicBezTo>
                  <a:lnTo>
                    <a:pt x="5295" y="396"/>
                  </a:lnTo>
                  <a:cubicBezTo>
                    <a:pt x="5344" y="378"/>
                    <a:pt x="5393" y="369"/>
                    <a:pt x="5441" y="369"/>
                  </a:cubicBezTo>
                  <a:cubicBezTo>
                    <a:pt x="5574" y="369"/>
                    <a:pt x="5703" y="436"/>
                    <a:pt x="5812" y="545"/>
                  </a:cubicBezTo>
                  <a:lnTo>
                    <a:pt x="5847" y="615"/>
                  </a:lnTo>
                  <a:cubicBezTo>
                    <a:pt x="5953" y="799"/>
                    <a:pt x="5917" y="1019"/>
                    <a:pt x="5768" y="1168"/>
                  </a:cubicBezTo>
                  <a:lnTo>
                    <a:pt x="5593" y="1352"/>
                  </a:lnTo>
                  <a:cubicBezTo>
                    <a:pt x="5549" y="1387"/>
                    <a:pt x="5549" y="1422"/>
                    <a:pt x="5549" y="1457"/>
                  </a:cubicBezTo>
                  <a:cubicBezTo>
                    <a:pt x="5549" y="1457"/>
                    <a:pt x="5593" y="1492"/>
                    <a:pt x="5593" y="1527"/>
                  </a:cubicBezTo>
                  <a:lnTo>
                    <a:pt x="5882" y="1790"/>
                  </a:lnTo>
                  <a:cubicBezTo>
                    <a:pt x="6031" y="1895"/>
                    <a:pt x="6066" y="2044"/>
                    <a:pt x="6102" y="2184"/>
                  </a:cubicBezTo>
                  <a:cubicBezTo>
                    <a:pt x="6102" y="2333"/>
                    <a:pt x="6031" y="2482"/>
                    <a:pt x="5953" y="2588"/>
                  </a:cubicBezTo>
                  <a:lnTo>
                    <a:pt x="5593" y="2956"/>
                  </a:lnTo>
                  <a:lnTo>
                    <a:pt x="5593" y="3026"/>
                  </a:lnTo>
                  <a:cubicBezTo>
                    <a:pt x="5593" y="3061"/>
                    <a:pt x="5593" y="3105"/>
                    <a:pt x="5628" y="3105"/>
                  </a:cubicBezTo>
                  <a:lnTo>
                    <a:pt x="5733" y="3210"/>
                  </a:lnTo>
                  <a:cubicBezTo>
                    <a:pt x="6137" y="3543"/>
                    <a:pt x="6207" y="4122"/>
                    <a:pt x="5917" y="4525"/>
                  </a:cubicBezTo>
                  <a:lnTo>
                    <a:pt x="5155" y="5656"/>
                  </a:lnTo>
                  <a:cubicBezTo>
                    <a:pt x="4787" y="6173"/>
                    <a:pt x="4857" y="6865"/>
                    <a:pt x="5330" y="7269"/>
                  </a:cubicBezTo>
                  <a:lnTo>
                    <a:pt x="5812" y="7707"/>
                  </a:lnTo>
                  <a:lnTo>
                    <a:pt x="4164" y="7812"/>
                  </a:lnTo>
                  <a:cubicBezTo>
                    <a:pt x="4109" y="7815"/>
                    <a:pt x="4054" y="7817"/>
                    <a:pt x="3999" y="7817"/>
                  </a:cubicBezTo>
                  <a:cubicBezTo>
                    <a:pt x="2820" y="7817"/>
                    <a:pt x="1771" y="7104"/>
                    <a:pt x="1385" y="6024"/>
                  </a:cubicBezTo>
                  <a:lnTo>
                    <a:pt x="1280" y="6059"/>
                  </a:lnTo>
                  <a:lnTo>
                    <a:pt x="1385" y="5989"/>
                  </a:lnTo>
                  <a:lnTo>
                    <a:pt x="728" y="4087"/>
                  </a:lnTo>
                  <a:cubicBezTo>
                    <a:pt x="255" y="2991"/>
                    <a:pt x="947" y="1571"/>
                    <a:pt x="1903" y="948"/>
                  </a:cubicBezTo>
                  <a:lnTo>
                    <a:pt x="3323" y="291"/>
                  </a:lnTo>
                  <a:cubicBezTo>
                    <a:pt x="3402" y="252"/>
                    <a:pt x="3487" y="233"/>
                    <a:pt x="3574" y="233"/>
                  </a:cubicBezTo>
                  <a:close/>
                  <a:moveTo>
                    <a:pt x="3574" y="0"/>
                  </a:moveTo>
                  <a:cubicBezTo>
                    <a:pt x="3454" y="0"/>
                    <a:pt x="3333" y="23"/>
                    <a:pt x="3218" y="72"/>
                  </a:cubicBezTo>
                  <a:lnTo>
                    <a:pt x="1789" y="764"/>
                  </a:lnTo>
                  <a:cubicBezTo>
                    <a:pt x="772" y="1422"/>
                    <a:pt x="0" y="2956"/>
                    <a:pt x="509" y="4157"/>
                  </a:cubicBezTo>
                  <a:lnTo>
                    <a:pt x="1166" y="6059"/>
                  </a:lnTo>
                  <a:lnTo>
                    <a:pt x="1166" y="6094"/>
                  </a:lnTo>
                  <a:cubicBezTo>
                    <a:pt x="1605" y="7269"/>
                    <a:pt x="2744" y="8031"/>
                    <a:pt x="3980" y="8031"/>
                  </a:cubicBezTo>
                  <a:lnTo>
                    <a:pt x="4199" y="8031"/>
                  </a:lnTo>
                  <a:lnTo>
                    <a:pt x="6137" y="7926"/>
                  </a:lnTo>
                  <a:cubicBezTo>
                    <a:pt x="6172" y="7926"/>
                    <a:pt x="6207" y="7882"/>
                    <a:pt x="6207" y="7812"/>
                  </a:cubicBezTo>
                  <a:cubicBezTo>
                    <a:pt x="6251" y="7777"/>
                    <a:pt x="6207" y="7742"/>
                    <a:pt x="6172" y="7707"/>
                  </a:cubicBezTo>
                  <a:lnTo>
                    <a:pt x="5479" y="7084"/>
                  </a:lnTo>
                  <a:cubicBezTo>
                    <a:pt x="5111" y="6751"/>
                    <a:pt x="5041" y="6208"/>
                    <a:pt x="5330" y="5805"/>
                  </a:cubicBezTo>
                  <a:lnTo>
                    <a:pt x="6102" y="4674"/>
                  </a:lnTo>
                  <a:cubicBezTo>
                    <a:pt x="6470" y="4157"/>
                    <a:pt x="6391" y="3429"/>
                    <a:pt x="5917" y="3026"/>
                  </a:cubicBezTo>
                  <a:lnTo>
                    <a:pt x="5847" y="3026"/>
                  </a:lnTo>
                  <a:lnTo>
                    <a:pt x="6102" y="2737"/>
                  </a:lnTo>
                  <a:cubicBezTo>
                    <a:pt x="6251" y="2588"/>
                    <a:pt x="6321" y="2404"/>
                    <a:pt x="6321" y="2184"/>
                  </a:cubicBezTo>
                  <a:cubicBezTo>
                    <a:pt x="6321" y="1965"/>
                    <a:pt x="6207" y="1746"/>
                    <a:pt x="6066" y="1606"/>
                  </a:cubicBezTo>
                  <a:lnTo>
                    <a:pt x="5847" y="1422"/>
                  </a:lnTo>
                  <a:lnTo>
                    <a:pt x="5953" y="1352"/>
                  </a:lnTo>
                  <a:cubicBezTo>
                    <a:pt x="6172" y="1133"/>
                    <a:pt x="6207" y="764"/>
                    <a:pt x="6031" y="475"/>
                  </a:cubicBezTo>
                  <a:lnTo>
                    <a:pt x="5988" y="431"/>
                  </a:lnTo>
                  <a:cubicBezTo>
                    <a:pt x="5863" y="226"/>
                    <a:pt x="5659" y="131"/>
                    <a:pt x="5447" y="131"/>
                  </a:cubicBezTo>
                  <a:cubicBezTo>
                    <a:pt x="5361" y="131"/>
                    <a:pt x="5274" y="147"/>
                    <a:pt x="5190" y="177"/>
                  </a:cubicBezTo>
                  <a:lnTo>
                    <a:pt x="4418" y="475"/>
                  </a:lnTo>
                  <a:cubicBezTo>
                    <a:pt x="4231" y="178"/>
                    <a:pt x="3907" y="0"/>
                    <a:pt x="3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2"/>
            <p:cNvSpPr/>
            <p:nvPr/>
          </p:nvSpPr>
          <p:spPr>
            <a:xfrm>
              <a:off x="4446600" y="2454375"/>
              <a:ext cx="57675" cy="56775"/>
            </a:xfrm>
            <a:custGeom>
              <a:avLst/>
              <a:gdLst/>
              <a:ahLst/>
              <a:cxnLst/>
              <a:rect l="l" t="t" r="r" b="b"/>
              <a:pathLst>
                <a:path w="2307" h="2271" extrusionOk="0">
                  <a:moveTo>
                    <a:pt x="2306" y="0"/>
                  </a:moveTo>
                  <a:lnTo>
                    <a:pt x="956" y="842"/>
                  </a:lnTo>
                  <a:cubicBezTo>
                    <a:pt x="588" y="1061"/>
                    <a:pt x="299" y="1429"/>
                    <a:pt x="150" y="1867"/>
                  </a:cubicBezTo>
                  <a:lnTo>
                    <a:pt x="1" y="227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FFA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2"/>
            <p:cNvSpPr/>
            <p:nvPr/>
          </p:nvSpPr>
          <p:spPr>
            <a:xfrm>
              <a:off x="4443100" y="2451375"/>
              <a:ext cx="64675" cy="62400"/>
            </a:xfrm>
            <a:custGeom>
              <a:avLst/>
              <a:gdLst/>
              <a:ahLst/>
              <a:cxnLst/>
              <a:rect l="l" t="t" r="r" b="b"/>
              <a:pathLst>
                <a:path w="2587" h="2496" extrusionOk="0">
                  <a:moveTo>
                    <a:pt x="2449" y="1"/>
                  </a:moveTo>
                  <a:cubicBezTo>
                    <a:pt x="2435" y="1"/>
                    <a:pt x="2422" y="5"/>
                    <a:pt x="2411" y="15"/>
                  </a:cubicBezTo>
                  <a:lnTo>
                    <a:pt x="1017" y="857"/>
                  </a:lnTo>
                  <a:cubicBezTo>
                    <a:pt x="658" y="1111"/>
                    <a:pt x="325" y="1514"/>
                    <a:pt x="176" y="1952"/>
                  </a:cubicBezTo>
                  <a:lnTo>
                    <a:pt x="36" y="2356"/>
                  </a:lnTo>
                  <a:cubicBezTo>
                    <a:pt x="1" y="2426"/>
                    <a:pt x="36" y="2496"/>
                    <a:pt x="106" y="2496"/>
                  </a:cubicBezTo>
                  <a:lnTo>
                    <a:pt x="141" y="2496"/>
                  </a:lnTo>
                  <a:cubicBezTo>
                    <a:pt x="176" y="2496"/>
                    <a:pt x="255" y="2461"/>
                    <a:pt x="255" y="2426"/>
                  </a:cubicBezTo>
                  <a:lnTo>
                    <a:pt x="395" y="2023"/>
                  </a:lnTo>
                  <a:cubicBezTo>
                    <a:pt x="544" y="1619"/>
                    <a:pt x="798" y="1295"/>
                    <a:pt x="1166" y="1076"/>
                  </a:cubicBezTo>
                  <a:lnTo>
                    <a:pt x="2516" y="199"/>
                  </a:lnTo>
                  <a:cubicBezTo>
                    <a:pt x="2551" y="199"/>
                    <a:pt x="2587" y="120"/>
                    <a:pt x="2551" y="50"/>
                  </a:cubicBezTo>
                  <a:cubicBezTo>
                    <a:pt x="2527" y="25"/>
                    <a:pt x="2484" y="1"/>
                    <a:pt x="2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2"/>
            <p:cNvSpPr/>
            <p:nvPr/>
          </p:nvSpPr>
          <p:spPr>
            <a:xfrm>
              <a:off x="4475975" y="2474525"/>
              <a:ext cx="62050" cy="64900"/>
            </a:xfrm>
            <a:custGeom>
              <a:avLst/>
              <a:gdLst/>
              <a:ahLst/>
              <a:cxnLst/>
              <a:rect l="l" t="t" r="r" b="b"/>
              <a:pathLst>
                <a:path w="2482" h="2596" extrusionOk="0">
                  <a:moveTo>
                    <a:pt x="2481" y="1"/>
                  </a:moveTo>
                  <a:lnTo>
                    <a:pt x="1236" y="877"/>
                  </a:lnTo>
                  <a:cubicBezTo>
                    <a:pt x="833" y="1211"/>
                    <a:pt x="509" y="1570"/>
                    <a:pt x="290" y="2008"/>
                  </a:cubicBezTo>
                  <a:lnTo>
                    <a:pt x="1" y="2596"/>
                  </a:lnTo>
                  <a:lnTo>
                    <a:pt x="2481" y="1"/>
                  </a:lnTo>
                  <a:close/>
                </a:path>
              </a:pathLst>
            </a:custGeom>
            <a:solidFill>
              <a:srgbClr val="FFA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2"/>
            <p:cNvSpPr/>
            <p:nvPr/>
          </p:nvSpPr>
          <p:spPr>
            <a:xfrm>
              <a:off x="4472250" y="2471450"/>
              <a:ext cx="68400" cy="70600"/>
            </a:xfrm>
            <a:custGeom>
              <a:avLst/>
              <a:gdLst/>
              <a:ahLst/>
              <a:cxnLst/>
              <a:rect l="l" t="t" r="r" b="b"/>
              <a:pathLst>
                <a:path w="2736" h="2824" extrusionOk="0">
                  <a:moveTo>
                    <a:pt x="2599" y="0"/>
                  </a:moveTo>
                  <a:cubicBezTo>
                    <a:pt x="2584" y="0"/>
                    <a:pt x="2571" y="6"/>
                    <a:pt x="2560" y="19"/>
                  </a:cubicBezTo>
                  <a:lnTo>
                    <a:pt x="1315" y="930"/>
                  </a:lnTo>
                  <a:cubicBezTo>
                    <a:pt x="912" y="1220"/>
                    <a:pt x="588" y="1623"/>
                    <a:pt x="325" y="2096"/>
                  </a:cubicBezTo>
                  <a:lnTo>
                    <a:pt x="36" y="2648"/>
                  </a:lnTo>
                  <a:cubicBezTo>
                    <a:pt x="0" y="2719"/>
                    <a:pt x="36" y="2789"/>
                    <a:pt x="71" y="2824"/>
                  </a:cubicBezTo>
                  <a:lnTo>
                    <a:pt x="150" y="2824"/>
                  </a:lnTo>
                  <a:cubicBezTo>
                    <a:pt x="185" y="2824"/>
                    <a:pt x="220" y="2789"/>
                    <a:pt x="255" y="2754"/>
                  </a:cubicBezTo>
                  <a:lnTo>
                    <a:pt x="544" y="2210"/>
                  </a:lnTo>
                  <a:cubicBezTo>
                    <a:pt x="763" y="1772"/>
                    <a:pt x="1096" y="1404"/>
                    <a:pt x="1464" y="1114"/>
                  </a:cubicBezTo>
                  <a:lnTo>
                    <a:pt x="2700" y="194"/>
                  </a:lnTo>
                  <a:cubicBezTo>
                    <a:pt x="2735" y="159"/>
                    <a:pt x="2735" y="89"/>
                    <a:pt x="2700" y="54"/>
                  </a:cubicBezTo>
                  <a:cubicBezTo>
                    <a:pt x="2676" y="29"/>
                    <a:pt x="2634" y="0"/>
                    <a:pt x="25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2"/>
            <p:cNvSpPr/>
            <p:nvPr/>
          </p:nvSpPr>
          <p:spPr>
            <a:xfrm>
              <a:off x="4498775" y="2512875"/>
              <a:ext cx="39250" cy="49350"/>
            </a:xfrm>
            <a:custGeom>
              <a:avLst/>
              <a:gdLst/>
              <a:ahLst/>
              <a:cxnLst/>
              <a:rect l="l" t="t" r="r" b="b"/>
              <a:pathLst>
                <a:path w="1570" h="1974" extrusionOk="0">
                  <a:moveTo>
                    <a:pt x="1569" y="1"/>
                  </a:moveTo>
                  <a:lnTo>
                    <a:pt x="728" y="772"/>
                  </a:lnTo>
                  <a:cubicBezTo>
                    <a:pt x="403" y="1062"/>
                    <a:pt x="184" y="1386"/>
                    <a:pt x="35" y="1789"/>
                  </a:cubicBezTo>
                  <a:lnTo>
                    <a:pt x="0" y="1973"/>
                  </a:lnTo>
                  <a:lnTo>
                    <a:pt x="1569" y="1"/>
                  </a:lnTo>
                  <a:close/>
                </a:path>
              </a:pathLst>
            </a:custGeom>
            <a:solidFill>
              <a:srgbClr val="FFA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2"/>
            <p:cNvSpPr/>
            <p:nvPr/>
          </p:nvSpPr>
          <p:spPr>
            <a:xfrm>
              <a:off x="4495050" y="2510475"/>
              <a:ext cx="45600" cy="54600"/>
            </a:xfrm>
            <a:custGeom>
              <a:avLst/>
              <a:gdLst/>
              <a:ahLst/>
              <a:cxnLst/>
              <a:rect l="l" t="t" r="r" b="b"/>
              <a:pathLst>
                <a:path w="1824" h="2184" extrusionOk="0">
                  <a:moveTo>
                    <a:pt x="1718" y="0"/>
                  </a:moveTo>
                  <a:cubicBezTo>
                    <a:pt x="1692" y="0"/>
                    <a:pt x="1666" y="9"/>
                    <a:pt x="1648" y="27"/>
                  </a:cubicBezTo>
                  <a:lnTo>
                    <a:pt x="807" y="789"/>
                  </a:lnTo>
                  <a:cubicBezTo>
                    <a:pt x="473" y="1087"/>
                    <a:pt x="219" y="1447"/>
                    <a:pt x="70" y="1850"/>
                  </a:cubicBezTo>
                  <a:lnTo>
                    <a:pt x="35" y="2034"/>
                  </a:lnTo>
                  <a:cubicBezTo>
                    <a:pt x="0" y="2069"/>
                    <a:pt x="35" y="2139"/>
                    <a:pt x="114" y="2183"/>
                  </a:cubicBezTo>
                  <a:lnTo>
                    <a:pt x="149" y="2183"/>
                  </a:lnTo>
                  <a:cubicBezTo>
                    <a:pt x="184" y="2183"/>
                    <a:pt x="219" y="2139"/>
                    <a:pt x="254" y="2104"/>
                  </a:cubicBezTo>
                  <a:lnTo>
                    <a:pt x="289" y="1920"/>
                  </a:lnTo>
                  <a:cubicBezTo>
                    <a:pt x="438" y="1561"/>
                    <a:pt x="658" y="1228"/>
                    <a:pt x="947" y="938"/>
                  </a:cubicBezTo>
                  <a:lnTo>
                    <a:pt x="1788" y="211"/>
                  </a:lnTo>
                  <a:cubicBezTo>
                    <a:pt x="1823" y="167"/>
                    <a:pt x="1823" y="97"/>
                    <a:pt x="1788" y="27"/>
                  </a:cubicBezTo>
                  <a:cubicBezTo>
                    <a:pt x="1771" y="9"/>
                    <a:pt x="1745" y="0"/>
                    <a:pt x="1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2"/>
            <p:cNvSpPr/>
            <p:nvPr/>
          </p:nvSpPr>
          <p:spPr>
            <a:xfrm>
              <a:off x="4782775" y="2418875"/>
              <a:ext cx="320425" cy="364250"/>
            </a:xfrm>
            <a:custGeom>
              <a:avLst/>
              <a:gdLst/>
              <a:ahLst/>
              <a:cxnLst/>
              <a:rect l="l" t="t" r="r" b="b"/>
              <a:pathLst>
                <a:path w="12817" h="14570" extrusionOk="0">
                  <a:moveTo>
                    <a:pt x="6715" y="0"/>
                  </a:moveTo>
                  <a:lnTo>
                    <a:pt x="1" y="2078"/>
                  </a:lnTo>
                  <a:lnTo>
                    <a:pt x="3501" y="7696"/>
                  </a:lnTo>
                  <a:lnTo>
                    <a:pt x="3501" y="7696"/>
                  </a:lnTo>
                  <a:lnTo>
                    <a:pt x="833" y="8433"/>
                  </a:lnTo>
                  <a:lnTo>
                    <a:pt x="1096" y="8801"/>
                  </a:lnTo>
                  <a:cubicBezTo>
                    <a:pt x="2332" y="10484"/>
                    <a:pt x="2955" y="12492"/>
                    <a:pt x="2920" y="14569"/>
                  </a:cubicBezTo>
                  <a:lnTo>
                    <a:pt x="10038" y="12123"/>
                  </a:lnTo>
                  <a:cubicBezTo>
                    <a:pt x="12010" y="11431"/>
                    <a:pt x="12816" y="9055"/>
                    <a:pt x="11651" y="7337"/>
                  </a:cubicBezTo>
                  <a:lnTo>
                    <a:pt x="67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2"/>
            <p:cNvSpPr/>
            <p:nvPr/>
          </p:nvSpPr>
          <p:spPr>
            <a:xfrm>
              <a:off x="4779925" y="2416375"/>
              <a:ext cx="314075" cy="369575"/>
            </a:xfrm>
            <a:custGeom>
              <a:avLst/>
              <a:gdLst/>
              <a:ahLst/>
              <a:cxnLst/>
              <a:rect l="l" t="t" r="r" b="b"/>
              <a:pathLst>
                <a:path w="12563" h="14783" extrusionOk="0">
                  <a:moveTo>
                    <a:pt x="6850" y="1"/>
                  </a:moveTo>
                  <a:cubicBezTo>
                    <a:pt x="6821" y="1"/>
                    <a:pt x="6789" y="11"/>
                    <a:pt x="6759" y="30"/>
                  </a:cubicBezTo>
                  <a:cubicBezTo>
                    <a:pt x="6724" y="65"/>
                    <a:pt x="6689" y="135"/>
                    <a:pt x="6724" y="170"/>
                  </a:cubicBezTo>
                  <a:lnTo>
                    <a:pt x="11651" y="7481"/>
                  </a:lnTo>
                  <a:cubicBezTo>
                    <a:pt x="12203" y="8279"/>
                    <a:pt x="12308" y="9269"/>
                    <a:pt x="12019" y="10181"/>
                  </a:cubicBezTo>
                  <a:cubicBezTo>
                    <a:pt x="11730" y="11093"/>
                    <a:pt x="11028" y="11785"/>
                    <a:pt x="10117" y="12118"/>
                  </a:cubicBezTo>
                  <a:lnTo>
                    <a:pt x="3139" y="14494"/>
                  </a:lnTo>
                  <a:cubicBezTo>
                    <a:pt x="3183" y="12478"/>
                    <a:pt x="2525" y="10470"/>
                    <a:pt x="1316" y="8831"/>
                  </a:cubicBezTo>
                  <a:lnTo>
                    <a:pt x="1167" y="8612"/>
                  </a:lnTo>
                  <a:lnTo>
                    <a:pt x="3621" y="7919"/>
                  </a:lnTo>
                  <a:lnTo>
                    <a:pt x="3656" y="7919"/>
                  </a:lnTo>
                  <a:lnTo>
                    <a:pt x="5593" y="7367"/>
                  </a:lnTo>
                  <a:cubicBezTo>
                    <a:pt x="5628" y="7367"/>
                    <a:pt x="5664" y="7297"/>
                    <a:pt x="5664" y="7218"/>
                  </a:cubicBezTo>
                  <a:cubicBezTo>
                    <a:pt x="5638" y="7167"/>
                    <a:pt x="5612" y="7134"/>
                    <a:pt x="5569" y="7134"/>
                  </a:cubicBezTo>
                  <a:cubicBezTo>
                    <a:pt x="5554" y="7134"/>
                    <a:pt x="5536" y="7139"/>
                    <a:pt x="5515" y="7148"/>
                  </a:cubicBezTo>
                  <a:lnTo>
                    <a:pt x="3656" y="7656"/>
                  </a:lnTo>
                  <a:lnTo>
                    <a:pt x="220" y="2108"/>
                  </a:lnTo>
                  <a:cubicBezTo>
                    <a:pt x="195" y="2083"/>
                    <a:pt x="153" y="2058"/>
                    <a:pt x="115" y="2058"/>
                  </a:cubicBezTo>
                  <a:cubicBezTo>
                    <a:pt x="99" y="2058"/>
                    <a:pt x="84" y="2062"/>
                    <a:pt x="71" y="2073"/>
                  </a:cubicBezTo>
                  <a:cubicBezTo>
                    <a:pt x="1" y="2108"/>
                    <a:pt x="1" y="2178"/>
                    <a:pt x="36" y="2257"/>
                  </a:cubicBezTo>
                  <a:lnTo>
                    <a:pt x="3437" y="7735"/>
                  </a:lnTo>
                  <a:lnTo>
                    <a:pt x="912" y="8428"/>
                  </a:lnTo>
                  <a:cubicBezTo>
                    <a:pt x="877" y="8428"/>
                    <a:pt x="877" y="8463"/>
                    <a:pt x="842" y="8498"/>
                  </a:cubicBezTo>
                  <a:cubicBezTo>
                    <a:pt x="842" y="8533"/>
                    <a:pt x="842" y="8577"/>
                    <a:pt x="877" y="8612"/>
                  </a:cubicBezTo>
                  <a:lnTo>
                    <a:pt x="1132" y="8971"/>
                  </a:lnTo>
                  <a:cubicBezTo>
                    <a:pt x="2341" y="10619"/>
                    <a:pt x="2964" y="12627"/>
                    <a:pt x="2920" y="14669"/>
                  </a:cubicBezTo>
                  <a:cubicBezTo>
                    <a:pt x="2920" y="14713"/>
                    <a:pt x="2920" y="14748"/>
                    <a:pt x="2964" y="14748"/>
                  </a:cubicBezTo>
                  <a:cubicBezTo>
                    <a:pt x="2999" y="14783"/>
                    <a:pt x="2999" y="14783"/>
                    <a:pt x="3034" y="14783"/>
                  </a:cubicBezTo>
                  <a:lnTo>
                    <a:pt x="3069" y="14783"/>
                  </a:lnTo>
                  <a:lnTo>
                    <a:pt x="10195" y="12337"/>
                  </a:lnTo>
                  <a:cubicBezTo>
                    <a:pt x="11177" y="12004"/>
                    <a:pt x="11905" y="11242"/>
                    <a:pt x="12238" y="10251"/>
                  </a:cubicBezTo>
                  <a:cubicBezTo>
                    <a:pt x="12562" y="9269"/>
                    <a:pt x="12422" y="8209"/>
                    <a:pt x="11835" y="7367"/>
                  </a:cubicBezTo>
                  <a:lnTo>
                    <a:pt x="6943" y="65"/>
                  </a:lnTo>
                  <a:cubicBezTo>
                    <a:pt x="6923" y="20"/>
                    <a:pt x="6889" y="1"/>
                    <a:pt x="6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2"/>
            <p:cNvSpPr/>
            <p:nvPr/>
          </p:nvSpPr>
          <p:spPr>
            <a:xfrm>
              <a:off x="4866725" y="2738375"/>
              <a:ext cx="16450" cy="15725"/>
            </a:xfrm>
            <a:custGeom>
              <a:avLst/>
              <a:gdLst/>
              <a:ahLst/>
              <a:cxnLst/>
              <a:rect l="l" t="t" r="r" b="b"/>
              <a:pathLst>
                <a:path w="658" h="629" extrusionOk="0">
                  <a:moveTo>
                    <a:pt x="324" y="1"/>
                  </a:moveTo>
                  <a:cubicBezTo>
                    <a:pt x="184" y="1"/>
                    <a:pt x="35" y="150"/>
                    <a:pt x="0" y="334"/>
                  </a:cubicBezTo>
                  <a:cubicBezTo>
                    <a:pt x="0" y="474"/>
                    <a:pt x="149" y="623"/>
                    <a:pt x="324" y="623"/>
                  </a:cubicBezTo>
                  <a:cubicBezTo>
                    <a:pt x="344" y="627"/>
                    <a:pt x="362" y="629"/>
                    <a:pt x="381" y="629"/>
                  </a:cubicBezTo>
                  <a:cubicBezTo>
                    <a:pt x="538" y="629"/>
                    <a:pt x="657" y="499"/>
                    <a:pt x="657" y="334"/>
                  </a:cubicBezTo>
                  <a:cubicBezTo>
                    <a:pt x="657" y="150"/>
                    <a:pt x="508" y="1"/>
                    <a:pt x="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2"/>
            <p:cNvSpPr/>
            <p:nvPr/>
          </p:nvSpPr>
          <p:spPr>
            <a:xfrm>
              <a:off x="4863875" y="2735750"/>
              <a:ext cx="21925" cy="21950"/>
            </a:xfrm>
            <a:custGeom>
              <a:avLst/>
              <a:gdLst/>
              <a:ahLst/>
              <a:cxnLst/>
              <a:rect l="l" t="t" r="r" b="b"/>
              <a:pathLst>
                <a:path w="877" h="878" extrusionOk="0">
                  <a:moveTo>
                    <a:pt x="438" y="220"/>
                  </a:moveTo>
                  <a:cubicBezTo>
                    <a:pt x="517" y="220"/>
                    <a:pt x="552" y="255"/>
                    <a:pt x="587" y="290"/>
                  </a:cubicBezTo>
                  <a:cubicBezTo>
                    <a:pt x="622" y="325"/>
                    <a:pt x="658" y="360"/>
                    <a:pt x="658" y="439"/>
                  </a:cubicBezTo>
                  <a:cubicBezTo>
                    <a:pt x="622" y="474"/>
                    <a:pt x="622" y="544"/>
                    <a:pt x="587" y="579"/>
                  </a:cubicBezTo>
                  <a:cubicBezTo>
                    <a:pt x="552" y="623"/>
                    <a:pt x="482" y="623"/>
                    <a:pt x="438" y="623"/>
                  </a:cubicBezTo>
                  <a:cubicBezTo>
                    <a:pt x="403" y="623"/>
                    <a:pt x="333" y="623"/>
                    <a:pt x="298" y="579"/>
                  </a:cubicBezTo>
                  <a:cubicBezTo>
                    <a:pt x="263" y="509"/>
                    <a:pt x="263" y="474"/>
                    <a:pt x="263" y="439"/>
                  </a:cubicBezTo>
                  <a:cubicBezTo>
                    <a:pt x="263" y="360"/>
                    <a:pt x="263" y="325"/>
                    <a:pt x="298" y="290"/>
                  </a:cubicBezTo>
                  <a:cubicBezTo>
                    <a:pt x="333" y="255"/>
                    <a:pt x="403" y="220"/>
                    <a:pt x="438" y="220"/>
                  </a:cubicBezTo>
                  <a:close/>
                  <a:moveTo>
                    <a:pt x="438" y="1"/>
                  </a:moveTo>
                  <a:cubicBezTo>
                    <a:pt x="333" y="1"/>
                    <a:pt x="219" y="36"/>
                    <a:pt x="149" y="106"/>
                  </a:cubicBezTo>
                  <a:cubicBezTo>
                    <a:pt x="79" y="185"/>
                    <a:pt x="0" y="290"/>
                    <a:pt x="0" y="404"/>
                  </a:cubicBezTo>
                  <a:cubicBezTo>
                    <a:pt x="0" y="544"/>
                    <a:pt x="44" y="658"/>
                    <a:pt x="149" y="728"/>
                  </a:cubicBezTo>
                  <a:cubicBezTo>
                    <a:pt x="219" y="798"/>
                    <a:pt x="333" y="877"/>
                    <a:pt x="438" y="877"/>
                  </a:cubicBezTo>
                  <a:cubicBezTo>
                    <a:pt x="701" y="877"/>
                    <a:pt x="877" y="693"/>
                    <a:pt x="877" y="439"/>
                  </a:cubicBezTo>
                  <a:cubicBezTo>
                    <a:pt x="877" y="325"/>
                    <a:pt x="842" y="220"/>
                    <a:pt x="771" y="141"/>
                  </a:cubicBezTo>
                  <a:cubicBezTo>
                    <a:pt x="701" y="36"/>
                    <a:pt x="587" y="1"/>
                    <a:pt x="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42"/>
            <p:cNvSpPr/>
            <p:nvPr/>
          </p:nvSpPr>
          <p:spPr>
            <a:xfrm>
              <a:off x="4883150" y="2684750"/>
              <a:ext cx="22825" cy="84775"/>
            </a:xfrm>
            <a:custGeom>
              <a:avLst/>
              <a:gdLst/>
              <a:ahLst/>
              <a:cxnLst/>
              <a:rect l="l" t="t" r="r" b="b"/>
              <a:pathLst>
                <a:path w="913" h="3391" extrusionOk="0">
                  <a:moveTo>
                    <a:pt x="141" y="0"/>
                  </a:moveTo>
                  <a:cubicBezTo>
                    <a:pt x="108" y="0"/>
                    <a:pt x="71" y="11"/>
                    <a:pt x="36" y="33"/>
                  </a:cubicBezTo>
                  <a:cubicBezTo>
                    <a:pt x="0" y="68"/>
                    <a:pt x="0" y="138"/>
                    <a:pt x="36" y="174"/>
                  </a:cubicBezTo>
                  <a:cubicBezTo>
                    <a:pt x="36" y="209"/>
                    <a:pt x="693" y="1085"/>
                    <a:pt x="693" y="3277"/>
                  </a:cubicBezTo>
                  <a:cubicBezTo>
                    <a:pt x="693" y="3355"/>
                    <a:pt x="728" y="3391"/>
                    <a:pt x="807" y="3391"/>
                  </a:cubicBezTo>
                  <a:cubicBezTo>
                    <a:pt x="877" y="3391"/>
                    <a:pt x="912" y="3355"/>
                    <a:pt x="912" y="3277"/>
                  </a:cubicBezTo>
                  <a:cubicBezTo>
                    <a:pt x="912" y="1015"/>
                    <a:pt x="255" y="103"/>
                    <a:pt x="220" y="33"/>
                  </a:cubicBezTo>
                  <a:cubicBezTo>
                    <a:pt x="202" y="11"/>
                    <a:pt x="174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42"/>
            <p:cNvSpPr/>
            <p:nvPr/>
          </p:nvSpPr>
          <p:spPr>
            <a:xfrm>
              <a:off x="4953500" y="3696250"/>
              <a:ext cx="134150" cy="4650"/>
            </a:xfrm>
            <a:custGeom>
              <a:avLst/>
              <a:gdLst/>
              <a:ahLst/>
              <a:cxnLst/>
              <a:rect l="l" t="t" r="r" b="b"/>
              <a:pathLst>
                <a:path w="5366" h="186" extrusionOk="0">
                  <a:moveTo>
                    <a:pt x="0" y="1"/>
                  </a:moveTo>
                  <a:lnTo>
                    <a:pt x="0" y="185"/>
                  </a:lnTo>
                  <a:lnTo>
                    <a:pt x="5365" y="185"/>
                  </a:lnTo>
                  <a:lnTo>
                    <a:pt x="5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2"/>
            <p:cNvSpPr/>
            <p:nvPr/>
          </p:nvSpPr>
          <p:spPr>
            <a:xfrm>
              <a:off x="4055000" y="3696250"/>
              <a:ext cx="759575" cy="4650"/>
            </a:xfrm>
            <a:custGeom>
              <a:avLst/>
              <a:gdLst/>
              <a:ahLst/>
              <a:cxnLst/>
              <a:rect l="l" t="t" r="r" b="b"/>
              <a:pathLst>
                <a:path w="30383" h="186" extrusionOk="0">
                  <a:moveTo>
                    <a:pt x="0" y="1"/>
                  </a:moveTo>
                  <a:lnTo>
                    <a:pt x="0" y="185"/>
                  </a:lnTo>
                  <a:lnTo>
                    <a:pt x="30383" y="185"/>
                  </a:lnTo>
                  <a:lnTo>
                    <a:pt x="30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8" name="Google Shape;1308;p42"/>
          <p:cNvGrpSpPr/>
          <p:nvPr/>
        </p:nvGrpSpPr>
        <p:grpSpPr>
          <a:xfrm rot="-769616">
            <a:off x="6901598" y="974027"/>
            <a:ext cx="1511437" cy="880804"/>
            <a:chOff x="5680103" y="2421625"/>
            <a:chExt cx="2810295" cy="1637726"/>
          </a:xfrm>
        </p:grpSpPr>
        <p:sp>
          <p:nvSpPr>
            <p:cNvPr id="1309" name="Google Shape;1309;p42"/>
            <p:cNvSpPr/>
            <p:nvPr/>
          </p:nvSpPr>
          <p:spPr>
            <a:xfrm>
              <a:off x="5686735" y="2465534"/>
              <a:ext cx="2800462" cy="1587566"/>
            </a:xfrm>
            <a:custGeom>
              <a:avLst/>
              <a:gdLst/>
              <a:ahLst/>
              <a:cxnLst/>
              <a:rect l="l" t="t" r="r" b="b"/>
              <a:pathLst>
                <a:path w="36737" h="20826" extrusionOk="0">
                  <a:moveTo>
                    <a:pt x="35456" y="1"/>
                  </a:moveTo>
                  <a:lnTo>
                    <a:pt x="30107" y="2083"/>
                  </a:lnTo>
                  <a:cubicBezTo>
                    <a:pt x="29713" y="2234"/>
                    <a:pt x="29515" y="2675"/>
                    <a:pt x="29671" y="3069"/>
                  </a:cubicBezTo>
                  <a:cubicBezTo>
                    <a:pt x="29788" y="3372"/>
                    <a:pt x="30074" y="3558"/>
                    <a:pt x="30379" y="3558"/>
                  </a:cubicBezTo>
                  <a:cubicBezTo>
                    <a:pt x="30472" y="3558"/>
                    <a:pt x="30566" y="3541"/>
                    <a:pt x="30658" y="3505"/>
                  </a:cubicBezTo>
                  <a:lnTo>
                    <a:pt x="33194" y="2519"/>
                  </a:lnTo>
                  <a:lnTo>
                    <a:pt x="31684" y="5256"/>
                  </a:lnTo>
                  <a:lnTo>
                    <a:pt x="29794" y="8720"/>
                  </a:lnTo>
                  <a:cubicBezTo>
                    <a:pt x="28535" y="11028"/>
                    <a:pt x="27264" y="13337"/>
                    <a:pt x="26011" y="15652"/>
                  </a:cubicBezTo>
                  <a:lnTo>
                    <a:pt x="25901" y="15861"/>
                  </a:lnTo>
                  <a:lnTo>
                    <a:pt x="24938" y="14498"/>
                  </a:lnTo>
                  <a:lnTo>
                    <a:pt x="22659" y="11272"/>
                  </a:lnTo>
                  <a:lnTo>
                    <a:pt x="20385" y="8046"/>
                  </a:lnTo>
                  <a:lnTo>
                    <a:pt x="19242" y="6440"/>
                  </a:lnTo>
                  <a:lnTo>
                    <a:pt x="18673" y="5634"/>
                  </a:lnTo>
                  <a:lnTo>
                    <a:pt x="18598" y="5535"/>
                  </a:lnTo>
                  <a:lnTo>
                    <a:pt x="18563" y="5483"/>
                  </a:lnTo>
                  <a:lnTo>
                    <a:pt x="18534" y="5443"/>
                  </a:lnTo>
                  <a:lnTo>
                    <a:pt x="18482" y="5379"/>
                  </a:lnTo>
                  <a:cubicBezTo>
                    <a:pt x="18354" y="5221"/>
                    <a:pt x="18175" y="5088"/>
                    <a:pt x="17977" y="5002"/>
                  </a:cubicBezTo>
                  <a:cubicBezTo>
                    <a:pt x="17801" y="4923"/>
                    <a:pt x="17612" y="4884"/>
                    <a:pt x="17422" y="4884"/>
                  </a:cubicBezTo>
                  <a:cubicBezTo>
                    <a:pt x="17194" y="4884"/>
                    <a:pt x="16965" y="4940"/>
                    <a:pt x="16759" y="5047"/>
                  </a:cubicBezTo>
                  <a:cubicBezTo>
                    <a:pt x="16574" y="5152"/>
                    <a:pt x="16405" y="5297"/>
                    <a:pt x="16290" y="5471"/>
                  </a:cubicBezTo>
                  <a:cubicBezTo>
                    <a:pt x="16255" y="5512"/>
                    <a:pt x="16231" y="5558"/>
                    <a:pt x="16202" y="5604"/>
                  </a:cubicBezTo>
                  <a:lnTo>
                    <a:pt x="16174" y="5663"/>
                  </a:lnTo>
                  <a:lnTo>
                    <a:pt x="16162" y="5692"/>
                  </a:lnTo>
                  <a:lnTo>
                    <a:pt x="16104" y="5802"/>
                  </a:lnTo>
                  <a:lnTo>
                    <a:pt x="15889" y="6243"/>
                  </a:lnTo>
                  <a:lnTo>
                    <a:pt x="15449" y="7125"/>
                  </a:lnTo>
                  <a:lnTo>
                    <a:pt x="14579" y="8900"/>
                  </a:lnTo>
                  <a:lnTo>
                    <a:pt x="12833" y="12439"/>
                  </a:lnTo>
                  <a:lnTo>
                    <a:pt x="11963" y="14207"/>
                  </a:lnTo>
                  <a:lnTo>
                    <a:pt x="11527" y="15095"/>
                  </a:lnTo>
                  <a:lnTo>
                    <a:pt x="11388" y="15384"/>
                  </a:lnTo>
                  <a:lnTo>
                    <a:pt x="10703" y="14747"/>
                  </a:lnTo>
                  <a:lnTo>
                    <a:pt x="9259" y="13401"/>
                  </a:lnTo>
                  <a:lnTo>
                    <a:pt x="6370" y="10709"/>
                  </a:lnTo>
                  <a:lnTo>
                    <a:pt x="6011" y="10373"/>
                  </a:lnTo>
                  <a:lnTo>
                    <a:pt x="5964" y="10332"/>
                  </a:lnTo>
                  <a:cubicBezTo>
                    <a:pt x="5923" y="10297"/>
                    <a:pt x="5889" y="10263"/>
                    <a:pt x="5848" y="10233"/>
                  </a:cubicBezTo>
                  <a:cubicBezTo>
                    <a:pt x="5760" y="10176"/>
                    <a:pt x="5674" y="10123"/>
                    <a:pt x="5575" y="10083"/>
                  </a:cubicBezTo>
                  <a:cubicBezTo>
                    <a:pt x="5426" y="10020"/>
                    <a:pt x="5261" y="9988"/>
                    <a:pt x="5099" y="9988"/>
                  </a:cubicBezTo>
                  <a:cubicBezTo>
                    <a:pt x="5055" y="9988"/>
                    <a:pt x="5011" y="9990"/>
                    <a:pt x="4967" y="9995"/>
                  </a:cubicBezTo>
                  <a:cubicBezTo>
                    <a:pt x="4764" y="10013"/>
                    <a:pt x="4566" y="10089"/>
                    <a:pt x="4392" y="10199"/>
                  </a:cubicBezTo>
                  <a:cubicBezTo>
                    <a:pt x="4218" y="10316"/>
                    <a:pt x="4079" y="10477"/>
                    <a:pt x="3980" y="10657"/>
                  </a:cubicBezTo>
                  <a:cubicBezTo>
                    <a:pt x="3923" y="10768"/>
                    <a:pt x="3923" y="10774"/>
                    <a:pt x="3905" y="10819"/>
                  </a:cubicBezTo>
                  <a:lnTo>
                    <a:pt x="3853" y="10935"/>
                  </a:lnTo>
                  <a:lnTo>
                    <a:pt x="3754" y="11162"/>
                  </a:lnTo>
                  <a:cubicBezTo>
                    <a:pt x="3493" y="11765"/>
                    <a:pt x="3227" y="12362"/>
                    <a:pt x="2976" y="12972"/>
                  </a:cubicBezTo>
                  <a:lnTo>
                    <a:pt x="2210" y="14793"/>
                  </a:lnTo>
                  <a:cubicBezTo>
                    <a:pt x="1961" y="15403"/>
                    <a:pt x="1712" y="16011"/>
                    <a:pt x="1468" y="16621"/>
                  </a:cubicBezTo>
                  <a:cubicBezTo>
                    <a:pt x="981" y="17844"/>
                    <a:pt x="505" y="19074"/>
                    <a:pt x="65" y="20316"/>
                  </a:cubicBezTo>
                  <a:cubicBezTo>
                    <a:pt x="1" y="20490"/>
                    <a:pt x="76" y="20687"/>
                    <a:pt x="239" y="20779"/>
                  </a:cubicBezTo>
                  <a:cubicBezTo>
                    <a:pt x="298" y="20810"/>
                    <a:pt x="361" y="20825"/>
                    <a:pt x="423" y="20825"/>
                  </a:cubicBezTo>
                  <a:cubicBezTo>
                    <a:pt x="558" y="20825"/>
                    <a:pt x="688" y="20755"/>
                    <a:pt x="756" y="20629"/>
                  </a:cubicBezTo>
                  <a:cubicBezTo>
                    <a:pt x="1393" y="19469"/>
                    <a:pt x="1990" y="18297"/>
                    <a:pt x="2582" y="17119"/>
                  </a:cubicBezTo>
                  <a:cubicBezTo>
                    <a:pt x="2879" y="16533"/>
                    <a:pt x="3163" y="15936"/>
                    <a:pt x="3452" y="15350"/>
                  </a:cubicBezTo>
                  <a:lnTo>
                    <a:pt x="4299" y="13563"/>
                  </a:lnTo>
                  <a:cubicBezTo>
                    <a:pt x="4584" y="12972"/>
                    <a:pt x="4856" y="12375"/>
                    <a:pt x="5134" y="11777"/>
                  </a:cubicBezTo>
                  <a:lnTo>
                    <a:pt x="5169" y="11695"/>
                  </a:lnTo>
                  <a:lnTo>
                    <a:pt x="5315" y="11834"/>
                  </a:lnTo>
                  <a:lnTo>
                    <a:pt x="8175" y="14549"/>
                  </a:lnTo>
                  <a:lnTo>
                    <a:pt x="9607" y="15912"/>
                  </a:lnTo>
                  <a:lnTo>
                    <a:pt x="10320" y="16592"/>
                  </a:lnTo>
                  <a:lnTo>
                    <a:pt x="10501" y="16760"/>
                  </a:lnTo>
                  <a:cubicBezTo>
                    <a:pt x="10506" y="16766"/>
                    <a:pt x="10552" y="16811"/>
                    <a:pt x="10587" y="16841"/>
                  </a:cubicBezTo>
                  <a:cubicBezTo>
                    <a:pt x="10628" y="16870"/>
                    <a:pt x="10662" y="16899"/>
                    <a:pt x="10710" y="16928"/>
                  </a:cubicBezTo>
                  <a:cubicBezTo>
                    <a:pt x="10790" y="16980"/>
                    <a:pt x="10877" y="17026"/>
                    <a:pt x="10970" y="17061"/>
                  </a:cubicBezTo>
                  <a:cubicBezTo>
                    <a:pt x="11130" y="17123"/>
                    <a:pt x="11297" y="17153"/>
                    <a:pt x="11464" y="17153"/>
                  </a:cubicBezTo>
                  <a:cubicBezTo>
                    <a:pt x="11692" y="17153"/>
                    <a:pt x="11918" y="17096"/>
                    <a:pt x="12119" y="16985"/>
                  </a:cubicBezTo>
                  <a:cubicBezTo>
                    <a:pt x="12298" y="16894"/>
                    <a:pt x="12450" y="16760"/>
                    <a:pt x="12571" y="16597"/>
                  </a:cubicBezTo>
                  <a:cubicBezTo>
                    <a:pt x="12600" y="16557"/>
                    <a:pt x="12630" y="16516"/>
                    <a:pt x="12652" y="16476"/>
                  </a:cubicBezTo>
                  <a:cubicBezTo>
                    <a:pt x="12675" y="16434"/>
                    <a:pt x="12705" y="16377"/>
                    <a:pt x="12710" y="16372"/>
                  </a:cubicBezTo>
                  <a:lnTo>
                    <a:pt x="12763" y="16260"/>
                  </a:lnTo>
                  <a:lnTo>
                    <a:pt x="12989" y="15820"/>
                  </a:lnTo>
                  <a:lnTo>
                    <a:pt x="13430" y="14938"/>
                  </a:lnTo>
                  <a:lnTo>
                    <a:pt x="14311" y="13175"/>
                  </a:lnTo>
                  <a:lnTo>
                    <a:pt x="16075" y="9642"/>
                  </a:lnTo>
                  <a:lnTo>
                    <a:pt x="16962" y="7879"/>
                  </a:lnTo>
                  <a:lnTo>
                    <a:pt x="17403" y="6991"/>
                  </a:lnTo>
                  <a:lnTo>
                    <a:pt x="17462" y="6870"/>
                  </a:lnTo>
                  <a:lnTo>
                    <a:pt x="17850" y="7420"/>
                  </a:lnTo>
                  <a:lnTo>
                    <a:pt x="18993" y="9033"/>
                  </a:lnTo>
                  <a:lnTo>
                    <a:pt x="21278" y="12252"/>
                  </a:lnTo>
                  <a:lnTo>
                    <a:pt x="23558" y="15472"/>
                  </a:lnTo>
                  <a:lnTo>
                    <a:pt x="24701" y="17084"/>
                  </a:lnTo>
                  <a:lnTo>
                    <a:pt x="24771" y="17183"/>
                  </a:lnTo>
                  <a:lnTo>
                    <a:pt x="24799" y="17224"/>
                  </a:lnTo>
                  <a:lnTo>
                    <a:pt x="24846" y="17282"/>
                  </a:lnTo>
                  <a:cubicBezTo>
                    <a:pt x="24881" y="17322"/>
                    <a:pt x="24910" y="17357"/>
                    <a:pt x="24950" y="17398"/>
                  </a:cubicBezTo>
                  <a:cubicBezTo>
                    <a:pt x="25095" y="17537"/>
                    <a:pt x="25280" y="17652"/>
                    <a:pt x="25472" y="17716"/>
                  </a:cubicBezTo>
                  <a:cubicBezTo>
                    <a:pt x="25622" y="17768"/>
                    <a:pt x="25778" y="17793"/>
                    <a:pt x="25933" y="17793"/>
                  </a:cubicBezTo>
                  <a:cubicBezTo>
                    <a:pt x="26183" y="17793"/>
                    <a:pt x="26432" y="17727"/>
                    <a:pt x="26650" y="17595"/>
                  </a:cubicBezTo>
                  <a:cubicBezTo>
                    <a:pt x="26830" y="17491"/>
                    <a:pt x="26986" y="17346"/>
                    <a:pt x="27096" y="17178"/>
                  </a:cubicBezTo>
                  <a:cubicBezTo>
                    <a:pt x="27125" y="17137"/>
                    <a:pt x="27154" y="17090"/>
                    <a:pt x="27178" y="17050"/>
                  </a:cubicBezTo>
                  <a:lnTo>
                    <a:pt x="27207" y="16998"/>
                  </a:lnTo>
                  <a:lnTo>
                    <a:pt x="27264" y="16887"/>
                  </a:lnTo>
                  <a:lnTo>
                    <a:pt x="27497" y="16452"/>
                  </a:lnTo>
                  <a:cubicBezTo>
                    <a:pt x="28755" y="14144"/>
                    <a:pt x="29985" y="11818"/>
                    <a:pt x="31226" y="9497"/>
                  </a:cubicBezTo>
                  <a:lnTo>
                    <a:pt x="33089" y="6016"/>
                  </a:lnTo>
                  <a:lnTo>
                    <a:pt x="34533" y="3291"/>
                  </a:lnTo>
                  <a:lnTo>
                    <a:pt x="35154" y="6498"/>
                  </a:lnTo>
                  <a:cubicBezTo>
                    <a:pt x="35223" y="6870"/>
                    <a:pt x="35542" y="7119"/>
                    <a:pt x="35901" y="7119"/>
                  </a:cubicBezTo>
                  <a:cubicBezTo>
                    <a:pt x="35954" y="7119"/>
                    <a:pt x="36000" y="7119"/>
                    <a:pt x="36048" y="7107"/>
                  </a:cubicBezTo>
                  <a:cubicBezTo>
                    <a:pt x="36465" y="7026"/>
                    <a:pt x="36737" y="6626"/>
                    <a:pt x="36656" y="6214"/>
                  </a:cubicBezTo>
                  <a:lnTo>
                    <a:pt x="35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2"/>
            <p:cNvSpPr/>
            <p:nvPr/>
          </p:nvSpPr>
          <p:spPr>
            <a:xfrm>
              <a:off x="5680103" y="2459360"/>
              <a:ext cx="2810295" cy="1599991"/>
            </a:xfrm>
            <a:custGeom>
              <a:avLst/>
              <a:gdLst/>
              <a:ahLst/>
              <a:cxnLst/>
              <a:rect l="l" t="t" r="r" b="b"/>
              <a:pathLst>
                <a:path w="36866" h="20989" extrusionOk="0">
                  <a:moveTo>
                    <a:pt x="35484" y="192"/>
                  </a:moveTo>
                  <a:lnTo>
                    <a:pt x="36662" y="6306"/>
                  </a:lnTo>
                  <a:cubicBezTo>
                    <a:pt x="36697" y="6486"/>
                    <a:pt x="36662" y="6672"/>
                    <a:pt x="36558" y="6823"/>
                  </a:cubicBezTo>
                  <a:cubicBezTo>
                    <a:pt x="36459" y="6973"/>
                    <a:pt x="36302" y="7072"/>
                    <a:pt x="36122" y="7107"/>
                  </a:cubicBezTo>
                  <a:cubicBezTo>
                    <a:pt x="36076" y="7118"/>
                    <a:pt x="36036" y="7125"/>
                    <a:pt x="35988" y="7125"/>
                  </a:cubicBezTo>
                  <a:cubicBezTo>
                    <a:pt x="35664" y="7125"/>
                    <a:pt x="35380" y="6887"/>
                    <a:pt x="35316" y="6568"/>
                  </a:cubicBezTo>
                  <a:lnTo>
                    <a:pt x="34701" y="3353"/>
                  </a:lnTo>
                  <a:cubicBezTo>
                    <a:pt x="34695" y="3319"/>
                    <a:pt x="34666" y="3296"/>
                    <a:pt x="34631" y="3289"/>
                  </a:cubicBezTo>
                  <a:cubicBezTo>
                    <a:pt x="34627" y="3289"/>
                    <a:pt x="34623" y="3288"/>
                    <a:pt x="34619" y="3288"/>
                  </a:cubicBezTo>
                  <a:cubicBezTo>
                    <a:pt x="34590" y="3288"/>
                    <a:pt x="34566" y="3305"/>
                    <a:pt x="34550" y="3331"/>
                  </a:cubicBezTo>
                  <a:lnTo>
                    <a:pt x="33107" y="6057"/>
                  </a:lnTo>
                  <a:lnTo>
                    <a:pt x="31244" y="9543"/>
                  </a:lnTo>
                  <a:cubicBezTo>
                    <a:pt x="30867" y="10245"/>
                    <a:pt x="30496" y="10946"/>
                    <a:pt x="30119" y="11649"/>
                  </a:cubicBezTo>
                  <a:cubicBezTo>
                    <a:pt x="29266" y="13238"/>
                    <a:pt x="28390" y="14886"/>
                    <a:pt x="27514" y="16498"/>
                  </a:cubicBezTo>
                  <a:lnTo>
                    <a:pt x="27195" y="17096"/>
                  </a:lnTo>
                  <a:cubicBezTo>
                    <a:pt x="27172" y="17131"/>
                    <a:pt x="27142" y="17176"/>
                    <a:pt x="27120" y="17211"/>
                  </a:cubicBezTo>
                  <a:cubicBezTo>
                    <a:pt x="27009" y="17374"/>
                    <a:pt x="26864" y="17513"/>
                    <a:pt x="26696" y="17612"/>
                  </a:cubicBezTo>
                  <a:cubicBezTo>
                    <a:pt x="26493" y="17734"/>
                    <a:pt x="26261" y="17796"/>
                    <a:pt x="26026" y="17796"/>
                  </a:cubicBezTo>
                  <a:cubicBezTo>
                    <a:pt x="25879" y="17796"/>
                    <a:pt x="25731" y="17772"/>
                    <a:pt x="25589" y="17722"/>
                  </a:cubicBezTo>
                  <a:cubicBezTo>
                    <a:pt x="25408" y="17664"/>
                    <a:pt x="25228" y="17554"/>
                    <a:pt x="25089" y="17415"/>
                  </a:cubicBezTo>
                  <a:cubicBezTo>
                    <a:pt x="25060" y="17385"/>
                    <a:pt x="25025" y="17351"/>
                    <a:pt x="24997" y="17316"/>
                  </a:cubicBezTo>
                  <a:lnTo>
                    <a:pt x="19143" y="9067"/>
                  </a:lnTo>
                  <a:lnTo>
                    <a:pt x="17611" y="6903"/>
                  </a:lnTo>
                  <a:cubicBezTo>
                    <a:pt x="17600" y="6881"/>
                    <a:pt x="17571" y="6869"/>
                    <a:pt x="17542" y="6869"/>
                  </a:cubicBezTo>
                  <a:cubicBezTo>
                    <a:pt x="17514" y="6874"/>
                    <a:pt x="17490" y="6892"/>
                    <a:pt x="17479" y="6916"/>
                  </a:cubicBezTo>
                  <a:lnTo>
                    <a:pt x="14329" y="13216"/>
                  </a:lnTo>
                  <a:lnTo>
                    <a:pt x="12722" y="16418"/>
                  </a:lnTo>
                  <a:cubicBezTo>
                    <a:pt x="12717" y="16429"/>
                    <a:pt x="12693" y="16480"/>
                    <a:pt x="12669" y="16515"/>
                  </a:cubicBezTo>
                  <a:cubicBezTo>
                    <a:pt x="12647" y="16557"/>
                    <a:pt x="12623" y="16592"/>
                    <a:pt x="12594" y="16632"/>
                  </a:cubicBezTo>
                  <a:cubicBezTo>
                    <a:pt x="12478" y="16782"/>
                    <a:pt x="12334" y="16911"/>
                    <a:pt x="12171" y="16997"/>
                  </a:cubicBezTo>
                  <a:cubicBezTo>
                    <a:pt x="11980" y="17101"/>
                    <a:pt x="11766" y="17154"/>
                    <a:pt x="11551" y="17154"/>
                  </a:cubicBezTo>
                  <a:cubicBezTo>
                    <a:pt x="11394" y="17154"/>
                    <a:pt x="11236" y="17125"/>
                    <a:pt x="11086" y="17066"/>
                  </a:cubicBezTo>
                  <a:cubicBezTo>
                    <a:pt x="10993" y="17032"/>
                    <a:pt x="10912" y="16991"/>
                    <a:pt x="10837" y="16940"/>
                  </a:cubicBezTo>
                  <a:cubicBezTo>
                    <a:pt x="10797" y="16916"/>
                    <a:pt x="10762" y="16887"/>
                    <a:pt x="10727" y="16858"/>
                  </a:cubicBezTo>
                  <a:cubicBezTo>
                    <a:pt x="10698" y="16835"/>
                    <a:pt x="10651" y="16801"/>
                    <a:pt x="10639" y="16782"/>
                  </a:cubicBezTo>
                  <a:lnTo>
                    <a:pt x="5314" y="11719"/>
                  </a:lnTo>
                  <a:cubicBezTo>
                    <a:pt x="5300" y="11704"/>
                    <a:pt x="5278" y="11694"/>
                    <a:pt x="5258" y="11694"/>
                  </a:cubicBezTo>
                  <a:cubicBezTo>
                    <a:pt x="5253" y="11694"/>
                    <a:pt x="5249" y="11694"/>
                    <a:pt x="5245" y="11695"/>
                  </a:cubicBezTo>
                  <a:cubicBezTo>
                    <a:pt x="5215" y="11701"/>
                    <a:pt x="5199" y="11719"/>
                    <a:pt x="5186" y="11741"/>
                  </a:cubicBezTo>
                  <a:lnTo>
                    <a:pt x="5146" y="11824"/>
                  </a:lnTo>
                  <a:cubicBezTo>
                    <a:pt x="5047" y="12038"/>
                    <a:pt x="4949" y="12252"/>
                    <a:pt x="4851" y="12461"/>
                  </a:cubicBezTo>
                  <a:cubicBezTo>
                    <a:pt x="4677" y="12850"/>
                    <a:pt x="4497" y="13232"/>
                    <a:pt x="4316" y="13610"/>
                  </a:cubicBezTo>
                  <a:lnTo>
                    <a:pt x="3464" y="15390"/>
                  </a:lnTo>
                  <a:cubicBezTo>
                    <a:pt x="3365" y="15599"/>
                    <a:pt x="3261" y="15814"/>
                    <a:pt x="3162" y="16022"/>
                  </a:cubicBezTo>
                  <a:cubicBezTo>
                    <a:pt x="2971" y="16400"/>
                    <a:pt x="2785" y="16782"/>
                    <a:pt x="2594" y="17165"/>
                  </a:cubicBezTo>
                  <a:cubicBezTo>
                    <a:pt x="1887" y="18581"/>
                    <a:pt x="1330" y="19660"/>
                    <a:pt x="773" y="20669"/>
                  </a:cubicBezTo>
                  <a:cubicBezTo>
                    <a:pt x="720" y="20769"/>
                    <a:pt x="616" y="20828"/>
                    <a:pt x="509" y="20828"/>
                  </a:cubicBezTo>
                  <a:cubicBezTo>
                    <a:pt x="460" y="20828"/>
                    <a:pt x="411" y="20816"/>
                    <a:pt x="366" y="20791"/>
                  </a:cubicBezTo>
                  <a:cubicBezTo>
                    <a:pt x="233" y="20721"/>
                    <a:pt x="174" y="20565"/>
                    <a:pt x="227" y="20426"/>
                  </a:cubicBezTo>
                  <a:cubicBezTo>
                    <a:pt x="610" y="19341"/>
                    <a:pt x="1044" y="18204"/>
                    <a:pt x="1631" y="16731"/>
                  </a:cubicBezTo>
                  <a:cubicBezTo>
                    <a:pt x="1788" y="16336"/>
                    <a:pt x="1949" y="15942"/>
                    <a:pt x="2107" y="15548"/>
                  </a:cubicBezTo>
                  <a:cubicBezTo>
                    <a:pt x="2200" y="15332"/>
                    <a:pt x="2286" y="15117"/>
                    <a:pt x="2374" y="14903"/>
                  </a:cubicBezTo>
                  <a:lnTo>
                    <a:pt x="3133" y="13082"/>
                  </a:lnTo>
                  <a:cubicBezTo>
                    <a:pt x="3296" y="12694"/>
                    <a:pt x="3470" y="12304"/>
                    <a:pt x="3638" y="11915"/>
                  </a:cubicBezTo>
                  <a:cubicBezTo>
                    <a:pt x="3731" y="11701"/>
                    <a:pt x="3823" y="11487"/>
                    <a:pt x="3916" y="11272"/>
                  </a:cubicBezTo>
                  <a:lnTo>
                    <a:pt x="4061" y="10935"/>
                  </a:lnTo>
                  <a:cubicBezTo>
                    <a:pt x="4067" y="10919"/>
                    <a:pt x="4072" y="10906"/>
                    <a:pt x="4079" y="10895"/>
                  </a:cubicBezTo>
                  <a:cubicBezTo>
                    <a:pt x="4091" y="10871"/>
                    <a:pt x="4096" y="10849"/>
                    <a:pt x="4136" y="10772"/>
                  </a:cubicBezTo>
                  <a:cubicBezTo>
                    <a:pt x="4230" y="10605"/>
                    <a:pt x="4363" y="10454"/>
                    <a:pt x="4525" y="10349"/>
                  </a:cubicBezTo>
                  <a:cubicBezTo>
                    <a:pt x="4682" y="10239"/>
                    <a:pt x="4873" y="10175"/>
                    <a:pt x="5059" y="10158"/>
                  </a:cubicBezTo>
                  <a:cubicBezTo>
                    <a:pt x="5105" y="10153"/>
                    <a:pt x="5146" y="10146"/>
                    <a:pt x="5186" y="10146"/>
                  </a:cubicBezTo>
                  <a:cubicBezTo>
                    <a:pt x="5338" y="10146"/>
                    <a:pt x="5488" y="10181"/>
                    <a:pt x="5633" y="10239"/>
                  </a:cubicBezTo>
                  <a:cubicBezTo>
                    <a:pt x="5721" y="10274"/>
                    <a:pt x="5807" y="10320"/>
                    <a:pt x="5882" y="10378"/>
                  </a:cubicBezTo>
                  <a:cubicBezTo>
                    <a:pt x="5924" y="10408"/>
                    <a:pt x="5964" y="10437"/>
                    <a:pt x="5999" y="10472"/>
                  </a:cubicBezTo>
                  <a:lnTo>
                    <a:pt x="11416" y="15524"/>
                  </a:lnTo>
                  <a:cubicBezTo>
                    <a:pt x="11434" y="15541"/>
                    <a:pt x="11464" y="15548"/>
                    <a:pt x="11486" y="15548"/>
                  </a:cubicBezTo>
                  <a:cubicBezTo>
                    <a:pt x="11509" y="15541"/>
                    <a:pt x="11533" y="15524"/>
                    <a:pt x="11544" y="15500"/>
                  </a:cubicBezTo>
                  <a:lnTo>
                    <a:pt x="16267" y="5918"/>
                  </a:lnTo>
                  <a:lnTo>
                    <a:pt x="16371" y="5703"/>
                  </a:lnTo>
                  <a:cubicBezTo>
                    <a:pt x="16393" y="5669"/>
                    <a:pt x="16411" y="5634"/>
                    <a:pt x="16441" y="5599"/>
                  </a:cubicBezTo>
                  <a:cubicBezTo>
                    <a:pt x="16551" y="5436"/>
                    <a:pt x="16707" y="5297"/>
                    <a:pt x="16888" y="5204"/>
                  </a:cubicBezTo>
                  <a:cubicBezTo>
                    <a:pt x="17082" y="5099"/>
                    <a:pt x="17299" y="5046"/>
                    <a:pt x="17516" y="5046"/>
                  </a:cubicBezTo>
                  <a:cubicBezTo>
                    <a:pt x="17694" y="5046"/>
                    <a:pt x="17871" y="5081"/>
                    <a:pt x="18036" y="5152"/>
                  </a:cubicBezTo>
                  <a:cubicBezTo>
                    <a:pt x="18216" y="5233"/>
                    <a:pt x="18384" y="5361"/>
                    <a:pt x="18511" y="5511"/>
                  </a:cubicBezTo>
                  <a:lnTo>
                    <a:pt x="25924" y="15982"/>
                  </a:lnTo>
                  <a:cubicBezTo>
                    <a:pt x="25940" y="16003"/>
                    <a:pt x="25959" y="16018"/>
                    <a:pt x="25983" y="16018"/>
                  </a:cubicBezTo>
                  <a:cubicBezTo>
                    <a:pt x="25986" y="16018"/>
                    <a:pt x="25990" y="16018"/>
                    <a:pt x="25994" y="16017"/>
                  </a:cubicBezTo>
                  <a:cubicBezTo>
                    <a:pt x="26023" y="16017"/>
                    <a:pt x="26047" y="16000"/>
                    <a:pt x="26058" y="15976"/>
                  </a:cubicBezTo>
                  <a:lnTo>
                    <a:pt x="26173" y="15773"/>
                  </a:lnTo>
                  <a:cubicBezTo>
                    <a:pt x="27038" y="14155"/>
                    <a:pt x="27937" y="12525"/>
                    <a:pt x="28802" y="10941"/>
                  </a:cubicBezTo>
                  <a:cubicBezTo>
                    <a:pt x="29185" y="10239"/>
                    <a:pt x="29568" y="9543"/>
                    <a:pt x="29950" y="8841"/>
                  </a:cubicBezTo>
                  <a:lnTo>
                    <a:pt x="31841" y="5378"/>
                  </a:lnTo>
                  <a:lnTo>
                    <a:pt x="33350" y="2641"/>
                  </a:lnTo>
                  <a:cubicBezTo>
                    <a:pt x="33367" y="2611"/>
                    <a:pt x="33367" y="2577"/>
                    <a:pt x="33343" y="2547"/>
                  </a:cubicBezTo>
                  <a:cubicBezTo>
                    <a:pt x="33327" y="2530"/>
                    <a:pt x="33304" y="2519"/>
                    <a:pt x="33279" y="2519"/>
                  </a:cubicBezTo>
                  <a:cubicBezTo>
                    <a:pt x="33270" y="2519"/>
                    <a:pt x="33261" y="2521"/>
                    <a:pt x="33251" y="2524"/>
                  </a:cubicBezTo>
                  <a:lnTo>
                    <a:pt x="30716" y="3516"/>
                  </a:lnTo>
                  <a:cubicBezTo>
                    <a:pt x="30637" y="3547"/>
                    <a:pt x="30555" y="3561"/>
                    <a:pt x="30474" y="3561"/>
                  </a:cubicBezTo>
                  <a:cubicBezTo>
                    <a:pt x="30199" y="3561"/>
                    <a:pt x="29935" y="3395"/>
                    <a:pt x="29828" y="3122"/>
                  </a:cubicBezTo>
                  <a:cubicBezTo>
                    <a:pt x="29765" y="2954"/>
                    <a:pt x="29771" y="2767"/>
                    <a:pt x="29840" y="2600"/>
                  </a:cubicBezTo>
                  <a:cubicBezTo>
                    <a:pt x="29916" y="2432"/>
                    <a:pt x="30049" y="2304"/>
                    <a:pt x="30223" y="2234"/>
                  </a:cubicBezTo>
                  <a:lnTo>
                    <a:pt x="35484" y="192"/>
                  </a:lnTo>
                  <a:close/>
                  <a:moveTo>
                    <a:pt x="35540" y="1"/>
                  </a:moveTo>
                  <a:cubicBezTo>
                    <a:pt x="35531" y="1"/>
                    <a:pt x="35522" y="2"/>
                    <a:pt x="35514" y="7"/>
                  </a:cubicBezTo>
                  <a:lnTo>
                    <a:pt x="30165" y="2089"/>
                  </a:lnTo>
                  <a:cubicBezTo>
                    <a:pt x="29730" y="2258"/>
                    <a:pt x="29515" y="2745"/>
                    <a:pt x="29683" y="3179"/>
                  </a:cubicBezTo>
                  <a:cubicBezTo>
                    <a:pt x="29813" y="3514"/>
                    <a:pt x="30131" y="3719"/>
                    <a:pt x="30469" y="3719"/>
                  </a:cubicBezTo>
                  <a:cubicBezTo>
                    <a:pt x="30570" y="3719"/>
                    <a:pt x="30674" y="3700"/>
                    <a:pt x="30775" y="3661"/>
                  </a:cubicBezTo>
                  <a:lnTo>
                    <a:pt x="33107" y="2756"/>
                  </a:lnTo>
                  <a:lnTo>
                    <a:pt x="31702" y="5302"/>
                  </a:lnTo>
                  <a:lnTo>
                    <a:pt x="29811" y="8766"/>
                  </a:lnTo>
                  <a:cubicBezTo>
                    <a:pt x="29428" y="9462"/>
                    <a:pt x="29046" y="10164"/>
                    <a:pt x="28663" y="10866"/>
                  </a:cubicBezTo>
                  <a:cubicBezTo>
                    <a:pt x="27798" y="12443"/>
                    <a:pt x="26899" y="14079"/>
                    <a:pt x="26029" y="15698"/>
                  </a:cubicBezTo>
                  <a:lnTo>
                    <a:pt x="25983" y="15784"/>
                  </a:lnTo>
                  <a:lnTo>
                    <a:pt x="20535" y="8081"/>
                  </a:lnTo>
                  <a:lnTo>
                    <a:pt x="18824" y="5669"/>
                  </a:lnTo>
                  <a:lnTo>
                    <a:pt x="18633" y="5407"/>
                  </a:lnTo>
                  <a:cubicBezTo>
                    <a:pt x="18489" y="5238"/>
                    <a:pt x="18302" y="5094"/>
                    <a:pt x="18099" y="5007"/>
                  </a:cubicBezTo>
                  <a:cubicBezTo>
                    <a:pt x="17913" y="4926"/>
                    <a:pt x="17712" y="4886"/>
                    <a:pt x="17512" y="4886"/>
                  </a:cubicBezTo>
                  <a:cubicBezTo>
                    <a:pt x="17270" y="4886"/>
                    <a:pt x="17027" y="4945"/>
                    <a:pt x="16811" y="5059"/>
                  </a:cubicBezTo>
                  <a:cubicBezTo>
                    <a:pt x="16609" y="5169"/>
                    <a:pt x="16435" y="5326"/>
                    <a:pt x="16307" y="5506"/>
                  </a:cubicBezTo>
                  <a:cubicBezTo>
                    <a:pt x="16283" y="5541"/>
                    <a:pt x="16254" y="5581"/>
                    <a:pt x="16232" y="5628"/>
                  </a:cubicBezTo>
                  <a:lnTo>
                    <a:pt x="12850" y="12485"/>
                  </a:lnTo>
                  <a:lnTo>
                    <a:pt x="11445" y="15332"/>
                  </a:lnTo>
                  <a:lnTo>
                    <a:pt x="6516" y="10732"/>
                  </a:lnTo>
                  <a:lnTo>
                    <a:pt x="6104" y="10349"/>
                  </a:lnTo>
                  <a:cubicBezTo>
                    <a:pt x="6063" y="10314"/>
                    <a:pt x="6021" y="10285"/>
                    <a:pt x="5981" y="10250"/>
                  </a:cubicBezTo>
                  <a:cubicBezTo>
                    <a:pt x="5889" y="10188"/>
                    <a:pt x="5796" y="10129"/>
                    <a:pt x="5692" y="10089"/>
                  </a:cubicBezTo>
                  <a:cubicBezTo>
                    <a:pt x="5530" y="10024"/>
                    <a:pt x="5358" y="9988"/>
                    <a:pt x="5184" y="9988"/>
                  </a:cubicBezTo>
                  <a:cubicBezTo>
                    <a:pt x="5138" y="9988"/>
                    <a:pt x="5093" y="9991"/>
                    <a:pt x="5047" y="9996"/>
                  </a:cubicBezTo>
                  <a:cubicBezTo>
                    <a:pt x="4827" y="10019"/>
                    <a:pt x="4618" y="10094"/>
                    <a:pt x="4439" y="10216"/>
                  </a:cubicBezTo>
                  <a:cubicBezTo>
                    <a:pt x="4253" y="10338"/>
                    <a:pt x="4102" y="10506"/>
                    <a:pt x="3997" y="10697"/>
                  </a:cubicBezTo>
                  <a:cubicBezTo>
                    <a:pt x="3951" y="10785"/>
                    <a:pt x="3940" y="10814"/>
                    <a:pt x="3933" y="10836"/>
                  </a:cubicBezTo>
                  <a:lnTo>
                    <a:pt x="3772" y="11208"/>
                  </a:lnTo>
                  <a:cubicBezTo>
                    <a:pt x="3678" y="11423"/>
                    <a:pt x="3585" y="11637"/>
                    <a:pt x="3493" y="11851"/>
                  </a:cubicBezTo>
                  <a:cubicBezTo>
                    <a:pt x="3319" y="12241"/>
                    <a:pt x="3151" y="12630"/>
                    <a:pt x="2988" y="13024"/>
                  </a:cubicBezTo>
                  <a:lnTo>
                    <a:pt x="2222" y="14845"/>
                  </a:lnTo>
                  <a:cubicBezTo>
                    <a:pt x="2136" y="15060"/>
                    <a:pt x="2048" y="15275"/>
                    <a:pt x="1962" y="15489"/>
                  </a:cubicBezTo>
                  <a:cubicBezTo>
                    <a:pt x="1799" y="15883"/>
                    <a:pt x="1636" y="16279"/>
                    <a:pt x="1480" y="16673"/>
                  </a:cubicBezTo>
                  <a:cubicBezTo>
                    <a:pt x="894" y="18145"/>
                    <a:pt x="460" y="19288"/>
                    <a:pt x="77" y="20373"/>
                  </a:cubicBezTo>
                  <a:cubicBezTo>
                    <a:pt x="0" y="20587"/>
                    <a:pt x="88" y="20820"/>
                    <a:pt x="291" y="20930"/>
                  </a:cubicBezTo>
                  <a:cubicBezTo>
                    <a:pt x="361" y="20970"/>
                    <a:pt x="436" y="20988"/>
                    <a:pt x="511" y="20988"/>
                  </a:cubicBezTo>
                  <a:cubicBezTo>
                    <a:pt x="674" y="20988"/>
                    <a:pt x="830" y="20901"/>
                    <a:pt x="912" y="20750"/>
                  </a:cubicBezTo>
                  <a:cubicBezTo>
                    <a:pt x="1469" y="19735"/>
                    <a:pt x="2031" y="18656"/>
                    <a:pt x="2739" y="17235"/>
                  </a:cubicBezTo>
                  <a:cubicBezTo>
                    <a:pt x="2931" y="16858"/>
                    <a:pt x="3116" y="16475"/>
                    <a:pt x="3301" y="16092"/>
                  </a:cubicBezTo>
                  <a:cubicBezTo>
                    <a:pt x="3406" y="15883"/>
                    <a:pt x="3504" y="15674"/>
                    <a:pt x="3609" y="15460"/>
                  </a:cubicBezTo>
                  <a:lnTo>
                    <a:pt x="4462" y="13679"/>
                  </a:lnTo>
                  <a:cubicBezTo>
                    <a:pt x="4642" y="13296"/>
                    <a:pt x="4821" y="12914"/>
                    <a:pt x="4995" y="12531"/>
                  </a:cubicBezTo>
                  <a:cubicBezTo>
                    <a:pt x="5094" y="12322"/>
                    <a:pt x="5186" y="12119"/>
                    <a:pt x="5285" y="11910"/>
                  </a:cubicBezTo>
                  <a:lnTo>
                    <a:pt x="10529" y="16892"/>
                  </a:lnTo>
                  <a:cubicBezTo>
                    <a:pt x="10541" y="16911"/>
                    <a:pt x="10599" y="16962"/>
                    <a:pt x="10623" y="16980"/>
                  </a:cubicBezTo>
                  <a:cubicBezTo>
                    <a:pt x="10663" y="17015"/>
                    <a:pt x="10703" y="17044"/>
                    <a:pt x="10749" y="17072"/>
                  </a:cubicBezTo>
                  <a:cubicBezTo>
                    <a:pt x="10831" y="17131"/>
                    <a:pt x="10929" y="17176"/>
                    <a:pt x="11033" y="17218"/>
                  </a:cubicBezTo>
                  <a:cubicBezTo>
                    <a:pt x="11198" y="17282"/>
                    <a:pt x="11374" y="17313"/>
                    <a:pt x="11550" y="17313"/>
                  </a:cubicBezTo>
                  <a:cubicBezTo>
                    <a:pt x="11793" y="17313"/>
                    <a:pt x="12035" y="17254"/>
                    <a:pt x="12246" y="17136"/>
                  </a:cubicBezTo>
                  <a:cubicBezTo>
                    <a:pt x="12433" y="17037"/>
                    <a:pt x="12594" y="16892"/>
                    <a:pt x="12722" y="16724"/>
                  </a:cubicBezTo>
                  <a:cubicBezTo>
                    <a:pt x="12757" y="16684"/>
                    <a:pt x="12786" y="16638"/>
                    <a:pt x="12808" y="16597"/>
                  </a:cubicBezTo>
                  <a:cubicBezTo>
                    <a:pt x="12832" y="16550"/>
                    <a:pt x="12867" y="16493"/>
                    <a:pt x="12867" y="16487"/>
                  </a:cubicBezTo>
                  <a:lnTo>
                    <a:pt x="17119" y="7995"/>
                  </a:lnTo>
                  <a:lnTo>
                    <a:pt x="17560" y="7107"/>
                  </a:lnTo>
                  <a:lnTo>
                    <a:pt x="24719" y="17211"/>
                  </a:lnTo>
                  <a:lnTo>
                    <a:pt x="24875" y="17415"/>
                  </a:lnTo>
                  <a:cubicBezTo>
                    <a:pt x="24909" y="17462"/>
                    <a:pt x="24944" y="17497"/>
                    <a:pt x="24979" y="17531"/>
                  </a:cubicBezTo>
                  <a:cubicBezTo>
                    <a:pt x="25136" y="17687"/>
                    <a:pt x="25327" y="17803"/>
                    <a:pt x="25536" y="17873"/>
                  </a:cubicBezTo>
                  <a:cubicBezTo>
                    <a:pt x="25696" y="17929"/>
                    <a:pt x="25861" y="17956"/>
                    <a:pt x="26025" y="17956"/>
                  </a:cubicBezTo>
                  <a:cubicBezTo>
                    <a:pt x="26289" y="17956"/>
                    <a:pt x="26549" y="17885"/>
                    <a:pt x="26778" y="17746"/>
                  </a:cubicBezTo>
                  <a:cubicBezTo>
                    <a:pt x="26963" y="17636"/>
                    <a:pt x="27131" y="17484"/>
                    <a:pt x="27252" y="17305"/>
                  </a:cubicBezTo>
                  <a:cubicBezTo>
                    <a:pt x="27282" y="17259"/>
                    <a:pt x="27311" y="17211"/>
                    <a:pt x="27335" y="17171"/>
                  </a:cubicBezTo>
                  <a:lnTo>
                    <a:pt x="27659" y="16574"/>
                  </a:lnTo>
                  <a:cubicBezTo>
                    <a:pt x="28529" y="14962"/>
                    <a:pt x="29410" y="13313"/>
                    <a:pt x="30258" y="11725"/>
                  </a:cubicBezTo>
                  <a:cubicBezTo>
                    <a:pt x="30635" y="11023"/>
                    <a:pt x="31011" y="10320"/>
                    <a:pt x="31383" y="9618"/>
                  </a:cubicBezTo>
                  <a:lnTo>
                    <a:pt x="33246" y="6132"/>
                  </a:lnTo>
                  <a:lnTo>
                    <a:pt x="34585" y="3610"/>
                  </a:lnTo>
                  <a:lnTo>
                    <a:pt x="35160" y="6596"/>
                  </a:lnTo>
                  <a:cubicBezTo>
                    <a:pt x="35241" y="6991"/>
                    <a:pt x="35589" y="7281"/>
                    <a:pt x="35988" y="7281"/>
                  </a:cubicBezTo>
                  <a:cubicBezTo>
                    <a:pt x="36041" y="7281"/>
                    <a:pt x="36100" y="7275"/>
                    <a:pt x="36151" y="7264"/>
                  </a:cubicBezTo>
                  <a:cubicBezTo>
                    <a:pt x="36371" y="7222"/>
                    <a:pt x="36563" y="7096"/>
                    <a:pt x="36691" y="6909"/>
                  </a:cubicBezTo>
                  <a:cubicBezTo>
                    <a:pt x="36818" y="6724"/>
                    <a:pt x="36865" y="6498"/>
                    <a:pt x="36818" y="6277"/>
                  </a:cubicBezTo>
                  <a:lnTo>
                    <a:pt x="35624" y="65"/>
                  </a:lnTo>
                  <a:cubicBezTo>
                    <a:pt x="35618" y="41"/>
                    <a:pt x="35606" y="25"/>
                    <a:pt x="35583" y="12"/>
                  </a:cubicBezTo>
                  <a:cubicBezTo>
                    <a:pt x="35569" y="5"/>
                    <a:pt x="35554" y="1"/>
                    <a:pt x="35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2"/>
            <p:cNvSpPr/>
            <p:nvPr/>
          </p:nvSpPr>
          <p:spPr>
            <a:xfrm>
              <a:off x="5686735" y="2427571"/>
              <a:ext cx="2800462" cy="1587871"/>
            </a:xfrm>
            <a:custGeom>
              <a:avLst/>
              <a:gdLst/>
              <a:ahLst/>
              <a:cxnLst/>
              <a:rect l="l" t="t" r="r" b="b"/>
              <a:pathLst>
                <a:path w="36737" h="20830" extrusionOk="0">
                  <a:moveTo>
                    <a:pt x="35456" y="0"/>
                  </a:moveTo>
                  <a:lnTo>
                    <a:pt x="30107" y="2083"/>
                  </a:lnTo>
                  <a:cubicBezTo>
                    <a:pt x="29713" y="2239"/>
                    <a:pt x="29515" y="2680"/>
                    <a:pt x="29671" y="3074"/>
                  </a:cubicBezTo>
                  <a:cubicBezTo>
                    <a:pt x="29788" y="3378"/>
                    <a:pt x="30075" y="3561"/>
                    <a:pt x="30381" y="3561"/>
                  </a:cubicBezTo>
                  <a:cubicBezTo>
                    <a:pt x="30473" y="3561"/>
                    <a:pt x="30567" y="3545"/>
                    <a:pt x="30658" y="3510"/>
                  </a:cubicBezTo>
                  <a:lnTo>
                    <a:pt x="33194" y="2523"/>
                  </a:lnTo>
                  <a:lnTo>
                    <a:pt x="33194" y="2523"/>
                  </a:lnTo>
                  <a:lnTo>
                    <a:pt x="31684" y="5261"/>
                  </a:lnTo>
                  <a:lnTo>
                    <a:pt x="29794" y="8725"/>
                  </a:lnTo>
                  <a:cubicBezTo>
                    <a:pt x="28535" y="11033"/>
                    <a:pt x="27264" y="13336"/>
                    <a:pt x="26011" y="15657"/>
                  </a:cubicBezTo>
                  <a:lnTo>
                    <a:pt x="25901" y="15860"/>
                  </a:lnTo>
                  <a:lnTo>
                    <a:pt x="24938" y="14496"/>
                  </a:lnTo>
                  <a:lnTo>
                    <a:pt x="22659" y="11277"/>
                  </a:lnTo>
                  <a:lnTo>
                    <a:pt x="20385" y="8051"/>
                  </a:lnTo>
                  <a:lnTo>
                    <a:pt x="19242" y="6439"/>
                  </a:lnTo>
                  <a:lnTo>
                    <a:pt x="18673" y="5639"/>
                  </a:lnTo>
                  <a:lnTo>
                    <a:pt x="18598" y="5534"/>
                  </a:lnTo>
                  <a:lnTo>
                    <a:pt x="18563" y="5488"/>
                  </a:lnTo>
                  <a:lnTo>
                    <a:pt x="18534" y="5441"/>
                  </a:lnTo>
                  <a:lnTo>
                    <a:pt x="18482" y="5384"/>
                  </a:lnTo>
                  <a:cubicBezTo>
                    <a:pt x="18354" y="5227"/>
                    <a:pt x="18175" y="5087"/>
                    <a:pt x="17977" y="5001"/>
                  </a:cubicBezTo>
                  <a:cubicBezTo>
                    <a:pt x="17801" y="4925"/>
                    <a:pt x="17611" y="4886"/>
                    <a:pt x="17421" y="4886"/>
                  </a:cubicBezTo>
                  <a:cubicBezTo>
                    <a:pt x="17193" y="4886"/>
                    <a:pt x="16965" y="4942"/>
                    <a:pt x="16759" y="5053"/>
                  </a:cubicBezTo>
                  <a:cubicBezTo>
                    <a:pt x="16574" y="5151"/>
                    <a:pt x="16405" y="5302"/>
                    <a:pt x="16290" y="5470"/>
                  </a:cubicBezTo>
                  <a:cubicBezTo>
                    <a:pt x="16255" y="5516"/>
                    <a:pt x="16231" y="5564"/>
                    <a:pt x="16202" y="5604"/>
                  </a:cubicBezTo>
                  <a:lnTo>
                    <a:pt x="16174" y="5668"/>
                  </a:lnTo>
                  <a:lnTo>
                    <a:pt x="16162" y="5690"/>
                  </a:lnTo>
                  <a:lnTo>
                    <a:pt x="16104" y="5802"/>
                  </a:lnTo>
                  <a:lnTo>
                    <a:pt x="15889" y="6247"/>
                  </a:lnTo>
                  <a:lnTo>
                    <a:pt x="15449" y="7130"/>
                  </a:lnTo>
                  <a:lnTo>
                    <a:pt x="14579" y="8899"/>
                  </a:lnTo>
                  <a:lnTo>
                    <a:pt x="12833" y="12442"/>
                  </a:lnTo>
                  <a:lnTo>
                    <a:pt x="11963" y="14212"/>
                  </a:lnTo>
                  <a:lnTo>
                    <a:pt x="11527" y="15100"/>
                  </a:lnTo>
                  <a:lnTo>
                    <a:pt x="11388" y="15390"/>
                  </a:lnTo>
                  <a:lnTo>
                    <a:pt x="10703" y="14752"/>
                  </a:lnTo>
                  <a:lnTo>
                    <a:pt x="9259" y="13406"/>
                  </a:lnTo>
                  <a:lnTo>
                    <a:pt x="6370" y="10715"/>
                  </a:lnTo>
                  <a:lnTo>
                    <a:pt x="6011" y="10378"/>
                  </a:lnTo>
                  <a:lnTo>
                    <a:pt x="5964" y="10332"/>
                  </a:lnTo>
                  <a:cubicBezTo>
                    <a:pt x="5923" y="10303"/>
                    <a:pt x="5889" y="10268"/>
                    <a:pt x="5848" y="10239"/>
                  </a:cubicBezTo>
                  <a:cubicBezTo>
                    <a:pt x="5760" y="10174"/>
                    <a:pt x="5674" y="10123"/>
                    <a:pt x="5575" y="10088"/>
                  </a:cubicBezTo>
                  <a:cubicBezTo>
                    <a:pt x="5427" y="10024"/>
                    <a:pt x="5263" y="9993"/>
                    <a:pt x="5102" y="9993"/>
                  </a:cubicBezTo>
                  <a:cubicBezTo>
                    <a:pt x="5056" y="9993"/>
                    <a:pt x="5011" y="9996"/>
                    <a:pt x="4967" y="10000"/>
                  </a:cubicBezTo>
                  <a:cubicBezTo>
                    <a:pt x="4764" y="10019"/>
                    <a:pt x="4566" y="10088"/>
                    <a:pt x="4392" y="10204"/>
                  </a:cubicBezTo>
                  <a:cubicBezTo>
                    <a:pt x="4218" y="10319"/>
                    <a:pt x="4079" y="10477"/>
                    <a:pt x="3980" y="10656"/>
                  </a:cubicBezTo>
                  <a:cubicBezTo>
                    <a:pt x="3923" y="10772"/>
                    <a:pt x="3923" y="10779"/>
                    <a:pt x="3905" y="10825"/>
                  </a:cubicBezTo>
                  <a:lnTo>
                    <a:pt x="3853" y="10935"/>
                  </a:lnTo>
                  <a:lnTo>
                    <a:pt x="3754" y="11162"/>
                  </a:lnTo>
                  <a:cubicBezTo>
                    <a:pt x="3493" y="11764"/>
                    <a:pt x="3227" y="12367"/>
                    <a:pt x="2976" y="12977"/>
                  </a:cubicBezTo>
                  <a:lnTo>
                    <a:pt x="2210" y="14798"/>
                  </a:lnTo>
                  <a:cubicBezTo>
                    <a:pt x="1961" y="15408"/>
                    <a:pt x="1712" y="16011"/>
                    <a:pt x="1468" y="16626"/>
                  </a:cubicBezTo>
                  <a:cubicBezTo>
                    <a:pt x="981" y="17850"/>
                    <a:pt x="505" y="19079"/>
                    <a:pt x="65" y="20321"/>
                  </a:cubicBezTo>
                  <a:cubicBezTo>
                    <a:pt x="1" y="20495"/>
                    <a:pt x="76" y="20691"/>
                    <a:pt x="239" y="20784"/>
                  </a:cubicBezTo>
                  <a:cubicBezTo>
                    <a:pt x="296" y="20815"/>
                    <a:pt x="358" y="20829"/>
                    <a:pt x="420" y="20829"/>
                  </a:cubicBezTo>
                  <a:cubicBezTo>
                    <a:pt x="556" y="20829"/>
                    <a:pt x="687" y="20758"/>
                    <a:pt x="756" y="20634"/>
                  </a:cubicBezTo>
                  <a:cubicBezTo>
                    <a:pt x="1393" y="19473"/>
                    <a:pt x="1990" y="18302"/>
                    <a:pt x="2582" y="17124"/>
                  </a:cubicBezTo>
                  <a:cubicBezTo>
                    <a:pt x="2879" y="16533"/>
                    <a:pt x="3163" y="15941"/>
                    <a:pt x="3452" y="15349"/>
                  </a:cubicBezTo>
                  <a:lnTo>
                    <a:pt x="4299" y="13569"/>
                  </a:lnTo>
                  <a:cubicBezTo>
                    <a:pt x="4584" y="12977"/>
                    <a:pt x="4856" y="12373"/>
                    <a:pt x="5134" y="11781"/>
                  </a:cubicBezTo>
                  <a:lnTo>
                    <a:pt x="5169" y="11695"/>
                  </a:lnTo>
                  <a:lnTo>
                    <a:pt x="5315" y="11834"/>
                  </a:lnTo>
                  <a:lnTo>
                    <a:pt x="8175" y="14554"/>
                  </a:lnTo>
                  <a:lnTo>
                    <a:pt x="9607" y="15917"/>
                  </a:lnTo>
                  <a:lnTo>
                    <a:pt x="10320" y="16597"/>
                  </a:lnTo>
                  <a:lnTo>
                    <a:pt x="10501" y="16765"/>
                  </a:lnTo>
                  <a:cubicBezTo>
                    <a:pt x="10506" y="16771"/>
                    <a:pt x="10552" y="16817"/>
                    <a:pt x="10587" y="16846"/>
                  </a:cubicBezTo>
                  <a:cubicBezTo>
                    <a:pt x="10628" y="16875"/>
                    <a:pt x="10662" y="16904"/>
                    <a:pt x="10710" y="16932"/>
                  </a:cubicBezTo>
                  <a:cubicBezTo>
                    <a:pt x="10790" y="16985"/>
                    <a:pt x="10877" y="17031"/>
                    <a:pt x="10970" y="17066"/>
                  </a:cubicBezTo>
                  <a:cubicBezTo>
                    <a:pt x="11130" y="17127"/>
                    <a:pt x="11298" y="17158"/>
                    <a:pt x="11465" y="17158"/>
                  </a:cubicBezTo>
                  <a:cubicBezTo>
                    <a:pt x="11692" y="17158"/>
                    <a:pt x="11918" y="17101"/>
                    <a:pt x="12119" y="16991"/>
                  </a:cubicBezTo>
                  <a:cubicBezTo>
                    <a:pt x="12298" y="16897"/>
                    <a:pt x="12450" y="16758"/>
                    <a:pt x="12571" y="16602"/>
                  </a:cubicBezTo>
                  <a:cubicBezTo>
                    <a:pt x="12600" y="16562"/>
                    <a:pt x="12630" y="16521"/>
                    <a:pt x="12652" y="16474"/>
                  </a:cubicBezTo>
                  <a:cubicBezTo>
                    <a:pt x="12675" y="16439"/>
                    <a:pt x="12705" y="16382"/>
                    <a:pt x="12710" y="16375"/>
                  </a:cubicBezTo>
                  <a:lnTo>
                    <a:pt x="12763" y="16265"/>
                  </a:lnTo>
                  <a:lnTo>
                    <a:pt x="12989" y="15825"/>
                  </a:lnTo>
                  <a:lnTo>
                    <a:pt x="13430" y="14943"/>
                  </a:lnTo>
                  <a:lnTo>
                    <a:pt x="14311" y="13173"/>
                  </a:lnTo>
                  <a:lnTo>
                    <a:pt x="16075" y="9647"/>
                  </a:lnTo>
                  <a:lnTo>
                    <a:pt x="16962" y="7877"/>
                  </a:lnTo>
                  <a:lnTo>
                    <a:pt x="17403" y="6996"/>
                  </a:lnTo>
                  <a:lnTo>
                    <a:pt x="17462" y="6874"/>
                  </a:lnTo>
                  <a:lnTo>
                    <a:pt x="17850" y="7425"/>
                  </a:lnTo>
                  <a:lnTo>
                    <a:pt x="18993" y="9038"/>
                  </a:lnTo>
                  <a:lnTo>
                    <a:pt x="21278" y="12257"/>
                  </a:lnTo>
                  <a:lnTo>
                    <a:pt x="23558" y="15477"/>
                  </a:lnTo>
                  <a:lnTo>
                    <a:pt x="24701" y="17090"/>
                  </a:lnTo>
                  <a:lnTo>
                    <a:pt x="24771" y="17188"/>
                  </a:lnTo>
                  <a:lnTo>
                    <a:pt x="24799" y="17229"/>
                  </a:lnTo>
                  <a:lnTo>
                    <a:pt x="24846" y="17287"/>
                  </a:lnTo>
                  <a:cubicBezTo>
                    <a:pt x="24881" y="17328"/>
                    <a:pt x="24910" y="17362"/>
                    <a:pt x="24950" y="17397"/>
                  </a:cubicBezTo>
                  <a:cubicBezTo>
                    <a:pt x="25095" y="17542"/>
                    <a:pt x="25280" y="17658"/>
                    <a:pt x="25472" y="17722"/>
                  </a:cubicBezTo>
                  <a:cubicBezTo>
                    <a:pt x="25622" y="17773"/>
                    <a:pt x="25778" y="17799"/>
                    <a:pt x="25933" y="17799"/>
                  </a:cubicBezTo>
                  <a:cubicBezTo>
                    <a:pt x="26183" y="17799"/>
                    <a:pt x="26432" y="17733"/>
                    <a:pt x="26650" y="17600"/>
                  </a:cubicBezTo>
                  <a:cubicBezTo>
                    <a:pt x="26830" y="17496"/>
                    <a:pt x="26986" y="17350"/>
                    <a:pt x="27096" y="17183"/>
                  </a:cubicBezTo>
                  <a:cubicBezTo>
                    <a:pt x="27125" y="17141"/>
                    <a:pt x="27154" y="17095"/>
                    <a:pt x="27178" y="17055"/>
                  </a:cubicBezTo>
                  <a:lnTo>
                    <a:pt x="27207" y="17002"/>
                  </a:lnTo>
                  <a:lnTo>
                    <a:pt x="27264" y="16892"/>
                  </a:lnTo>
                  <a:lnTo>
                    <a:pt x="27497" y="16457"/>
                  </a:lnTo>
                  <a:cubicBezTo>
                    <a:pt x="28755" y="14142"/>
                    <a:pt x="29985" y="11823"/>
                    <a:pt x="31226" y="9502"/>
                  </a:cubicBezTo>
                  <a:lnTo>
                    <a:pt x="33089" y="6022"/>
                  </a:lnTo>
                  <a:lnTo>
                    <a:pt x="34533" y="3296"/>
                  </a:lnTo>
                  <a:lnTo>
                    <a:pt x="35154" y="6503"/>
                  </a:lnTo>
                  <a:cubicBezTo>
                    <a:pt x="35223" y="6868"/>
                    <a:pt x="35542" y="7124"/>
                    <a:pt x="35901" y="7124"/>
                  </a:cubicBezTo>
                  <a:cubicBezTo>
                    <a:pt x="35954" y="7124"/>
                    <a:pt x="36000" y="7117"/>
                    <a:pt x="36048" y="7112"/>
                  </a:cubicBezTo>
                  <a:cubicBezTo>
                    <a:pt x="36465" y="7031"/>
                    <a:pt x="36737" y="6630"/>
                    <a:pt x="36656" y="6212"/>
                  </a:cubicBezTo>
                  <a:lnTo>
                    <a:pt x="354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2"/>
            <p:cNvSpPr/>
            <p:nvPr/>
          </p:nvSpPr>
          <p:spPr>
            <a:xfrm>
              <a:off x="5680103" y="2421625"/>
              <a:ext cx="2810295" cy="1600144"/>
            </a:xfrm>
            <a:custGeom>
              <a:avLst/>
              <a:gdLst/>
              <a:ahLst/>
              <a:cxnLst/>
              <a:rect l="l" t="t" r="r" b="b"/>
              <a:pathLst>
                <a:path w="36866" h="20991" extrusionOk="0">
                  <a:moveTo>
                    <a:pt x="35484" y="188"/>
                  </a:moveTo>
                  <a:lnTo>
                    <a:pt x="36662" y="6308"/>
                  </a:lnTo>
                  <a:cubicBezTo>
                    <a:pt x="36697" y="6488"/>
                    <a:pt x="36662" y="6668"/>
                    <a:pt x="36558" y="6819"/>
                  </a:cubicBezTo>
                  <a:cubicBezTo>
                    <a:pt x="36459" y="6975"/>
                    <a:pt x="36302" y="7074"/>
                    <a:pt x="36122" y="7109"/>
                  </a:cubicBezTo>
                  <a:cubicBezTo>
                    <a:pt x="36076" y="7120"/>
                    <a:pt x="36036" y="7120"/>
                    <a:pt x="35988" y="7120"/>
                  </a:cubicBezTo>
                  <a:cubicBezTo>
                    <a:pt x="35664" y="7120"/>
                    <a:pt x="35380" y="6889"/>
                    <a:pt x="35316" y="6569"/>
                  </a:cubicBezTo>
                  <a:lnTo>
                    <a:pt x="34701" y="3356"/>
                  </a:lnTo>
                  <a:cubicBezTo>
                    <a:pt x="34695" y="3321"/>
                    <a:pt x="34666" y="3297"/>
                    <a:pt x="34631" y="3292"/>
                  </a:cubicBezTo>
                  <a:cubicBezTo>
                    <a:pt x="34627" y="3291"/>
                    <a:pt x="34623" y="3291"/>
                    <a:pt x="34619" y="3291"/>
                  </a:cubicBezTo>
                  <a:cubicBezTo>
                    <a:pt x="34590" y="3291"/>
                    <a:pt x="34566" y="3307"/>
                    <a:pt x="34550" y="3332"/>
                  </a:cubicBezTo>
                  <a:lnTo>
                    <a:pt x="33107" y="6059"/>
                  </a:lnTo>
                  <a:lnTo>
                    <a:pt x="31244" y="9540"/>
                  </a:lnTo>
                  <a:cubicBezTo>
                    <a:pt x="30867" y="10241"/>
                    <a:pt x="30496" y="10949"/>
                    <a:pt x="30119" y="11650"/>
                  </a:cubicBezTo>
                  <a:cubicBezTo>
                    <a:pt x="29266" y="13240"/>
                    <a:pt x="28390" y="14887"/>
                    <a:pt x="27514" y="16501"/>
                  </a:cubicBezTo>
                  <a:lnTo>
                    <a:pt x="27195" y="17092"/>
                  </a:lnTo>
                  <a:cubicBezTo>
                    <a:pt x="27172" y="17133"/>
                    <a:pt x="27142" y="17179"/>
                    <a:pt x="27120" y="17213"/>
                  </a:cubicBezTo>
                  <a:cubicBezTo>
                    <a:pt x="27009" y="17376"/>
                    <a:pt x="26864" y="17516"/>
                    <a:pt x="26696" y="17609"/>
                  </a:cubicBezTo>
                  <a:cubicBezTo>
                    <a:pt x="26491" y="17734"/>
                    <a:pt x="26258" y="17797"/>
                    <a:pt x="26022" y="17797"/>
                  </a:cubicBezTo>
                  <a:cubicBezTo>
                    <a:pt x="25876" y="17797"/>
                    <a:pt x="25730" y="17773"/>
                    <a:pt x="25589" y="17724"/>
                  </a:cubicBezTo>
                  <a:cubicBezTo>
                    <a:pt x="25408" y="17660"/>
                    <a:pt x="25228" y="17556"/>
                    <a:pt x="25089" y="17417"/>
                  </a:cubicBezTo>
                  <a:cubicBezTo>
                    <a:pt x="25060" y="17387"/>
                    <a:pt x="25025" y="17353"/>
                    <a:pt x="24997" y="17312"/>
                  </a:cubicBezTo>
                  <a:lnTo>
                    <a:pt x="19143" y="9069"/>
                  </a:lnTo>
                  <a:lnTo>
                    <a:pt x="17611" y="6906"/>
                  </a:lnTo>
                  <a:cubicBezTo>
                    <a:pt x="17600" y="6882"/>
                    <a:pt x="17571" y="6871"/>
                    <a:pt x="17542" y="6871"/>
                  </a:cubicBezTo>
                  <a:cubicBezTo>
                    <a:pt x="17514" y="6871"/>
                    <a:pt x="17490" y="6889"/>
                    <a:pt x="17479" y="6917"/>
                  </a:cubicBezTo>
                  <a:lnTo>
                    <a:pt x="12722" y="16419"/>
                  </a:lnTo>
                  <a:cubicBezTo>
                    <a:pt x="12717" y="16431"/>
                    <a:pt x="12693" y="16477"/>
                    <a:pt x="12669" y="16517"/>
                  </a:cubicBezTo>
                  <a:cubicBezTo>
                    <a:pt x="12647" y="16552"/>
                    <a:pt x="12623" y="16593"/>
                    <a:pt x="12594" y="16634"/>
                  </a:cubicBezTo>
                  <a:cubicBezTo>
                    <a:pt x="12478" y="16785"/>
                    <a:pt x="12334" y="16906"/>
                    <a:pt x="12171" y="16999"/>
                  </a:cubicBezTo>
                  <a:cubicBezTo>
                    <a:pt x="11981" y="17102"/>
                    <a:pt x="11768" y="17154"/>
                    <a:pt x="11554" y="17154"/>
                  </a:cubicBezTo>
                  <a:cubicBezTo>
                    <a:pt x="11396" y="17154"/>
                    <a:pt x="11237" y="17126"/>
                    <a:pt x="11086" y="17069"/>
                  </a:cubicBezTo>
                  <a:cubicBezTo>
                    <a:pt x="10993" y="17034"/>
                    <a:pt x="10912" y="16993"/>
                    <a:pt x="10837" y="16941"/>
                  </a:cubicBezTo>
                  <a:cubicBezTo>
                    <a:pt x="10797" y="16918"/>
                    <a:pt x="10762" y="16889"/>
                    <a:pt x="10727" y="16860"/>
                  </a:cubicBezTo>
                  <a:cubicBezTo>
                    <a:pt x="10698" y="16836"/>
                    <a:pt x="10651" y="16796"/>
                    <a:pt x="10639" y="16785"/>
                  </a:cubicBezTo>
                  <a:lnTo>
                    <a:pt x="5314" y="11720"/>
                  </a:lnTo>
                  <a:cubicBezTo>
                    <a:pt x="5301" y="11703"/>
                    <a:pt x="5281" y="11696"/>
                    <a:pt x="5262" y="11696"/>
                  </a:cubicBezTo>
                  <a:cubicBezTo>
                    <a:pt x="5256" y="11696"/>
                    <a:pt x="5250" y="11696"/>
                    <a:pt x="5245" y="11698"/>
                  </a:cubicBezTo>
                  <a:cubicBezTo>
                    <a:pt x="5215" y="11703"/>
                    <a:pt x="5199" y="11720"/>
                    <a:pt x="5186" y="11744"/>
                  </a:cubicBezTo>
                  <a:lnTo>
                    <a:pt x="5146" y="11824"/>
                  </a:lnTo>
                  <a:cubicBezTo>
                    <a:pt x="5047" y="12033"/>
                    <a:pt x="4949" y="12249"/>
                    <a:pt x="4851" y="12463"/>
                  </a:cubicBezTo>
                  <a:cubicBezTo>
                    <a:pt x="4677" y="12846"/>
                    <a:pt x="4497" y="13229"/>
                    <a:pt x="4316" y="13612"/>
                  </a:cubicBezTo>
                  <a:lnTo>
                    <a:pt x="3464" y="15392"/>
                  </a:lnTo>
                  <a:cubicBezTo>
                    <a:pt x="3365" y="15601"/>
                    <a:pt x="3261" y="15810"/>
                    <a:pt x="3162" y="16019"/>
                  </a:cubicBezTo>
                  <a:cubicBezTo>
                    <a:pt x="2971" y="16402"/>
                    <a:pt x="2785" y="16785"/>
                    <a:pt x="2594" y="17168"/>
                  </a:cubicBezTo>
                  <a:cubicBezTo>
                    <a:pt x="1887" y="18583"/>
                    <a:pt x="1330" y="19662"/>
                    <a:pt x="773" y="20672"/>
                  </a:cubicBezTo>
                  <a:cubicBezTo>
                    <a:pt x="738" y="20741"/>
                    <a:pt x="674" y="20793"/>
                    <a:pt x="592" y="20816"/>
                  </a:cubicBezTo>
                  <a:cubicBezTo>
                    <a:pt x="566" y="20824"/>
                    <a:pt x="538" y="20828"/>
                    <a:pt x="511" y="20828"/>
                  </a:cubicBezTo>
                  <a:cubicBezTo>
                    <a:pt x="461" y="20828"/>
                    <a:pt x="412" y="20815"/>
                    <a:pt x="366" y="20793"/>
                  </a:cubicBezTo>
                  <a:cubicBezTo>
                    <a:pt x="233" y="20718"/>
                    <a:pt x="174" y="20567"/>
                    <a:pt x="227" y="20428"/>
                  </a:cubicBezTo>
                  <a:cubicBezTo>
                    <a:pt x="610" y="19342"/>
                    <a:pt x="1044" y="18201"/>
                    <a:pt x="1631" y="16732"/>
                  </a:cubicBezTo>
                  <a:cubicBezTo>
                    <a:pt x="1788" y="16338"/>
                    <a:pt x="1949" y="15944"/>
                    <a:pt x="2107" y="15548"/>
                  </a:cubicBezTo>
                  <a:cubicBezTo>
                    <a:pt x="2200" y="15334"/>
                    <a:pt x="2286" y="15120"/>
                    <a:pt x="2374" y="14905"/>
                  </a:cubicBezTo>
                  <a:lnTo>
                    <a:pt x="3133" y="13084"/>
                  </a:lnTo>
                  <a:cubicBezTo>
                    <a:pt x="3296" y="12694"/>
                    <a:pt x="3470" y="12306"/>
                    <a:pt x="3638" y="11912"/>
                  </a:cubicBezTo>
                  <a:cubicBezTo>
                    <a:pt x="3731" y="11703"/>
                    <a:pt x="3823" y="11489"/>
                    <a:pt x="3916" y="11274"/>
                  </a:cubicBezTo>
                  <a:lnTo>
                    <a:pt x="4061" y="10937"/>
                  </a:lnTo>
                  <a:cubicBezTo>
                    <a:pt x="4067" y="10919"/>
                    <a:pt x="4072" y="10908"/>
                    <a:pt x="4079" y="10897"/>
                  </a:cubicBezTo>
                  <a:cubicBezTo>
                    <a:pt x="4091" y="10873"/>
                    <a:pt x="4096" y="10850"/>
                    <a:pt x="4136" y="10775"/>
                  </a:cubicBezTo>
                  <a:cubicBezTo>
                    <a:pt x="4230" y="10606"/>
                    <a:pt x="4363" y="10456"/>
                    <a:pt x="4525" y="10351"/>
                  </a:cubicBezTo>
                  <a:cubicBezTo>
                    <a:pt x="4682" y="10241"/>
                    <a:pt x="4873" y="10177"/>
                    <a:pt x="5065" y="10154"/>
                  </a:cubicBezTo>
                  <a:cubicBezTo>
                    <a:pt x="5105" y="10154"/>
                    <a:pt x="5146" y="10148"/>
                    <a:pt x="5186" y="10148"/>
                  </a:cubicBezTo>
                  <a:cubicBezTo>
                    <a:pt x="5338" y="10148"/>
                    <a:pt x="5488" y="10177"/>
                    <a:pt x="5633" y="10236"/>
                  </a:cubicBezTo>
                  <a:cubicBezTo>
                    <a:pt x="5721" y="10276"/>
                    <a:pt x="5807" y="10322"/>
                    <a:pt x="5882" y="10381"/>
                  </a:cubicBezTo>
                  <a:cubicBezTo>
                    <a:pt x="5924" y="10410"/>
                    <a:pt x="5964" y="10439"/>
                    <a:pt x="5999" y="10474"/>
                  </a:cubicBezTo>
                  <a:lnTo>
                    <a:pt x="11416" y="15526"/>
                  </a:lnTo>
                  <a:cubicBezTo>
                    <a:pt x="11430" y="15539"/>
                    <a:pt x="11450" y="15545"/>
                    <a:pt x="11468" y="15545"/>
                  </a:cubicBezTo>
                  <a:cubicBezTo>
                    <a:pt x="11474" y="15545"/>
                    <a:pt x="11480" y="15544"/>
                    <a:pt x="11486" y="15543"/>
                  </a:cubicBezTo>
                  <a:cubicBezTo>
                    <a:pt x="11509" y="15537"/>
                    <a:pt x="11533" y="15526"/>
                    <a:pt x="11544" y="15502"/>
                  </a:cubicBezTo>
                  <a:lnTo>
                    <a:pt x="16318" y="5803"/>
                  </a:lnTo>
                  <a:lnTo>
                    <a:pt x="16371" y="5706"/>
                  </a:lnTo>
                  <a:cubicBezTo>
                    <a:pt x="16393" y="5671"/>
                    <a:pt x="16411" y="5636"/>
                    <a:pt x="16441" y="5594"/>
                  </a:cubicBezTo>
                  <a:cubicBezTo>
                    <a:pt x="16551" y="5438"/>
                    <a:pt x="16707" y="5299"/>
                    <a:pt x="16888" y="5200"/>
                  </a:cubicBezTo>
                  <a:cubicBezTo>
                    <a:pt x="17082" y="5098"/>
                    <a:pt x="17299" y="5045"/>
                    <a:pt x="17516" y="5045"/>
                  </a:cubicBezTo>
                  <a:cubicBezTo>
                    <a:pt x="17694" y="5045"/>
                    <a:pt x="17871" y="5081"/>
                    <a:pt x="18036" y="5154"/>
                  </a:cubicBezTo>
                  <a:cubicBezTo>
                    <a:pt x="18216" y="5235"/>
                    <a:pt x="18384" y="5363"/>
                    <a:pt x="18511" y="5513"/>
                  </a:cubicBezTo>
                  <a:lnTo>
                    <a:pt x="25924" y="15984"/>
                  </a:lnTo>
                  <a:cubicBezTo>
                    <a:pt x="25942" y="16008"/>
                    <a:pt x="25965" y="16019"/>
                    <a:pt x="25994" y="16019"/>
                  </a:cubicBezTo>
                  <a:cubicBezTo>
                    <a:pt x="26023" y="16019"/>
                    <a:pt x="26047" y="16001"/>
                    <a:pt x="26058" y="15979"/>
                  </a:cubicBezTo>
                  <a:lnTo>
                    <a:pt x="26173" y="15770"/>
                  </a:lnTo>
                  <a:cubicBezTo>
                    <a:pt x="27038" y="14156"/>
                    <a:pt x="27932" y="12527"/>
                    <a:pt x="28796" y="10949"/>
                  </a:cubicBezTo>
                  <a:cubicBezTo>
                    <a:pt x="29185" y="10247"/>
                    <a:pt x="29568" y="9545"/>
                    <a:pt x="29950" y="8844"/>
                  </a:cubicBezTo>
                  <a:lnTo>
                    <a:pt x="31841" y="5380"/>
                  </a:lnTo>
                  <a:lnTo>
                    <a:pt x="33350" y="2643"/>
                  </a:lnTo>
                  <a:cubicBezTo>
                    <a:pt x="33367" y="2614"/>
                    <a:pt x="33367" y="2573"/>
                    <a:pt x="33343" y="2549"/>
                  </a:cubicBezTo>
                  <a:cubicBezTo>
                    <a:pt x="33327" y="2532"/>
                    <a:pt x="33304" y="2521"/>
                    <a:pt x="33279" y="2521"/>
                  </a:cubicBezTo>
                  <a:cubicBezTo>
                    <a:pt x="33270" y="2521"/>
                    <a:pt x="33261" y="2523"/>
                    <a:pt x="33251" y="2526"/>
                  </a:cubicBezTo>
                  <a:lnTo>
                    <a:pt x="30716" y="3513"/>
                  </a:lnTo>
                  <a:cubicBezTo>
                    <a:pt x="30635" y="3545"/>
                    <a:pt x="30551" y="3561"/>
                    <a:pt x="30467" y="3561"/>
                  </a:cubicBezTo>
                  <a:cubicBezTo>
                    <a:pt x="30195" y="3561"/>
                    <a:pt x="29935" y="3395"/>
                    <a:pt x="29828" y="3123"/>
                  </a:cubicBezTo>
                  <a:cubicBezTo>
                    <a:pt x="29765" y="2956"/>
                    <a:pt x="29771" y="2769"/>
                    <a:pt x="29840" y="2601"/>
                  </a:cubicBezTo>
                  <a:cubicBezTo>
                    <a:pt x="29916" y="2434"/>
                    <a:pt x="30049" y="2306"/>
                    <a:pt x="30223" y="2236"/>
                  </a:cubicBezTo>
                  <a:lnTo>
                    <a:pt x="35484" y="188"/>
                  </a:lnTo>
                  <a:close/>
                  <a:moveTo>
                    <a:pt x="35548" y="0"/>
                  </a:moveTo>
                  <a:cubicBezTo>
                    <a:pt x="35536" y="0"/>
                    <a:pt x="35525" y="3"/>
                    <a:pt x="35514" y="9"/>
                  </a:cubicBezTo>
                  <a:lnTo>
                    <a:pt x="30165" y="2091"/>
                  </a:lnTo>
                  <a:cubicBezTo>
                    <a:pt x="29950" y="2172"/>
                    <a:pt x="29788" y="2330"/>
                    <a:pt x="29696" y="2538"/>
                  </a:cubicBezTo>
                  <a:cubicBezTo>
                    <a:pt x="29608" y="2740"/>
                    <a:pt x="29602" y="2973"/>
                    <a:pt x="29683" y="3182"/>
                  </a:cubicBezTo>
                  <a:cubicBezTo>
                    <a:pt x="29813" y="3517"/>
                    <a:pt x="30131" y="3721"/>
                    <a:pt x="30469" y="3721"/>
                  </a:cubicBezTo>
                  <a:cubicBezTo>
                    <a:pt x="30570" y="3721"/>
                    <a:pt x="30674" y="3702"/>
                    <a:pt x="30775" y="3663"/>
                  </a:cubicBezTo>
                  <a:lnTo>
                    <a:pt x="33107" y="2758"/>
                  </a:lnTo>
                  <a:lnTo>
                    <a:pt x="33107" y="2758"/>
                  </a:lnTo>
                  <a:lnTo>
                    <a:pt x="31702" y="5299"/>
                  </a:lnTo>
                  <a:lnTo>
                    <a:pt x="29811" y="8761"/>
                  </a:lnTo>
                  <a:cubicBezTo>
                    <a:pt x="29428" y="9465"/>
                    <a:pt x="29040" y="10166"/>
                    <a:pt x="28657" y="10868"/>
                  </a:cubicBezTo>
                  <a:cubicBezTo>
                    <a:pt x="27793" y="12451"/>
                    <a:pt x="26899" y="14081"/>
                    <a:pt x="26029" y="15695"/>
                  </a:cubicBezTo>
                  <a:lnTo>
                    <a:pt x="25983" y="15786"/>
                  </a:lnTo>
                  <a:lnTo>
                    <a:pt x="20535" y="8083"/>
                  </a:lnTo>
                  <a:lnTo>
                    <a:pt x="18824" y="5671"/>
                  </a:lnTo>
                  <a:lnTo>
                    <a:pt x="18633" y="5409"/>
                  </a:lnTo>
                  <a:cubicBezTo>
                    <a:pt x="18489" y="5241"/>
                    <a:pt x="18302" y="5096"/>
                    <a:pt x="18099" y="5009"/>
                  </a:cubicBezTo>
                  <a:cubicBezTo>
                    <a:pt x="17911" y="4927"/>
                    <a:pt x="17709" y="4886"/>
                    <a:pt x="17508" y="4886"/>
                  </a:cubicBezTo>
                  <a:cubicBezTo>
                    <a:pt x="17267" y="4886"/>
                    <a:pt x="17026" y="4944"/>
                    <a:pt x="16811" y="5061"/>
                  </a:cubicBezTo>
                  <a:cubicBezTo>
                    <a:pt x="16609" y="5165"/>
                    <a:pt x="16435" y="5328"/>
                    <a:pt x="16307" y="5502"/>
                  </a:cubicBezTo>
                  <a:cubicBezTo>
                    <a:pt x="16283" y="5543"/>
                    <a:pt x="16261" y="5583"/>
                    <a:pt x="16232" y="5623"/>
                  </a:cubicBezTo>
                  <a:lnTo>
                    <a:pt x="12850" y="12486"/>
                  </a:lnTo>
                  <a:lnTo>
                    <a:pt x="11445" y="15334"/>
                  </a:lnTo>
                  <a:lnTo>
                    <a:pt x="6516" y="10734"/>
                  </a:lnTo>
                  <a:lnTo>
                    <a:pt x="6104" y="10351"/>
                  </a:lnTo>
                  <a:cubicBezTo>
                    <a:pt x="6063" y="10317"/>
                    <a:pt x="6021" y="10282"/>
                    <a:pt x="5981" y="10247"/>
                  </a:cubicBezTo>
                  <a:cubicBezTo>
                    <a:pt x="5889" y="10183"/>
                    <a:pt x="5796" y="10131"/>
                    <a:pt x="5692" y="10091"/>
                  </a:cubicBezTo>
                  <a:cubicBezTo>
                    <a:pt x="5533" y="10023"/>
                    <a:pt x="5365" y="9990"/>
                    <a:pt x="5193" y="9990"/>
                  </a:cubicBezTo>
                  <a:cubicBezTo>
                    <a:pt x="5145" y="9990"/>
                    <a:pt x="5096" y="9992"/>
                    <a:pt x="5047" y="9998"/>
                  </a:cubicBezTo>
                  <a:cubicBezTo>
                    <a:pt x="4827" y="10021"/>
                    <a:pt x="4618" y="10097"/>
                    <a:pt x="4439" y="10218"/>
                  </a:cubicBezTo>
                  <a:cubicBezTo>
                    <a:pt x="4253" y="10335"/>
                    <a:pt x="4102" y="10509"/>
                    <a:pt x="3997" y="10699"/>
                  </a:cubicBezTo>
                  <a:cubicBezTo>
                    <a:pt x="3951" y="10780"/>
                    <a:pt x="3940" y="10809"/>
                    <a:pt x="3933" y="10839"/>
                  </a:cubicBezTo>
                  <a:lnTo>
                    <a:pt x="3772" y="11210"/>
                  </a:lnTo>
                  <a:cubicBezTo>
                    <a:pt x="3678" y="11425"/>
                    <a:pt x="3585" y="11639"/>
                    <a:pt x="3493" y="11848"/>
                  </a:cubicBezTo>
                  <a:cubicBezTo>
                    <a:pt x="3319" y="12242"/>
                    <a:pt x="3151" y="12632"/>
                    <a:pt x="2988" y="13020"/>
                  </a:cubicBezTo>
                  <a:lnTo>
                    <a:pt x="2222" y="14841"/>
                  </a:lnTo>
                  <a:cubicBezTo>
                    <a:pt x="2136" y="15056"/>
                    <a:pt x="2048" y="15270"/>
                    <a:pt x="1962" y="15486"/>
                  </a:cubicBezTo>
                  <a:cubicBezTo>
                    <a:pt x="1799" y="15880"/>
                    <a:pt x="1636" y="16274"/>
                    <a:pt x="1480" y="16675"/>
                  </a:cubicBezTo>
                  <a:cubicBezTo>
                    <a:pt x="894" y="18148"/>
                    <a:pt x="460" y="19285"/>
                    <a:pt x="77" y="20375"/>
                  </a:cubicBezTo>
                  <a:cubicBezTo>
                    <a:pt x="0" y="20584"/>
                    <a:pt x="88" y="20822"/>
                    <a:pt x="291" y="20932"/>
                  </a:cubicBezTo>
                  <a:cubicBezTo>
                    <a:pt x="361" y="20967"/>
                    <a:pt x="436" y="20990"/>
                    <a:pt x="511" y="20990"/>
                  </a:cubicBezTo>
                  <a:cubicBezTo>
                    <a:pt x="552" y="20990"/>
                    <a:pt x="599" y="20978"/>
                    <a:pt x="639" y="20967"/>
                  </a:cubicBezTo>
                  <a:cubicBezTo>
                    <a:pt x="755" y="20932"/>
                    <a:pt x="854" y="20857"/>
                    <a:pt x="912" y="20747"/>
                  </a:cubicBezTo>
                  <a:cubicBezTo>
                    <a:pt x="1469" y="19737"/>
                    <a:pt x="2031" y="18653"/>
                    <a:pt x="2739" y="17237"/>
                  </a:cubicBezTo>
                  <a:cubicBezTo>
                    <a:pt x="2931" y="16854"/>
                    <a:pt x="3116" y="16471"/>
                    <a:pt x="3301" y="16089"/>
                  </a:cubicBezTo>
                  <a:cubicBezTo>
                    <a:pt x="3406" y="15880"/>
                    <a:pt x="3504" y="15671"/>
                    <a:pt x="3609" y="15462"/>
                  </a:cubicBezTo>
                  <a:lnTo>
                    <a:pt x="4462" y="13681"/>
                  </a:lnTo>
                  <a:cubicBezTo>
                    <a:pt x="4642" y="13299"/>
                    <a:pt x="4821" y="12916"/>
                    <a:pt x="4995" y="12527"/>
                  </a:cubicBezTo>
                  <a:cubicBezTo>
                    <a:pt x="5094" y="12324"/>
                    <a:pt x="5186" y="12115"/>
                    <a:pt x="5285" y="11912"/>
                  </a:cubicBezTo>
                  <a:lnTo>
                    <a:pt x="10529" y="16895"/>
                  </a:lnTo>
                  <a:cubicBezTo>
                    <a:pt x="10541" y="16913"/>
                    <a:pt x="10599" y="16959"/>
                    <a:pt x="10623" y="16982"/>
                  </a:cubicBezTo>
                  <a:cubicBezTo>
                    <a:pt x="10663" y="17017"/>
                    <a:pt x="10703" y="17045"/>
                    <a:pt x="10749" y="17074"/>
                  </a:cubicBezTo>
                  <a:cubicBezTo>
                    <a:pt x="10831" y="17133"/>
                    <a:pt x="10929" y="17179"/>
                    <a:pt x="11033" y="17219"/>
                  </a:cubicBezTo>
                  <a:cubicBezTo>
                    <a:pt x="11198" y="17283"/>
                    <a:pt x="11375" y="17315"/>
                    <a:pt x="11552" y="17315"/>
                  </a:cubicBezTo>
                  <a:cubicBezTo>
                    <a:pt x="11794" y="17315"/>
                    <a:pt x="12035" y="17256"/>
                    <a:pt x="12246" y="17138"/>
                  </a:cubicBezTo>
                  <a:cubicBezTo>
                    <a:pt x="12433" y="17039"/>
                    <a:pt x="12594" y="16895"/>
                    <a:pt x="12722" y="16726"/>
                  </a:cubicBezTo>
                  <a:cubicBezTo>
                    <a:pt x="12751" y="16686"/>
                    <a:pt x="12786" y="16640"/>
                    <a:pt x="12808" y="16593"/>
                  </a:cubicBezTo>
                  <a:cubicBezTo>
                    <a:pt x="12832" y="16552"/>
                    <a:pt x="12867" y="16488"/>
                    <a:pt x="12867" y="16488"/>
                  </a:cubicBezTo>
                  <a:lnTo>
                    <a:pt x="17560" y="7109"/>
                  </a:lnTo>
                  <a:lnTo>
                    <a:pt x="24719" y="17208"/>
                  </a:lnTo>
                  <a:lnTo>
                    <a:pt x="24875" y="17417"/>
                  </a:lnTo>
                  <a:cubicBezTo>
                    <a:pt x="24909" y="17457"/>
                    <a:pt x="24944" y="17497"/>
                    <a:pt x="24979" y="17532"/>
                  </a:cubicBezTo>
                  <a:cubicBezTo>
                    <a:pt x="25136" y="17690"/>
                    <a:pt x="25327" y="17805"/>
                    <a:pt x="25536" y="17875"/>
                  </a:cubicBezTo>
                  <a:cubicBezTo>
                    <a:pt x="25695" y="17928"/>
                    <a:pt x="25859" y="17954"/>
                    <a:pt x="26021" y="17954"/>
                  </a:cubicBezTo>
                  <a:cubicBezTo>
                    <a:pt x="26286" y="17954"/>
                    <a:pt x="26547" y="17884"/>
                    <a:pt x="26778" y="17748"/>
                  </a:cubicBezTo>
                  <a:cubicBezTo>
                    <a:pt x="26963" y="17637"/>
                    <a:pt x="27131" y="17486"/>
                    <a:pt x="27252" y="17307"/>
                  </a:cubicBezTo>
                  <a:cubicBezTo>
                    <a:pt x="27282" y="17261"/>
                    <a:pt x="27311" y="17213"/>
                    <a:pt x="27335" y="17173"/>
                  </a:cubicBezTo>
                  <a:lnTo>
                    <a:pt x="27659" y="16576"/>
                  </a:lnTo>
                  <a:cubicBezTo>
                    <a:pt x="28529" y="14964"/>
                    <a:pt x="29410" y="13315"/>
                    <a:pt x="30258" y="11727"/>
                  </a:cubicBezTo>
                  <a:cubicBezTo>
                    <a:pt x="30635" y="11024"/>
                    <a:pt x="31011" y="10317"/>
                    <a:pt x="31383" y="9615"/>
                  </a:cubicBezTo>
                  <a:lnTo>
                    <a:pt x="33246" y="6134"/>
                  </a:lnTo>
                  <a:lnTo>
                    <a:pt x="34585" y="3605"/>
                  </a:lnTo>
                  <a:lnTo>
                    <a:pt x="35160" y="6598"/>
                  </a:lnTo>
                  <a:cubicBezTo>
                    <a:pt x="35241" y="6993"/>
                    <a:pt x="35589" y="7283"/>
                    <a:pt x="35988" y="7283"/>
                  </a:cubicBezTo>
                  <a:cubicBezTo>
                    <a:pt x="36041" y="7283"/>
                    <a:pt x="36100" y="7277"/>
                    <a:pt x="36151" y="7265"/>
                  </a:cubicBezTo>
                  <a:cubicBezTo>
                    <a:pt x="36371" y="7224"/>
                    <a:pt x="36563" y="7098"/>
                    <a:pt x="36691" y="6911"/>
                  </a:cubicBezTo>
                  <a:cubicBezTo>
                    <a:pt x="36818" y="6726"/>
                    <a:pt x="36865" y="6499"/>
                    <a:pt x="36818" y="6279"/>
                  </a:cubicBezTo>
                  <a:lnTo>
                    <a:pt x="35624" y="67"/>
                  </a:lnTo>
                  <a:cubicBezTo>
                    <a:pt x="35618" y="44"/>
                    <a:pt x="35606" y="20"/>
                    <a:pt x="35583" y="9"/>
                  </a:cubicBezTo>
                  <a:cubicBezTo>
                    <a:pt x="35571" y="3"/>
                    <a:pt x="35560" y="0"/>
                    <a:pt x="35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0">
          <a:extLst>
            <a:ext uri="{FF2B5EF4-FFF2-40B4-BE49-F238E27FC236}">
              <a16:creationId xmlns:a16="http://schemas.microsoft.com/office/drawing/2014/main" id="{1EED440E-C570-429B-63D1-0DEB2CC92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1" name="Google Shape;3371;p59">
            <a:extLst>
              <a:ext uri="{FF2B5EF4-FFF2-40B4-BE49-F238E27FC236}">
                <a16:creationId xmlns:a16="http://schemas.microsoft.com/office/drawing/2014/main" id="{80BAC67D-36C5-736D-5074-1EB7F79FE9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Executive </a:t>
            </a:r>
            <a:r>
              <a:rPr lang="en" dirty="0">
                <a:solidFill>
                  <a:schemeClr val="accent4"/>
                </a:solidFill>
              </a:rPr>
              <a:t>Summary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3372" name="Google Shape;3372;p59">
            <a:extLst>
              <a:ext uri="{FF2B5EF4-FFF2-40B4-BE49-F238E27FC236}">
                <a16:creationId xmlns:a16="http://schemas.microsoft.com/office/drawing/2014/main" id="{495DAD05-B9B9-23CC-F4D1-D752B2C74F4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536068"/>
            <a:ext cx="4430700" cy="2071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dirty="0"/>
              <a:t>Consistent revenue growth anchored by strong performance in Semarang and Depok.</a:t>
            </a:r>
          </a:p>
          <a:p>
            <a:pPr marL="139700" lvl="0" indent="0">
              <a:buNone/>
            </a:pPr>
            <a:endParaRPr lang="en-ID" dirty="0"/>
          </a:p>
          <a:p>
            <a:pPr lvl="0"/>
            <a:r>
              <a:rPr lang="en-ID" dirty="0"/>
              <a:t>Promotional spend of Rp31.4M has generated no measurable lift in average order value.</a:t>
            </a:r>
          </a:p>
          <a:p>
            <a:pPr lvl="0">
              <a:spcBef>
                <a:spcPts val="1600"/>
              </a:spcBef>
            </a:pPr>
            <a:r>
              <a:rPr lang="en-ID" dirty="0" err="1"/>
              <a:t>Anteraja</a:t>
            </a:r>
            <a:r>
              <a:rPr lang="en-ID" dirty="0"/>
              <a:t> shows an elevated cancellation rate that warrants investigation.</a:t>
            </a:r>
          </a:p>
        </p:txBody>
      </p:sp>
      <p:grpSp>
        <p:nvGrpSpPr>
          <p:cNvPr id="3373" name="Google Shape;3373;p59">
            <a:extLst>
              <a:ext uri="{FF2B5EF4-FFF2-40B4-BE49-F238E27FC236}">
                <a16:creationId xmlns:a16="http://schemas.microsoft.com/office/drawing/2014/main" id="{139062F0-BFEE-DA84-3831-DA090588C8B0}"/>
              </a:ext>
            </a:extLst>
          </p:cNvPr>
          <p:cNvGrpSpPr/>
          <p:nvPr/>
        </p:nvGrpSpPr>
        <p:grpSpPr>
          <a:xfrm>
            <a:off x="6271708" y="1761443"/>
            <a:ext cx="2338532" cy="2847017"/>
            <a:chOff x="6271708" y="1761443"/>
            <a:chExt cx="2338532" cy="2847017"/>
          </a:xfrm>
        </p:grpSpPr>
        <p:grpSp>
          <p:nvGrpSpPr>
            <p:cNvPr id="3374" name="Google Shape;3374;p59">
              <a:extLst>
                <a:ext uri="{FF2B5EF4-FFF2-40B4-BE49-F238E27FC236}">
                  <a16:creationId xmlns:a16="http://schemas.microsoft.com/office/drawing/2014/main" id="{9823E4E3-50CB-337F-B451-975363B96652}"/>
                </a:ext>
              </a:extLst>
            </p:cNvPr>
            <p:cNvGrpSpPr/>
            <p:nvPr/>
          </p:nvGrpSpPr>
          <p:grpSpPr>
            <a:xfrm>
              <a:off x="8082975" y="2267913"/>
              <a:ext cx="527266" cy="607683"/>
              <a:chOff x="7986950" y="2507400"/>
              <a:chExt cx="527266" cy="607683"/>
            </a:xfrm>
          </p:grpSpPr>
          <p:sp>
            <p:nvSpPr>
              <p:cNvPr id="3375" name="Google Shape;3375;p59">
                <a:extLst>
                  <a:ext uri="{FF2B5EF4-FFF2-40B4-BE49-F238E27FC236}">
                    <a16:creationId xmlns:a16="http://schemas.microsoft.com/office/drawing/2014/main" id="{40442A60-016D-A2B5-2E83-4D34D72A3602}"/>
                  </a:ext>
                </a:extLst>
              </p:cNvPr>
              <p:cNvSpPr/>
              <p:nvPr/>
            </p:nvSpPr>
            <p:spPr>
              <a:xfrm>
                <a:off x="7991247" y="2543032"/>
                <a:ext cx="519734" cy="567802"/>
              </a:xfrm>
              <a:custGeom>
                <a:avLst/>
                <a:gdLst/>
                <a:ahLst/>
                <a:cxnLst/>
                <a:rect l="l" t="t" r="r" b="b"/>
                <a:pathLst>
                  <a:path w="10765" h="11760" extrusionOk="0">
                    <a:moveTo>
                      <a:pt x="5360" y="0"/>
                    </a:moveTo>
                    <a:cubicBezTo>
                      <a:pt x="2502" y="0"/>
                      <a:pt x="154" y="2279"/>
                      <a:pt x="60" y="5155"/>
                    </a:cubicBezTo>
                    <a:cubicBezTo>
                      <a:pt x="1" y="6851"/>
                      <a:pt x="770" y="8391"/>
                      <a:pt x="2007" y="9412"/>
                    </a:cubicBezTo>
                    <a:lnTo>
                      <a:pt x="1422" y="11759"/>
                    </a:lnTo>
                    <a:lnTo>
                      <a:pt x="3983" y="10427"/>
                    </a:lnTo>
                    <a:cubicBezTo>
                      <a:pt x="4383" y="10523"/>
                      <a:pt x="4783" y="10582"/>
                      <a:pt x="5212" y="10612"/>
                    </a:cubicBezTo>
                    <a:cubicBezTo>
                      <a:pt x="5271" y="10614"/>
                      <a:pt x="5330" y="10614"/>
                      <a:pt x="5388" y="10614"/>
                    </a:cubicBezTo>
                    <a:cubicBezTo>
                      <a:pt x="8241" y="10614"/>
                      <a:pt x="10582" y="8332"/>
                      <a:pt x="10676" y="5466"/>
                    </a:cubicBezTo>
                    <a:cubicBezTo>
                      <a:pt x="10765" y="2535"/>
                      <a:pt x="8455" y="99"/>
                      <a:pt x="5523" y="3"/>
                    </a:cubicBezTo>
                    <a:cubicBezTo>
                      <a:pt x="5469" y="1"/>
                      <a:pt x="5414" y="0"/>
                      <a:pt x="53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59">
                <a:extLst>
                  <a:ext uri="{FF2B5EF4-FFF2-40B4-BE49-F238E27FC236}">
                    <a16:creationId xmlns:a16="http://schemas.microsoft.com/office/drawing/2014/main" id="{9CB3CCA0-E5C4-06E1-5D00-3578E9532A71}"/>
                  </a:ext>
                </a:extLst>
              </p:cNvPr>
              <p:cNvSpPr/>
              <p:nvPr/>
            </p:nvSpPr>
            <p:spPr>
              <a:xfrm>
                <a:off x="7986950" y="2536997"/>
                <a:ext cx="527266" cy="578086"/>
              </a:xfrm>
              <a:custGeom>
                <a:avLst/>
                <a:gdLst/>
                <a:ahLst/>
                <a:cxnLst/>
                <a:rect l="l" t="t" r="r" b="b"/>
                <a:pathLst>
                  <a:path w="10921" h="11973" extrusionOk="0">
                    <a:moveTo>
                      <a:pt x="5612" y="254"/>
                    </a:moveTo>
                    <a:cubicBezTo>
                      <a:pt x="6997" y="283"/>
                      <a:pt x="8292" y="868"/>
                      <a:pt x="9218" y="1853"/>
                    </a:cubicBezTo>
                    <a:cubicBezTo>
                      <a:pt x="10180" y="2874"/>
                      <a:pt x="10698" y="4200"/>
                      <a:pt x="10639" y="5591"/>
                    </a:cubicBezTo>
                    <a:cubicBezTo>
                      <a:pt x="10610" y="6976"/>
                      <a:pt x="10025" y="8271"/>
                      <a:pt x="9003" y="9197"/>
                    </a:cubicBezTo>
                    <a:cubicBezTo>
                      <a:pt x="8046" y="10125"/>
                      <a:pt x="6768" y="10619"/>
                      <a:pt x="5419" y="10619"/>
                    </a:cubicBezTo>
                    <a:cubicBezTo>
                      <a:pt x="5380" y="10619"/>
                      <a:pt x="5341" y="10619"/>
                      <a:pt x="5301" y="10618"/>
                    </a:cubicBezTo>
                    <a:cubicBezTo>
                      <a:pt x="4902" y="10618"/>
                      <a:pt x="4472" y="10552"/>
                      <a:pt x="4102" y="10433"/>
                    </a:cubicBezTo>
                    <a:cubicBezTo>
                      <a:pt x="4072" y="10433"/>
                      <a:pt x="4035" y="10433"/>
                      <a:pt x="4006" y="10463"/>
                    </a:cubicBezTo>
                    <a:lnTo>
                      <a:pt x="1696" y="11662"/>
                    </a:lnTo>
                    <a:lnTo>
                      <a:pt x="1696" y="11662"/>
                    </a:lnTo>
                    <a:lnTo>
                      <a:pt x="2222" y="9567"/>
                    </a:lnTo>
                    <a:cubicBezTo>
                      <a:pt x="2222" y="9537"/>
                      <a:pt x="2185" y="9478"/>
                      <a:pt x="2155" y="9441"/>
                    </a:cubicBezTo>
                    <a:cubicBezTo>
                      <a:pt x="926" y="8427"/>
                      <a:pt x="215" y="6917"/>
                      <a:pt x="275" y="5280"/>
                    </a:cubicBezTo>
                    <a:cubicBezTo>
                      <a:pt x="334" y="2475"/>
                      <a:pt x="2651" y="254"/>
                      <a:pt x="5457" y="254"/>
                    </a:cubicBezTo>
                    <a:close/>
                    <a:moveTo>
                      <a:pt x="5502" y="1"/>
                    </a:moveTo>
                    <a:cubicBezTo>
                      <a:pt x="2560" y="1"/>
                      <a:pt x="118" y="2327"/>
                      <a:pt x="60" y="5280"/>
                    </a:cubicBezTo>
                    <a:cubicBezTo>
                      <a:pt x="1" y="6946"/>
                      <a:pt x="704" y="8516"/>
                      <a:pt x="1970" y="9567"/>
                    </a:cubicBezTo>
                    <a:lnTo>
                      <a:pt x="1415" y="11847"/>
                    </a:lnTo>
                    <a:cubicBezTo>
                      <a:pt x="1415" y="11884"/>
                      <a:pt x="1415" y="11943"/>
                      <a:pt x="1444" y="11973"/>
                    </a:cubicBezTo>
                    <a:lnTo>
                      <a:pt x="1570" y="11973"/>
                    </a:lnTo>
                    <a:lnTo>
                      <a:pt x="4072" y="10677"/>
                    </a:lnTo>
                    <a:cubicBezTo>
                      <a:pt x="4472" y="10774"/>
                      <a:pt x="4872" y="10833"/>
                      <a:pt x="5301" y="10833"/>
                    </a:cubicBezTo>
                    <a:cubicBezTo>
                      <a:pt x="5375" y="10836"/>
                      <a:pt x="5449" y="10837"/>
                      <a:pt x="5522" y="10837"/>
                    </a:cubicBezTo>
                    <a:cubicBezTo>
                      <a:pt x="6890" y="10837"/>
                      <a:pt x="8161" y="10316"/>
                      <a:pt x="9158" y="9382"/>
                    </a:cubicBezTo>
                    <a:cubicBezTo>
                      <a:pt x="10210" y="8368"/>
                      <a:pt x="10824" y="7035"/>
                      <a:pt x="10854" y="5591"/>
                    </a:cubicBezTo>
                    <a:cubicBezTo>
                      <a:pt x="10920" y="4140"/>
                      <a:pt x="10395" y="2778"/>
                      <a:pt x="9403" y="1705"/>
                    </a:cubicBezTo>
                    <a:cubicBezTo>
                      <a:pt x="8389" y="654"/>
                      <a:pt x="7063" y="69"/>
                      <a:pt x="5612" y="2"/>
                    </a:cubicBezTo>
                    <a:cubicBezTo>
                      <a:pt x="5575" y="1"/>
                      <a:pt x="5538" y="1"/>
                      <a:pt x="5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59">
                <a:extLst>
                  <a:ext uri="{FF2B5EF4-FFF2-40B4-BE49-F238E27FC236}">
                    <a16:creationId xmlns:a16="http://schemas.microsoft.com/office/drawing/2014/main" id="{29408BF9-C5E3-FC00-B7A4-40E09DBA5B1C}"/>
                  </a:ext>
                </a:extLst>
              </p:cNvPr>
              <p:cNvSpPr/>
              <p:nvPr/>
            </p:nvSpPr>
            <p:spPr>
              <a:xfrm>
                <a:off x="7992695" y="2512035"/>
                <a:ext cx="512589" cy="573403"/>
              </a:xfrm>
              <a:custGeom>
                <a:avLst/>
                <a:gdLst/>
                <a:ahLst/>
                <a:cxnLst/>
                <a:rect l="l" t="t" r="r" b="b"/>
                <a:pathLst>
                  <a:path w="10617" h="11876" extrusionOk="0">
                    <a:moveTo>
                      <a:pt x="5308" y="1"/>
                    </a:moveTo>
                    <a:cubicBezTo>
                      <a:pt x="2377" y="1"/>
                      <a:pt x="0" y="2370"/>
                      <a:pt x="0" y="5301"/>
                    </a:cubicBezTo>
                    <a:cubicBezTo>
                      <a:pt x="0" y="7034"/>
                      <a:pt x="837" y="8544"/>
                      <a:pt x="2066" y="9499"/>
                    </a:cubicBezTo>
                    <a:lnTo>
                      <a:pt x="1577" y="11875"/>
                    </a:lnTo>
                    <a:lnTo>
                      <a:pt x="4072" y="10454"/>
                    </a:lnTo>
                    <a:cubicBezTo>
                      <a:pt x="4472" y="10550"/>
                      <a:pt x="4879" y="10610"/>
                      <a:pt x="5308" y="10610"/>
                    </a:cubicBezTo>
                    <a:cubicBezTo>
                      <a:pt x="8240" y="10610"/>
                      <a:pt x="10616" y="8233"/>
                      <a:pt x="10616" y="5301"/>
                    </a:cubicBezTo>
                    <a:cubicBezTo>
                      <a:pt x="10616" y="2370"/>
                      <a:pt x="8240" y="1"/>
                      <a:pt x="530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59">
                <a:extLst>
                  <a:ext uri="{FF2B5EF4-FFF2-40B4-BE49-F238E27FC236}">
                    <a16:creationId xmlns:a16="http://schemas.microsoft.com/office/drawing/2014/main" id="{B8DCBF4D-E736-753E-4248-58F084748D0F}"/>
                  </a:ext>
                </a:extLst>
              </p:cNvPr>
              <p:cNvSpPr/>
              <p:nvPr/>
            </p:nvSpPr>
            <p:spPr>
              <a:xfrm>
                <a:off x="7988398" y="2507400"/>
                <a:ext cx="522583" cy="582335"/>
              </a:xfrm>
              <a:custGeom>
                <a:avLst/>
                <a:gdLst/>
                <a:ahLst/>
                <a:cxnLst/>
                <a:rect l="l" t="t" r="r" b="b"/>
                <a:pathLst>
                  <a:path w="10824" h="12061" extrusionOk="0">
                    <a:moveTo>
                      <a:pt x="5397" y="215"/>
                    </a:moveTo>
                    <a:cubicBezTo>
                      <a:pt x="8262" y="215"/>
                      <a:pt x="10609" y="2532"/>
                      <a:pt x="10609" y="5397"/>
                    </a:cubicBezTo>
                    <a:cubicBezTo>
                      <a:pt x="10609" y="8270"/>
                      <a:pt x="8262" y="10580"/>
                      <a:pt x="5397" y="10580"/>
                    </a:cubicBezTo>
                    <a:cubicBezTo>
                      <a:pt x="4997" y="10580"/>
                      <a:pt x="4598" y="10550"/>
                      <a:pt x="4191" y="10461"/>
                    </a:cubicBezTo>
                    <a:lnTo>
                      <a:pt x="4102" y="10461"/>
                    </a:lnTo>
                    <a:lnTo>
                      <a:pt x="1822" y="11757"/>
                    </a:lnTo>
                    <a:lnTo>
                      <a:pt x="2281" y="9625"/>
                    </a:lnTo>
                    <a:cubicBezTo>
                      <a:pt x="2281" y="9595"/>
                      <a:pt x="2281" y="9536"/>
                      <a:pt x="2251" y="9536"/>
                    </a:cubicBezTo>
                    <a:cubicBezTo>
                      <a:pt x="955" y="8514"/>
                      <a:pt x="215" y="7034"/>
                      <a:pt x="215" y="5397"/>
                    </a:cubicBezTo>
                    <a:cubicBezTo>
                      <a:pt x="215" y="2532"/>
                      <a:pt x="2562" y="215"/>
                      <a:pt x="5397" y="215"/>
                    </a:cubicBezTo>
                    <a:close/>
                    <a:moveTo>
                      <a:pt x="5397" y="1"/>
                    </a:moveTo>
                    <a:cubicBezTo>
                      <a:pt x="2436" y="1"/>
                      <a:pt x="0" y="2407"/>
                      <a:pt x="0" y="5397"/>
                    </a:cubicBezTo>
                    <a:cubicBezTo>
                      <a:pt x="0" y="7063"/>
                      <a:pt x="741" y="8610"/>
                      <a:pt x="2066" y="9654"/>
                    </a:cubicBezTo>
                    <a:lnTo>
                      <a:pt x="1570" y="11942"/>
                    </a:lnTo>
                    <a:cubicBezTo>
                      <a:pt x="1540" y="11971"/>
                      <a:pt x="1570" y="12031"/>
                      <a:pt x="1599" y="12060"/>
                    </a:cubicBezTo>
                    <a:lnTo>
                      <a:pt x="1725" y="12060"/>
                    </a:lnTo>
                    <a:lnTo>
                      <a:pt x="4191" y="10676"/>
                    </a:lnTo>
                    <a:cubicBezTo>
                      <a:pt x="4598" y="10765"/>
                      <a:pt x="4997" y="10831"/>
                      <a:pt x="5397" y="10831"/>
                    </a:cubicBezTo>
                    <a:cubicBezTo>
                      <a:pt x="8388" y="10831"/>
                      <a:pt x="10824" y="8388"/>
                      <a:pt x="10824" y="5397"/>
                    </a:cubicBezTo>
                    <a:cubicBezTo>
                      <a:pt x="10824" y="2407"/>
                      <a:pt x="8388" y="1"/>
                      <a:pt x="53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59">
                <a:extLst>
                  <a:ext uri="{FF2B5EF4-FFF2-40B4-BE49-F238E27FC236}">
                    <a16:creationId xmlns:a16="http://schemas.microsoft.com/office/drawing/2014/main" id="{D165EE4C-8A92-DF26-CE7F-7A826D4412E4}"/>
                  </a:ext>
                </a:extLst>
              </p:cNvPr>
              <p:cNvSpPr/>
              <p:nvPr/>
            </p:nvSpPr>
            <p:spPr>
              <a:xfrm>
                <a:off x="8120978" y="2742581"/>
                <a:ext cx="46156" cy="46544"/>
              </a:xfrm>
              <a:custGeom>
                <a:avLst/>
                <a:gdLst/>
                <a:ahLst/>
                <a:cxnLst/>
                <a:rect l="l" t="t" r="r" b="b"/>
                <a:pathLst>
                  <a:path w="956" h="964" extrusionOk="0">
                    <a:moveTo>
                      <a:pt x="460" y="1"/>
                    </a:moveTo>
                    <a:cubicBezTo>
                      <a:pt x="216" y="1"/>
                      <a:pt x="1" y="223"/>
                      <a:pt x="1" y="467"/>
                    </a:cubicBezTo>
                    <a:cubicBezTo>
                      <a:pt x="1" y="741"/>
                      <a:pt x="216" y="963"/>
                      <a:pt x="460" y="963"/>
                    </a:cubicBezTo>
                    <a:cubicBezTo>
                      <a:pt x="741" y="963"/>
                      <a:pt x="956" y="741"/>
                      <a:pt x="956" y="467"/>
                    </a:cubicBezTo>
                    <a:cubicBezTo>
                      <a:pt x="956" y="223"/>
                      <a:pt x="741" y="1"/>
                      <a:pt x="4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59">
                <a:extLst>
                  <a:ext uri="{FF2B5EF4-FFF2-40B4-BE49-F238E27FC236}">
                    <a16:creationId xmlns:a16="http://schemas.microsoft.com/office/drawing/2014/main" id="{21D055F7-61FB-AD8C-83DF-2878E673EC6E}"/>
                  </a:ext>
                </a:extLst>
              </p:cNvPr>
              <p:cNvSpPr/>
              <p:nvPr/>
            </p:nvSpPr>
            <p:spPr>
              <a:xfrm>
                <a:off x="8114942" y="2736883"/>
                <a:ext cx="57936" cy="57939"/>
              </a:xfrm>
              <a:custGeom>
                <a:avLst/>
                <a:gdLst/>
                <a:ahLst/>
                <a:cxnLst/>
                <a:rect l="l" t="t" r="r" b="b"/>
                <a:pathLst>
                  <a:path w="1200" h="1200" extrusionOk="0">
                    <a:moveTo>
                      <a:pt x="585" y="215"/>
                    </a:moveTo>
                    <a:cubicBezTo>
                      <a:pt x="800" y="215"/>
                      <a:pt x="985" y="400"/>
                      <a:pt x="985" y="585"/>
                    </a:cubicBezTo>
                    <a:cubicBezTo>
                      <a:pt x="985" y="800"/>
                      <a:pt x="800" y="985"/>
                      <a:pt x="585" y="985"/>
                    </a:cubicBezTo>
                    <a:cubicBezTo>
                      <a:pt x="400" y="985"/>
                      <a:pt x="215" y="800"/>
                      <a:pt x="215" y="585"/>
                    </a:cubicBezTo>
                    <a:cubicBezTo>
                      <a:pt x="215" y="400"/>
                      <a:pt x="400" y="215"/>
                      <a:pt x="585" y="215"/>
                    </a:cubicBezTo>
                    <a:close/>
                    <a:moveTo>
                      <a:pt x="585" y="0"/>
                    </a:moveTo>
                    <a:cubicBezTo>
                      <a:pt x="274" y="0"/>
                      <a:pt x="0" y="274"/>
                      <a:pt x="0" y="585"/>
                    </a:cubicBezTo>
                    <a:cubicBezTo>
                      <a:pt x="0" y="926"/>
                      <a:pt x="274" y="1200"/>
                      <a:pt x="585" y="1200"/>
                    </a:cubicBezTo>
                    <a:cubicBezTo>
                      <a:pt x="925" y="1200"/>
                      <a:pt x="1199" y="926"/>
                      <a:pt x="1199" y="585"/>
                    </a:cubicBezTo>
                    <a:cubicBezTo>
                      <a:pt x="1199" y="274"/>
                      <a:pt x="925" y="0"/>
                      <a:pt x="5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59">
                <a:extLst>
                  <a:ext uri="{FF2B5EF4-FFF2-40B4-BE49-F238E27FC236}">
                    <a16:creationId xmlns:a16="http://schemas.microsoft.com/office/drawing/2014/main" id="{35BA1267-7C53-F1C1-794E-71EF7205FDEA}"/>
                  </a:ext>
                </a:extLst>
              </p:cNvPr>
              <p:cNvSpPr/>
              <p:nvPr/>
            </p:nvSpPr>
            <p:spPr>
              <a:xfrm>
                <a:off x="8228209" y="2742581"/>
                <a:ext cx="47604" cy="46544"/>
              </a:xfrm>
              <a:custGeom>
                <a:avLst/>
                <a:gdLst/>
                <a:ahLst/>
                <a:cxnLst/>
                <a:rect l="l" t="t" r="r" b="b"/>
                <a:pathLst>
                  <a:path w="986" h="964" extrusionOk="0">
                    <a:moveTo>
                      <a:pt x="489" y="1"/>
                    </a:moveTo>
                    <a:cubicBezTo>
                      <a:pt x="216" y="1"/>
                      <a:pt x="1" y="223"/>
                      <a:pt x="1" y="467"/>
                    </a:cubicBezTo>
                    <a:cubicBezTo>
                      <a:pt x="1" y="741"/>
                      <a:pt x="216" y="963"/>
                      <a:pt x="489" y="963"/>
                    </a:cubicBezTo>
                    <a:cubicBezTo>
                      <a:pt x="771" y="963"/>
                      <a:pt x="986" y="741"/>
                      <a:pt x="986" y="467"/>
                    </a:cubicBezTo>
                    <a:cubicBezTo>
                      <a:pt x="986" y="223"/>
                      <a:pt x="771" y="1"/>
                      <a:pt x="4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59">
                <a:extLst>
                  <a:ext uri="{FF2B5EF4-FFF2-40B4-BE49-F238E27FC236}">
                    <a16:creationId xmlns:a16="http://schemas.microsoft.com/office/drawing/2014/main" id="{5D1C36BF-48B7-83B7-5471-169C42841BEC}"/>
                  </a:ext>
                </a:extLst>
              </p:cNvPr>
              <p:cNvSpPr/>
              <p:nvPr/>
            </p:nvSpPr>
            <p:spPr>
              <a:xfrm>
                <a:off x="8223574" y="2736883"/>
                <a:ext cx="56536" cy="57939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1200" extrusionOk="0">
                    <a:moveTo>
                      <a:pt x="585" y="215"/>
                    </a:moveTo>
                    <a:cubicBezTo>
                      <a:pt x="800" y="215"/>
                      <a:pt x="956" y="400"/>
                      <a:pt x="956" y="585"/>
                    </a:cubicBezTo>
                    <a:cubicBezTo>
                      <a:pt x="956" y="800"/>
                      <a:pt x="800" y="985"/>
                      <a:pt x="585" y="985"/>
                    </a:cubicBezTo>
                    <a:cubicBezTo>
                      <a:pt x="371" y="985"/>
                      <a:pt x="215" y="800"/>
                      <a:pt x="215" y="585"/>
                    </a:cubicBezTo>
                    <a:cubicBezTo>
                      <a:pt x="215" y="400"/>
                      <a:pt x="371" y="215"/>
                      <a:pt x="585" y="215"/>
                    </a:cubicBezTo>
                    <a:close/>
                    <a:moveTo>
                      <a:pt x="585" y="0"/>
                    </a:moveTo>
                    <a:cubicBezTo>
                      <a:pt x="245" y="0"/>
                      <a:pt x="1" y="274"/>
                      <a:pt x="1" y="585"/>
                    </a:cubicBezTo>
                    <a:cubicBezTo>
                      <a:pt x="1" y="926"/>
                      <a:pt x="245" y="1200"/>
                      <a:pt x="585" y="1200"/>
                    </a:cubicBezTo>
                    <a:cubicBezTo>
                      <a:pt x="926" y="1200"/>
                      <a:pt x="1170" y="926"/>
                      <a:pt x="1170" y="585"/>
                    </a:cubicBezTo>
                    <a:cubicBezTo>
                      <a:pt x="1170" y="274"/>
                      <a:pt x="926" y="0"/>
                      <a:pt x="5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59">
                <a:extLst>
                  <a:ext uri="{FF2B5EF4-FFF2-40B4-BE49-F238E27FC236}">
                    <a16:creationId xmlns:a16="http://schemas.microsoft.com/office/drawing/2014/main" id="{10DC6EC4-5664-91D1-9A2D-4C28AEEED479}"/>
                  </a:ext>
                </a:extLst>
              </p:cNvPr>
              <p:cNvSpPr/>
              <p:nvPr/>
            </p:nvSpPr>
            <p:spPr>
              <a:xfrm>
                <a:off x="8336889" y="2742581"/>
                <a:ext cx="47604" cy="46544"/>
              </a:xfrm>
              <a:custGeom>
                <a:avLst/>
                <a:gdLst/>
                <a:ahLst/>
                <a:cxnLst/>
                <a:rect l="l" t="t" r="r" b="b"/>
                <a:pathLst>
                  <a:path w="986" h="964" extrusionOk="0">
                    <a:moveTo>
                      <a:pt x="489" y="1"/>
                    </a:moveTo>
                    <a:cubicBezTo>
                      <a:pt x="215" y="1"/>
                      <a:pt x="0" y="223"/>
                      <a:pt x="0" y="467"/>
                    </a:cubicBezTo>
                    <a:cubicBezTo>
                      <a:pt x="0" y="741"/>
                      <a:pt x="215" y="963"/>
                      <a:pt x="489" y="963"/>
                    </a:cubicBezTo>
                    <a:cubicBezTo>
                      <a:pt x="741" y="963"/>
                      <a:pt x="985" y="741"/>
                      <a:pt x="985" y="467"/>
                    </a:cubicBezTo>
                    <a:cubicBezTo>
                      <a:pt x="985" y="223"/>
                      <a:pt x="741" y="1"/>
                      <a:pt x="4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59">
                <a:extLst>
                  <a:ext uri="{FF2B5EF4-FFF2-40B4-BE49-F238E27FC236}">
                    <a16:creationId xmlns:a16="http://schemas.microsoft.com/office/drawing/2014/main" id="{0D9EA619-EE4F-715E-C6CE-E8973C6EE50F}"/>
                  </a:ext>
                </a:extLst>
              </p:cNvPr>
              <p:cNvSpPr/>
              <p:nvPr/>
            </p:nvSpPr>
            <p:spPr>
              <a:xfrm>
                <a:off x="8330806" y="2736883"/>
                <a:ext cx="58322" cy="5793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1200" extrusionOk="0">
                    <a:moveTo>
                      <a:pt x="615" y="215"/>
                    </a:moveTo>
                    <a:cubicBezTo>
                      <a:pt x="800" y="215"/>
                      <a:pt x="985" y="400"/>
                      <a:pt x="985" y="585"/>
                    </a:cubicBezTo>
                    <a:cubicBezTo>
                      <a:pt x="985" y="800"/>
                      <a:pt x="800" y="985"/>
                      <a:pt x="615" y="985"/>
                    </a:cubicBezTo>
                    <a:cubicBezTo>
                      <a:pt x="400" y="985"/>
                      <a:pt x="245" y="800"/>
                      <a:pt x="245" y="585"/>
                    </a:cubicBezTo>
                    <a:cubicBezTo>
                      <a:pt x="245" y="400"/>
                      <a:pt x="400" y="215"/>
                      <a:pt x="615" y="215"/>
                    </a:cubicBezTo>
                    <a:close/>
                    <a:moveTo>
                      <a:pt x="615" y="0"/>
                    </a:moveTo>
                    <a:cubicBezTo>
                      <a:pt x="282" y="0"/>
                      <a:pt x="1" y="274"/>
                      <a:pt x="1" y="585"/>
                    </a:cubicBezTo>
                    <a:cubicBezTo>
                      <a:pt x="1" y="926"/>
                      <a:pt x="282" y="1200"/>
                      <a:pt x="615" y="1200"/>
                    </a:cubicBezTo>
                    <a:cubicBezTo>
                      <a:pt x="926" y="1200"/>
                      <a:pt x="1207" y="926"/>
                      <a:pt x="1207" y="585"/>
                    </a:cubicBezTo>
                    <a:cubicBezTo>
                      <a:pt x="1207" y="274"/>
                      <a:pt x="926" y="0"/>
                      <a:pt x="6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85" name="Google Shape;3385;p59">
              <a:extLst>
                <a:ext uri="{FF2B5EF4-FFF2-40B4-BE49-F238E27FC236}">
                  <a16:creationId xmlns:a16="http://schemas.microsoft.com/office/drawing/2014/main" id="{3B0CD44F-514C-8F63-F4DB-B46C2CF5734F}"/>
                </a:ext>
              </a:extLst>
            </p:cNvPr>
            <p:cNvGrpSpPr/>
            <p:nvPr/>
          </p:nvGrpSpPr>
          <p:grpSpPr>
            <a:xfrm>
              <a:off x="7425925" y="1986325"/>
              <a:ext cx="45250" cy="43675"/>
              <a:chOff x="3340075" y="2974625"/>
              <a:chExt cx="45250" cy="43675"/>
            </a:xfrm>
          </p:grpSpPr>
          <p:sp>
            <p:nvSpPr>
              <p:cNvPr id="3386" name="Google Shape;3386;p59">
                <a:extLst>
                  <a:ext uri="{FF2B5EF4-FFF2-40B4-BE49-F238E27FC236}">
                    <a16:creationId xmlns:a16="http://schemas.microsoft.com/office/drawing/2014/main" id="{B5719793-3C93-D063-DF3A-4472087BA066}"/>
                  </a:ext>
                </a:extLst>
              </p:cNvPr>
              <p:cNvSpPr/>
              <p:nvPr/>
            </p:nvSpPr>
            <p:spPr>
              <a:xfrm>
                <a:off x="3341150" y="2977325"/>
                <a:ext cx="43450" cy="38250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530" extrusionOk="0">
                    <a:moveTo>
                      <a:pt x="861" y="1"/>
                    </a:moveTo>
                    <a:cubicBezTo>
                      <a:pt x="602" y="1"/>
                      <a:pt x="349" y="133"/>
                      <a:pt x="212" y="368"/>
                    </a:cubicBezTo>
                    <a:cubicBezTo>
                      <a:pt x="1" y="741"/>
                      <a:pt x="105" y="1208"/>
                      <a:pt x="482" y="1416"/>
                    </a:cubicBezTo>
                    <a:cubicBezTo>
                      <a:pt x="605" y="1493"/>
                      <a:pt x="741" y="1529"/>
                      <a:pt x="874" y="1529"/>
                    </a:cubicBezTo>
                    <a:cubicBezTo>
                      <a:pt x="1129" y="1529"/>
                      <a:pt x="1375" y="1397"/>
                      <a:pt x="1512" y="1161"/>
                    </a:cubicBezTo>
                    <a:cubicBezTo>
                      <a:pt x="1738" y="803"/>
                      <a:pt x="1616" y="325"/>
                      <a:pt x="1257" y="113"/>
                    </a:cubicBezTo>
                    <a:cubicBezTo>
                      <a:pt x="1134" y="37"/>
                      <a:pt x="996" y="1"/>
                      <a:pt x="8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59">
                <a:extLst>
                  <a:ext uri="{FF2B5EF4-FFF2-40B4-BE49-F238E27FC236}">
                    <a16:creationId xmlns:a16="http://schemas.microsoft.com/office/drawing/2014/main" id="{E254ED2C-4260-BE85-33DE-AB3DAF3F0FC3}"/>
                  </a:ext>
                </a:extLst>
              </p:cNvPr>
              <p:cNvSpPr/>
              <p:nvPr/>
            </p:nvSpPr>
            <p:spPr>
              <a:xfrm>
                <a:off x="3340075" y="2974625"/>
                <a:ext cx="45250" cy="43675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1747" extrusionOk="0">
                    <a:moveTo>
                      <a:pt x="912" y="221"/>
                    </a:moveTo>
                    <a:cubicBezTo>
                      <a:pt x="1016" y="221"/>
                      <a:pt x="1135" y="254"/>
                      <a:pt x="1243" y="311"/>
                    </a:cubicBezTo>
                    <a:cubicBezTo>
                      <a:pt x="1390" y="401"/>
                      <a:pt x="1494" y="552"/>
                      <a:pt x="1540" y="717"/>
                    </a:cubicBezTo>
                    <a:cubicBezTo>
                      <a:pt x="1584" y="882"/>
                      <a:pt x="1555" y="1061"/>
                      <a:pt x="1465" y="1208"/>
                    </a:cubicBezTo>
                    <a:cubicBezTo>
                      <a:pt x="1347" y="1416"/>
                      <a:pt x="1133" y="1526"/>
                      <a:pt x="910" y="1526"/>
                    </a:cubicBezTo>
                    <a:cubicBezTo>
                      <a:pt x="794" y="1526"/>
                      <a:pt x="676" y="1496"/>
                      <a:pt x="568" y="1435"/>
                    </a:cubicBezTo>
                    <a:cubicBezTo>
                      <a:pt x="417" y="1345"/>
                      <a:pt x="313" y="1194"/>
                      <a:pt x="270" y="1029"/>
                    </a:cubicBezTo>
                    <a:cubicBezTo>
                      <a:pt x="237" y="867"/>
                      <a:pt x="255" y="688"/>
                      <a:pt x="345" y="537"/>
                    </a:cubicBezTo>
                    <a:cubicBezTo>
                      <a:pt x="464" y="343"/>
                      <a:pt x="686" y="221"/>
                      <a:pt x="912" y="221"/>
                    </a:cubicBezTo>
                    <a:close/>
                    <a:moveTo>
                      <a:pt x="918" y="1"/>
                    </a:moveTo>
                    <a:cubicBezTo>
                      <a:pt x="616" y="1"/>
                      <a:pt x="324" y="153"/>
                      <a:pt x="166" y="433"/>
                    </a:cubicBezTo>
                    <a:cubicBezTo>
                      <a:pt x="44" y="627"/>
                      <a:pt x="1" y="867"/>
                      <a:pt x="58" y="1090"/>
                    </a:cubicBezTo>
                    <a:cubicBezTo>
                      <a:pt x="119" y="1316"/>
                      <a:pt x="255" y="1510"/>
                      <a:pt x="464" y="1628"/>
                    </a:cubicBezTo>
                    <a:cubicBezTo>
                      <a:pt x="596" y="1704"/>
                      <a:pt x="747" y="1747"/>
                      <a:pt x="912" y="1747"/>
                    </a:cubicBezTo>
                    <a:cubicBezTo>
                      <a:pt x="1196" y="1747"/>
                      <a:pt x="1494" y="1600"/>
                      <a:pt x="1659" y="1330"/>
                    </a:cubicBezTo>
                    <a:cubicBezTo>
                      <a:pt x="1781" y="1119"/>
                      <a:pt x="1810" y="882"/>
                      <a:pt x="1749" y="656"/>
                    </a:cubicBezTo>
                    <a:cubicBezTo>
                      <a:pt x="1706" y="433"/>
                      <a:pt x="1555" y="239"/>
                      <a:pt x="1361" y="117"/>
                    </a:cubicBezTo>
                    <a:cubicBezTo>
                      <a:pt x="1221" y="38"/>
                      <a:pt x="1068" y="1"/>
                      <a:pt x="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88" name="Google Shape;3388;p59">
              <a:extLst>
                <a:ext uri="{FF2B5EF4-FFF2-40B4-BE49-F238E27FC236}">
                  <a16:creationId xmlns:a16="http://schemas.microsoft.com/office/drawing/2014/main" id="{86300C13-4E06-80B4-BD04-6DE6F5862123}"/>
                </a:ext>
              </a:extLst>
            </p:cNvPr>
            <p:cNvGrpSpPr/>
            <p:nvPr/>
          </p:nvGrpSpPr>
          <p:grpSpPr>
            <a:xfrm flipH="1">
              <a:off x="6271708" y="2334405"/>
              <a:ext cx="2242464" cy="2274055"/>
              <a:chOff x="4287938" y="411700"/>
              <a:chExt cx="990225" cy="1020900"/>
            </a:xfrm>
          </p:grpSpPr>
          <p:sp>
            <p:nvSpPr>
              <p:cNvPr id="3389" name="Google Shape;3389;p59">
                <a:extLst>
                  <a:ext uri="{FF2B5EF4-FFF2-40B4-BE49-F238E27FC236}">
                    <a16:creationId xmlns:a16="http://schemas.microsoft.com/office/drawing/2014/main" id="{69ED0D24-CC5D-46FF-E5BB-1F2DF5F1BAFE}"/>
                  </a:ext>
                </a:extLst>
              </p:cNvPr>
              <p:cNvSpPr/>
              <p:nvPr/>
            </p:nvSpPr>
            <p:spPr>
              <a:xfrm>
                <a:off x="5210213" y="564925"/>
                <a:ext cx="40925" cy="40925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1637" extrusionOk="0">
                    <a:moveTo>
                      <a:pt x="1422" y="223"/>
                    </a:moveTo>
                    <a:lnTo>
                      <a:pt x="1422" y="1422"/>
                    </a:lnTo>
                    <a:lnTo>
                      <a:pt x="215" y="1422"/>
                    </a:lnTo>
                    <a:lnTo>
                      <a:pt x="215" y="223"/>
                    </a:lnTo>
                    <a:close/>
                    <a:moveTo>
                      <a:pt x="89" y="0"/>
                    </a:moveTo>
                    <a:cubicBezTo>
                      <a:pt x="59" y="0"/>
                      <a:pt x="0" y="38"/>
                      <a:pt x="0" y="97"/>
                    </a:cubicBezTo>
                    <a:lnTo>
                      <a:pt x="0" y="1518"/>
                    </a:lnTo>
                    <a:cubicBezTo>
                      <a:pt x="0" y="1577"/>
                      <a:pt x="59" y="1637"/>
                      <a:pt x="89" y="1637"/>
                    </a:cubicBezTo>
                    <a:lnTo>
                      <a:pt x="1540" y="1637"/>
                    </a:lnTo>
                    <a:cubicBezTo>
                      <a:pt x="1607" y="1637"/>
                      <a:pt x="1636" y="1577"/>
                      <a:pt x="1636" y="1518"/>
                    </a:cubicBezTo>
                    <a:lnTo>
                      <a:pt x="1636" y="97"/>
                    </a:lnTo>
                    <a:cubicBezTo>
                      <a:pt x="1636" y="38"/>
                      <a:pt x="1607" y="0"/>
                      <a:pt x="15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59">
                <a:extLst>
                  <a:ext uri="{FF2B5EF4-FFF2-40B4-BE49-F238E27FC236}">
                    <a16:creationId xmlns:a16="http://schemas.microsoft.com/office/drawing/2014/main" id="{CA008495-BF55-3886-87F8-9D9CB5D1B418}"/>
                  </a:ext>
                </a:extLst>
              </p:cNvPr>
              <p:cNvSpPr/>
              <p:nvPr/>
            </p:nvSpPr>
            <p:spPr>
              <a:xfrm>
                <a:off x="5150788" y="598975"/>
                <a:ext cx="46300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852" h="245" extrusionOk="0">
                    <a:moveTo>
                      <a:pt x="127" y="1"/>
                    </a:moveTo>
                    <a:cubicBezTo>
                      <a:pt x="60" y="1"/>
                      <a:pt x="1" y="60"/>
                      <a:pt x="1" y="119"/>
                    </a:cubicBezTo>
                    <a:cubicBezTo>
                      <a:pt x="1" y="186"/>
                      <a:pt x="60" y="245"/>
                      <a:pt x="127" y="245"/>
                    </a:cubicBezTo>
                    <a:lnTo>
                      <a:pt x="1726" y="245"/>
                    </a:lnTo>
                    <a:cubicBezTo>
                      <a:pt x="1792" y="245"/>
                      <a:pt x="1852" y="186"/>
                      <a:pt x="1852" y="119"/>
                    </a:cubicBezTo>
                    <a:cubicBezTo>
                      <a:pt x="1852" y="60"/>
                      <a:pt x="1792" y="1"/>
                      <a:pt x="17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59">
                <a:extLst>
                  <a:ext uri="{FF2B5EF4-FFF2-40B4-BE49-F238E27FC236}">
                    <a16:creationId xmlns:a16="http://schemas.microsoft.com/office/drawing/2014/main" id="{23E468FB-BEA9-1C1B-A4DF-BC73671B618D}"/>
                  </a:ext>
                </a:extLst>
              </p:cNvPr>
              <p:cNvSpPr/>
              <p:nvPr/>
            </p:nvSpPr>
            <p:spPr>
              <a:xfrm>
                <a:off x="4682713" y="411700"/>
                <a:ext cx="269875" cy="230175"/>
              </a:xfrm>
              <a:custGeom>
                <a:avLst/>
                <a:gdLst/>
                <a:ahLst/>
                <a:cxnLst/>
                <a:rect l="l" t="t" r="r" b="b"/>
                <a:pathLst>
                  <a:path w="10795" h="9207" extrusionOk="0">
                    <a:moveTo>
                      <a:pt x="6157" y="0"/>
                    </a:moveTo>
                    <a:cubicBezTo>
                      <a:pt x="6053" y="0"/>
                      <a:pt x="5943" y="7"/>
                      <a:pt x="5827" y="22"/>
                    </a:cubicBezTo>
                    <a:cubicBezTo>
                      <a:pt x="5583" y="59"/>
                      <a:pt x="5368" y="118"/>
                      <a:pt x="5183" y="244"/>
                    </a:cubicBezTo>
                    <a:cubicBezTo>
                      <a:pt x="5028" y="177"/>
                      <a:pt x="4843" y="148"/>
                      <a:pt x="4658" y="148"/>
                    </a:cubicBezTo>
                    <a:cubicBezTo>
                      <a:pt x="4633" y="147"/>
                      <a:pt x="4609" y="147"/>
                      <a:pt x="4586" y="147"/>
                    </a:cubicBezTo>
                    <a:cubicBezTo>
                      <a:pt x="3442" y="147"/>
                      <a:pt x="3039" y="842"/>
                      <a:pt x="2437" y="1473"/>
                    </a:cubicBezTo>
                    <a:cubicBezTo>
                      <a:pt x="2281" y="1503"/>
                      <a:pt x="2037" y="1628"/>
                      <a:pt x="1726" y="1784"/>
                    </a:cubicBezTo>
                    <a:cubicBezTo>
                      <a:pt x="1385" y="1999"/>
                      <a:pt x="1171" y="2339"/>
                      <a:pt x="1141" y="2739"/>
                    </a:cubicBezTo>
                    <a:cubicBezTo>
                      <a:pt x="1111" y="2768"/>
                      <a:pt x="1082" y="2768"/>
                      <a:pt x="1052" y="2768"/>
                    </a:cubicBezTo>
                    <a:cubicBezTo>
                      <a:pt x="312" y="3079"/>
                      <a:pt x="1" y="3909"/>
                      <a:pt x="216" y="4649"/>
                    </a:cubicBezTo>
                    <a:lnTo>
                      <a:pt x="682" y="6100"/>
                    </a:lnTo>
                    <a:cubicBezTo>
                      <a:pt x="771" y="6070"/>
                      <a:pt x="830" y="6041"/>
                      <a:pt x="926" y="6011"/>
                    </a:cubicBezTo>
                    <a:cubicBezTo>
                      <a:pt x="1052" y="5981"/>
                      <a:pt x="1141" y="5981"/>
                      <a:pt x="1267" y="5981"/>
                    </a:cubicBezTo>
                    <a:lnTo>
                      <a:pt x="1637" y="5981"/>
                    </a:lnTo>
                    <a:cubicBezTo>
                      <a:pt x="1570" y="7492"/>
                      <a:pt x="3051" y="8876"/>
                      <a:pt x="5087" y="9157"/>
                    </a:cubicBezTo>
                    <a:cubicBezTo>
                      <a:pt x="5326" y="9190"/>
                      <a:pt x="5562" y="9206"/>
                      <a:pt x="5793" y="9206"/>
                    </a:cubicBezTo>
                    <a:cubicBezTo>
                      <a:pt x="7682" y="9206"/>
                      <a:pt x="9246" y="8142"/>
                      <a:pt x="9410" y="6685"/>
                    </a:cubicBezTo>
                    <a:lnTo>
                      <a:pt x="9470" y="6167"/>
                    </a:lnTo>
                    <a:cubicBezTo>
                      <a:pt x="9596" y="6100"/>
                      <a:pt x="9714" y="6011"/>
                      <a:pt x="9869" y="5915"/>
                    </a:cubicBezTo>
                    <a:cubicBezTo>
                      <a:pt x="10454" y="5515"/>
                      <a:pt x="10795" y="4804"/>
                      <a:pt x="10765" y="4094"/>
                    </a:cubicBezTo>
                    <a:lnTo>
                      <a:pt x="10736" y="3664"/>
                    </a:lnTo>
                    <a:cubicBezTo>
                      <a:pt x="10706" y="3050"/>
                      <a:pt x="10306" y="2465"/>
                      <a:pt x="9684" y="2309"/>
                    </a:cubicBezTo>
                    <a:lnTo>
                      <a:pt x="9625" y="2309"/>
                    </a:lnTo>
                    <a:cubicBezTo>
                      <a:pt x="9566" y="1688"/>
                      <a:pt x="9040" y="1169"/>
                      <a:pt x="8359" y="1103"/>
                    </a:cubicBezTo>
                    <a:lnTo>
                      <a:pt x="8174" y="1103"/>
                    </a:lnTo>
                    <a:cubicBezTo>
                      <a:pt x="7560" y="576"/>
                      <a:pt x="7103" y="0"/>
                      <a:pt x="61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59">
                <a:extLst>
                  <a:ext uri="{FF2B5EF4-FFF2-40B4-BE49-F238E27FC236}">
                    <a16:creationId xmlns:a16="http://schemas.microsoft.com/office/drawing/2014/main" id="{456128CB-86C4-2304-6595-D80044D0B1DA}"/>
                  </a:ext>
                </a:extLst>
              </p:cNvPr>
              <p:cNvSpPr/>
              <p:nvPr/>
            </p:nvSpPr>
            <p:spPr>
              <a:xfrm>
                <a:off x="4675688" y="543575"/>
                <a:ext cx="93500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3740" h="3391" extrusionOk="0">
                    <a:moveTo>
                      <a:pt x="1814" y="0"/>
                    </a:moveTo>
                    <a:cubicBezTo>
                      <a:pt x="1028" y="0"/>
                      <a:pt x="321" y="552"/>
                      <a:pt x="156" y="1350"/>
                    </a:cubicBezTo>
                    <a:cubicBezTo>
                      <a:pt x="1" y="2276"/>
                      <a:pt x="593" y="3142"/>
                      <a:pt x="1481" y="3298"/>
                    </a:cubicBezTo>
                    <a:lnTo>
                      <a:pt x="1792" y="3357"/>
                    </a:lnTo>
                    <a:cubicBezTo>
                      <a:pt x="1904" y="3380"/>
                      <a:pt x="2015" y="3391"/>
                      <a:pt x="2124" y="3391"/>
                    </a:cubicBezTo>
                    <a:cubicBezTo>
                      <a:pt x="2893" y="3391"/>
                      <a:pt x="3577" y="2842"/>
                      <a:pt x="3739" y="2032"/>
                    </a:cubicBezTo>
                    <a:lnTo>
                      <a:pt x="2133" y="1876"/>
                    </a:lnTo>
                    <a:cubicBezTo>
                      <a:pt x="2318" y="980"/>
                      <a:pt x="2347" y="151"/>
                      <a:pt x="2407" y="85"/>
                    </a:cubicBezTo>
                    <a:lnTo>
                      <a:pt x="2103" y="25"/>
                    </a:lnTo>
                    <a:cubicBezTo>
                      <a:pt x="2006" y="8"/>
                      <a:pt x="1909" y="0"/>
                      <a:pt x="1814" y="0"/>
                    </a:cubicBezTo>
                    <a:close/>
                  </a:path>
                </a:pathLst>
              </a:custGeom>
              <a:solidFill>
                <a:srgbClr val="FFA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59">
                <a:extLst>
                  <a:ext uri="{FF2B5EF4-FFF2-40B4-BE49-F238E27FC236}">
                    <a16:creationId xmlns:a16="http://schemas.microsoft.com/office/drawing/2014/main" id="{C70D27D2-BEBC-A249-1D96-E97DE53A13DD}"/>
                  </a:ext>
                </a:extLst>
              </p:cNvPr>
              <p:cNvSpPr/>
              <p:nvPr/>
            </p:nvSpPr>
            <p:spPr>
              <a:xfrm>
                <a:off x="4672738" y="540975"/>
                <a:ext cx="99400" cy="90425"/>
              </a:xfrm>
              <a:custGeom>
                <a:avLst/>
                <a:gdLst/>
                <a:ahLst/>
                <a:cxnLst/>
                <a:rect l="l" t="t" r="r" b="b"/>
                <a:pathLst>
                  <a:path w="3976" h="3617" extrusionOk="0">
                    <a:moveTo>
                      <a:pt x="1910" y="218"/>
                    </a:moveTo>
                    <a:cubicBezTo>
                      <a:pt x="2006" y="218"/>
                      <a:pt x="2095" y="218"/>
                      <a:pt x="2221" y="255"/>
                    </a:cubicBezTo>
                    <a:lnTo>
                      <a:pt x="2406" y="285"/>
                    </a:lnTo>
                    <a:cubicBezTo>
                      <a:pt x="2377" y="374"/>
                      <a:pt x="2377" y="499"/>
                      <a:pt x="2340" y="714"/>
                    </a:cubicBezTo>
                    <a:cubicBezTo>
                      <a:pt x="2280" y="1055"/>
                      <a:pt x="2251" y="1514"/>
                      <a:pt x="2155" y="1980"/>
                    </a:cubicBezTo>
                    <a:cubicBezTo>
                      <a:pt x="2155" y="2010"/>
                      <a:pt x="2155" y="2039"/>
                      <a:pt x="2192" y="2039"/>
                    </a:cubicBezTo>
                    <a:cubicBezTo>
                      <a:pt x="2192" y="2069"/>
                      <a:pt x="2221" y="2106"/>
                      <a:pt x="2251" y="2106"/>
                    </a:cubicBezTo>
                    <a:lnTo>
                      <a:pt x="3731" y="2224"/>
                    </a:lnTo>
                    <a:cubicBezTo>
                      <a:pt x="3543" y="2931"/>
                      <a:pt x="2930" y="3393"/>
                      <a:pt x="2239" y="3393"/>
                    </a:cubicBezTo>
                    <a:cubicBezTo>
                      <a:pt x="2140" y="3393"/>
                      <a:pt x="2040" y="3384"/>
                      <a:pt x="1940" y="3365"/>
                    </a:cubicBezTo>
                    <a:lnTo>
                      <a:pt x="1636" y="3305"/>
                    </a:lnTo>
                    <a:cubicBezTo>
                      <a:pt x="770" y="3150"/>
                      <a:pt x="245" y="2321"/>
                      <a:pt x="400" y="1484"/>
                    </a:cubicBezTo>
                    <a:cubicBezTo>
                      <a:pt x="526" y="744"/>
                      <a:pt x="1170" y="218"/>
                      <a:pt x="1910" y="218"/>
                    </a:cubicBezTo>
                    <a:close/>
                    <a:moveTo>
                      <a:pt x="1903" y="0"/>
                    </a:moveTo>
                    <a:cubicBezTo>
                      <a:pt x="1550" y="0"/>
                      <a:pt x="1204" y="103"/>
                      <a:pt x="926" y="314"/>
                    </a:cubicBezTo>
                    <a:cubicBezTo>
                      <a:pt x="526" y="559"/>
                      <a:pt x="274" y="996"/>
                      <a:pt x="185" y="1454"/>
                    </a:cubicBezTo>
                    <a:cubicBezTo>
                      <a:pt x="0" y="2409"/>
                      <a:pt x="615" y="3335"/>
                      <a:pt x="1570" y="3520"/>
                    </a:cubicBezTo>
                    <a:lnTo>
                      <a:pt x="1881" y="3587"/>
                    </a:lnTo>
                    <a:cubicBezTo>
                      <a:pt x="2006" y="3587"/>
                      <a:pt x="2125" y="3616"/>
                      <a:pt x="2221" y="3616"/>
                    </a:cubicBezTo>
                    <a:cubicBezTo>
                      <a:pt x="3050" y="3616"/>
                      <a:pt x="3791" y="3031"/>
                      <a:pt x="3976" y="2165"/>
                    </a:cubicBezTo>
                    <a:cubicBezTo>
                      <a:pt x="3976" y="2136"/>
                      <a:pt x="3946" y="2106"/>
                      <a:pt x="3946" y="2069"/>
                    </a:cubicBezTo>
                    <a:cubicBezTo>
                      <a:pt x="3917" y="2039"/>
                      <a:pt x="3887" y="2039"/>
                      <a:pt x="3857" y="2039"/>
                    </a:cubicBezTo>
                    <a:lnTo>
                      <a:pt x="2406" y="1884"/>
                    </a:lnTo>
                    <a:cubicBezTo>
                      <a:pt x="2465" y="1454"/>
                      <a:pt x="2525" y="1055"/>
                      <a:pt x="2562" y="744"/>
                    </a:cubicBezTo>
                    <a:cubicBezTo>
                      <a:pt x="2591" y="529"/>
                      <a:pt x="2591" y="314"/>
                      <a:pt x="2621" y="255"/>
                    </a:cubicBezTo>
                    <a:cubicBezTo>
                      <a:pt x="2651" y="218"/>
                      <a:pt x="2651" y="189"/>
                      <a:pt x="2651" y="159"/>
                    </a:cubicBezTo>
                    <a:cubicBezTo>
                      <a:pt x="2621" y="129"/>
                      <a:pt x="2591" y="100"/>
                      <a:pt x="2562" y="100"/>
                    </a:cubicBezTo>
                    <a:lnTo>
                      <a:pt x="2251" y="33"/>
                    </a:lnTo>
                    <a:cubicBezTo>
                      <a:pt x="2135" y="11"/>
                      <a:pt x="2019" y="0"/>
                      <a:pt x="19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59">
                <a:extLst>
                  <a:ext uri="{FF2B5EF4-FFF2-40B4-BE49-F238E27FC236}">
                    <a16:creationId xmlns:a16="http://schemas.microsoft.com/office/drawing/2014/main" id="{50FB4B01-1A22-6433-07DF-CA7BD1599112}"/>
                  </a:ext>
                </a:extLst>
              </p:cNvPr>
              <p:cNvSpPr/>
              <p:nvPr/>
            </p:nvSpPr>
            <p:spPr>
              <a:xfrm>
                <a:off x="4715863" y="667650"/>
                <a:ext cx="142725" cy="137150"/>
              </a:xfrm>
              <a:custGeom>
                <a:avLst/>
                <a:gdLst/>
                <a:ahLst/>
                <a:cxnLst/>
                <a:rect l="l" t="t" r="r" b="b"/>
                <a:pathLst>
                  <a:path w="5709" h="5486" extrusionOk="0">
                    <a:moveTo>
                      <a:pt x="555" y="0"/>
                    </a:moveTo>
                    <a:lnTo>
                      <a:pt x="0" y="4931"/>
                    </a:lnTo>
                    <a:lnTo>
                      <a:pt x="5182" y="5486"/>
                    </a:lnTo>
                    <a:lnTo>
                      <a:pt x="5708" y="585"/>
                    </a:lnTo>
                    <a:lnTo>
                      <a:pt x="555" y="0"/>
                    </a:lnTo>
                    <a:close/>
                  </a:path>
                </a:pathLst>
              </a:custGeom>
              <a:solidFill>
                <a:srgbClr val="FFA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59">
                <a:extLst>
                  <a:ext uri="{FF2B5EF4-FFF2-40B4-BE49-F238E27FC236}">
                    <a16:creationId xmlns:a16="http://schemas.microsoft.com/office/drawing/2014/main" id="{FA5A9C10-71A4-330E-6677-B0C158C4F3F3}"/>
                  </a:ext>
                </a:extLst>
              </p:cNvPr>
              <p:cNvSpPr/>
              <p:nvPr/>
            </p:nvSpPr>
            <p:spPr>
              <a:xfrm>
                <a:off x="4713638" y="665225"/>
                <a:ext cx="148075" cy="142725"/>
              </a:xfrm>
              <a:custGeom>
                <a:avLst/>
                <a:gdLst/>
                <a:ahLst/>
                <a:cxnLst/>
                <a:rect l="l" t="t" r="r" b="b"/>
                <a:pathLst>
                  <a:path w="5923" h="5709" extrusionOk="0">
                    <a:moveTo>
                      <a:pt x="741" y="216"/>
                    </a:moveTo>
                    <a:lnTo>
                      <a:pt x="5701" y="771"/>
                    </a:lnTo>
                    <a:lnTo>
                      <a:pt x="5183" y="5464"/>
                    </a:lnTo>
                    <a:lnTo>
                      <a:pt x="215" y="4939"/>
                    </a:lnTo>
                    <a:lnTo>
                      <a:pt x="741" y="216"/>
                    </a:lnTo>
                    <a:close/>
                    <a:moveTo>
                      <a:pt x="644" y="1"/>
                    </a:moveTo>
                    <a:cubicBezTo>
                      <a:pt x="585" y="1"/>
                      <a:pt x="556" y="31"/>
                      <a:pt x="519" y="97"/>
                    </a:cubicBezTo>
                    <a:lnTo>
                      <a:pt x="0" y="4998"/>
                    </a:lnTo>
                    <a:lnTo>
                      <a:pt x="0" y="5094"/>
                    </a:lnTo>
                    <a:cubicBezTo>
                      <a:pt x="30" y="5124"/>
                      <a:pt x="60" y="5124"/>
                      <a:pt x="89" y="5124"/>
                    </a:cubicBezTo>
                    <a:lnTo>
                      <a:pt x="5242" y="5709"/>
                    </a:lnTo>
                    <a:lnTo>
                      <a:pt x="5271" y="5709"/>
                    </a:lnTo>
                    <a:cubicBezTo>
                      <a:pt x="5301" y="5709"/>
                      <a:pt x="5368" y="5679"/>
                      <a:pt x="5368" y="5613"/>
                    </a:cubicBezTo>
                    <a:lnTo>
                      <a:pt x="5923" y="712"/>
                    </a:lnTo>
                    <a:cubicBezTo>
                      <a:pt x="5923" y="682"/>
                      <a:pt x="5923" y="652"/>
                      <a:pt x="5886" y="615"/>
                    </a:cubicBezTo>
                    <a:cubicBezTo>
                      <a:pt x="5886" y="586"/>
                      <a:pt x="5856" y="586"/>
                      <a:pt x="5827" y="586"/>
                    </a:cubicBezTo>
                    <a:lnTo>
                      <a:pt x="6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59">
                <a:extLst>
                  <a:ext uri="{FF2B5EF4-FFF2-40B4-BE49-F238E27FC236}">
                    <a16:creationId xmlns:a16="http://schemas.microsoft.com/office/drawing/2014/main" id="{92650056-7ED8-B67D-1686-C07D31357EA1}"/>
                  </a:ext>
                </a:extLst>
              </p:cNvPr>
              <p:cNvSpPr/>
              <p:nvPr/>
            </p:nvSpPr>
            <p:spPr>
              <a:xfrm>
                <a:off x="4765263" y="689100"/>
                <a:ext cx="92575" cy="67950"/>
              </a:xfrm>
              <a:custGeom>
                <a:avLst/>
                <a:gdLst/>
                <a:ahLst/>
                <a:cxnLst/>
                <a:rect l="l" t="t" r="r" b="b"/>
                <a:pathLst>
                  <a:path w="3703" h="2718" extrusionOk="0">
                    <a:moveTo>
                      <a:pt x="3702" y="1"/>
                    </a:moveTo>
                    <a:lnTo>
                      <a:pt x="1" y="652"/>
                    </a:lnTo>
                    <a:cubicBezTo>
                      <a:pt x="1" y="652"/>
                      <a:pt x="2037" y="2407"/>
                      <a:pt x="3421" y="2718"/>
                    </a:cubicBezTo>
                    <a:lnTo>
                      <a:pt x="37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59">
                <a:extLst>
                  <a:ext uri="{FF2B5EF4-FFF2-40B4-BE49-F238E27FC236}">
                    <a16:creationId xmlns:a16="http://schemas.microsoft.com/office/drawing/2014/main" id="{AE164398-5C66-63C5-D6D9-CFC12E65E2D5}"/>
                  </a:ext>
                </a:extLst>
              </p:cNvPr>
              <p:cNvSpPr/>
              <p:nvPr/>
            </p:nvSpPr>
            <p:spPr>
              <a:xfrm>
                <a:off x="4719013" y="487650"/>
                <a:ext cx="202850" cy="245325"/>
              </a:xfrm>
              <a:custGeom>
                <a:avLst/>
                <a:gdLst/>
                <a:ahLst/>
                <a:cxnLst/>
                <a:rect l="l" t="t" r="r" b="b"/>
                <a:pathLst>
                  <a:path w="8114" h="9813" extrusionOk="0">
                    <a:moveTo>
                      <a:pt x="5245" y="0"/>
                    </a:moveTo>
                    <a:cubicBezTo>
                      <a:pt x="4715" y="0"/>
                      <a:pt x="4177" y="158"/>
                      <a:pt x="3702" y="500"/>
                    </a:cubicBezTo>
                    <a:cubicBezTo>
                      <a:pt x="3576" y="597"/>
                      <a:pt x="3487" y="685"/>
                      <a:pt x="3487" y="685"/>
                    </a:cubicBezTo>
                    <a:cubicBezTo>
                      <a:pt x="3635" y="3373"/>
                      <a:pt x="644" y="3928"/>
                      <a:pt x="429" y="3987"/>
                    </a:cubicBezTo>
                    <a:cubicBezTo>
                      <a:pt x="341" y="4757"/>
                      <a:pt x="215" y="5564"/>
                      <a:pt x="215" y="5564"/>
                    </a:cubicBezTo>
                    <a:cubicBezTo>
                      <a:pt x="0" y="7230"/>
                      <a:pt x="955" y="8799"/>
                      <a:pt x="2465" y="9451"/>
                    </a:cubicBezTo>
                    <a:cubicBezTo>
                      <a:pt x="2776" y="9569"/>
                      <a:pt x="3146" y="9665"/>
                      <a:pt x="3487" y="9725"/>
                    </a:cubicBezTo>
                    <a:cubicBezTo>
                      <a:pt x="3801" y="9783"/>
                      <a:pt x="4126" y="9813"/>
                      <a:pt x="4450" y="9813"/>
                    </a:cubicBezTo>
                    <a:cubicBezTo>
                      <a:pt x="6032" y="9813"/>
                      <a:pt x="7584" y="9089"/>
                      <a:pt x="7707" y="7319"/>
                    </a:cubicBezTo>
                    <a:lnTo>
                      <a:pt x="8047" y="3528"/>
                    </a:lnTo>
                    <a:cubicBezTo>
                      <a:pt x="8114" y="3003"/>
                      <a:pt x="8077" y="2507"/>
                      <a:pt x="7929" y="2048"/>
                    </a:cubicBezTo>
                    <a:cubicBezTo>
                      <a:pt x="7586" y="789"/>
                      <a:pt x="6433" y="0"/>
                      <a:pt x="5245" y="0"/>
                    </a:cubicBezTo>
                    <a:close/>
                  </a:path>
                </a:pathLst>
              </a:custGeom>
              <a:solidFill>
                <a:srgbClr val="FFA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59">
                <a:extLst>
                  <a:ext uri="{FF2B5EF4-FFF2-40B4-BE49-F238E27FC236}">
                    <a16:creationId xmlns:a16="http://schemas.microsoft.com/office/drawing/2014/main" id="{14259C27-A7A1-3443-43B7-DA645B3F6B14}"/>
                  </a:ext>
                </a:extLst>
              </p:cNvPr>
              <p:cNvSpPr/>
              <p:nvPr/>
            </p:nvSpPr>
            <p:spPr>
              <a:xfrm>
                <a:off x="4715863" y="485225"/>
                <a:ext cx="208975" cy="250925"/>
              </a:xfrm>
              <a:custGeom>
                <a:avLst/>
                <a:gdLst/>
                <a:ahLst/>
                <a:cxnLst/>
                <a:rect l="l" t="t" r="r" b="b"/>
                <a:pathLst>
                  <a:path w="8359" h="10037" extrusionOk="0">
                    <a:moveTo>
                      <a:pt x="5405" y="209"/>
                    </a:moveTo>
                    <a:cubicBezTo>
                      <a:pt x="5693" y="209"/>
                      <a:pt x="5982" y="257"/>
                      <a:pt x="6263" y="353"/>
                    </a:cubicBezTo>
                    <a:cubicBezTo>
                      <a:pt x="7092" y="664"/>
                      <a:pt x="7714" y="1308"/>
                      <a:pt x="7959" y="2174"/>
                    </a:cubicBezTo>
                    <a:cubicBezTo>
                      <a:pt x="8084" y="2633"/>
                      <a:pt x="8114" y="3100"/>
                      <a:pt x="8055" y="3596"/>
                    </a:cubicBezTo>
                    <a:cubicBezTo>
                      <a:pt x="8055" y="3596"/>
                      <a:pt x="7744" y="7356"/>
                      <a:pt x="7744" y="7386"/>
                    </a:cubicBezTo>
                    <a:cubicBezTo>
                      <a:pt x="7685" y="8126"/>
                      <a:pt x="7374" y="8711"/>
                      <a:pt x="6819" y="9148"/>
                    </a:cubicBezTo>
                    <a:cubicBezTo>
                      <a:pt x="6245" y="9584"/>
                      <a:pt x="5444" y="9814"/>
                      <a:pt x="4565" y="9814"/>
                    </a:cubicBezTo>
                    <a:cubicBezTo>
                      <a:pt x="4265" y="9814"/>
                      <a:pt x="3955" y="9787"/>
                      <a:pt x="3643" y="9733"/>
                    </a:cubicBezTo>
                    <a:cubicBezTo>
                      <a:pt x="3272" y="9666"/>
                      <a:pt x="2961" y="9577"/>
                      <a:pt x="2651" y="9452"/>
                    </a:cubicBezTo>
                    <a:cubicBezTo>
                      <a:pt x="1140" y="8837"/>
                      <a:pt x="244" y="7260"/>
                      <a:pt x="430" y="5691"/>
                    </a:cubicBezTo>
                    <a:cubicBezTo>
                      <a:pt x="467" y="5595"/>
                      <a:pt x="555" y="4891"/>
                      <a:pt x="652" y="4181"/>
                    </a:cubicBezTo>
                    <a:cubicBezTo>
                      <a:pt x="1170" y="4055"/>
                      <a:pt x="3828" y="3374"/>
                      <a:pt x="3731" y="819"/>
                    </a:cubicBezTo>
                    <a:cubicBezTo>
                      <a:pt x="3761" y="782"/>
                      <a:pt x="3828" y="753"/>
                      <a:pt x="3887" y="694"/>
                    </a:cubicBezTo>
                    <a:cubicBezTo>
                      <a:pt x="4348" y="372"/>
                      <a:pt x="4874" y="209"/>
                      <a:pt x="5405" y="209"/>
                    </a:cubicBezTo>
                    <a:close/>
                    <a:moveTo>
                      <a:pt x="5366" y="0"/>
                    </a:moveTo>
                    <a:cubicBezTo>
                      <a:pt x="4797" y="0"/>
                      <a:pt x="4234" y="173"/>
                      <a:pt x="3761" y="509"/>
                    </a:cubicBezTo>
                    <a:cubicBezTo>
                      <a:pt x="3613" y="634"/>
                      <a:pt x="3546" y="694"/>
                      <a:pt x="3546" y="694"/>
                    </a:cubicBezTo>
                    <a:cubicBezTo>
                      <a:pt x="3517" y="723"/>
                      <a:pt x="3517" y="753"/>
                      <a:pt x="3517" y="782"/>
                    </a:cubicBezTo>
                    <a:cubicBezTo>
                      <a:pt x="3643" y="3411"/>
                      <a:pt x="681" y="3929"/>
                      <a:pt x="555" y="3966"/>
                    </a:cubicBezTo>
                    <a:cubicBezTo>
                      <a:pt x="496" y="3966"/>
                      <a:pt x="467" y="4025"/>
                      <a:pt x="467" y="4055"/>
                    </a:cubicBezTo>
                    <a:cubicBezTo>
                      <a:pt x="370" y="4795"/>
                      <a:pt x="244" y="5565"/>
                      <a:pt x="215" y="5661"/>
                    </a:cubicBezTo>
                    <a:cubicBezTo>
                      <a:pt x="0" y="7356"/>
                      <a:pt x="985" y="8993"/>
                      <a:pt x="2562" y="9637"/>
                    </a:cubicBezTo>
                    <a:cubicBezTo>
                      <a:pt x="2873" y="9762"/>
                      <a:pt x="3243" y="9888"/>
                      <a:pt x="3613" y="9948"/>
                    </a:cubicBezTo>
                    <a:cubicBezTo>
                      <a:pt x="3916" y="10007"/>
                      <a:pt x="4257" y="10036"/>
                      <a:pt x="4568" y="10036"/>
                    </a:cubicBezTo>
                    <a:cubicBezTo>
                      <a:pt x="5493" y="10036"/>
                      <a:pt x="6352" y="9792"/>
                      <a:pt x="6944" y="9296"/>
                    </a:cubicBezTo>
                    <a:cubicBezTo>
                      <a:pt x="7559" y="8867"/>
                      <a:pt x="7899" y="8223"/>
                      <a:pt x="7959" y="7416"/>
                    </a:cubicBezTo>
                    <a:lnTo>
                      <a:pt x="8270" y="3625"/>
                    </a:lnTo>
                    <a:cubicBezTo>
                      <a:pt x="8358" y="3100"/>
                      <a:pt x="8299" y="2604"/>
                      <a:pt x="8173" y="2115"/>
                    </a:cubicBezTo>
                    <a:cubicBezTo>
                      <a:pt x="7899" y="1190"/>
                      <a:pt x="7218" y="479"/>
                      <a:pt x="6323" y="168"/>
                    </a:cubicBezTo>
                    <a:cubicBezTo>
                      <a:pt x="6012" y="56"/>
                      <a:pt x="5688" y="0"/>
                      <a:pt x="53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59">
                <a:extLst>
                  <a:ext uri="{FF2B5EF4-FFF2-40B4-BE49-F238E27FC236}">
                    <a16:creationId xmlns:a16="http://schemas.microsoft.com/office/drawing/2014/main" id="{65F1DFD0-7F96-34A5-B737-9987B8D49484}"/>
                  </a:ext>
                </a:extLst>
              </p:cNvPr>
              <p:cNvSpPr/>
              <p:nvPr/>
            </p:nvSpPr>
            <p:spPr>
              <a:xfrm>
                <a:off x="4826163" y="587875"/>
                <a:ext cx="15375" cy="13900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56" extrusionOk="0">
                    <a:moveTo>
                      <a:pt x="328" y="1"/>
                    </a:moveTo>
                    <a:cubicBezTo>
                      <a:pt x="199" y="1"/>
                      <a:pt x="80" y="68"/>
                      <a:pt x="30" y="193"/>
                    </a:cubicBezTo>
                    <a:cubicBezTo>
                      <a:pt x="0" y="319"/>
                      <a:pt x="60" y="474"/>
                      <a:pt x="215" y="533"/>
                    </a:cubicBezTo>
                    <a:cubicBezTo>
                      <a:pt x="244" y="549"/>
                      <a:pt x="273" y="555"/>
                      <a:pt x="303" y="555"/>
                    </a:cubicBezTo>
                    <a:cubicBezTo>
                      <a:pt x="406" y="555"/>
                      <a:pt x="510" y="476"/>
                      <a:pt x="556" y="378"/>
                    </a:cubicBezTo>
                    <a:cubicBezTo>
                      <a:pt x="615" y="230"/>
                      <a:pt x="526" y="75"/>
                      <a:pt x="400" y="8"/>
                    </a:cubicBezTo>
                    <a:cubicBezTo>
                      <a:pt x="376" y="3"/>
                      <a:pt x="352" y="1"/>
                      <a:pt x="3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59">
                <a:extLst>
                  <a:ext uri="{FF2B5EF4-FFF2-40B4-BE49-F238E27FC236}">
                    <a16:creationId xmlns:a16="http://schemas.microsoft.com/office/drawing/2014/main" id="{9FD84899-557E-B0BB-725B-13E06EF034FA}"/>
                  </a:ext>
                </a:extLst>
              </p:cNvPr>
              <p:cNvSpPr/>
              <p:nvPr/>
            </p:nvSpPr>
            <p:spPr>
              <a:xfrm>
                <a:off x="4853188" y="569550"/>
                <a:ext cx="37775" cy="70350"/>
              </a:xfrm>
              <a:custGeom>
                <a:avLst/>
                <a:gdLst/>
                <a:ahLst/>
                <a:cxnLst/>
                <a:rect l="l" t="t" r="r" b="b"/>
                <a:pathLst>
                  <a:path w="1511" h="2814" extrusionOk="0">
                    <a:moveTo>
                      <a:pt x="1355" y="1"/>
                    </a:moveTo>
                    <a:cubicBezTo>
                      <a:pt x="1296" y="1"/>
                      <a:pt x="1229" y="38"/>
                      <a:pt x="1229" y="97"/>
                    </a:cubicBezTo>
                    <a:lnTo>
                      <a:pt x="1296" y="2036"/>
                    </a:lnTo>
                    <a:cubicBezTo>
                      <a:pt x="1296" y="2192"/>
                      <a:pt x="1229" y="2347"/>
                      <a:pt x="1111" y="2444"/>
                    </a:cubicBezTo>
                    <a:cubicBezTo>
                      <a:pt x="1009" y="2540"/>
                      <a:pt x="887" y="2602"/>
                      <a:pt x="761" y="2602"/>
                    </a:cubicBezTo>
                    <a:cubicBezTo>
                      <a:pt x="732" y="2602"/>
                      <a:pt x="703" y="2599"/>
                      <a:pt x="674" y="2592"/>
                    </a:cubicBezTo>
                    <a:lnTo>
                      <a:pt x="119" y="2503"/>
                    </a:lnTo>
                    <a:cubicBezTo>
                      <a:pt x="60" y="2503"/>
                      <a:pt x="0" y="2532"/>
                      <a:pt x="0" y="2592"/>
                    </a:cubicBezTo>
                    <a:cubicBezTo>
                      <a:pt x="0" y="2658"/>
                      <a:pt x="30" y="2718"/>
                      <a:pt x="89" y="2718"/>
                    </a:cubicBezTo>
                    <a:lnTo>
                      <a:pt x="615" y="2814"/>
                    </a:lnTo>
                    <a:lnTo>
                      <a:pt x="741" y="2814"/>
                    </a:lnTo>
                    <a:cubicBezTo>
                      <a:pt x="926" y="2814"/>
                      <a:pt x="1111" y="2747"/>
                      <a:pt x="1266" y="2629"/>
                    </a:cubicBezTo>
                    <a:cubicBezTo>
                      <a:pt x="1414" y="2473"/>
                      <a:pt x="1511" y="2259"/>
                      <a:pt x="1511" y="2036"/>
                    </a:cubicBezTo>
                    <a:lnTo>
                      <a:pt x="1481" y="97"/>
                    </a:lnTo>
                    <a:cubicBezTo>
                      <a:pt x="1481" y="38"/>
                      <a:pt x="1414" y="1"/>
                      <a:pt x="13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59">
                <a:extLst>
                  <a:ext uri="{FF2B5EF4-FFF2-40B4-BE49-F238E27FC236}">
                    <a16:creationId xmlns:a16="http://schemas.microsoft.com/office/drawing/2014/main" id="{8B454D91-D8EB-9211-AA27-2BF241D6FE3E}"/>
                  </a:ext>
                </a:extLst>
              </p:cNvPr>
              <p:cNvSpPr/>
              <p:nvPr/>
            </p:nvSpPr>
            <p:spPr>
              <a:xfrm>
                <a:off x="4897788" y="600200"/>
                <a:ext cx="12425" cy="11275"/>
              </a:xfrm>
              <a:custGeom>
                <a:avLst/>
                <a:gdLst/>
                <a:ahLst/>
                <a:cxnLst/>
                <a:rect l="l" t="t" r="r" b="b"/>
                <a:pathLst>
                  <a:path w="497" h="451" extrusionOk="0">
                    <a:moveTo>
                      <a:pt x="258" y="0"/>
                    </a:moveTo>
                    <a:cubicBezTo>
                      <a:pt x="168" y="0"/>
                      <a:pt x="83" y="40"/>
                      <a:pt x="38" y="137"/>
                    </a:cubicBezTo>
                    <a:cubicBezTo>
                      <a:pt x="1" y="255"/>
                      <a:pt x="67" y="381"/>
                      <a:pt x="186" y="440"/>
                    </a:cubicBezTo>
                    <a:cubicBezTo>
                      <a:pt x="204" y="447"/>
                      <a:pt x="224" y="450"/>
                      <a:pt x="245" y="450"/>
                    </a:cubicBezTo>
                    <a:cubicBezTo>
                      <a:pt x="336" y="450"/>
                      <a:pt x="443" y="388"/>
                      <a:pt x="467" y="292"/>
                    </a:cubicBezTo>
                    <a:cubicBezTo>
                      <a:pt x="497" y="196"/>
                      <a:pt x="437" y="40"/>
                      <a:pt x="341" y="11"/>
                    </a:cubicBezTo>
                    <a:cubicBezTo>
                      <a:pt x="313" y="4"/>
                      <a:pt x="285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59">
                <a:extLst>
                  <a:ext uri="{FF2B5EF4-FFF2-40B4-BE49-F238E27FC236}">
                    <a16:creationId xmlns:a16="http://schemas.microsoft.com/office/drawing/2014/main" id="{10A9D38C-1D73-17B6-A0A2-B221143D9313}"/>
                  </a:ext>
                </a:extLst>
              </p:cNvPr>
              <p:cNvSpPr/>
              <p:nvPr/>
            </p:nvSpPr>
            <p:spPr>
              <a:xfrm>
                <a:off x="4707338" y="576100"/>
                <a:ext cx="1390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556" h="701" extrusionOk="0">
                    <a:moveTo>
                      <a:pt x="263" y="0"/>
                    </a:moveTo>
                    <a:cubicBezTo>
                      <a:pt x="240" y="0"/>
                      <a:pt x="213" y="8"/>
                      <a:pt x="186" y="20"/>
                    </a:cubicBezTo>
                    <a:cubicBezTo>
                      <a:pt x="126" y="49"/>
                      <a:pt x="126" y="109"/>
                      <a:pt x="156" y="175"/>
                    </a:cubicBezTo>
                    <a:lnTo>
                      <a:pt x="312" y="390"/>
                    </a:lnTo>
                    <a:lnTo>
                      <a:pt x="97" y="479"/>
                    </a:lnTo>
                    <a:cubicBezTo>
                      <a:pt x="30" y="516"/>
                      <a:pt x="1" y="575"/>
                      <a:pt x="1" y="605"/>
                    </a:cubicBezTo>
                    <a:cubicBezTo>
                      <a:pt x="30" y="664"/>
                      <a:pt x="67" y="701"/>
                      <a:pt x="126" y="701"/>
                    </a:cubicBezTo>
                    <a:lnTo>
                      <a:pt x="156" y="701"/>
                    </a:lnTo>
                    <a:lnTo>
                      <a:pt x="467" y="575"/>
                    </a:lnTo>
                    <a:cubicBezTo>
                      <a:pt x="497" y="575"/>
                      <a:pt x="526" y="516"/>
                      <a:pt x="556" y="479"/>
                    </a:cubicBezTo>
                    <a:cubicBezTo>
                      <a:pt x="556" y="420"/>
                      <a:pt x="556" y="390"/>
                      <a:pt x="526" y="360"/>
                    </a:cubicBezTo>
                    <a:lnTo>
                      <a:pt x="341" y="49"/>
                    </a:lnTo>
                    <a:cubicBezTo>
                      <a:pt x="324" y="15"/>
                      <a:pt x="296" y="0"/>
                      <a:pt x="2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59">
                <a:extLst>
                  <a:ext uri="{FF2B5EF4-FFF2-40B4-BE49-F238E27FC236}">
                    <a16:creationId xmlns:a16="http://schemas.microsoft.com/office/drawing/2014/main" id="{6BAEB275-CF32-13BF-C791-E94DA35417DD}"/>
                  </a:ext>
                </a:extLst>
              </p:cNvPr>
              <p:cNvSpPr/>
              <p:nvPr/>
            </p:nvSpPr>
            <p:spPr>
              <a:xfrm>
                <a:off x="4816913" y="554200"/>
                <a:ext cx="409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608" extrusionOk="0">
                    <a:moveTo>
                      <a:pt x="829" y="0"/>
                    </a:moveTo>
                    <a:cubicBezTo>
                      <a:pt x="459" y="0"/>
                      <a:pt x="215" y="156"/>
                      <a:pt x="126" y="311"/>
                    </a:cubicBezTo>
                    <a:cubicBezTo>
                      <a:pt x="0" y="429"/>
                      <a:pt x="30" y="555"/>
                      <a:pt x="126" y="585"/>
                    </a:cubicBezTo>
                    <a:cubicBezTo>
                      <a:pt x="185" y="600"/>
                      <a:pt x="246" y="607"/>
                      <a:pt x="308" y="607"/>
                    </a:cubicBezTo>
                    <a:cubicBezTo>
                      <a:pt x="370" y="607"/>
                      <a:pt x="433" y="600"/>
                      <a:pt x="496" y="585"/>
                    </a:cubicBezTo>
                    <a:lnTo>
                      <a:pt x="1170" y="585"/>
                    </a:lnTo>
                    <a:cubicBezTo>
                      <a:pt x="1296" y="585"/>
                      <a:pt x="1422" y="585"/>
                      <a:pt x="1511" y="555"/>
                    </a:cubicBezTo>
                    <a:cubicBezTo>
                      <a:pt x="1607" y="496"/>
                      <a:pt x="1636" y="400"/>
                      <a:pt x="1540" y="244"/>
                    </a:cubicBezTo>
                    <a:cubicBezTo>
                      <a:pt x="1451" y="126"/>
                      <a:pt x="1170" y="0"/>
                      <a:pt x="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59">
                <a:extLst>
                  <a:ext uri="{FF2B5EF4-FFF2-40B4-BE49-F238E27FC236}">
                    <a16:creationId xmlns:a16="http://schemas.microsoft.com/office/drawing/2014/main" id="{1AA292B2-CB6F-D66B-027B-754ED4DF1F91}"/>
                  </a:ext>
                </a:extLst>
              </p:cNvPr>
              <p:cNvSpPr/>
              <p:nvPr/>
            </p:nvSpPr>
            <p:spPr>
              <a:xfrm>
                <a:off x="4896313" y="566050"/>
                <a:ext cx="35550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793" extrusionOk="0">
                    <a:moveTo>
                      <a:pt x="473" y="0"/>
                    </a:moveTo>
                    <a:cubicBezTo>
                      <a:pt x="336" y="0"/>
                      <a:pt x="224" y="33"/>
                      <a:pt x="156" y="81"/>
                    </a:cubicBezTo>
                    <a:cubicBezTo>
                      <a:pt x="0" y="141"/>
                      <a:pt x="0" y="266"/>
                      <a:pt x="60" y="326"/>
                    </a:cubicBezTo>
                    <a:cubicBezTo>
                      <a:pt x="156" y="392"/>
                      <a:pt x="245" y="422"/>
                      <a:pt x="370" y="451"/>
                    </a:cubicBezTo>
                    <a:cubicBezTo>
                      <a:pt x="467" y="481"/>
                      <a:pt x="585" y="548"/>
                      <a:pt x="681" y="577"/>
                    </a:cubicBezTo>
                    <a:cubicBezTo>
                      <a:pt x="770" y="607"/>
                      <a:pt x="866" y="637"/>
                      <a:pt x="955" y="696"/>
                    </a:cubicBezTo>
                    <a:cubicBezTo>
                      <a:pt x="1081" y="733"/>
                      <a:pt x="1170" y="792"/>
                      <a:pt x="1266" y="792"/>
                    </a:cubicBezTo>
                    <a:cubicBezTo>
                      <a:pt x="1355" y="792"/>
                      <a:pt x="1422" y="696"/>
                      <a:pt x="1392" y="548"/>
                    </a:cubicBezTo>
                    <a:cubicBezTo>
                      <a:pt x="1325" y="392"/>
                      <a:pt x="1140" y="178"/>
                      <a:pt x="866" y="81"/>
                    </a:cubicBezTo>
                    <a:cubicBezTo>
                      <a:pt x="724" y="24"/>
                      <a:pt x="590" y="0"/>
                      <a:pt x="4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59">
                <a:extLst>
                  <a:ext uri="{FF2B5EF4-FFF2-40B4-BE49-F238E27FC236}">
                    <a16:creationId xmlns:a16="http://schemas.microsoft.com/office/drawing/2014/main" id="{D3BAD9E2-9225-C776-40D5-B2155E32436E}"/>
                  </a:ext>
                </a:extLst>
              </p:cNvPr>
              <p:cNvSpPr/>
              <p:nvPr/>
            </p:nvSpPr>
            <p:spPr>
              <a:xfrm>
                <a:off x="4809138" y="634575"/>
                <a:ext cx="49450" cy="34325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373" extrusionOk="0">
                    <a:moveTo>
                      <a:pt x="630" y="1"/>
                    </a:moveTo>
                    <a:cubicBezTo>
                      <a:pt x="597" y="1"/>
                      <a:pt x="562" y="9"/>
                      <a:pt x="526" y="28"/>
                    </a:cubicBezTo>
                    <a:cubicBezTo>
                      <a:pt x="252" y="146"/>
                      <a:pt x="0" y="672"/>
                      <a:pt x="741" y="1168"/>
                    </a:cubicBezTo>
                    <a:cubicBezTo>
                      <a:pt x="956" y="1316"/>
                      <a:pt x="1141" y="1373"/>
                      <a:pt x="1297" y="1373"/>
                    </a:cubicBezTo>
                    <a:cubicBezTo>
                      <a:pt x="1592" y="1373"/>
                      <a:pt x="1784" y="1172"/>
                      <a:pt x="1881" y="1012"/>
                    </a:cubicBezTo>
                    <a:cubicBezTo>
                      <a:pt x="1977" y="916"/>
                      <a:pt x="1918" y="768"/>
                      <a:pt x="1792" y="731"/>
                    </a:cubicBezTo>
                    <a:cubicBezTo>
                      <a:pt x="1296" y="613"/>
                      <a:pt x="992" y="272"/>
                      <a:pt x="837" y="117"/>
                    </a:cubicBezTo>
                    <a:cubicBezTo>
                      <a:pt x="789" y="53"/>
                      <a:pt x="715" y="1"/>
                      <a:pt x="6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59">
                <a:extLst>
                  <a:ext uri="{FF2B5EF4-FFF2-40B4-BE49-F238E27FC236}">
                    <a16:creationId xmlns:a16="http://schemas.microsoft.com/office/drawing/2014/main" id="{B449D0A8-C75D-50C8-739F-B44CFFF537E0}"/>
                  </a:ext>
                </a:extLst>
              </p:cNvPr>
              <p:cNvSpPr/>
              <p:nvPr/>
            </p:nvSpPr>
            <p:spPr>
              <a:xfrm>
                <a:off x="4812288" y="631775"/>
                <a:ext cx="47775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911" h="1584" extrusionOk="0">
                    <a:moveTo>
                      <a:pt x="500" y="217"/>
                    </a:moveTo>
                    <a:cubicBezTo>
                      <a:pt x="558" y="217"/>
                      <a:pt x="601" y="244"/>
                      <a:pt x="644" y="288"/>
                    </a:cubicBezTo>
                    <a:cubicBezTo>
                      <a:pt x="770" y="473"/>
                      <a:pt x="1111" y="813"/>
                      <a:pt x="1636" y="939"/>
                    </a:cubicBezTo>
                    <a:cubicBezTo>
                      <a:pt x="1666" y="969"/>
                      <a:pt x="1666" y="969"/>
                      <a:pt x="1696" y="998"/>
                    </a:cubicBezTo>
                    <a:cubicBezTo>
                      <a:pt x="1696" y="1028"/>
                      <a:pt x="1696" y="1065"/>
                      <a:pt x="1666" y="1065"/>
                    </a:cubicBezTo>
                    <a:cubicBezTo>
                      <a:pt x="1583" y="1207"/>
                      <a:pt x="1423" y="1374"/>
                      <a:pt x="1164" y="1374"/>
                    </a:cubicBezTo>
                    <a:cubicBezTo>
                      <a:pt x="1031" y="1374"/>
                      <a:pt x="871" y="1329"/>
                      <a:pt x="681" y="1213"/>
                    </a:cubicBezTo>
                    <a:cubicBezTo>
                      <a:pt x="370" y="998"/>
                      <a:pt x="215" y="754"/>
                      <a:pt x="245" y="539"/>
                    </a:cubicBezTo>
                    <a:cubicBezTo>
                      <a:pt x="245" y="384"/>
                      <a:pt x="370" y="288"/>
                      <a:pt x="430" y="229"/>
                    </a:cubicBezTo>
                    <a:cubicBezTo>
                      <a:pt x="455" y="221"/>
                      <a:pt x="479" y="217"/>
                      <a:pt x="500" y="217"/>
                    </a:cubicBezTo>
                    <a:close/>
                    <a:moveTo>
                      <a:pt x="529" y="1"/>
                    </a:moveTo>
                    <a:cubicBezTo>
                      <a:pt x="476" y="1"/>
                      <a:pt x="422" y="14"/>
                      <a:pt x="370" y="43"/>
                    </a:cubicBezTo>
                    <a:cubicBezTo>
                      <a:pt x="156" y="140"/>
                      <a:pt x="30" y="325"/>
                      <a:pt x="30" y="539"/>
                    </a:cubicBezTo>
                    <a:cubicBezTo>
                      <a:pt x="0" y="695"/>
                      <a:pt x="59" y="1028"/>
                      <a:pt x="555" y="1369"/>
                    </a:cubicBezTo>
                    <a:cubicBezTo>
                      <a:pt x="800" y="1554"/>
                      <a:pt x="985" y="1583"/>
                      <a:pt x="1170" y="1583"/>
                    </a:cubicBezTo>
                    <a:cubicBezTo>
                      <a:pt x="1540" y="1583"/>
                      <a:pt x="1792" y="1309"/>
                      <a:pt x="1851" y="1184"/>
                    </a:cubicBezTo>
                    <a:cubicBezTo>
                      <a:pt x="1910" y="1124"/>
                      <a:pt x="1910" y="998"/>
                      <a:pt x="1881" y="910"/>
                    </a:cubicBezTo>
                    <a:cubicBezTo>
                      <a:pt x="1851" y="813"/>
                      <a:pt x="1792" y="754"/>
                      <a:pt x="1696" y="754"/>
                    </a:cubicBezTo>
                    <a:cubicBezTo>
                      <a:pt x="1237" y="628"/>
                      <a:pt x="926" y="325"/>
                      <a:pt x="800" y="140"/>
                    </a:cubicBezTo>
                    <a:cubicBezTo>
                      <a:pt x="740" y="55"/>
                      <a:pt x="638" y="1"/>
                      <a:pt x="5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59">
                <a:extLst>
                  <a:ext uri="{FF2B5EF4-FFF2-40B4-BE49-F238E27FC236}">
                    <a16:creationId xmlns:a16="http://schemas.microsoft.com/office/drawing/2014/main" id="{99DA1F28-3FA2-32BF-A1F7-89D91F9A93B5}"/>
                  </a:ext>
                </a:extLst>
              </p:cNvPr>
              <p:cNvSpPr/>
              <p:nvPr/>
            </p:nvSpPr>
            <p:spPr>
              <a:xfrm>
                <a:off x="4403613" y="751675"/>
                <a:ext cx="636900" cy="575975"/>
              </a:xfrm>
              <a:custGeom>
                <a:avLst/>
                <a:gdLst/>
                <a:ahLst/>
                <a:cxnLst/>
                <a:rect l="l" t="t" r="r" b="b"/>
                <a:pathLst>
                  <a:path w="25476" h="23039" extrusionOk="0">
                    <a:moveTo>
                      <a:pt x="11846" y="0"/>
                    </a:moveTo>
                    <a:cubicBezTo>
                      <a:pt x="7249" y="89"/>
                      <a:pt x="2126" y="1481"/>
                      <a:pt x="1600" y="6663"/>
                    </a:cubicBezTo>
                    <a:cubicBezTo>
                      <a:pt x="1600" y="6693"/>
                      <a:pt x="1" y="22084"/>
                      <a:pt x="1" y="22084"/>
                    </a:cubicBezTo>
                    <a:lnTo>
                      <a:pt x="16473" y="22143"/>
                    </a:lnTo>
                    <a:lnTo>
                      <a:pt x="16436" y="22639"/>
                    </a:lnTo>
                    <a:lnTo>
                      <a:pt x="22884" y="23039"/>
                    </a:lnTo>
                    <a:lnTo>
                      <a:pt x="23254" y="14496"/>
                    </a:lnTo>
                    <a:lnTo>
                      <a:pt x="24891" y="12030"/>
                    </a:lnTo>
                    <a:cubicBezTo>
                      <a:pt x="24920" y="11779"/>
                      <a:pt x="25357" y="10668"/>
                      <a:pt x="25357" y="10394"/>
                    </a:cubicBezTo>
                    <a:lnTo>
                      <a:pt x="25475" y="3946"/>
                    </a:lnTo>
                    <a:cubicBezTo>
                      <a:pt x="24765" y="2280"/>
                      <a:pt x="23254" y="1111"/>
                      <a:pt x="21470" y="800"/>
                    </a:cubicBezTo>
                    <a:cubicBezTo>
                      <a:pt x="21344" y="800"/>
                      <a:pt x="21219" y="770"/>
                      <a:pt x="21063" y="770"/>
                    </a:cubicBezTo>
                    <a:lnTo>
                      <a:pt x="18324" y="585"/>
                    </a:lnTo>
                    <a:cubicBezTo>
                      <a:pt x="17392" y="796"/>
                      <a:pt x="16482" y="1034"/>
                      <a:pt x="15637" y="1034"/>
                    </a:cubicBezTo>
                    <a:cubicBezTo>
                      <a:pt x="15502" y="1034"/>
                      <a:pt x="15368" y="1028"/>
                      <a:pt x="15237" y="1014"/>
                    </a:cubicBezTo>
                    <a:cubicBezTo>
                      <a:pt x="14186" y="896"/>
                      <a:pt x="13105" y="0"/>
                      <a:pt x="118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59">
                <a:extLst>
                  <a:ext uri="{FF2B5EF4-FFF2-40B4-BE49-F238E27FC236}">
                    <a16:creationId xmlns:a16="http://schemas.microsoft.com/office/drawing/2014/main" id="{BA2E86E2-2F19-B4D9-C14D-366E981A1F70}"/>
                  </a:ext>
                </a:extLst>
              </p:cNvPr>
              <p:cNvSpPr/>
              <p:nvPr/>
            </p:nvSpPr>
            <p:spPr>
              <a:xfrm>
                <a:off x="4401213" y="749250"/>
                <a:ext cx="642450" cy="581550"/>
              </a:xfrm>
              <a:custGeom>
                <a:avLst/>
                <a:gdLst/>
                <a:ahLst/>
                <a:cxnLst/>
                <a:rect l="l" t="t" r="r" b="b"/>
                <a:pathLst>
                  <a:path w="25698" h="23262" extrusionOk="0">
                    <a:moveTo>
                      <a:pt x="12041" y="214"/>
                    </a:moveTo>
                    <a:cubicBezTo>
                      <a:pt x="12679" y="214"/>
                      <a:pt x="13296" y="481"/>
                      <a:pt x="13852" y="741"/>
                    </a:cubicBezTo>
                    <a:cubicBezTo>
                      <a:pt x="14378" y="956"/>
                      <a:pt x="14837" y="1178"/>
                      <a:pt x="15333" y="1208"/>
                    </a:cubicBezTo>
                    <a:cubicBezTo>
                      <a:pt x="15496" y="1231"/>
                      <a:pt x="15662" y="1241"/>
                      <a:pt x="15831" y="1241"/>
                    </a:cubicBezTo>
                    <a:cubicBezTo>
                      <a:pt x="16518" y="1241"/>
                      <a:pt x="17246" y="1069"/>
                      <a:pt x="18013" y="897"/>
                    </a:cubicBezTo>
                    <a:cubicBezTo>
                      <a:pt x="18139" y="867"/>
                      <a:pt x="18294" y="838"/>
                      <a:pt x="18450" y="808"/>
                    </a:cubicBezTo>
                    <a:lnTo>
                      <a:pt x="21159" y="956"/>
                    </a:lnTo>
                    <a:cubicBezTo>
                      <a:pt x="21285" y="993"/>
                      <a:pt x="21411" y="993"/>
                      <a:pt x="21566" y="1023"/>
                    </a:cubicBezTo>
                    <a:cubicBezTo>
                      <a:pt x="23291" y="1297"/>
                      <a:pt x="24772" y="2437"/>
                      <a:pt x="25483" y="4073"/>
                    </a:cubicBezTo>
                    <a:lnTo>
                      <a:pt x="25357" y="10491"/>
                    </a:lnTo>
                    <a:cubicBezTo>
                      <a:pt x="25327" y="10617"/>
                      <a:pt x="25231" y="10950"/>
                      <a:pt x="25112" y="11291"/>
                    </a:cubicBezTo>
                    <a:cubicBezTo>
                      <a:pt x="24987" y="11691"/>
                      <a:pt x="24898" y="11972"/>
                      <a:pt x="24898" y="12098"/>
                    </a:cubicBezTo>
                    <a:lnTo>
                      <a:pt x="23262" y="14533"/>
                    </a:lnTo>
                    <a:cubicBezTo>
                      <a:pt x="23232" y="14563"/>
                      <a:pt x="23232" y="14593"/>
                      <a:pt x="23232" y="14593"/>
                    </a:cubicBezTo>
                    <a:lnTo>
                      <a:pt x="22891" y="23047"/>
                    </a:lnTo>
                    <a:lnTo>
                      <a:pt x="16658" y="22610"/>
                    </a:lnTo>
                    <a:lnTo>
                      <a:pt x="16688" y="22240"/>
                    </a:lnTo>
                    <a:cubicBezTo>
                      <a:pt x="16688" y="22210"/>
                      <a:pt x="16658" y="22181"/>
                      <a:pt x="16658" y="22151"/>
                    </a:cubicBezTo>
                    <a:cubicBezTo>
                      <a:pt x="16628" y="22151"/>
                      <a:pt x="16599" y="22122"/>
                      <a:pt x="16569" y="22122"/>
                    </a:cubicBezTo>
                    <a:lnTo>
                      <a:pt x="215" y="22092"/>
                    </a:lnTo>
                    <a:cubicBezTo>
                      <a:pt x="371" y="20545"/>
                      <a:pt x="1822" y="6790"/>
                      <a:pt x="1822" y="6760"/>
                    </a:cubicBezTo>
                    <a:cubicBezTo>
                      <a:pt x="2377" y="1208"/>
                      <a:pt x="8389" y="282"/>
                      <a:pt x="11942" y="216"/>
                    </a:cubicBezTo>
                    <a:cubicBezTo>
                      <a:pt x="11975" y="214"/>
                      <a:pt x="12008" y="214"/>
                      <a:pt x="12041" y="214"/>
                    </a:cubicBezTo>
                    <a:close/>
                    <a:moveTo>
                      <a:pt x="11942" y="1"/>
                    </a:moveTo>
                    <a:cubicBezTo>
                      <a:pt x="8329" y="68"/>
                      <a:pt x="2162" y="1023"/>
                      <a:pt x="1607" y="6760"/>
                    </a:cubicBezTo>
                    <a:cubicBezTo>
                      <a:pt x="1607" y="6790"/>
                      <a:pt x="1" y="22025"/>
                      <a:pt x="1" y="22181"/>
                    </a:cubicBezTo>
                    <a:cubicBezTo>
                      <a:pt x="1" y="22210"/>
                      <a:pt x="1" y="22240"/>
                      <a:pt x="30" y="22277"/>
                    </a:cubicBezTo>
                    <a:cubicBezTo>
                      <a:pt x="30" y="22277"/>
                      <a:pt x="60" y="22307"/>
                      <a:pt x="97" y="22307"/>
                    </a:cubicBezTo>
                    <a:lnTo>
                      <a:pt x="16443" y="22336"/>
                    </a:lnTo>
                    <a:lnTo>
                      <a:pt x="16414" y="22706"/>
                    </a:lnTo>
                    <a:cubicBezTo>
                      <a:pt x="16414" y="22736"/>
                      <a:pt x="16414" y="22766"/>
                      <a:pt x="16443" y="22795"/>
                    </a:cubicBezTo>
                    <a:cubicBezTo>
                      <a:pt x="16473" y="22832"/>
                      <a:pt x="16473" y="22832"/>
                      <a:pt x="16502" y="22832"/>
                    </a:cubicBezTo>
                    <a:lnTo>
                      <a:pt x="22980" y="23262"/>
                    </a:lnTo>
                    <a:cubicBezTo>
                      <a:pt x="23010" y="23262"/>
                      <a:pt x="23047" y="23262"/>
                      <a:pt x="23077" y="23232"/>
                    </a:cubicBezTo>
                    <a:cubicBezTo>
                      <a:pt x="23077" y="23202"/>
                      <a:pt x="23106" y="23202"/>
                      <a:pt x="23106" y="23165"/>
                    </a:cubicBezTo>
                    <a:lnTo>
                      <a:pt x="23447" y="14622"/>
                    </a:lnTo>
                    <a:lnTo>
                      <a:pt x="25083" y="12187"/>
                    </a:lnTo>
                    <a:cubicBezTo>
                      <a:pt x="25112" y="12187"/>
                      <a:pt x="25112" y="12157"/>
                      <a:pt x="25112" y="12157"/>
                    </a:cubicBezTo>
                    <a:cubicBezTo>
                      <a:pt x="25112" y="12031"/>
                      <a:pt x="25231" y="11661"/>
                      <a:pt x="25327" y="11357"/>
                    </a:cubicBezTo>
                    <a:cubicBezTo>
                      <a:pt x="25453" y="10987"/>
                      <a:pt x="25542" y="10647"/>
                      <a:pt x="25571" y="10491"/>
                    </a:cubicBezTo>
                    <a:lnTo>
                      <a:pt x="25697" y="4043"/>
                    </a:lnTo>
                    <a:cubicBezTo>
                      <a:pt x="25697" y="4043"/>
                      <a:pt x="25697" y="4013"/>
                      <a:pt x="25668" y="4013"/>
                    </a:cubicBezTo>
                    <a:cubicBezTo>
                      <a:pt x="24957" y="2289"/>
                      <a:pt x="23417" y="1082"/>
                      <a:pt x="21596" y="808"/>
                    </a:cubicBezTo>
                    <a:cubicBezTo>
                      <a:pt x="21440" y="771"/>
                      <a:pt x="21315" y="771"/>
                      <a:pt x="21196" y="741"/>
                    </a:cubicBezTo>
                    <a:lnTo>
                      <a:pt x="18420" y="556"/>
                    </a:lnTo>
                    <a:cubicBezTo>
                      <a:pt x="18383" y="556"/>
                      <a:pt x="18383" y="586"/>
                      <a:pt x="18353" y="586"/>
                    </a:cubicBezTo>
                    <a:cubicBezTo>
                      <a:pt x="18235" y="623"/>
                      <a:pt x="18079" y="652"/>
                      <a:pt x="17954" y="682"/>
                    </a:cubicBezTo>
                    <a:cubicBezTo>
                      <a:pt x="17191" y="859"/>
                      <a:pt x="16469" y="1016"/>
                      <a:pt x="15774" y="1016"/>
                    </a:cubicBezTo>
                    <a:cubicBezTo>
                      <a:pt x="15626" y="1016"/>
                      <a:pt x="15479" y="1009"/>
                      <a:pt x="15333" y="993"/>
                    </a:cubicBezTo>
                    <a:cubicBezTo>
                      <a:pt x="14903" y="956"/>
                      <a:pt x="14437" y="741"/>
                      <a:pt x="13941" y="527"/>
                    </a:cubicBezTo>
                    <a:cubicBezTo>
                      <a:pt x="13326" y="282"/>
                      <a:pt x="12645" y="1"/>
                      <a:pt x="119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59">
                <a:extLst>
                  <a:ext uri="{FF2B5EF4-FFF2-40B4-BE49-F238E27FC236}">
                    <a16:creationId xmlns:a16="http://schemas.microsoft.com/office/drawing/2014/main" id="{0A778FEB-B627-D3D7-7B3F-73BCD1ABC06F}"/>
                  </a:ext>
                </a:extLst>
              </p:cNvPr>
              <p:cNvSpPr/>
              <p:nvPr/>
            </p:nvSpPr>
            <p:spPr>
              <a:xfrm>
                <a:off x="4647188" y="747775"/>
                <a:ext cx="213600" cy="556750"/>
              </a:xfrm>
              <a:custGeom>
                <a:avLst/>
                <a:gdLst/>
                <a:ahLst/>
                <a:cxnLst/>
                <a:rect l="l" t="t" r="r" b="b"/>
                <a:pathLst>
                  <a:path w="8544" h="22270" extrusionOk="0">
                    <a:moveTo>
                      <a:pt x="2503" y="1"/>
                    </a:moveTo>
                    <a:lnTo>
                      <a:pt x="1" y="22210"/>
                    </a:lnTo>
                    <a:lnTo>
                      <a:pt x="6049" y="22269"/>
                    </a:lnTo>
                    <a:lnTo>
                      <a:pt x="8544" y="682"/>
                    </a:lnTo>
                    <a:lnTo>
                      <a:pt x="8544" y="682"/>
                    </a:lnTo>
                    <a:cubicBezTo>
                      <a:pt x="7822" y="918"/>
                      <a:pt x="7058" y="1035"/>
                      <a:pt x="6291" y="1035"/>
                    </a:cubicBezTo>
                    <a:cubicBezTo>
                      <a:pt x="4966" y="1035"/>
                      <a:pt x="3633" y="686"/>
                      <a:pt x="25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59">
                <a:extLst>
                  <a:ext uri="{FF2B5EF4-FFF2-40B4-BE49-F238E27FC236}">
                    <a16:creationId xmlns:a16="http://schemas.microsoft.com/office/drawing/2014/main" id="{7EAADF5D-41F3-9A98-42EF-3A0B7DDF700F}"/>
                  </a:ext>
                </a:extLst>
              </p:cNvPr>
              <p:cNvSpPr/>
              <p:nvPr/>
            </p:nvSpPr>
            <p:spPr>
              <a:xfrm>
                <a:off x="4644963" y="745375"/>
                <a:ext cx="218975" cy="561550"/>
              </a:xfrm>
              <a:custGeom>
                <a:avLst/>
                <a:gdLst/>
                <a:ahLst/>
                <a:cxnLst/>
                <a:rect l="l" t="t" r="r" b="b"/>
                <a:pathLst>
                  <a:path w="8759" h="22462" extrusionOk="0">
                    <a:moveTo>
                      <a:pt x="2681" y="282"/>
                    </a:moveTo>
                    <a:cubicBezTo>
                      <a:pt x="3809" y="913"/>
                      <a:pt x="5087" y="1243"/>
                      <a:pt x="6372" y="1243"/>
                    </a:cubicBezTo>
                    <a:cubicBezTo>
                      <a:pt x="7092" y="1243"/>
                      <a:pt x="7815" y="1139"/>
                      <a:pt x="8514" y="926"/>
                    </a:cubicBezTo>
                    <a:lnTo>
                      <a:pt x="8514" y="926"/>
                    </a:lnTo>
                    <a:lnTo>
                      <a:pt x="6042" y="22247"/>
                    </a:lnTo>
                    <a:lnTo>
                      <a:pt x="215" y="22210"/>
                    </a:lnTo>
                    <a:lnTo>
                      <a:pt x="2681" y="282"/>
                    </a:lnTo>
                    <a:close/>
                    <a:moveTo>
                      <a:pt x="2562" y="1"/>
                    </a:moveTo>
                    <a:cubicBezTo>
                      <a:pt x="2525" y="38"/>
                      <a:pt x="2496" y="67"/>
                      <a:pt x="2496" y="97"/>
                    </a:cubicBezTo>
                    <a:lnTo>
                      <a:pt x="1" y="22306"/>
                    </a:lnTo>
                    <a:cubicBezTo>
                      <a:pt x="1" y="22336"/>
                      <a:pt x="1" y="22365"/>
                      <a:pt x="30" y="22365"/>
                    </a:cubicBezTo>
                    <a:cubicBezTo>
                      <a:pt x="30" y="22395"/>
                      <a:pt x="60" y="22432"/>
                      <a:pt x="90" y="22432"/>
                    </a:cubicBezTo>
                    <a:lnTo>
                      <a:pt x="6138" y="22462"/>
                    </a:lnTo>
                    <a:cubicBezTo>
                      <a:pt x="6197" y="22462"/>
                      <a:pt x="6227" y="22432"/>
                      <a:pt x="6264" y="22365"/>
                    </a:cubicBezTo>
                    <a:lnTo>
                      <a:pt x="8729" y="807"/>
                    </a:lnTo>
                    <a:cubicBezTo>
                      <a:pt x="8759" y="741"/>
                      <a:pt x="8729" y="711"/>
                      <a:pt x="8700" y="711"/>
                    </a:cubicBezTo>
                    <a:cubicBezTo>
                      <a:pt x="8670" y="682"/>
                      <a:pt x="8633" y="682"/>
                      <a:pt x="8603" y="682"/>
                    </a:cubicBezTo>
                    <a:cubicBezTo>
                      <a:pt x="7891" y="904"/>
                      <a:pt x="7146" y="1014"/>
                      <a:pt x="6401" y="1014"/>
                    </a:cubicBezTo>
                    <a:cubicBezTo>
                      <a:pt x="5087" y="1014"/>
                      <a:pt x="3776" y="672"/>
                      <a:pt x="2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59">
                <a:extLst>
                  <a:ext uri="{FF2B5EF4-FFF2-40B4-BE49-F238E27FC236}">
                    <a16:creationId xmlns:a16="http://schemas.microsoft.com/office/drawing/2014/main" id="{D002D6FF-A305-ED6A-11B0-F55B2AD7F3BE}"/>
                  </a:ext>
                </a:extLst>
              </p:cNvPr>
              <p:cNvSpPr/>
              <p:nvPr/>
            </p:nvSpPr>
            <p:spPr>
              <a:xfrm>
                <a:off x="4708088" y="739275"/>
                <a:ext cx="153625" cy="51950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2078" extrusionOk="0">
                    <a:moveTo>
                      <a:pt x="96" y="0"/>
                    </a:moveTo>
                    <a:lnTo>
                      <a:pt x="0" y="955"/>
                    </a:lnTo>
                    <a:cubicBezTo>
                      <a:pt x="1105" y="1699"/>
                      <a:pt x="2384" y="2078"/>
                      <a:pt x="3673" y="2078"/>
                    </a:cubicBezTo>
                    <a:cubicBezTo>
                      <a:pt x="4475" y="2078"/>
                      <a:pt x="5280" y="1931"/>
                      <a:pt x="6049" y="1636"/>
                    </a:cubicBezTo>
                    <a:lnTo>
                      <a:pt x="6145" y="681"/>
                    </a:lnTo>
                    <a:lnTo>
                      <a:pt x="6145" y="681"/>
                    </a:lnTo>
                    <a:cubicBezTo>
                      <a:pt x="5376" y="976"/>
                      <a:pt x="4571" y="1123"/>
                      <a:pt x="3770" y="1123"/>
                    </a:cubicBezTo>
                    <a:cubicBezTo>
                      <a:pt x="2481" y="1123"/>
                      <a:pt x="1201" y="744"/>
                      <a:pt x="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59">
                <a:extLst>
                  <a:ext uri="{FF2B5EF4-FFF2-40B4-BE49-F238E27FC236}">
                    <a16:creationId xmlns:a16="http://schemas.microsoft.com/office/drawing/2014/main" id="{D99C5A6D-B155-9A6F-0673-798563907913}"/>
                  </a:ext>
                </a:extLst>
              </p:cNvPr>
              <p:cNvSpPr/>
              <p:nvPr/>
            </p:nvSpPr>
            <p:spPr>
              <a:xfrm>
                <a:off x="4705113" y="736350"/>
                <a:ext cx="159575" cy="57725"/>
              </a:xfrm>
              <a:custGeom>
                <a:avLst/>
                <a:gdLst/>
                <a:ahLst/>
                <a:cxnLst/>
                <a:rect l="l" t="t" r="r" b="b"/>
                <a:pathLst>
                  <a:path w="6383" h="2309" extrusionOk="0">
                    <a:moveTo>
                      <a:pt x="304" y="302"/>
                    </a:moveTo>
                    <a:cubicBezTo>
                      <a:pt x="1402" y="994"/>
                      <a:pt x="2640" y="1350"/>
                      <a:pt x="3888" y="1350"/>
                    </a:cubicBezTo>
                    <a:cubicBezTo>
                      <a:pt x="4644" y="1350"/>
                      <a:pt x="5404" y="1219"/>
                      <a:pt x="6138" y="954"/>
                    </a:cubicBezTo>
                    <a:lnTo>
                      <a:pt x="6138" y="954"/>
                    </a:lnTo>
                    <a:lnTo>
                      <a:pt x="6042" y="1657"/>
                    </a:lnTo>
                    <a:cubicBezTo>
                      <a:pt x="5311" y="1940"/>
                      <a:pt x="4544" y="2079"/>
                      <a:pt x="3778" y="2079"/>
                    </a:cubicBezTo>
                    <a:cubicBezTo>
                      <a:pt x="2542" y="2079"/>
                      <a:pt x="1310" y="1717"/>
                      <a:pt x="245" y="1013"/>
                    </a:cubicBezTo>
                    <a:lnTo>
                      <a:pt x="304" y="302"/>
                    </a:lnTo>
                    <a:close/>
                    <a:moveTo>
                      <a:pt x="230" y="1"/>
                    </a:moveTo>
                    <a:cubicBezTo>
                      <a:pt x="215" y="1"/>
                      <a:pt x="201" y="10"/>
                      <a:pt x="186" y="28"/>
                    </a:cubicBezTo>
                    <a:cubicBezTo>
                      <a:pt x="156" y="28"/>
                      <a:pt x="119" y="58"/>
                      <a:pt x="119" y="117"/>
                    </a:cubicBezTo>
                    <a:lnTo>
                      <a:pt x="1" y="1043"/>
                    </a:lnTo>
                    <a:cubicBezTo>
                      <a:pt x="1" y="1102"/>
                      <a:pt x="30" y="1139"/>
                      <a:pt x="60" y="1168"/>
                    </a:cubicBezTo>
                    <a:cubicBezTo>
                      <a:pt x="1170" y="1909"/>
                      <a:pt x="2466" y="2309"/>
                      <a:pt x="3762" y="2309"/>
                    </a:cubicBezTo>
                    <a:cubicBezTo>
                      <a:pt x="4598" y="2309"/>
                      <a:pt x="5427" y="2153"/>
                      <a:pt x="6197" y="1842"/>
                    </a:cubicBezTo>
                    <a:cubicBezTo>
                      <a:pt x="6227" y="1813"/>
                      <a:pt x="6264" y="1783"/>
                      <a:pt x="6264" y="1753"/>
                    </a:cubicBezTo>
                    <a:lnTo>
                      <a:pt x="6382" y="798"/>
                    </a:lnTo>
                    <a:cubicBezTo>
                      <a:pt x="6382" y="769"/>
                      <a:pt x="6353" y="732"/>
                      <a:pt x="6323" y="702"/>
                    </a:cubicBezTo>
                    <a:cubicBezTo>
                      <a:pt x="6308" y="687"/>
                      <a:pt x="6294" y="680"/>
                      <a:pt x="6278" y="680"/>
                    </a:cubicBezTo>
                    <a:cubicBezTo>
                      <a:pt x="6262" y="680"/>
                      <a:pt x="6245" y="687"/>
                      <a:pt x="6227" y="702"/>
                    </a:cubicBezTo>
                    <a:cubicBezTo>
                      <a:pt x="5471" y="998"/>
                      <a:pt x="4678" y="1144"/>
                      <a:pt x="3888" y="1144"/>
                    </a:cubicBezTo>
                    <a:cubicBezTo>
                      <a:pt x="2620" y="1144"/>
                      <a:pt x="1360" y="767"/>
                      <a:pt x="275" y="28"/>
                    </a:cubicBezTo>
                    <a:cubicBezTo>
                      <a:pt x="260" y="10"/>
                      <a:pt x="245" y="1"/>
                      <a:pt x="2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59">
                <a:extLst>
                  <a:ext uri="{FF2B5EF4-FFF2-40B4-BE49-F238E27FC236}">
                    <a16:creationId xmlns:a16="http://schemas.microsoft.com/office/drawing/2014/main" id="{214B10ED-BC79-E026-2DB2-177EE3C413D8}"/>
                  </a:ext>
                </a:extLst>
              </p:cNvPr>
              <p:cNvSpPr/>
              <p:nvPr/>
            </p:nvSpPr>
            <p:spPr>
              <a:xfrm>
                <a:off x="5048988" y="686900"/>
                <a:ext cx="201400" cy="59425"/>
              </a:xfrm>
              <a:custGeom>
                <a:avLst/>
                <a:gdLst/>
                <a:ahLst/>
                <a:cxnLst/>
                <a:rect l="l" t="t" r="r" b="b"/>
                <a:pathLst>
                  <a:path w="8056" h="2377" extrusionOk="0">
                    <a:moveTo>
                      <a:pt x="4014" y="0"/>
                    </a:moveTo>
                    <a:cubicBezTo>
                      <a:pt x="1793" y="0"/>
                      <a:pt x="1" y="526"/>
                      <a:pt x="1" y="1170"/>
                    </a:cubicBezTo>
                    <a:cubicBezTo>
                      <a:pt x="1" y="1851"/>
                      <a:pt x="1793" y="2377"/>
                      <a:pt x="4014" y="2377"/>
                    </a:cubicBezTo>
                    <a:cubicBezTo>
                      <a:pt x="6235" y="2377"/>
                      <a:pt x="8056" y="1851"/>
                      <a:pt x="8056" y="1170"/>
                    </a:cubicBezTo>
                    <a:cubicBezTo>
                      <a:pt x="8056" y="526"/>
                      <a:pt x="6235" y="0"/>
                      <a:pt x="40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59">
                <a:extLst>
                  <a:ext uri="{FF2B5EF4-FFF2-40B4-BE49-F238E27FC236}">
                    <a16:creationId xmlns:a16="http://schemas.microsoft.com/office/drawing/2014/main" id="{18C89EFC-3087-0BDB-223E-1C6B5A744164}"/>
                  </a:ext>
                </a:extLst>
              </p:cNvPr>
              <p:cNvSpPr/>
              <p:nvPr/>
            </p:nvSpPr>
            <p:spPr>
              <a:xfrm>
                <a:off x="5046788" y="683750"/>
                <a:ext cx="205825" cy="65525"/>
              </a:xfrm>
              <a:custGeom>
                <a:avLst/>
                <a:gdLst/>
                <a:ahLst/>
                <a:cxnLst/>
                <a:rect l="l" t="t" r="r" b="b"/>
                <a:pathLst>
                  <a:path w="8233" h="2621" extrusionOk="0">
                    <a:moveTo>
                      <a:pt x="4102" y="215"/>
                    </a:moveTo>
                    <a:cubicBezTo>
                      <a:pt x="6411" y="215"/>
                      <a:pt x="8018" y="800"/>
                      <a:pt x="8018" y="1296"/>
                    </a:cubicBezTo>
                    <a:cubicBezTo>
                      <a:pt x="8018" y="1821"/>
                      <a:pt x="6411" y="2377"/>
                      <a:pt x="4102" y="2377"/>
                    </a:cubicBezTo>
                    <a:cubicBezTo>
                      <a:pt x="1814" y="2377"/>
                      <a:pt x="215" y="1821"/>
                      <a:pt x="215" y="1296"/>
                    </a:cubicBezTo>
                    <a:cubicBezTo>
                      <a:pt x="215" y="800"/>
                      <a:pt x="1814" y="215"/>
                      <a:pt x="4102" y="215"/>
                    </a:cubicBezTo>
                    <a:close/>
                    <a:moveTo>
                      <a:pt x="4102" y="0"/>
                    </a:moveTo>
                    <a:cubicBezTo>
                      <a:pt x="2095" y="0"/>
                      <a:pt x="0" y="467"/>
                      <a:pt x="0" y="1296"/>
                    </a:cubicBezTo>
                    <a:cubicBezTo>
                      <a:pt x="0" y="2162"/>
                      <a:pt x="2095" y="2621"/>
                      <a:pt x="4102" y="2621"/>
                    </a:cubicBezTo>
                    <a:cubicBezTo>
                      <a:pt x="6108" y="2621"/>
                      <a:pt x="8233" y="2162"/>
                      <a:pt x="8233" y="1296"/>
                    </a:cubicBezTo>
                    <a:cubicBezTo>
                      <a:pt x="8233" y="467"/>
                      <a:pt x="6108" y="0"/>
                      <a:pt x="4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59">
                <a:extLst>
                  <a:ext uri="{FF2B5EF4-FFF2-40B4-BE49-F238E27FC236}">
                    <a16:creationId xmlns:a16="http://schemas.microsoft.com/office/drawing/2014/main" id="{C8C0DFCB-DF1F-FEB2-CDFA-BB4A25FF7DBC}"/>
                  </a:ext>
                </a:extLst>
              </p:cNvPr>
              <p:cNvSpPr/>
              <p:nvPr/>
            </p:nvSpPr>
            <p:spPr>
              <a:xfrm>
                <a:off x="5060663" y="466125"/>
                <a:ext cx="215075" cy="368125"/>
              </a:xfrm>
              <a:custGeom>
                <a:avLst/>
                <a:gdLst/>
                <a:ahLst/>
                <a:cxnLst/>
                <a:rect l="l" t="t" r="r" b="b"/>
                <a:pathLst>
                  <a:path w="8603" h="14725" extrusionOk="0">
                    <a:moveTo>
                      <a:pt x="5232" y="0"/>
                    </a:moveTo>
                    <a:cubicBezTo>
                      <a:pt x="5184" y="0"/>
                      <a:pt x="5136" y="32"/>
                      <a:pt x="5086" y="103"/>
                    </a:cubicBezTo>
                    <a:cubicBezTo>
                      <a:pt x="5086" y="103"/>
                      <a:pt x="2466" y="3893"/>
                      <a:pt x="2310" y="4049"/>
                    </a:cubicBezTo>
                    <a:cubicBezTo>
                      <a:pt x="371" y="6085"/>
                      <a:pt x="459" y="9816"/>
                      <a:pt x="459" y="9816"/>
                    </a:cubicBezTo>
                    <a:lnTo>
                      <a:pt x="0" y="13488"/>
                    </a:lnTo>
                    <a:lnTo>
                      <a:pt x="6041" y="14724"/>
                    </a:lnTo>
                    <a:lnTo>
                      <a:pt x="6848" y="9231"/>
                    </a:lnTo>
                    <a:lnTo>
                      <a:pt x="7774" y="7935"/>
                    </a:lnTo>
                    <a:cubicBezTo>
                      <a:pt x="8603" y="6795"/>
                      <a:pt x="8447" y="5218"/>
                      <a:pt x="7433" y="4263"/>
                    </a:cubicBezTo>
                    <a:cubicBezTo>
                      <a:pt x="7433" y="4263"/>
                      <a:pt x="6848" y="3153"/>
                      <a:pt x="5982" y="2598"/>
                    </a:cubicBezTo>
                    <a:cubicBezTo>
                      <a:pt x="5982" y="2598"/>
                      <a:pt x="5658" y="0"/>
                      <a:pt x="5232" y="0"/>
                    </a:cubicBezTo>
                    <a:close/>
                  </a:path>
                </a:pathLst>
              </a:custGeom>
              <a:solidFill>
                <a:srgbClr val="FFA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59">
                <a:extLst>
                  <a:ext uri="{FF2B5EF4-FFF2-40B4-BE49-F238E27FC236}">
                    <a16:creationId xmlns:a16="http://schemas.microsoft.com/office/drawing/2014/main" id="{C551329D-A44B-6D04-249B-FB14159569F0}"/>
                  </a:ext>
                </a:extLst>
              </p:cNvPr>
              <p:cNvSpPr/>
              <p:nvPr/>
            </p:nvSpPr>
            <p:spPr>
              <a:xfrm>
                <a:off x="5058263" y="463125"/>
                <a:ext cx="219900" cy="374075"/>
              </a:xfrm>
              <a:custGeom>
                <a:avLst/>
                <a:gdLst/>
                <a:ahLst/>
                <a:cxnLst/>
                <a:rect l="l" t="t" r="r" b="b"/>
                <a:pathLst>
                  <a:path w="8796" h="14963" extrusionOk="0">
                    <a:moveTo>
                      <a:pt x="5308" y="223"/>
                    </a:moveTo>
                    <a:cubicBezTo>
                      <a:pt x="5493" y="252"/>
                      <a:pt x="5797" y="1393"/>
                      <a:pt x="5952" y="2718"/>
                    </a:cubicBezTo>
                    <a:cubicBezTo>
                      <a:pt x="5952" y="2747"/>
                      <a:pt x="5982" y="2777"/>
                      <a:pt x="6019" y="2814"/>
                    </a:cubicBezTo>
                    <a:cubicBezTo>
                      <a:pt x="6848" y="3332"/>
                      <a:pt x="7433" y="4413"/>
                      <a:pt x="7433" y="4443"/>
                    </a:cubicBezTo>
                    <a:lnTo>
                      <a:pt x="7433" y="4480"/>
                    </a:lnTo>
                    <a:cubicBezTo>
                      <a:pt x="8425" y="5405"/>
                      <a:pt x="8573" y="6915"/>
                      <a:pt x="7774" y="7996"/>
                    </a:cubicBezTo>
                    <a:lnTo>
                      <a:pt x="6848" y="9292"/>
                    </a:lnTo>
                    <a:cubicBezTo>
                      <a:pt x="6848" y="9321"/>
                      <a:pt x="6819" y="9321"/>
                      <a:pt x="6819" y="9351"/>
                    </a:cubicBezTo>
                    <a:lnTo>
                      <a:pt x="6049" y="14718"/>
                    </a:lnTo>
                    <a:lnTo>
                      <a:pt x="215" y="13511"/>
                    </a:lnTo>
                    <a:lnTo>
                      <a:pt x="652" y="9936"/>
                    </a:lnTo>
                    <a:cubicBezTo>
                      <a:pt x="652" y="9906"/>
                      <a:pt x="585" y="6234"/>
                      <a:pt x="2502" y="4258"/>
                    </a:cubicBezTo>
                    <a:cubicBezTo>
                      <a:pt x="2651" y="4110"/>
                      <a:pt x="4997" y="682"/>
                      <a:pt x="5242" y="282"/>
                    </a:cubicBezTo>
                    <a:cubicBezTo>
                      <a:pt x="5279" y="252"/>
                      <a:pt x="5308" y="223"/>
                      <a:pt x="5308" y="223"/>
                    </a:cubicBezTo>
                    <a:close/>
                    <a:moveTo>
                      <a:pt x="5367" y="1"/>
                    </a:moveTo>
                    <a:cubicBezTo>
                      <a:pt x="5308" y="1"/>
                      <a:pt x="5182" y="1"/>
                      <a:pt x="5094" y="156"/>
                    </a:cubicBezTo>
                    <a:cubicBezTo>
                      <a:pt x="4042" y="1666"/>
                      <a:pt x="2436" y="3984"/>
                      <a:pt x="2317" y="4110"/>
                    </a:cubicBezTo>
                    <a:cubicBezTo>
                      <a:pt x="400" y="6108"/>
                      <a:pt x="430" y="9691"/>
                      <a:pt x="430" y="9936"/>
                    </a:cubicBezTo>
                    <a:lnTo>
                      <a:pt x="0" y="13578"/>
                    </a:lnTo>
                    <a:cubicBezTo>
                      <a:pt x="0" y="13637"/>
                      <a:pt x="30" y="13697"/>
                      <a:pt x="96" y="13697"/>
                    </a:cubicBezTo>
                    <a:lnTo>
                      <a:pt x="6137" y="14962"/>
                    </a:lnTo>
                    <a:cubicBezTo>
                      <a:pt x="6167" y="14962"/>
                      <a:pt x="6204" y="14962"/>
                      <a:pt x="6204" y="14933"/>
                    </a:cubicBezTo>
                    <a:cubicBezTo>
                      <a:pt x="6234" y="14933"/>
                      <a:pt x="6263" y="14903"/>
                      <a:pt x="6263" y="14874"/>
                    </a:cubicBezTo>
                    <a:lnTo>
                      <a:pt x="7033" y="9410"/>
                    </a:lnTo>
                    <a:lnTo>
                      <a:pt x="7959" y="8144"/>
                    </a:lnTo>
                    <a:cubicBezTo>
                      <a:pt x="8795" y="6945"/>
                      <a:pt x="8669" y="5309"/>
                      <a:pt x="7618" y="4324"/>
                    </a:cubicBezTo>
                    <a:cubicBezTo>
                      <a:pt x="7529" y="4169"/>
                      <a:pt x="6974" y="3184"/>
                      <a:pt x="6167" y="2658"/>
                    </a:cubicBezTo>
                    <a:cubicBezTo>
                      <a:pt x="6108" y="2007"/>
                      <a:pt x="5797" y="127"/>
                      <a:pt x="53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59">
                <a:extLst>
                  <a:ext uri="{FF2B5EF4-FFF2-40B4-BE49-F238E27FC236}">
                    <a16:creationId xmlns:a16="http://schemas.microsoft.com/office/drawing/2014/main" id="{E7F1A40F-6013-B4E4-BC0A-CB7435FC28D0}"/>
                  </a:ext>
                </a:extLst>
              </p:cNvPr>
              <p:cNvSpPr/>
              <p:nvPr/>
            </p:nvSpPr>
            <p:spPr>
              <a:xfrm>
                <a:off x="5127663" y="578800"/>
                <a:ext cx="84800" cy="110325"/>
              </a:xfrm>
              <a:custGeom>
                <a:avLst/>
                <a:gdLst/>
                <a:ahLst/>
                <a:cxnLst/>
                <a:rect l="l" t="t" r="r" b="b"/>
                <a:pathLst>
                  <a:path w="3392" h="4413" extrusionOk="0">
                    <a:moveTo>
                      <a:pt x="96" y="1913"/>
                    </a:moveTo>
                    <a:lnTo>
                      <a:pt x="96" y="1913"/>
                    </a:lnTo>
                    <a:cubicBezTo>
                      <a:pt x="92" y="1913"/>
                      <a:pt x="125" y="1920"/>
                      <a:pt x="187" y="1931"/>
                    </a:cubicBezTo>
                    <a:lnTo>
                      <a:pt x="187" y="1931"/>
                    </a:lnTo>
                    <a:cubicBezTo>
                      <a:pt x="167" y="1927"/>
                      <a:pt x="147" y="1922"/>
                      <a:pt x="126" y="1918"/>
                    </a:cubicBezTo>
                    <a:cubicBezTo>
                      <a:pt x="107" y="1915"/>
                      <a:pt x="98" y="1913"/>
                      <a:pt x="96" y="1913"/>
                    </a:cubicBezTo>
                    <a:close/>
                    <a:moveTo>
                      <a:pt x="0" y="1"/>
                    </a:moveTo>
                    <a:lnTo>
                      <a:pt x="644" y="1999"/>
                    </a:lnTo>
                    <a:lnTo>
                      <a:pt x="644" y="1999"/>
                    </a:lnTo>
                    <a:cubicBezTo>
                      <a:pt x="443" y="1974"/>
                      <a:pt x="281" y="1948"/>
                      <a:pt x="187" y="1931"/>
                    </a:cubicBezTo>
                    <a:lnTo>
                      <a:pt x="187" y="1931"/>
                    </a:lnTo>
                    <a:cubicBezTo>
                      <a:pt x="369" y="1972"/>
                      <a:pt x="530" y="2023"/>
                      <a:pt x="671" y="2083"/>
                    </a:cubicBezTo>
                    <a:lnTo>
                      <a:pt x="671" y="2083"/>
                    </a:lnTo>
                    <a:lnTo>
                      <a:pt x="644" y="1999"/>
                    </a:lnTo>
                    <a:lnTo>
                      <a:pt x="644" y="1999"/>
                    </a:lnTo>
                    <a:cubicBezTo>
                      <a:pt x="932" y="2035"/>
                      <a:pt x="1301" y="2068"/>
                      <a:pt x="1666" y="2068"/>
                    </a:cubicBezTo>
                    <a:cubicBezTo>
                      <a:pt x="2344" y="2068"/>
                      <a:pt x="3009" y="1952"/>
                      <a:pt x="3117" y="1518"/>
                    </a:cubicBezTo>
                    <a:cubicBezTo>
                      <a:pt x="3391" y="526"/>
                      <a:pt x="1725" y="67"/>
                      <a:pt x="0" y="1"/>
                    </a:cubicBezTo>
                    <a:close/>
                    <a:moveTo>
                      <a:pt x="671" y="2083"/>
                    </a:moveTo>
                    <a:lnTo>
                      <a:pt x="1422" y="4413"/>
                    </a:lnTo>
                    <a:cubicBezTo>
                      <a:pt x="1422" y="4413"/>
                      <a:pt x="2209" y="2736"/>
                      <a:pt x="671" y="2083"/>
                    </a:cubicBezTo>
                    <a:close/>
                  </a:path>
                </a:pathLst>
              </a:custGeom>
              <a:solidFill>
                <a:srgbClr val="FFA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59">
                <a:extLst>
                  <a:ext uri="{FF2B5EF4-FFF2-40B4-BE49-F238E27FC236}">
                    <a16:creationId xmlns:a16="http://schemas.microsoft.com/office/drawing/2014/main" id="{6140B951-0FAC-95E8-6BF5-1EAFF8E6F4A5}"/>
                  </a:ext>
                </a:extLst>
              </p:cNvPr>
              <p:cNvSpPr/>
              <p:nvPr/>
            </p:nvSpPr>
            <p:spPr>
              <a:xfrm>
                <a:off x="5124513" y="575850"/>
                <a:ext cx="85725" cy="116425"/>
              </a:xfrm>
              <a:custGeom>
                <a:avLst/>
                <a:gdLst/>
                <a:ahLst/>
                <a:cxnLst/>
                <a:rect l="l" t="t" r="r" b="b"/>
                <a:pathLst>
                  <a:path w="3429" h="4657" extrusionOk="0">
                    <a:moveTo>
                      <a:pt x="126" y="0"/>
                    </a:moveTo>
                    <a:cubicBezTo>
                      <a:pt x="67" y="0"/>
                      <a:pt x="1" y="59"/>
                      <a:pt x="1" y="119"/>
                    </a:cubicBezTo>
                    <a:cubicBezTo>
                      <a:pt x="1" y="185"/>
                      <a:pt x="67" y="215"/>
                      <a:pt x="126" y="245"/>
                    </a:cubicBezTo>
                    <a:cubicBezTo>
                      <a:pt x="1577" y="304"/>
                      <a:pt x="2717" y="615"/>
                      <a:pt x="3058" y="1081"/>
                    </a:cubicBezTo>
                    <a:cubicBezTo>
                      <a:pt x="3184" y="1229"/>
                      <a:pt x="3214" y="1414"/>
                      <a:pt x="3147" y="1599"/>
                    </a:cubicBezTo>
                    <a:cubicBezTo>
                      <a:pt x="3062" y="1956"/>
                      <a:pt x="2445" y="2067"/>
                      <a:pt x="1748" y="2067"/>
                    </a:cubicBezTo>
                    <a:cubicBezTo>
                      <a:pt x="1232" y="2067"/>
                      <a:pt x="672" y="2006"/>
                      <a:pt x="252" y="1940"/>
                    </a:cubicBezTo>
                    <a:cubicBezTo>
                      <a:pt x="240" y="1934"/>
                      <a:pt x="227" y="1932"/>
                      <a:pt x="216" y="1932"/>
                    </a:cubicBezTo>
                    <a:cubicBezTo>
                      <a:pt x="165" y="1932"/>
                      <a:pt x="126" y="1976"/>
                      <a:pt x="126" y="2007"/>
                    </a:cubicBezTo>
                    <a:cubicBezTo>
                      <a:pt x="97" y="2036"/>
                      <a:pt x="97" y="2125"/>
                      <a:pt x="223" y="2155"/>
                    </a:cubicBezTo>
                    <a:cubicBezTo>
                      <a:pt x="867" y="2280"/>
                      <a:pt x="1296" y="2562"/>
                      <a:pt x="1481" y="2962"/>
                    </a:cubicBezTo>
                    <a:cubicBezTo>
                      <a:pt x="1851" y="3635"/>
                      <a:pt x="1452" y="4501"/>
                      <a:pt x="1452" y="4501"/>
                    </a:cubicBezTo>
                    <a:cubicBezTo>
                      <a:pt x="1422" y="4561"/>
                      <a:pt x="1452" y="4627"/>
                      <a:pt x="1518" y="4657"/>
                    </a:cubicBezTo>
                    <a:lnTo>
                      <a:pt x="1548" y="4657"/>
                    </a:lnTo>
                    <a:cubicBezTo>
                      <a:pt x="1577" y="4657"/>
                      <a:pt x="1637" y="4627"/>
                      <a:pt x="1637" y="4598"/>
                    </a:cubicBezTo>
                    <a:cubicBezTo>
                      <a:pt x="1666" y="4561"/>
                      <a:pt x="2103" y="3635"/>
                      <a:pt x="1703" y="2865"/>
                    </a:cubicBezTo>
                    <a:cubicBezTo>
                      <a:pt x="1577" y="2621"/>
                      <a:pt x="1392" y="2406"/>
                      <a:pt x="1148" y="2251"/>
                    </a:cubicBezTo>
                    <a:lnTo>
                      <a:pt x="1148" y="2251"/>
                    </a:lnTo>
                    <a:cubicBezTo>
                      <a:pt x="1368" y="2273"/>
                      <a:pt x="1603" y="2287"/>
                      <a:pt x="1836" y="2287"/>
                    </a:cubicBezTo>
                    <a:cubicBezTo>
                      <a:pt x="2545" y="2287"/>
                      <a:pt x="3230" y="2151"/>
                      <a:pt x="3369" y="1666"/>
                    </a:cubicBezTo>
                    <a:cubicBezTo>
                      <a:pt x="3428" y="1414"/>
                      <a:pt x="3399" y="1170"/>
                      <a:pt x="3243" y="955"/>
                    </a:cubicBezTo>
                    <a:cubicBezTo>
                      <a:pt x="2688" y="215"/>
                      <a:pt x="867" y="30"/>
                      <a:pt x="1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59">
                <a:extLst>
                  <a:ext uri="{FF2B5EF4-FFF2-40B4-BE49-F238E27FC236}">
                    <a16:creationId xmlns:a16="http://schemas.microsoft.com/office/drawing/2014/main" id="{E6287F4A-B9A7-F222-1B07-81E7EF42476E}"/>
                  </a:ext>
                </a:extLst>
              </p:cNvPr>
              <p:cNvSpPr/>
              <p:nvPr/>
            </p:nvSpPr>
            <p:spPr>
              <a:xfrm>
                <a:off x="4968113" y="716125"/>
                <a:ext cx="284375" cy="485500"/>
              </a:xfrm>
              <a:custGeom>
                <a:avLst/>
                <a:gdLst/>
                <a:ahLst/>
                <a:cxnLst/>
                <a:rect l="l" t="t" r="r" b="b"/>
                <a:pathLst>
                  <a:path w="11375" h="19420" extrusionOk="0">
                    <a:moveTo>
                      <a:pt x="3206" y="1"/>
                    </a:moveTo>
                    <a:lnTo>
                      <a:pt x="2777" y="2992"/>
                    </a:lnTo>
                    <a:lnTo>
                      <a:pt x="1385" y="11905"/>
                    </a:lnTo>
                    <a:lnTo>
                      <a:pt x="1" y="16073"/>
                    </a:lnTo>
                    <a:lnTo>
                      <a:pt x="2311" y="18168"/>
                    </a:lnTo>
                    <a:cubicBezTo>
                      <a:pt x="3195" y="19031"/>
                      <a:pt x="4280" y="19419"/>
                      <a:pt x="5344" y="19419"/>
                    </a:cubicBezTo>
                    <a:cubicBezTo>
                      <a:pt x="7513" y="19419"/>
                      <a:pt x="9599" y="17806"/>
                      <a:pt x="9743" y="15303"/>
                    </a:cubicBezTo>
                    <a:lnTo>
                      <a:pt x="11350" y="216"/>
                    </a:lnTo>
                    <a:cubicBezTo>
                      <a:pt x="11374" y="167"/>
                      <a:pt x="11339" y="119"/>
                      <a:pt x="11289" y="119"/>
                    </a:cubicBezTo>
                    <a:cubicBezTo>
                      <a:pt x="11278" y="119"/>
                      <a:pt x="11266" y="121"/>
                      <a:pt x="11254" y="127"/>
                    </a:cubicBezTo>
                    <a:cubicBezTo>
                      <a:pt x="9996" y="571"/>
                      <a:pt x="8688" y="795"/>
                      <a:pt x="7382" y="795"/>
                    </a:cubicBezTo>
                    <a:cubicBezTo>
                      <a:pt x="5967" y="795"/>
                      <a:pt x="4554" y="532"/>
                      <a:pt x="32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59">
                <a:extLst>
                  <a:ext uri="{FF2B5EF4-FFF2-40B4-BE49-F238E27FC236}">
                    <a16:creationId xmlns:a16="http://schemas.microsoft.com/office/drawing/2014/main" id="{76E68522-8FFE-8152-5EC5-FBFD88798499}"/>
                  </a:ext>
                </a:extLst>
              </p:cNvPr>
              <p:cNvSpPr/>
              <p:nvPr/>
            </p:nvSpPr>
            <p:spPr>
              <a:xfrm>
                <a:off x="4965713" y="713225"/>
                <a:ext cx="289300" cy="491175"/>
              </a:xfrm>
              <a:custGeom>
                <a:avLst/>
                <a:gdLst/>
                <a:ahLst/>
                <a:cxnLst/>
                <a:rect l="l" t="t" r="r" b="b"/>
                <a:pathLst>
                  <a:path w="11572" h="19647" extrusionOk="0">
                    <a:moveTo>
                      <a:pt x="3317" y="0"/>
                    </a:moveTo>
                    <a:cubicBezTo>
                      <a:pt x="3302" y="0"/>
                      <a:pt x="3288" y="9"/>
                      <a:pt x="3273" y="28"/>
                    </a:cubicBezTo>
                    <a:cubicBezTo>
                      <a:pt x="3243" y="28"/>
                      <a:pt x="3206" y="58"/>
                      <a:pt x="3206" y="87"/>
                    </a:cubicBezTo>
                    <a:lnTo>
                      <a:pt x="1392" y="11991"/>
                    </a:lnTo>
                    <a:cubicBezTo>
                      <a:pt x="1355" y="12058"/>
                      <a:pt x="1422" y="12117"/>
                      <a:pt x="1481" y="12117"/>
                    </a:cubicBezTo>
                    <a:cubicBezTo>
                      <a:pt x="1492" y="12123"/>
                      <a:pt x="1502" y="12125"/>
                      <a:pt x="1511" y="12125"/>
                    </a:cubicBezTo>
                    <a:cubicBezTo>
                      <a:pt x="1554" y="12125"/>
                      <a:pt x="1583" y="12076"/>
                      <a:pt x="1607" y="12021"/>
                    </a:cubicBezTo>
                    <a:lnTo>
                      <a:pt x="3391" y="272"/>
                    </a:lnTo>
                    <a:cubicBezTo>
                      <a:pt x="4713" y="765"/>
                      <a:pt x="6100" y="1011"/>
                      <a:pt x="7489" y="1011"/>
                    </a:cubicBezTo>
                    <a:cubicBezTo>
                      <a:pt x="8791" y="1011"/>
                      <a:pt x="10096" y="795"/>
                      <a:pt x="11350" y="361"/>
                    </a:cubicBezTo>
                    <a:lnTo>
                      <a:pt x="11350" y="361"/>
                    </a:lnTo>
                    <a:lnTo>
                      <a:pt x="9721" y="15419"/>
                    </a:lnTo>
                    <a:cubicBezTo>
                      <a:pt x="9625" y="17114"/>
                      <a:pt x="8573" y="18536"/>
                      <a:pt x="7004" y="19150"/>
                    </a:cubicBezTo>
                    <a:cubicBezTo>
                      <a:pt x="6500" y="19337"/>
                      <a:pt x="5981" y="19430"/>
                      <a:pt x="5468" y="19430"/>
                    </a:cubicBezTo>
                    <a:cubicBezTo>
                      <a:pt x="4378" y="19430"/>
                      <a:pt x="3319" y="19011"/>
                      <a:pt x="2503" y="18195"/>
                    </a:cubicBezTo>
                    <a:lnTo>
                      <a:pt x="186" y="16130"/>
                    </a:lnTo>
                    <a:cubicBezTo>
                      <a:pt x="156" y="16096"/>
                      <a:pt x="125" y="16080"/>
                      <a:pt x="97" y="16080"/>
                    </a:cubicBezTo>
                    <a:cubicBezTo>
                      <a:pt x="69" y="16080"/>
                      <a:pt x="45" y="16096"/>
                      <a:pt x="30" y="16130"/>
                    </a:cubicBezTo>
                    <a:cubicBezTo>
                      <a:pt x="1" y="16159"/>
                      <a:pt x="1" y="16248"/>
                      <a:pt x="30" y="16278"/>
                    </a:cubicBezTo>
                    <a:lnTo>
                      <a:pt x="2347" y="18380"/>
                    </a:lnTo>
                    <a:cubicBezTo>
                      <a:pt x="3206" y="19209"/>
                      <a:pt x="4317" y="19646"/>
                      <a:pt x="5464" y="19646"/>
                    </a:cubicBezTo>
                    <a:cubicBezTo>
                      <a:pt x="5982" y="19646"/>
                      <a:pt x="6538" y="19550"/>
                      <a:pt x="7093" y="19335"/>
                    </a:cubicBezTo>
                    <a:cubicBezTo>
                      <a:pt x="8729" y="18684"/>
                      <a:pt x="9839" y="17203"/>
                      <a:pt x="9936" y="15419"/>
                    </a:cubicBezTo>
                    <a:lnTo>
                      <a:pt x="11572" y="332"/>
                    </a:lnTo>
                    <a:cubicBezTo>
                      <a:pt x="11572" y="272"/>
                      <a:pt x="11535" y="213"/>
                      <a:pt x="11505" y="146"/>
                    </a:cubicBezTo>
                    <a:cubicBezTo>
                      <a:pt x="11446" y="117"/>
                      <a:pt x="11387" y="117"/>
                      <a:pt x="11320" y="117"/>
                    </a:cubicBezTo>
                    <a:cubicBezTo>
                      <a:pt x="10065" y="565"/>
                      <a:pt x="8752" y="789"/>
                      <a:pt x="7444" y="789"/>
                    </a:cubicBezTo>
                    <a:cubicBezTo>
                      <a:pt x="6053" y="789"/>
                      <a:pt x="4667" y="536"/>
                      <a:pt x="3362" y="28"/>
                    </a:cubicBezTo>
                    <a:cubicBezTo>
                      <a:pt x="3347" y="9"/>
                      <a:pt x="3332" y="0"/>
                      <a:pt x="3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59">
                <a:extLst>
                  <a:ext uri="{FF2B5EF4-FFF2-40B4-BE49-F238E27FC236}">
                    <a16:creationId xmlns:a16="http://schemas.microsoft.com/office/drawing/2014/main" id="{0347D082-5F90-C750-C056-60D2B16D82A1}"/>
                  </a:ext>
                </a:extLst>
              </p:cNvPr>
              <p:cNvSpPr/>
              <p:nvPr/>
            </p:nvSpPr>
            <p:spPr>
              <a:xfrm>
                <a:off x="5062888" y="744200"/>
                <a:ext cx="2240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896" h="806" extrusionOk="0">
                    <a:moveTo>
                      <a:pt x="438" y="0"/>
                    </a:moveTo>
                    <a:cubicBezTo>
                      <a:pt x="279" y="0"/>
                      <a:pt x="113" y="92"/>
                      <a:pt x="59" y="270"/>
                    </a:cubicBezTo>
                    <a:cubicBezTo>
                      <a:pt x="0" y="484"/>
                      <a:pt x="96" y="699"/>
                      <a:pt x="311" y="788"/>
                    </a:cubicBezTo>
                    <a:cubicBezTo>
                      <a:pt x="350" y="800"/>
                      <a:pt x="389" y="806"/>
                      <a:pt x="428" y="806"/>
                    </a:cubicBezTo>
                    <a:cubicBezTo>
                      <a:pt x="600" y="806"/>
                      <a:pt x="758" y="690"/>
                      <a:pt x="837" y="514"/>
                    </a:cubicBezTo>
                    <a:cubicBezTo>
                      <a:pt x="896" y="329"/>
                      <a:pt x="770" y="85"/>
                      <a:pt x="555" y="18"/>
                    </a:cubicBezTo>
                    <a:cubicBezTo>
                      <a:pt x="518" y="6"/>
                      <a:pt x="478" y="0"/>
                      <a:pt x="4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59">
                <a:extLst>
                  <a:ext uri="{FF2B5EF4-FFF2-40B4-BE49-F238E27FC236}">
                    <a16:creationId xmlns:a16="http://schemas.microsoft.com/office/drawing/2014/main" id="{4DF76DC9-5EBA-7249-3A1E-44900717A5C8}"/>
                  </a:ext>
                </a:extLst>
              </p:cNvPr>
              <p:cNvSpPr/>
              <p:nvPr/>
            </p:nvSpPr>
            <p:spPr>
              <a:xfrm>
                <a:off x="5059738" y="741175"/>
                <a:ext cx="27050" cy="25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35" extrusionOk="0">
                    <a:moveTo>
                      <a:pt x="652" y="235"/>
                    </a:moveTo>
                    <a:cubicBezTo>
                      <a:pt x="741" y="265"/>
                      <a:pt x="807" y="324"/>
                      <a:pt x="837" y="391"/>
                    </a:cubicBezTo>
                    <a:cubicBezTo>
                      <a:pt x="867" y="450"/>
                      <a:pt x="867" y="539"/>
                      <a:pt x="837" y="605"/>
                    </a:cubicBezTo>
                    <a:cubicBezTo>
                      <a:pt x="790" y="728"/>
                      <a:pt x="684" y="809"/>
                      <a:pt x="565" y="809"/>
                    </a:cubicBezTo>
                    <a:cubicBezTo>
                      <a:pt x="533" y="809"/>
                      <a:pt x="500" y="803"/>
                      <a:pt x="467" y="790"/>
                    </a:cubicBezTo>
                    <a:cubicBezTo>
                      <a:pt x="311" y="724"/>
                      <a:pt x="252" y="576"/>
                      <a:pt x="282" y="420"/>
                    </a:cubicBezTo>
                    <a:cubicBezTo>
                      <a:pt x="311" y="354"/>
                      <a:pt x="371" y="294"/>
                      <a:pt x="437" y="265"/>
                    </a:cubicBezTo>
                    <a:cubicBezTo>
                      <a:pt x="467" y="235"/>
                      <a:pt x="526" y="235"/>
                      <a:pt x="556" y="235"/>
                    </a:cubicBezTo>
                    <a:close/>
                    <a:moveTo>
                      <a:pt x="532" y="0"/>
                    </a:moveTo>
                    <a:cubicBezTo>
                      <a:pt x="467" y="0"/>
                      <a:pt x="404" y="17"/>
                      <a:pt x="341" y="50"/>
                    </a:cubicBezTo>
                    <a:cubicBezTo>
                      <a:pt x="222" y="109"/>
                      <a:pt x="126" y="235"/>
                      <a:pt x="97" y="354"/>
                    </a:cubicBezTo>
                    <a:cubicBezTo>
                      <a:pt x="0" y="635"/>
                      <a:pt x="126" y="909"/>
                      <a:pt x="408" y="1005"/>
                    </a:cubicBezTo>
                    <a:cubicBezTo>
                      <a:pt x="467" y="1005"/>
                      <a:pt x="496" y="1035"/>
                      <a:pt x="556" y="1035"/>
                    </a:cubicBezTo>
                    <a:cubicBezTo>
                      <a:pt x="778" y="1035"/>
                      <a:pt x="992" y="879"/>
                      <a:pt x="1052" y="665"/>
                    </a:cubicBezTo>
                    <a:cubicBezTo>
                      <a:pt x="1081" y="539"/>
                      <a:pt x="1081" y="420"/>
                      <a:pt x="1022" y="294"/>
                    </a:cubicBezTo>
                    <a:cubicBezTo>
                      <a:pt x="963" y="169"/>
                      <a:pt x="867" y="80"/>
                      <a:pt x="741" y="50"/>
                    </a:cubicBezTo>
                    <a:cubicBezTo>
                      <a:pt x="667" y="17"/>
                      <a:pt x="598" y="0"/>
                      <a:pt x="5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59">
                <a:extLst>
                  <a:ext uri="{FF2B5EF4-FFF2-40B4-BE49-F238E27FC236}">
                    <a16:creationId xmlns:a16="http://schemas.microsoft.com/office/drawing/2014/main" id="{F6B80866-E01B-71C3-530A-FF81F455A0B7}"/>
                  </a:ext>
                </a:extLst>
              </p:cNvPr>
              <p:cNvSpPr/>
              <p:nvPr/>
            </p:nvSpPr>
            <p:spPr>
              <a:xfrm>
                <a:off x="5035863" y="775250"/>
                <a:ext cx="108100" cy="21975"/>
              </a:xfrm>
              <a:custGeom>
                <a:avLst/>
                <a:gdLst/>
                <a:ahLst/>
                <a:cxnLst/>
                <a:rect l="l" t="t" r="r" b="b"/>
                <a:pathLst>
                  <a:path w="4324" h="879" extrusionOk="0">
                    <a:moveTo>
                      <a:pt x="108" y="1"/>
                    </a:moveTo>
                    <a:cubicBezTo>
                      <a:pt x="66" y="1"/>
                      <a:pt x="30" y="28"/>
                      <a:pt x="30" y="71"/>
                    </a:cubicBezTo>
                    <a:cubicBezTo>
                      <a:pt x="0" y="138"/>
                      <a:pt x="30" y="197"/>
                      <a:pt x="97" y="197"/>
                    </a:cubicBezTo>
                    <a:cubicBezTo>
                      <a:pt x="1577" y="753"/>
                      <a:pt x="2688" y="878"/>
                      <a:pt x="3361" y="878"/>
                    </a:cubicBezTo>
                    <a:cubicBezTo>
                      <a:pt x="3917" y="878"/>
                      <a:pt x="4198" y="812"/>
                      <a:pt x="4228" y="812"/>
                    </a:cubicBezTo>
                    <a:cubicBezTo>
                      <a:pt x="4287" y="782"/>
                      <a:pt x="4324" y="723"/>
                      <a:pt x="4287" y="656"/>
                    </a:cubicBezTo>
                    <a:cubicBezTo>
                      <a:pt x="4287" y="613"/>
                      <a:pt x="4255" y="585"/>
                      <a:pt x="4215" y="585"/>
                    </a:cubicBezTo>
                    <a:cubicBezTo>
                      <a:pt x="4200" y="585"/>
                      <a:pt x="4184" y="589"/>
                      <a:pt x="4168" y="597"/>
                    </a:cubicBezTo>
                    <a:cubicBezTo>
                      <a:pt x="4155" y="597"/>
                      <a:pt x="3888" y="668"/>
                      <a:pt x="3373" y="668"/>
                    </a:cubicBezTo>
                    <a:cubicBezTo>
                      <a:pt x="2709" y="668"/>
                      <a:pt x="1632" y="550"/>
                      <a:pt x="156" y="12"/>
                    </a:cubicBezTo>
                    <a:cubicBezTo>
                      <a:pt x="140" y="4"/>
                      <a:pt x="124" y="1"/>
                      <a:pt x="1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59">
                <a:extLst>
                  <a:ext uri="{FF2B5EF4-FFF2-40B4-BE49-F238E27FC236}">
                    <a16:creationId xmlns:a16="http://schemas.microsoft.com/office/drawing/2014/main" id="{04B6D8D9-BAB5-ADA5-2624-166123E81CA1}"/>
                  </a:ext>
                </a:extLst>
              </p:cNvPr>
              <p:cNvSpPr/>
              <p:nvPr/>
            </p:nvSpPr>
            <p:spPr>
              <a:xfrm>
                <a:off x="4734363" y="1189850"/>
                <a:ext cx="111825" cy="207850"/>
              </a:xfrm>
              <a:custGeom>
                <a:avLst/>
                <a:gdLst/>
                <a:ahLst/>
                <a:cxnLst/>
                <a:rect l="l" t="t" r="r" b="b"/>
                <a:pathLst>
                  <a:path w="4473" h="8314" extrusionOk="0">
                    <a:moveTo>
                      <a:pt x="3211" y="0"/>
                    </a:moveTo>
                    <a:cubicBezTo>
                      <a:pt x="2367" y="0"/>
                      <a:pt x="1252" y="1566"/>
                      <a:pt x="652" y="3691"/>
                    </a:cubicBezTo>
                    <a:cubicBezTo>
                      <a:pt x="0" y="5978"/>
                      <a:pt x="186" y="8044"/>
                      <a:pt x="1081" y="8288"/>
                    </a:cubicBezTo>
                    <a:cubicBezTo>
                      <a:pt x="1140" y="8305"/>
                      <a:pt x="1199" y="8313"/>
                      <a:pt x="1261" y="8313"/>
                    </a:cubicBezTo>
                    <a:cubicBezTo>
                      <a:pt x="2110" y="8313"/>
                      <a:pt x="3220" y="6720"/>
                      <a:pt x="3828" y="4586"/>
                    </a:cubicBezTo>
                    <a:cubicBezTo>
                      <a:pt x="4472" y="2306"/>
                      <a:pt x="4257" y="270"/>
                      <a:pt x="3391" y="26"/>
                    </a:cubicBezTo>
                    <a:cubicBezTo>
                      <a:pt x="3333" y="9"/>
                      <a:pt x="3272" y="0"/>
                      <a:pt x="3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59">
                <a:extLst>
                  <a:ext uri="{FF2B5EF4-FFF2-40B4-BE49-F238E27FC236}">
                    <a16:creationId xmlns:a16="http://schemas.microsoft.com/office/drawing/2014/main" id="{4D1070E7-B501-C87F-14D6-C71F7160DE11}"/>
                  </a:ext>
                </a:extLst>
              </p:cNvPr>
              <p:cNvSpPr/>
              <p:nvPr/>
            </p:nvSpPr>
            <p:spPr>
              <a:xfrm>
                <a:off x="4736763" y="1186725"/>
                <a:ext cx="107200" cy="2134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8539" extrusionOk="0">
                    <a:moveTo>
                      <a:pt x="3266" y="240"/>
                    </a:moveTo>
                    <a:cubicBezTo>
                      <a:pt x="3636" y="366"/>
                      <a:pt x="3887" y="891"/>
                      <a:pt x="3976" y="1691"/>
                    </a:cubicBezTo>
                    <a:cubicBezTo>
                      <a:pt x="4035" y="2520"/>
                      <a:pt x="3917" y="3601"/>
                      <a:pt x="3606" y="4682"/>
                    </a:cubicBezTo>
                    <a:cubicBezTo>
                      <a:pt x="3295" y="5792"/>
                      <a:pt x="2866" y="6747"/>
                      <a:pt x="2340" y="7458"/>
                    </a:cubicBezTo>
                    <a:cubicBezTo>
                      <a:pt x="1946" y="8017"/>
                      <a:pt x="1525" y="8320"/>
                      <a:pt x="1180" y="8320"/>
                    </a:cubicBezTo>
                    <a:cubicBezTo>
                      <a:pt x="1123" y="8320"/>
                      <a:pt x="1068" y="8311"/>
                      <a:pt x="1015" y="8294"/>
                    </a:cubicBezTo>
                    <a:cubicBezTo>
                      <a:pt x="645" y="8198"/>
                      <a:pt x="371" y="7673"/>
                      <a:pt x="304" y="6873"/>
                    </a:cubicBezTo>
                    <a:cubicBezTo>
                      <a:pt x="215" y="6007"/>
                      <a:pt x="371" y="4963"/>
                      <a:pt x="645" y="3853"/>
                    </a:cubicBezTo>
                    <a:cubicBezTo>
                      <a:pt x="1230" y="1817"/>
                      <a:pt x="2311" y="240"/>
                      <a:pt x="3110" y="240"/>
                    </a:cubicBezTo>
                    <a:close/>
                    <a:moveTo>
                      <a:pt x="3136" y="1"/>
                    </a:moveTo>
                    <a:cubicBezTo>
                      <a:pt x="2205" y="1"/>
                      <a:pt x="1068" y="1568"/>
                      <a:pt x="460" y="3786"/>
                    </a:cubicBezTo>
                    <a:cubicBezTo>
                      <a:pt x="119" y="4926"/>
                      <a:pt x="1" y="6007"/>
                      <a:pt x="90" y="6903"/>
                    </a:cubicBezTo>
                    <a:cubicBezTo>
                      <a:pt x="186" y="7798"/>
                      <a:pt x="489" y="8383"/>
                      <a:pt x="956" y="8509"/>
                    </a:cubicBezTo>
                    <a:cubicBezTo>
                      <a:pt x="1015" y="8539"/>
                      <a:pt x="1074" y="8539"/>
                      <a:pt x="1170" y="8539"/>
                    </a:cubicBezTo>
                    <a:cubicBezTo>
                      <a:pt x="1570" y="8539"/>
                      <a:pt x="2066" y="8198"/>
                      <a:pt x="2525" y="7584"/>
                    </a:cubicBezTo>
                    <a:cubicBezTo>
                      <a:pt x="3051" y="6873"/>
                      <a:pt x="3517" y="5888"/>
                      <a:pt x="3821" y="4741"/>
                    </a:cubicBezTo>
                    <a:cubicBezTo>
                      <a:pt x="4132" y="3631"/>
                      <a:pt x="4287" y="2557"/>
                      <a:pt x="4191" y="1661"/>
                    </a:cubicBezTo>
                    <a:cubicBezTo>
                      <a:pt x="4102" y="736"/>
                      <a:pt x="3791" y="181"/>
                      <a:pt x="3332" y="25"/>
                    </a:cubicBezTo>
                    <a:cubicBezTo>
                      <a:pt x="3268" y="9"/>
                      <a:pt x="3203" y="1"/>
                      <a:pt x="31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59">
                <a:extLst>
                  <a:ext uri="{FF2B5EF4-FFF2-40B4-BE49-F238E27FC236}">
                    <a16:creationId xmlns:a16="http://schemas.microsoft.com/office/drawing/2014/main" id="{AAB84B1E-FBFE-6241-FF51-BD82C04D17C2}"/>
                  </a:ext>
                </a:extLst>
              </p:cNvPr>
              <p:cNvSpPr/>
              <p:nvPr/>
            </p:nvSpPr>
            <p:spPr>
              <a:xfrm>
                <a:off x="4956463" y="1279875"/>
                <a:ext cx="118850" cy="98775"/>
              </a:xfrm>
              <a:custGeom>
                <a:avLst/>
                <a:gdLst/>
                <a:ahLst/>
                <a:cxnLst/>
                <a:rect l="l" t="t" r="r" b="b"/>
                <a:pathLst>
                  <a:path w="4754" h="3951" extrusionOk="0">
                    <a:moveTo>
                      <a:pt x="0" y="1"/>
                    </a:moveTo>
                    <a:lnTo>
                      <a:pt x="156" y="2621"/>
                    </a:lnTo>
                    <a:lnTo>
                      <a:pt x="2932" y="3858"/>
                    </a:lnTo>
                    <a:cubicBezTo>
                      <a:pt x="3076" y="3920"/>
                      <a:pt x="3232" y="3950"/>
                      <a:pt x="3392" y="3950"/>
                    </a:cubicBezTo>
                    <a:cubicBezTo>
                      <a:pt x="3708" y="3950"/>
                      <a:pt x="4044" y="3832"/>
                      <a:pt x="4353" y="3606"/>
                    </a:cubicBezTo>
                    <a:cubicBezTo>
                      <a:pt x="4687" y="3332"/>
                      <a:pt x="4753" y="2747"/>
                      <a:pt x="4442" y="2562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A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59">
                <a:extLst>
                  <a:ext uri="{FF2B5EF4-FFF2-40B4-BE49-F238E27FC236}">
                    <a16:creationId xmlns:a16="http://schemas.microsoft.com/office/drawing/2014/main" id="{3CFA20F8-4196-7773-67F0-F9C8575C4193}"/>
                  </a:ext>
                </a:extLst>
              </p:cNvPr>
              <p:cNvSpPr/>
              <p:nvPr/>
            </p:nvSpPr>
            <p:spPr>
              <a:xfrm>
                <a:off x="4953313" y="1276925"/>
                <a:ext cx="122725" cy="104025"/>
              </a:xfrm>
              <a:custGeom>
                <a:avLst/>
                <a:gdLst/>
                <a:ahLst/>
                <a:cxnLst/>
                <a:rect l="l" t="t" r="r" b="b"/>
                <a:pathLst>
                  <a:path w="4909" h="4161" extrusionOk="0">
                    <a:moveTo>
                      <a:pt x="252" y="304"/>
                    </a:moveTo>
                    <a:lnTo>
                      <a:pt x="4509" y="2769"/>
                    </a:lnTo>
                    <a:cubicBezTo>
                      <a:pt x="4628" y="2836"/>
                      <a:pt x="4665" y="2984"/>
                      <a:pt x="4665" y="3080"/>
                    </a:cubicBezTo>
                    <a:cubicBezTo>
                      <a:pt x="4665" y="3265"/>
                      <a:pt x="4568" y="3509"/>
                      <a:pt x="4413" y="3635"/>
                    </a:cubicBezTo>
                    <a:cubicBezTo>
                      <a:pt x="4133" y="3838"/>
                      <a:pt x="3826" y="3946"/>
                      <a:pt x="3543" y="3946"/>
                    </a:cubicBezTo>
                    <a:cubicBezTo>
                      <a:pt x="3391" y="3946"/>
                      <a:pt x="3247" y="3915"/>
                      <a:pt x="3117" y="3850"/>
                    </a:cubicBezTo>
                    <a:lnTo>
                      <a:pt x="408" y="2651"/>
                    </a:lnTo>
                    <a:lnTo>
                      <a:pt x="252" y="304"/>
                    </a:lnTo>
                    <a:close/>
                    <a:moveTo>
                      <a:pt x="115" y="0"/>
                    </a:moveTo>
                    <a:cubicBezTo>
                      <a:pt x="97" y="0"/>
                      <a:pt x="82" y="8"/>
                      <a:pt x="67" y="23"/>
                    </a:cubicBezTo>
                    <a:cubicBezTo>
                      <a:pt x="38" y="60"/>
                      <a:pt x="1" y="89"/>
                      <a:pt x="1" y="119"/>
                    </a:cubicBezTo>
                    <a:lnTo>
                      <a:pt x="186" y="2739"/>
                    </a:lnTo>
                    <a:cubicBezTo>
                      <a:pt x="186" y="2769"/>
                      <a:pt x="223" y="2836"/>
                      <a:pt x="252" y="2836"/>
                    </a:cubicBezTo>
                    <a:lnTo>
                      <a:pt x="3028" y="4065"/>
                    </a:lnTo>
                    <a:cubicBezTo>
                      <a:pt x="3184" y="4131"/>
                      <a:pt x="3369" y="4161"/>
                      <a:pt x="3517" y="4161"/>
                    </a:cubicBezTo>
                    <a:cubicBezTo>
                      <a:pt x="3858" y="4161"/>
                      <a:pt x="4228" y="4035"/>
                      <a:pt x="4539" y="3820"/>
                    </a:cubicBezTo>
                    <a:cubicBezTo>
                      <a:pt x="4753" y="3635"/>
                      <a:pt x="4909" y="3324"/>
                      <a:pt x="4879" y="3050"/>
                    </a:cubicBezTo>
                    <a:cubicBezTo>
                      <a:pt x="4879" y="2836"/>
                      <a:pt x="4753" y="2680"/>
                      <a:pt x="4598" y="2584"/>
                    </a:cubicBezTo>
                    <a:lnTo>
                      <a:pt x="186" y="23"/>
                    </a:lnTo>
                    <a:cubicBezTo>
                      <a:pt x="156" y="8"/>
                      <a:pt x="134" y="0"/>
                      <a:pt x="1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59">
                <a:extLst>
                  <a:ext uri="{FF2B5EF4-FFF2-40B4-BE49-F238E27FC236}">
                    <a16:creationId xmlns:a16="http://schemas.microsoft.com/office/drawing/2014/main" id="{0C7C2C77-20F7-41AE-ADBA-79A9A89A09F5}"/>
                  </a:ext>
                </a:extLst>
              </p:cNvPr>
              <p:cNvSpPr/>
              <p:nvPr/>
            </p:nvSpPr>
            <p:spPr>
              <a:xfrm>
                <a:off x="4580938" y="1200475"/>
                <a:ext cx="404600" cy="229200"/>
              </a:xfrm>
              <a:custGeom>
                <a:avLst/>
                <a:gdLst/>
                <a:ahLst/>
                <a:cxnLst/>
                <a:rect l="l" t="t" r="r" b="b"/>
                <a:pathLst>
                  <a:path w="16184" h="9168" extrusionOk="0">
                    <a:moveTo>
                      <a:pt x="6634" y="1"/>
                    </a:moveTo>
                    <a:lnTo>
                      <a:pt x="0" y="4443"/>
                    </a:lnTo>
                    <a:lnTo>
                      <a:pt x="8699" y="6938"/>
                    </a:lnTo>
                    <a:cubicBezTo>
                      <a:pt x="8914" y="7004"/>
                      <a:pt x="9099" y="7189"/>
                      <a:pt x="9195" y="7374"/>
                    </a:cubicBezTo>
                    <a:cubicBezTo>
                      <a:pt x="9717" y="8473"/>
                      <a:pt x="10807" y="9167"/>
                      <a:pt x="12011" y="9167"/>
                    </a:cubicBezTo>
                    <a:cubicBezTo>
                      <a:pt x="12089" y="9167"/>
                      <a:pt x="12167" y="9164"/>
                      <a:pt x="12245" y="9158"/>
                    </a:cubicBezTo>
                    <a:lnTo>
                      <a:pt x="13726" y="9040"/>
                    </a:lnTo>
                    <a:cubicBezTo>
                      <a:pt x="13858" y="9049"/>
                      <a:pt x="13982" y="9053"/>
                      <a:pt x="14101" y="9053"/>
                    </a:cubicBezTo>
                    <a:cubicBezTo>
                      <a:pt x="15923" y="9053"/>
                      <a:pt x="16184" y="8021"/>
                      <a:pt x="16073" y="7152"/>
                    </a:cubicBezTo>
                    <a:lnTo>
                      <a:pt x="15762" y="4998"/>
                    </a:lnTo>
                    <a:cubicBezTo>
                      <a:pt x="15732" y="3858"/>
                      <a:pt x="15021" y="2836"/>
                      <a:pt x="13940" y="2436"/>
                    </a:cubicBezTo>
                    <a:lnTo>
                      <a:pt x="6634" y="1"/>
                    </a:lnTo>
                    <a:close/>
                  </a:path>
                </a:pathLst>
              </a:custGeom>
              <a:solidFill>
                <a:srgbClr val="FFA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59">
                <a:extLst>
                  <a:ext uri="{FF2B5EF4-FFF2-40B4-BE49-F238E27FC236}">
                    <a16:creationId xmlns:a16="http://schemas.microsoft.com/office/drawing/2014/main" id="{C1DED1BF-34B5-B363-BAE5-16FB8C012B8F}"/>
                  </a:ext>
                </a:extLst>
              </p:cNvPr>
              <p:cNvSpPr/>
              <p:nvPr/>
            </p:nvSpPr>
            <p:spPr>
              <a:xfrm>
                <a:off x="4578513" y="1198075"/>
                <a:ext cx="408875" cy="234525"/>
              </a:xfrm>
              <a:custGeom>
                <a:avLst/>
                <a:gdLst/>
                <a:ahLst/>
                <a:cxnLst/>
                <a:rect l="l" t="t" r="r" b="b"/>
                <a:pathLst>
                  <a:path w="16355" h="9381" extrusionOk="0">
                    <a:moveTo>
                      <a:pt x="6731" y="215"/>
                    </a:moveTo>
                    <a:lnTo>
                      <a:pt x="14008" y="2658"/>
                    </a:lnTo>
                    <a:cubicBezTo>
                      <a:pt x="15030" y="3028"/>
                      <a:pt x="15733" y="4013"/>
                      <a:pt x="15733" y="5094"/>
                    </a:cubicBezTo>
                    <a:lnTo>
                      <a:pt x="15733" y="5124"/>
                    </a:lnTo>
                    <a:lnTo>
                      <a:pt x="16044" y="7285"/>
                    </a:lnTo>
                    <a:cubicBezTo>
                      <a:pt x="16103" y="7655"/>
                      <a:pt x="16073" y="8174"/>
                      <a:pt x="15733" y="8544"/>
                    </a:cubicBezTo>
                    <a:cubicBezTo>
                      <a:pt x="15446" y="8894"/>
                      <a:pt x="14925" y="9052"/>
                      <a:pt x="14196" y="9052"/>
                    </a:cubicBezTo>
                    <a:cubicBezTo>
                      <a:pt x="14077" y="9052"/>
                      <a:pt x="13953" y="9048"/>
                      <a:pt x="13823" y="9040"/>
                    </a:cubicBezTo>
                    <a:lnTo>
                      <a:pt x="12313" y="9166"/>
                    </a:lnTo>
                    <a:cubicBezTo>
                      <a:pt x="12243" y="9171"/>
                      <a:pt x="12173" y="9173"/>
                      <a:pt x="12104" y="9173"/>
                    </a:cubicBezTo>
                    <a:cubicBezTo>
                      <a:pt x="10946" y="9173"/>
                      <a:pt x="9877" y="8481"/>
                      <a:pt x="9381" y="7433"/>
                    </a:cubicBezTo>
                    <a:cubicBezTo>
                      <a:pt x="9292" y="7189"/>
                      <a:pt x="9070" y="7004"/>
                      <a:pt x="8826" y="6915"/>
                    </a:cubicBezTo>
                    <a:lnTo>
                      <a:pt x="371" y="4472"/>
                    </a:lnTo>
                    <a:lnTo>
                      <a:pt x="6731" y="215"/>
                    </a:lnTo>
                    <a:close/>
                    <a:moveTo>
                      <a:pt x="6664" y="1"/>
                    </a:moveTo>
                    <a:lnTo>
                      <a:pt x="68" y="4442"/>
                    </a:lnTo>
                    <a:cubicBezTo>
                      <a:pt x="1" y="4442"/>
                      <a:pt x="1" y="4509"/>
                      <a:pt x="1" y="4539"/>
                    </a:cubicBezTo>
                    <a:cubicBezTo>
                      <a:pt x="1" y="4598"/>
                      <a:pt x="38" y="4628"/>
                      <a:pt x="97" y="4628"/>
                    </a:cubicBezTo>
                    <a:lnTo>
                      <a:pt x="8766" y="7130"/>
                    </a:lnTo>
                    <a:cubicBezTo>
                      <a:pt x="8951" y="7189"/>
                      <a:pt x="9107" y="7344"/>
                      <a:pt x="9196" y="7530"/>
                    </a:cubicBezTo>
                    <a:cubicBezTo>
                      <a:pt x="9721" y="8670"/>
                      <a:pt x="10862" y="9380"/>
                      <a:pt x="12098" y="9380"/>
                    </a:cubicBezTo>
                    <a:lnTo>
                      <a:pt x="12342" y="9380"/>
                    </a:lnTo>
                    <a:lnTo>
                      <a:pt x="13823" y="9254"/>
                    </a:lnTo>
                    <a:cubicBezTo>
                      <a:pt x="13949" y="9263"/>
                      <a:pt x="14071" y="9268"/>
                      <a:pt x="14189" y="9268"/>
                    </a:cubicBezTo>
                    <a:cubicBezTo>
                      <a:pt x="14960" y="9268"/>
                      <a:pt x="15541" y="9078"/>
                      <a:pt x="15888" y="8699"/>
                    </a:cubicBezTo>
                    <a:cubicBezTo>
                      <a:pt x="16229" y="8359"/>
                      <a:pt x="16355" y="7840"/>
                      <a:pt x="16258" y="7248"/>
                    </a:cubicBezTo>
                    <a:lnTo>
                      <a:pt x="15955" y="5094"/>
                    </a:lnTo>
                    <a:cubicBezTo>
                      <a:pt x="15955" y="3917"/>
                      <a:pt x="15178" y="2843"/>
                      <a:pt x="14067" y="2436"/>
                    </a:cubicBezTo>
                    <a:lnTo>
                      <a:pt x="676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59">
                <a:extLst>
                  <a:ext uri="{FF2B5EF4-FFF2-40B4-BE49-F238E27FC236}">
                    <a16:creationId xmlns:a16="http://schemas.microsoft.com/office/drawing/2014/main" id="{8B689CDA-FF43-141B-6C0E-4DF1C7143E4D}"/>
                  </a:ext>
                </a:extLst>
              </p:cNvPr>
              <p:cNvSpPr/>
              <p:nvPr/>
            </p:nvSpPr>
            <p:spPr>
              <a:xfrm>
                <a:off x="4801538" y="1370950"/>
                <a:ext cx="50000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2000" h="1259" extrusionOk="0">
                    <a:moveTo>
                      <a:pt x="1385" y="0"/>
                    </a:moveTo>
                    <a:lnTo>
                      <a:pt x="1" y="148"/>
                    </a:lnTo>
                    <a:lnTo>
                      <a:pt x="1970" y="1259"/>
                    </a:lnTo>
                    <a:lnTo>
                      <a:pt x="2000" y="674"/>
                    </a:lnTo>
                    <a:cubicBezTo>
                      <a:pt x="2000" y="333"/>
                      <a:pt x="1726" y="30"/>
                      <a:pt x="1385" y="0"/>
                    </a:cubicBezTo>
                    <a:close/>
                  </a:path>
                </a:pathLst>
              </a:custGeom>
              <a:solidFill>
                <a:srgbClr val="FFA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59">
                <a:extLst>
                  <a:ext uri="{FF2B5EF4-FFF2-40B4-BE49-F238E27FC236}">
                    <a16:creationId xmlns:a16="http://schemas.microsoft.com/office/drawing/2014/main" id="{5938CD9A-A125-129B-EC12-84EB69ADEF3F}"/>
                  </a:ext>
                </a:extLst>
              </p:cNvPr>
              <p:cNvSpPr/>
              <p:nvPr/>
            </p:nvSpPr>
            <p:spPr>
              <a:xfrm>
                <a:off x="4798413" y="1368525"/>
                <a:ext cx="56275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1452" extrusionOk="0">
                    <a:moveTo>
                      <a:pt x="1481" y="1"/>
                    </a:moveTo>
                    <a:lnTo>
                      <a:pt x="89" y="156"/>
                    </a:lnTo>
                    <a:cubicBezTo>
                      <a:pt x="30" y="156"/>
                      <a:pt x="0" y="216"/>
                      <a:pt x="0" y="282"/>
                    </a:cubicBezTo>
                    <a:cubicBezTo>
                      <a:pt x="0" y="312"/>
                      <a:pt x="59" y="371"/>
                      <a:pt x="126" y="371"/>
                    </a:cubicBezTo>
                    <a:lnTo>
                      <a:pt x="1510" y="216"/>
                    </a:lnTo>
                    <a:cubicBezTo>
                      <a:pt x="1792" y="245"/>
                      <a:pt x="2006" y="497"/>
                      <a:pt x="2006" y="771"/>
                    </a:cubicBezTo>
                    <a:lnTo>
                      <a:pt x="1977" y="1356"/>
                    </a:lnTo>
                    <a:cubicBezTo>
                      <a:pt x="1977" y="1422"/>
                      <a:pt x="2036" y="1452"/>
                      <a:pt x="2095" y="1452"/>
                    </a:cubicBezTo>
                    <a:cubicBezTo>
                      <a:pt x="2162" y="1452"/>
                      <a:pt x="2191" y="1422"/>
                      <a:pt x="2191" y="1356"/>
                    </a:cubicBezTo>
                    <a:lnTo>
                      <a:pt x="2221" y="800"/>
                    </a:lnTo>
                    <a:cubicBezTo>
                      <a:pt x="2251" y="371"/>
                      <a:pt x="1910" y="30"/>
                      <a:pt x="1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59">
                <a:extLst>
                  <a:ext uri="{FF2B5EF4-FFF2-40B4-BE49-F238E27FC236}">
                    <a16:creationId xmlns:a16="http://schemas.microsoft.com/office/drawing/2014/main" id="{72AD3630-95E9-1D1A-5F93-D82B0E4ED251}"/>
                  </a:ext>
                </a:extLst>
              </p:cNvPr>
              <p:cNvSpPr/>
              <p:nvPr/>
            </p:nvSpPr>
            <p:spPr>
              <a:xfrm>
                <a:off x="4865388" y="1330050"/>
                <a:ext cx="41675" cy="97925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3917" extrusionOk="0">
                    <a:moveTo>
                      <a:pt x="1111" y="0"/>
                    </a:moveTo>
                    <a:lnTo>
                      <a:pt x="1" y="3916"/>
                    </a:lnTo>
                    <a:lnTo>
                      <a:pt x="712" y="3605"/>
                    </a:lnTo>
                    <a:cubicBezTo>
                      <a:pt x="1334" y="3331"/>
                      <a:pt x="1667" y="2680"/>
                      <a:pt x="1519" y="2036"/>
                    </a:cubicBezTo>
                    <a:lnTo>
                      <a:pt x="1111" y="0"/>
                    </a:lnTo>
                    <a:close/>
                  </a:path>
                </a:pathLst>
              </a:custGeom>
              <a:solidFill>
                <a:srgbClr val="FFA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59">
                <a:extLst>
                  <a:ext uri="{FF2B5EF4-FFF2-40B4-BE49-F238E27FC236}">
                    <a16:creationId xmlns:a16="http://schemas.microsoft.com/office/drawing/2014/main" id="{26607188-56EA-2CA6-A671-3DC00530EBC9}"/>
                  </a:ext>
                </a:extLst>
              </p:cNvPr>
              <p:cNvSpPr/>
              <p:nvPr/>
            </p:nvSpPr>
            <p:spPr>
              <a:xfrm>
                <a:off x="4862438" y="1327425"/>
                <a:ext cx="47025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1881" h="4148" extrusionOk="0">
                    <a:moveTo>
                      <a:pt x="1252" y="1"/>
                    </a:moveTo>
                    <a:cubicBezTo>
                      <a:pt x="1244" y="1"/>
                      <a:pt x="1236" y="3"/>
                      <a:pt x="1229" y="9"/>
                    </a:cubicBezTo>
                    <a:cubicBezTo>
                      <a:pt x="1170" y="9"/>
                      <a:pt x="1111" y="75"/>
                      <a:pt x="1141" y="135"/>
                    </a:cubicBezTo>
                    <a:lnTo>
                      <a:pt x="1540" y="2141"/>
                    </a:lnTo>
                    <a:cubicBezTo>
                      <a:pt x="1666" y="2755"/>
                      <a:pt x="1355" y="3340"/>
                      <a:pt x="800" y="3592"/>
                    </a:cubicBezTo>
                    <a:lnTo>
                      <a:pt x="60" y="3925"/>
                    </a:lnTo>
                    <a:cubicBezTo>
                      <a:pt x="1" y="3962"/>
                      <a:pt x="1" y="4021"/>
                      <a:pt x="1" y="4080"/>
                    </a:cubicBezTo>
                    <a:cubicBezTo>
                      <a:pt x="30" y="4110"/>
                      <a:pt x="60" y="4147"/>
                      <a:pt x="119" y="4147"/>
                    </a:cubicBezTo>
                    <a:lnTo>
                      <a:pt x="156" y="4147"/>
                    </a:lnTo>
                    <a:lnTo>
                      <a:pt x="896" y="3807"/>
                    </a:lnTo>
                    <a:cubicBezTo>
                      <a:pt x="1540" y="3496"/>
                      <a:pt x="1881" y="2815"/>
                      <a:pt x="1755" y="2111"/>
                    </a:cubicBezTo>
                    <a:lnTo>
                      <a:pt x="1355" y="105"/>
                    </a:lnTo>
                    <a:cubicBezTo>
                      <a:pt x="1331" y="50"/>
                      <a:pt x="1287" y="1"/>
                      <a:pt x="1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59">
                <a:extLst>
                  <a:ext uri="{FF2B5EF4-FFF2-40B4-BE49-F238E27FC236}">
                    <a16:creationId xmlns:a16="http://schemas.microsoft.com/office/drawing/2014/main" id="{BC770735-18F8-3CC3-26C0-49B5E1F0FD84}"/>
                  </a:ext>
                </a:extLst>
              </p:cNvPr>
              <p:cNvSpPr/>
              <p:nvPr/>
            </p:nvSpPr>
            <p:spPr>
              <a:xfrm>
                <a:off x="4914088" y="1318375"/>
                <a:ext cx="34625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385" h="4354" extrusionOk="0">
                    <a:moveTo>
                      <a:pt x="644" y="1"/>
                    </a:moveTo>
                    <a:lnTo>
                      <a:pt x="0" y="4354"/>
                    </a:lnTo>
                    <a:lnTo>
                      <a:pt x="274" y="4287"/>
                    </a:lnTo>
                    <a:cubicBezTo>
                      <a:pt x="526" y="4228"/>
                      <a:pt x="740" y="4102"/>
                      <a:pt x="925" y="3917"/>
                    </a:cubicBezTo>
                    <a:cubicBezTo>
                      <a:pt x="1236" y="3584"/>
                      <a:pt x="1384" y="3117"/>
                      <a:pt x="1296" y="2658"/>
                    </a:cubicBezTo>
                    <a:lnTo>
                      <a:pt x="644" y="1"/>
                    </a:lnTo>
                    <a:close/>
                  </a:path>
                </a:pathLst>
              </a:custGeom>
              <a:solidFill>
                <a:srgbClr val="FFA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59">
                <a:extLst>
                  <a:ext uri="{FF2B5EF4-FFF2-40B4-BE49-F238E27FC236}">
                    <a16:creationId xmlns:a16="http://schemas.microsoft.com/office/drawing/2014/main" id="{8306E22F-5898-3363-C41F-C6E1D1F153A0}"/>
                  </a:ext>
                </a:extLst>
              </p:cNvPr>
              <p:cNvSpPr/>
              <p:nvPr/>
            </p:nvSpPr>
            <p:spPr>
              <a:xfrm>
                <a:off x="4910938" y="1315425"/>
                <a:ext cx="40925" cy="114775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4591" extrusionOk="0">
                    <a:moveTo>
                      <a:pt x="740" y="0"/>
                    </a:moveTo>
                    <a:cubicBezTo>
                      <a:pt x="681" y="30"/>
                      <a:pt x="652" y="59"/>
                      <a:pt x="681" y="119"/>
                    </a:cubicBezTo>
                    <a:lnTo>
                      <a:pt x="1296" y="2776"/>
                    </a:lnTo>
                    <a:cubicBezTo>
                      <a:pt x="1392" y="3206"/>
                      <a:pt x="1266" y="3635"/>
                      <a:pt x="955" y="3946"/>
                    </a:cubicBezTo>
                    <a:cubicBezTo>
                      <a:pt x="807" y="4101"/>
                      <a:pt x="622" y="4220"/>
                      <a:pt x="370" y="4287"/>
                    </a:cubicBezTo>
                    <a:lnTo>
                      <a:pt x="96" y="4375"/>
                    </a:lnTo>
                    <a:cubicBezTo>
                      <a:pt x="30" y="4405"/>
                      <a:pt x="0" y="4472"/>
                      <a:pt x="30" y="4501"/>
                    </a:cubicBezTo>
                    <a:cubicBezTo>
                      <a:pt x="30" y="4560"/>
                      <a:pt x="96" y="4590"/>
                      <a:pt x="126" y="4590"/>
                    </a:cubicBezTo>
                    <a:lnTo>
                      <a:pt x="156" y="4590"/>
                    </a:lnTo>
                    <a:lnTo>
                      <a:pt x="437" y="4501"/>
                    </a:lnTo>
                    <a:cubicBezTo>
                      <a:pt x="711" y="4442"/>
                      <a:pt x="955" y="4287"/>
                      <a:pt x="1111" y="4101"/>
                    </a:cubicBezTo>
                    <a:cubicBezTo>
                      <a:pt x="1481" y="3761"/>
                      <a:pt x="1636" y="3235"/>
                      <a:pt x="1510" y="2739"/>
                    </a:cubicBezTo>
                    <a:lnTo>
                      <a:pt x="866" y="89"/>
                    </a:lnTo>
                    <a:cubicBezTo>
                      <a:pt x="866" y="30"/>
                      <a:pt x="807" y="0"/>
                      <a:pt x="7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59">
                <a:extLst>
                  <a:ext uri="{FF2B5EF4-FFF2-40B4-BE49-F238E27FC236}">
                    <a16:creationId xmlns:a16="http://schemas.microsoft.com/office/drawing/2014/main" id="{703FBF14-EB05-8981-82F3-F4A5A42116DF}"/>
                  </a:ext>
                </a:extLst>
              </p:cNvPr>
              <p:cNvSpPr/>
              <p:nvPr/>
            </p:nvSpPr>
            <p:spPr>
              <a:xfrm>
                <a:off x="4287938" y="865675"/>
                <a:ext cx="536775" cy="528450"/>
              </a:xfrm>
              <a:custGeom>
                <a:avLst/>
                <a:gdLst/>
                <a:ahLst/>
                <a:cxnLst/>
                <a:rect l="l" t="t" r="r" b="b"/>
                <a:pathLst>
                  <a:path w="21471" h="21138" extrusionOk="0">
                    <a:moveTo>
                      <a:pt x="6782" y="1"/>
                    </a:moveTo>
                    <a:lnTo>
                      <a:pt x="1630" y="10150"/>
                    </a:lnTo>
                    <a:cubicBezTo>
                      <a:pt x="1" y="13393"/>
                      <a:pt x="1881" y="17279"/>
                      <a:pt x="5427" y="18020"/>
                    </a:cubicBezTo>
                    <a:cubicBezTo>
                      <a:pt x="5487" y="18020"/>
                      <a:pt x="5553" y="18049"/>
                      <a:pt x="5583" y="18049"/>
                    </a:cubicBezTo>
                    <a:cubicBezTo>
                      <a:pt x="5583" y="18049"/>
                      <a:pt x="18451" y="21137"/>
                      <a:pt x="18691" y="21137"/>
                    </a:cubicBezTo>
                    <a:cubicBezTo>
                      <a:pt x="18693" y="21137"/>
                      <a:pt x="18694" y="21137"/>
                      <a:pt x="18694" y="21136"/>
                    </a:cubicBezTo>
                    <a:cubicBezTo>
                      <a:pt x="18072" y="18234"/>
                      <a:pt x="19368" y="14903"/>
                      <a:pt x="21470" y="13052"/>
                    </a:cubicBezTo>
                    <a:lnTo>
                      <a:pt x="8233" y="9069"/>
                    </a:lnTo>
                    <a:lnTo>
                      <a:pt x="67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59">
                <a:extLst>
                  <a:ext uri="{FF2B5EF4-FFF2-40B4-BE49-F238E27FC236}">
                    <a16:creationId xmlns:a16="http://schemas.microsoft.com/office/drawing/2014/main" id="{7E96C017-8D19-384E-FD08-6CDE37CA68BC}"/>
                  </a:ext>
                </a:extLst>
              </p:cNvPr>
              <p:cNvSpPr/>
              <p:nvPr/>
            </p:nvSpPr>
            <p:spPr>
              <a:xfrm>
                <a:off x="4306463" y="862975"/>
                <a:ext cx="521200" cy="533350"/>
              </a:xfrm>
              <a:custGeom>
                <a:avLst/>
                <a:gdLst/>
                <a:ahLst/>
                <a:cxnLst/>
                <a:rect l="l" t="t" r="r" b="b"/>
                <a:pathLst>
                  <a:path w="20848" h="21334" extrusionOk="0">
                    <a:moveTo>
                      <a:pt x="6030" y="0"/>
                    </a:moveTo>
                    <a:cubicBezTo>
                      <a:pt x="5997" y="0"/>
                      <a:pt x="5970" y="15"/>
                      <a:pt x="5952" y="49"/>
                    </a:cubicBezTo>
                    <a:lnTo>
                      <a:pt x="800" y="10229"/>
                    </a:lnTo>
                    <a:cubicBezTo>
                      <a:pt x="0" y="11806"/>
                      <a:pt x="0" y="13590"/>
                      <a:pt x="770" y="15196"/>
                    </a:cubicBezTo>
                    <a:cubicBezTo>
                      <a:pt x="1510" y="16766"/>
                      <a:pt x="2961" y="17876"/>
                      <a:pt x="4686" y="18217"/>
                    </a:cubicBezTo>
                    <a:lnTo>
                      <a:pt x="4812" y="18246"/>
                    </a:lnTo>
                    <a:cubicBezTo>
                      <a:pt x="16250" y="21022"/>
                      <a:pt x="17731" y="21333"/>
                      <a:pt x="17983" y="21333"/>
                    </a:cubicBezTo>
                    <a:lnTo>
                      <a:pt x="18012" y="21333"/>
                    </a:lnTo>
                    <a:cubicBezTo>
                      <a:pt x="18042" y="21304"/>
                      <a:pt x="18042" y="21274"/>
                      <a:pt x="18042" y="21207"/>
                    </a:cubicBezTo>
                    <a:cubicBezTo>
                      <a:pt x="17487" y="18498"/>
                      <a:pt x="18627" y="15137"/>
                      <a:pt x="20788" y="13249"/>
                    </a:cubicBezTo>
                    <a:cubicBezTo>
                      <a:pt x="20818" y="13219"/>
                      <a:pt x="20848" y="13190"/>
                      <a:pt x="20818" y="13131"/>
                    </a:cubicBezTo>
                    <a:cubicBezTo>
                      <a:pt x="20818" y="13101"/>
                      <a:pt x="20788" y="13064"/>
                      <a:pt x="20759" y="13064"/>
                    </a:cubicBezTo>
                    <a:lnTo>
                      <a:pt x="7522" y="9059"/>
                    </a:lnTo>
                    <a:cubicBezTo>
                      <a:pt x="7463" y="9059"/>
                      <a:pt x="7403" y="9089"/>
                      <a:pt x="7403" y="9148"/>
                    </a:cubicBezTo>
                    <a:cubicBezTo>
                      <a:pt x="7366" y="9177"/>
                      <a:pt x="7403" y="9244"/>
                      <a:pt x="7463" y="9274"/>
                    </a:cubicBezTo>
                    <a:lnTo>
                      <a:pt x="20507" y="13219"/>
                    </a:lnTo>
                    <a:cubicBezTo>
                      <a:pt x="18412" y="15137"/>
                      <a:pt x="17302" y="18402"/>
                      <a:pt x="17798" y="21119"/>
                    </a:cubicBezTo>
                    <a:cubicBezTo>
                      <a:pt x="16657" y="20874"/>
                      <a:pt x="9003" y="19053"/>
                      <a:pt x="4872" y="18061"/>
                    </a:cubicBezTo>
                    <a:lnTo>
                      <a:pt x="4716" y="18032"/>
                    </a:lnTo>
                    <a:cubicBezTo>
                      <a:pt x="3050" y="17661"/>
                      <a:pt x="1696" y="16618"/>
                      <a:pt x="955" y="15100"/>
                    </a:cubicBezTo>
                    <a:cubicBezTo>
                      <a:pt x="215" y="13560"/>
                      <a:pt x="245" y="11835"/>
                      <a:pt x="985" y="10325"/>
                    </a:cubicBezTo>
                    <a:lnTo>
                      <a:pt x="6137" y="146"/>
                    </a:lnTo>
                    <a:cubicBezTo>
                      <a:pt x="6167" y="109"/>
                      <a:pt x="6137" y="20"/>
                      <a:pt x="6108" y="20"/>
                    </a:cubicBezTo>
                    <a:cubicBezTo>
                      <a:pt x="6080" y="7"/>
                      <a:pt x="6054" y="0"/>
                      <a:pt x="6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59">
                <a:extLst>
                  <a:ext uri="{FF2B5EF4-FFF2-40B4-BE49-F238E27FC236}">
                    <a16:creationId xmlns:a16="http://schemas.microsoft.com/office/drawing/2014/main" id="{641B1FEA-0C0D-2D93-12B4-C8173F5B37C9}"/>
                  </a:ext>
                </a:extLst>
              </p:cNvPr>
              <p:cNvSpPr/>
              <p:nvPr/>
            </p:nvSpPr>
            <p:spPr>
              <a:xfrm>
                <a:off x="4709013" y="1336025"/>
                <a:ext cx="24625" cy="21575"/>
              </a:xfrm>
              <a:custGeom>
                <a:avLst/>
                <a:gdLst/>
                <a:ahLst/>
                <a:cxnLst/>
                <a:rect l="l" t="t" r="r" b="b"/>
                <a:pathLst>
                  <a:path w="985" h="863" extrusionOk="0">
                    <a:moveTo>
                      <a:pt x="528" y="1"/>
                    </a:moveTo>
                    <a:cubicBezTo>
                      <a:pt x="358" y="1"/>
                      <a:pt x="190" y="91"/>
                      <a:pt x="119" y="250"/>
                    </a:cubicBezTo>
                    <a:cubicBezTo>
                      <a:pt x="0" y="472"/>
                      <a:pt x="89" y="716"/>
                      <a:pt x="304" y="805"/>
                    </a:cubicBezTo>
                    <a:cubicBezTo>
                      <a:pt x="371" y="844"/>
                      <a:pt x="441" y="862"/>
                      <a:pt x="510" y="862"/>
                    </a:cubicBezTo>
                    <a:cubicBezTo>
                      <a:pt x="662" y="862"/>
                      <a:pt x="807" y="773"/>
                      <a:pt x="889" y="620"/>
                    </a:cubicBezTo>
                    <a:cubicBezTo>
                      <a:pt x="985" y="405"/>
                      <a:pt x="889" y="161"/>
                      <a:pt x="704" y="35"/>
                    </a:cubicBezTo>
                    <a:cubicBezTo>
                      <a:pt x="648" y="12"/>
                      <a:pt x="588" y="1"/>
                      <a:pt x="5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59">
                <a:extLst>
                  <a:ext uri="{FF2B5EF4-FFF2-40B4-BE49-F238E27FC236}">
                    <a16:creationId xmlns:a16="http://schemas.microsoft.com/office/drawing/2014/main" id="{4F93ED31-424B-625A-4835-73BA7AD1A2F5}"/>
                  </a:ext>
                </a:extLst>
              </p:cNvPr>
              <p:cNvSpPr/>
              <p:nvPr/>
            </p:nvSpPr>
            <p:spPr>
              <a:xfrm>
                <a:off x="4705863" y="1333300"/>
                <a:ext cx="29275" cy="26750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1070" extrusionOk="0">
                    <a:moveTo>
                      <a:pt x="615" y="240"/>
                    </a:moveTo>
                    <a:cubicBezTo>
                      <a:pt x="681" y="240"/>
                      <a:pt x="711" y="240"/>
                      <a:pt x="770" y="270"/>
                    </a:cubicBezTo>
                    <a:cubicBezTo>
                      <a:pt x="830" y="299"/>
                      <a:pt x="896" y="359"/>
                      <a:pt x="926" y="455"/>
                    </a:cubicBezTo>
                    <a:cubicBezTo>
                      <a:pt x="955" y="514"/>
                      <a:pt x="955" y="610"/>
                      <a:pt x="926" y="699"/>
                    </a:cubicBezTo>
                    <a:cubicBezTo>
                      <a:pt x="867" y="766"/>
                      <a:pt x="800" y="825"/>
                      <a:pt x="741" y="855"/>
                    </a:cubicBezTo>
                    <a:cubicBezTo>
                      <a:pt x="713" y="863"/>
                      <a:pt x="685" y="867"/>
                      <a:pt x="659" y="867"/>
                    </a:cubicBezTo>
                    <a:cubicBezTo>
                      <a:pt x="595" y="867"/>
                      <a:pt x="538" y="846"/>
                      <a:pt x="496" y="825"/>
                    </a:cubicBezTo>
                    <a:cubicBezTo>
                      <a:pt x="341" y="766"/>
                      <a:pt x="245" y="544"/>
                      <a:pt x="341" y="396"/>
                    </a:cubicBezTo>
                    <a:cubicBezTo>
                      <a:pt x="400" y="299"/>
                      <a:pt x="526" y="240"/>
                      <a:pt x="615" y="240"/>
                    </a:cubicBezTo>
                    <a:close/>
                    <a:moveTo>
                      <a:pt x="618" y="1"/>
                    </a:moveTo>
                    <a:cubicBezTo>
                      <a:pt x="420" y="1"/>
                      <a:pt x="240" y="105"/>
                      <a:pt x="156" y="299"/>
                    </a:cubicBezTo>
                    <a:cubicBezTo>
                      <a:pt x="0" y="581"/>
                      <a:pt x="126" y="884"/>
                      <a:pt x="371" y="1040"/>
                    </a:cubicBezTo>
                    <a:cubicBezTo>
                      <a:pt x="459" y="1069"/>
                      <a:pt x="556" y="1069"/>
                      <a:pt x="615" y="1069"/>
                    </a:cubicBezTo>
                    <a:lnTo>
                      <a:pt x="800" y="1069"/>
                    </a:lnTo>
                    <a:cubicBezTo>
                      <a:pt x="926" y="1010"/>
                      <a:pt x="1052" y="914"/>
                      <a:pt x="1111" y="795"/>
                    </a:cubicBezTo>
                    <a:cubicBezTo>
                      <a:pt x="1170" y="670"/>
                      <a:pt x="1170" y="514"/>
                      <a:pt x="1140" y="359"/>
                    </a:cubicBezTo>
                    <a:cubicBezTo>
                      <a:pt x="1081" y="240"/>
                      <a:pt x="985" y="114"/>
                      <a:pt x="867" y="55"/>
                    </a:cubicBezTo>
                    <a:cubicBezTo>
                      <a:pt x="784" y="18"/>
                      <a:pt x="700" y="1"/>
                      <a:pt x="6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59">
                <a:extLst>
                  <a:ext uri="{FF2B5EF4-FFF2-40B4-BE49-F238E27FC236}">
                    <a16:creationId xmlns:a16="http://schemas.microsoft.com/office/drawing/2014/main" id="{80A2943D-15D2-CF9F-1A42-32F35688B4AB}"/>
                  </a:ext>
                </a:extLst>
              </p:cNvPr>
              <p:cNvSpPr/>
              <p:nvPr/>
            </p:nvSpPr>
            <p:spPr>
              <a:xfrm>
                <a:off x="4674963" y="1264975"/>
                <a:ext cx="37775" cy="112825"/>
              </a:xfrm>
              <a:custGeom>
                <a:avLst/>
                <a:gdLst/>
                <a:ahLst/>
                <a:cxnLst/>
                <a:rect l="l" t="t" r="r" b="b"/>
                <a:pathLst>
                  <a:path w="1511" h="4513" extrusionOk="0">
                    <a:moveTo>
                      <a:pt x="1373" y="0"/>
                    </a:moveTo>
                    <a:cubicBezTo>
                      <a:pt x="1329" y="0"/>
                      <a:pt x="1288" y="28"/>
                      <a:pt x="1266" y="71"/>
                    </a:cubicBezTo>
                    <a:cubicBezTo>
                      <a:pt x="0" y="2847"/>
                      <a:pt x="281" y="4387"/>
                      <a:pt x="311" y="4454"/>
                    </a:cubicBezTo>
                    <a:cubicBezTo>
                      <a:pt x="311" y="4483"/>
                      <a:pt x="370" y="4513"/>
                      <a:pt x="400" y="4513"/>
                    </a:cubicBezTo>
                    <a:lnTo>
                      <a:pt x="437" y="4513"/>
                    </a:lnTo>
                    <a:cubicBezTo>
                      <a:pt x="496" y="4513"/>
                      <a:pt x="526" y="4454"/>
                      <a:pt x="526" y="4387"/>
                    </a:cubicBezTo>
                    <a:cubicBezTo>
                      <a:pt x="526" y="4387"/>
                      <a:pt x="215" y="2877"/>
                      <a:pt x="1481" y="167"/>
                    </a:cubicBezTo>
                    <a:cubicBezTo>
                      <a:pt x="1510" y="101"/>
                      <a:pt x="1481" y="42"/>
                      <a:pt x="1421" y="12"/>
                    </a:cubicBezTo>
                    <a:cubicBezTo>
                      <a:pt x="1406" y="4"/>
                      <a:pt x="1389" y="0"/>
                      <a:pt x="13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1" name="Google Shape;3441;p59">
                <a:extLst>
                  <a:ext uri="{FF2B5EF4-FFF2-40B4-BE49-F238E27FC236}">
                    <a16:creationId xmlns:a16="http://schemas.microsoft.com/office/drawing/2014/main" id="{1F22A940-1EDB-05BA-53B8-86983BE7CC84}"/>
                  </a:ext>
                </a:extLst>
              </p:cNvPr>
              <p:cNvSpPr/>
              <p:nvPr/>
            </p:nvSpPr>
            <p:spPr>
              <a:xfrm>
                <a:off x="4552438" y="947475"/>
                <a:ext cx="29250" cy="159750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6390" extrusionOk="0">
                    <a:moveTo>
                      <a:pt x="1170" y="1"/>
                    </a:moveTo>
                    <a:lnTo>
                      <a:pt x="0" y="639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2" name="Google Shape;3442;p59">
                <a:extLst>
                  <a:ext uri="{FF2B5EF4-FFF2-40B4-BE49-F238E27FC236}">
                    <a16:creationId xmlns:a16="http://schemas.microsoft.com/office/drawing/2014/main" id="{BC0A9580-D9BB-E6B8-0A61-2D8C832BDC80}"/>
                  </a:ext>
                </a:extLst>
              </p:cNvPr>
              <p:cNvSpPr/>
              <p:nvPr/>
            </p:nvSpPr>
            <p:spPr>
              <a:xfrm>
                <a:off x="4549288" y="944325"/>
                <a:ext cx="34825" cy="16587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6635" extrusionOk="0">
                    <a:moveTo>
                      <a:pt x="1296" y="1"/>
                    </a:moveTo>
                    <a:cubicBezTo>
                      <a:pt x="1237" y="1"/>
                      <a:pt x="1170" y="38"/>
                      <a:pt x="1170" y="97"/>
                    </a:cubicBezTo>
                    <a:lnTo>
                      <a:pt x="0" y="6479"/>
                    </a:lnTo>
                    <a:cubicBezTo>
                      <a:pt x="0" y="6545"/>
                      <a:pt x="30" y="6604"/>
                      <a:pt x="96" y="6634"/>
                    </a:cubicBezTo>
                    <a:lnTo>
                      <a:pt x="126" y="6634"/>
                    </a:lnTo>
                    <a:cubicBezTo>
                      <a:pt x="185" y="6634"/>
                      <a:pt x="215" y="6575"/>
                      <a:pt x="215" y="6545"/>
                    </a:cubicBezTo>
                    <a:lnTo>
                      <a:pt x="1392" y="127"/>
                    </a:lnTo>
                    <a:cubicBezTo>
                      <a:pt x="1392" y="68"/>
                      <a:pt x="1355" y="38"/>
                      <a:pt x="1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59">
                <a:extLst>
                  <a:ext uri="{FF2B5EF4-FFF2-40B4-BE49-F238E27FC236}">
                    <a16:creationId xmlns:a16="http://schemas.microsoft.com/office/drawing/2014/main" id="{2DF989E7-80E7-FAA7-C59E-A3B170FFE727}"/>
                  </a:ext>
                </a:extLst>
              </p:cNvPr>
              <p:cNvSpPr/>
              <p:nvPr/>
            </p:nvSpPr>
            <p:spPr>
              <a:xfrm>
                <a:off x="4657188" y="742600"/>
                <a:ext cx="105700" cy="228775"/>
              </a:xfrm>
              <a:custGeom>
                <a:avLst/>
                <a:gdLst/>
                <a:ahLst/>
                <a:cxnLst/>
                <a:rect l="l" t="t" r="r" b="b"/>
                <a:pathLst>
                  <a:path w="4228" h="9151" extrusionOk="0">
                    <a:moveTo>
                      <a:pt x="2106" y="0"/>
                    </a:moveTo>
                    <a:cubicBezTo>
                      <a:pt x="2079" y="0"/>
                      <a:pt x="2055" y="8"/>
                      <a:pt x="2036" y="23"/>
                    </a:cubicBezTo>
                    <a:cubicBezTo>
                      <a:pt x="1947" y="149"/>
                      <a:pt x="0" y="2555"/>
                      <a:pt x="3983" y="9092"/>
                    </a:cubicBezTo>
                    <a:cubicBezTo>
                      <a:pt x="4013" y="9121"/>
                      <a:pt x="4043" y="9151"/>
                      <a:pt x="4109" y="9151"/>
                    </a:cubicBezTo>
                    <a:cubicBezTo>
                      <a:pt x="4109" y="9151"/>
                      <a:pt x="4139" y="9151"/>
                      <a:pt x="4139" y="9121"/>
                    </a:cubicBezTo>
                    <a:cubicBezTo>
                      <a:pt x="4198" y="9092"/>
                      <a:pt x="4228" y="9032"/>
                      <a:pt x="4198" y="8995"/>
                    </a:cubicBezTo>
                    <a:cubicBezTo>
                      <a:pt x="282" y="2584"/>
                      <a:pt x="2162" y="208"/>
                      <a:pt x="2192" y="178"/>
                    </a:cubicBezTo>
                    <a:cubicBezTo>
                      <a:pt x="2221" y="149"/>
                      <a:pt x="2221" y="52"/>
                      <a:pt x="2192" y="23"/>
                    </a:cubicBezTo>
                    <a:cubicBezTo>
                      <a:pt x="2162" y="8"/>
                      <a:pt x="2132" y="0"/>
                      <a:pt x="2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4" name="Google Shape;3444;p59">
                <a:extLst>
                  <a:ext uri="{FF2B5EF4-FFF2-40B4-BE49-F238E27FC236}">
                    <a16:creationId xmlns:a16="http://schemas.microsoft.com/office/drawing/2014/main" id="{F1ADD2FE-7DCF-DA23-C234-386E8C4ED15E}"/>
                  </a:ext>
                </a:extLst>
              </p:cNvPr>
              <p:cNvSpPr/>
              <p:nvPr/>
            </p:nvSpPr>
            <p:spPr>
              <a:xfrm>
                <a:off x="4758238" y="756750"/>
                <a:ext cx="138825" cy="214625"/>
              </a:xfrm>
              <a:custGeom>
                <a:avLst/>
                <a:gdLst/>
                <a:ahLst/>
                <a:cxnLst/>
                <a:rect l="l" t="t" r="r" b="b"/>
                <a:pathLst>
                  <a:path w="5553" h="8585" extrusionOk="0">
                    <a:moveTo>
                      <a:pt x="3968" y="0"/>
                    </a:moveTo>
                    <a:cubicBezTo>
                      <a:pt x="3952" y="0"/>
                      <a:pt x="3935" y="4"/>
                      <a:pt x="3917" y="12"/>
                    </a:cubicBezTo>
                    <a:cubicBezTo>
                      <a:pt x="3858" y="42"/>
                      <a:pt x="3858" y="101"/>
                      <a:pt x="3858" y="167"/>
                    </a:cubicBezTo>
                    <a:cubicBezTo>
                      <a:pt x="3887" y="197"/>
                      <a:pt x="5279" y="2877"/>
                      <a:pt x="30" y="8400"/>
                    </a:cubicBezTo>
                    <a:cubicBezTo>
                      <a:pt x="1" y="8466"/>
                      <a:pt x="1" y="8526"/>
                      <a:pt x="67" y="8555"/>
                    </a:cubicBezTo>
                    <a:cubicBezTo>
                      <a:pt x="67" y="8585"/>
                      <a:pt x="97" y="8585"/>
                      <a:pt x="126" y="8585"/>
                    </a:cubicBezTo>
                    <a:cubicBezTo>
                      <a:pt x="156" y="8585"/>
                      <a:pt x="186" y="8585"/>
                      <a:pt x="215" y="8555"/>
                    </a:cubicBezTo>
                    <a:cubicBezTo>
                      <a:pt x="5553" y="2914"/>
                      <a:pt x="4139" y="167"/>
                      <a:pt x="4072" y="71"/>
                    </a:cubicBezTo>
                    <a:cubicBezTo>
                      <a:pt x="4051" y="28"/>
                      <a:pt x="4013" y="0"/>
                      <a:pt x="39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59">
                <a:extLst>
                  <a:ext uri="{FF2B5EF4-FFF2-40B4-BE49-F238E27FC236}">
                    <a16:creationId xmlns:a16="http://schemas.microsoft.com/office/drawing/2014/main" id="{6A81D511-E02E-1A06-978E-C762B8DA7FA8}"/>
                  </a:ext>
                </a:extLst>
              </p:cNvPr>
              <p:cNvSpPr/>
              <p:nvPr/>
            </p:nvSpPr>
            <p:spPr>
              <a:xfrm>
                <a:off x="4701963" y="969125"/>
                <a:ext cx="102575" cy="154200"/>
              </a:xfrm>
              <a:custGeom>
                <a:avLst/>
                <a:gdLst/>
                <a:ahLst/>
                <a:cxnLst/>
                <a:rect l="l" t="t" r="r" b="b"/>
                <a:pathLst>
                  <a:path w="4103" h="6168" extrusionOk="0">
                    <a:moveTo>
                      <a:pt x="682" y="1"/>
                    </a:moveTo>
                    <a:cubicBezTo>
                      <a:pt x="652" y="1"/>
                      <a:pt x="586" y="31"/>
                      <a:pt x="586" y="90"/>
                    </a:cubicBezTo>
                    <a:lnTo>
                      <a:pt x="1" y="5709"/>
                    </a:lnTo>
                    <a:cubicBezTo>
                      <a:pt x="1" y="5768"/>
                      <a:pt x="31" y="5798"/>
                      <a:pt x="97" y="5798"/>
                    </a:cubicBezTo>
                    <a:lnTo>
                      <a:pt x="3429" y="6168"/>
                    </a:lnTo>
                    <a:cubicBezTo>
                      <a:pt x="3488" y="6168"/>
                      <a:pt x="3517" y="6138"/>
                      <a:pt x="3517" y="6079"/>
                    </a:cubicBezTo>
                    <a:lnTo>
                      <a:pt x="4102" y="460"/>
                    </a:lnTo>
                    <a:cubicBezTo>
                      <a:pt x="4102" y="401"/>
                      <a:pt x="4073" y="371"/>
                      <a:pt x="4013" y="371"/>
                    </a:cubicBezTo>
                    <a:lnTo>
                      <a:pt x="68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59">
                <a:extLst>
                  <a:ext uri="{FF2B5EF4-FFF2-40B4-BE49-F238E27FC236}">
                    <a16:creationId xmlns:a16="http://schemas.microsoft.com/office/drawing/2014/main" id="{F1115E51-2C85-D4B1-8D41-6D57AFA48F2E}"/>
                  </a:ext>
                </a:extLst>
              </p:cNvPr>
              <p:cNvSpPr/>
              <p:nvPr/>
            </p:nvSpPr>
            <p:spPr>
              <a:xfrm>
                <a:off x="4698838" y="966725"/>
                <a:ext cx="108850" cy="159000"/>
              </a:xfrm>
              <a:custGeom>
                <a:avLst/>
                <a:gdLst/>
                <a:ahLst/>
                <a:cxnLst/>
                <a:rect l="l" t="t" r="r" b="b"/>
                <a:pathLst>
                  <a:path w="4354" h="6360" extrusionOk="0">
                    <a:moveTo>
                      <a:pt x="866" y="215"/>
                    </a:moveTo>
                    <a:lnTo>
                      <a:pt x="4072" y="556"/>
                    </a:lnTo>
                    <a:cubicBezTo>
                      <a:pt x="4109" y="556"/>
                      <a:pt x="4109" y="586"/>
                      <a:pt x="4109" y="623"/>
                    </a:cubicBezTo>
                    <a:lnTo>
                      <a:pt x="3554" y="6079"/>
                    </a:lnTo>
                    <a:cubicBezTo>
                      <a:pt x="3554" y="6108"/>
                      <a:pt x="3517" y="6138"/>
                      <a:pt x="3487" y="6138"/>
                    </a:cubicBezTo>
                    <a:lnTo>
                      <a:pt x="311" y="5805"/>
                    </a:lnTo>
                    <a:cubicBezTo>
                      <a:pt x="281" y="5805"/>
                      <a:pt x="252" y="5768"/>
                      <a:pt x="252" y="5738"/>
                    </a:cubicBezTo>
                    <a:lnTo>
                      <a:pt x="807" y="282"/>
                    </a:lnTo>
                    <a:cubicBezTo>
                      <a:pt x="807" y="252"/>
                      <a:pt x="837" y="252"/>
                      <a:pt x="837" y="252"/>
                    </a:cubicBezTo>
                    <a:cubicBezTo>
                      <a:pt x="837" y="215"/>
                      <a:pt x="866" y="215"/>
                      <a:pt x="866" y="215"/>
                    </a:cubicBezTo>
                    <a:close/>
                    <a:moveTo>
                      <a:pt x="896" y="1"/>
                    </a:moveTo>
                    <a:cubicBezTo>
                      <a:pt x="740" y="1"/>
                      <a:pt x="622" y="97"/>
                      <a:pt x="592" y="252"/>
                    </a:cubicBezTo>
                    <a:lnTo>
                      <a:pt x="37" y="5708"/>
                    </a:lnTo>
                    <a:cubicBezTo>
                      <a:pt x="0" y="5864"/>
                      <a:pt x="126" y="6019"/>
                      <a:pt x="281" y="6019"/>
                    </a:cubicBezTo>
                    <a:lnTo>
                      <a:pt x="3457" y="6360"/>
                    </a:lnTo>
                    <a:lnTo>
                      <a:pt x="3487" y="6360"/>
                    </a:lnTo>
                    <a:cubicBezTo>
                      <a:pt x="3642" y="6360"/>
                      <a:pt x="3768" y="6264"/>
                      <a:pt x="3768" y="6108"/>
                    </a:cubicBezTo>
                    <a:lnTo>
                      <a:pt x="4324" y="652"/>
                    </a:lnTo>
                    <a:cubicBezTo>
                      <a:pt x="4353" y="497"/>
                      <a:pt x="4227" y="341"/>
                      <a:pt x="4072" y="341"/>
                    </a:cubicBezTo>
                    <a:lnTo>
                      <a:pt x="8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7" name="Google Shape;3447;p59">
                <a:extLst>
                  <a:ext uri="{FF2B5EF4-FFF2-40B4-BE49-F238E27FC236}">
                    <a16:creationId xmlns:a16="http://schemas.microsoft.com/office/drawing/2014/main" id="{42AA1706-05D2-967A-D985-5CE5F0E9B16B}"/>
                  </a:ext>
                </a:extLst>
              </p:cNvPr>
              <p:cNvSpPr/>
              <p:nvPr/>
            </p:nvSpPr>
            <p:spPr>
              <a:xfrm>
                <a:off x="4730488" y="994500"/>
                <a:ext cx="52575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948" extrusionOk="0">
                    <a:moveTo>
                      <a:pt x="185" y="0"/>
                    </a:moveTo>
                    <a:lnTo>
                      <a:pt x="0" y="1732"/>
                    </a:lnTo>
                    <a:lnTo>
                      <a:pt x="1947" y="1947"/>
                    </a:lnTo>
                    <a:lnTo>
                      <a:pt x="2103" y="185"/>
                    </a:lnTo>
                    <a:lnTo>
                      <a:pt x="1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8" name="Google Shape;3448;p59">
                <a:extLst>
                  <a:ext uri="{FF2B5EF4-FFF2-40B4-BE49-F238E27FC236}">
                    <a16:creationId xmlns:a16="http://schemas.microsoft.com/office/drawing/2014/main" id="{B1914CE7-23CB-B6A5-A801-4BDAE10A7380}"/>
                  </a:ext>
                </a:extLst>
              </p:cNvPr>
              <p:cNvSpPr/>
              <p:nvPr/>
            </p:nvSpPr>
            <p:spPr>
              <a:xfrm>
                <a:off x="4727513" y="991525"/>
                <a:ext cx="58500" cy="5387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2155" extrusionOk="0">
                    <a:moveTo>
                      <a:pt x="400" y="245"/>
                    </a:moveTo>
                    <a:lnTo>
                      <a:pt x="2125" y="430"/>
                    </a:lnTo>
                    <a:lnTo>
                      <a:pt x="1940" y="1940"/>
                    </a:lnTo>
                    <a:lnTo>
                      <a:pt x="245" y="1755"/>
                    </a:lnTo>
                    <a:lnTo>
                      <a:pt x="400" y="245"/>
                    </a:lnTo>
                    <a:close/>
                    <a:moveTo>
                      <a:pt x="304" y="1"/>
                    </a:moveTo>
                    <a:cubicBezTo>
                      <a:pt x="274" y="1"/>
                      <a:pt x="245" y="1"/>
                      <a:pt x="215" y="30"/>
                    </a:cubicBezTo>
                    <a:cubicBezTo>
                      <a:pt x="215" y="60"/>
                      <a:pt x="186" y="90"/>
                      <a:pt x="186" y="90"/>
                    </a:cubicBezTo>
                    <a:lnTo>
                      <a:pt x="1" y="1851"/>
                    </a:lnTo>
                    <a:cubicBezTo>
                      <a:pt x="1" y="1911"/>
                      <a:pt x="30" y="1970"/>
                      <a:pt x="89" y="1970"/>
                    </a:cubicBezTo>
                    <a:lnTo>
                      <a:pt x="2036" y="2155"/>
                    </a:lnTo>
                    <a:lnTo>
                      <a:pt x="2066" y="2155"/>
                    </a:lnTo>
                    <a:cubicBezTo>
                      <a:pt x="2096" y="2155"/>
                      <a:pt x="2155" y="2125"/>
                      <a:pt x="2155" y="2066"/>
                    </a:cubicBezTo>
                    <a:lnTo>
                      <a:pt x="2340" y="334"/>
                    </a:lnTo>
                    <a:cubicBezTo>
                      <a:pt x="2340" y="304"/>
                      <a:pt x="2340" y="275"/>
                      <a:pt x="2310" y="245"/>
                    </a:cubicBezTo>
                    <a:cubicBezTo>
                      <a:pt x="2310" y="215"/>
                      <a:pt x="2281" y="215"/>
                      <a:pt x="2251" y="215"/>
                    </a:cubicBezTo>
                    <a:lnTo>
                      <a:pt x="3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59">
                <a:extLst>
                  <a:ext uri="{FF2B5EF4-FFF2-40B4-BE49-F238E27FC236}">
                    <a16:creationId xmlns:a16="http://schemas.microsoft.com/office/drawing/2014/main" id="{B00C5BAC-599C-7CCD-61B1-501FD0D47972}"/>
                  </a:ext>
                </a:extLst>
              </p:cNvPr>
              <p:cNvSpPr/>
              <p:nvPr/>
            </p:nvSpPr>
            <p:spPr>
              <a:xfrm>
                <a:off x="4728988" y="1067775"/>
                <a:ext cx="44825" cy="4650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186" extrusionOk="0">
                    <a:moveTo>
                      <a:pt x="1" y="1"/>
                    </a:moveTo>
                    <a:lnTo>
                      <a:pt x="1792" y="1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0" name="Google Shape;3450;p59">
                <a:extLst>
                  <a:ext uri="{FF2B5EF4-FFF2-40B4-BE49-F238E27FC236}">
                    <a16:creationId xmlns:a16="http://schemas.microsoft.com/office/drawing/2014/main" id="{EF448D8C-B799-1A7F-8BE6-669FFBE2EDDC}"/>
                  </a:ext>
                </a:extLst>
              </p:cNvPr>
              <p:cNvSpPr/>
              <p:nvPr/>
            </p:nvSpPr>
            <p:spPr>
              <a:xfrm>
                <a:off x="4725838" y="1065550"/>
                <a:ext cx="50925" cy="10025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401" extrusionOk="0">
                    <a:moveTo>
                      <a:pt x="127" y="1"/>
                    </a:moveTo>
                    <a:cubicBezTo>
                      <a:pt x="68" y="1"/>
                      <a:pt x="31" y="31"/>
                      <a:pt x="31" y="90"/>
                    </a:cubicBezTo>
                    <a:cubicBezTo>
                      <a:pt x="1" y="149"/>
                      <a:pt x="68" y="216"/>
                      <a:pt x="127" y="216"/>
                    </a:cubicBezTo>
                    <a:lnTo>
                      <a:pt x="1918" y="401"/>
                    </a:lnTo>
                    <a:cubicBezTo>
                      <a:pt x="1978" y="401"/>
                      <a:pt x="2037" y="371"/>
                      <a:pt x="2037" y="304"/>
                    </a:cubicBezTo>
                    <a:cubicBezTo>
                      <a:pt x="2037" y="245"/>
                      <a:pt x="1978" y="186"/>
                      <a:pt x="1948" y="186"/>
                    </a:cubicBez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1" name="Google Shape;3451;p59">
                <a:extLst>
                  <a:ext uri="{FF2B5EF4-FFF2-40B4-BE49-F238E27FC236}">
                    <a16:creationId xmlns:a16="http://schemas.microsoft.com/office/drawing/2014/main" id="{435387A5-7477-80DC-B81B-92D94C9DA3D4}"/>
                  </a:ext>
                </a:extLst>
              </p:cNvPr>
              <p:cNvSpPr/>
              <p:nvPr/>
            </p:nvSpPr>
            <p:spPr>
              <a:xfrm>
                <a:off x="4727513" y="1084800"/>
                <a:ext cx="44625" cy="4650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186" extrusionOk="0">
                    <a:moveTo>
                      <a:pt x="1" y="1"/>
                    </a:moveTo>
                    <a:lnTo>
                      <a:pt x="1785" y="1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59">
                <a:extLst>
                  <a:ext uri="{FF2B5EF4-FFF2-40B4-BE49-F238E27FC236}">
                    <a16:creationId xmlns:a16="http://schemas.microsoft.com/office/drawing/2014/main" id="{CCD83A2C-96D8-0957-0E72-49E8578370CE}"/>
                  </a:ext>
                </a:extLst>
              </p:cNvPr>
              <p:cNvSpPr/>
              <p:nvPr/>
            </p:nvSpPr>
            <p:spPr>
              <a:xfrm>
                <a:off x="4724363" y="1082200"/>
                <a:ext cx="50925" cy="10225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409" extrusionOk="0">
                    <a:moveTo>
                      <a:pt x="91" y="1"/>
                    </a:moveTo>
                    <a:cubicBezTo>
                      <a:pt x="40" y="1"/>
                      <a:pt x="1" y="50"/>
                      <a:pt x="1" y="105"/>
                    </a:cubicBezTo>
                    <a:cubicBezTo>
                      <a:pt x="1" y="164"/>
                      <a:pt x="30" y="194"/>
                      <a:pt x="90" y="223"/>
                    </a:cubicBezTo>
                    <a:lnTo>
                      <a:pt x="1911" y="408"/>
                    </a:lnTo>
                    <a:cubicBezTo>
                      <a:pt x="1977" y="408"/>
                      <a:pt x="2007" y="349"/>
                      <a:pt x="2007" y="290"/>
                    </a:cubicBezTo>
                    <a:cubicBezTo>
                      <a:pt x="2037" y="223"/>
                      <a:pt x="1977" y="194"/>
                      <a:pt x="1911" y="194"/>
                    </a:cubicBezTo>
                    <a:lnTo>
                      <a:pt x="127" y="9"/>
                    </a:lnTo>
                    <a:cubicBezTo>
                      <a:pt x="114" y="3"/>
                      <a:pt x="103" y="1"/>
                      <a:pt x="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53" name="Google Shape;3453;p59">
              <a:extLst>
                <a:ext uri="{FF2B5EF4-FFF2-40B4-BE49-F238E27FC236}">
                  <a16:creationId xmlns:a16="http://schemas.microsoft.com/office/drawing/2014/main" id="{F27ED1D9-1ED8-9291-3B89-D582A769C79B}"/>
                </a:ext>
              </a:extLst>
            </p:cNvPr>
            <p:cNvGrpSpPr/>
            <p:nvPr/>
          </p:nvGrpSpPr>
          <p:grpSpPr>
            <a:xfrm>
              <a:off x="6710563" y="2230288"/>
              <a:ext cx="72625" cy="69125"/>
              <a:chOff x="2363375" y="2639225"/>
              <a:chExt cx="72625" cy="69125"/>
            </a:xfrm>
          </p:grpSpPr>
          <p:sp>
            <p:nvSpPr>
              <p:cNvPr id="3454" name="Google Shape;3454;p59">
                <a:extLst>
                  <a:ext uri="{FF2B5EF4-FFF2-40B4-BE49-F238E27FC236}">
                    <a16:creationId xmlns:a16="http://schemas.microsoft.com/office/drawing/2014/main" id="{6B7ADC91-79A3-0346-D70E-0E8F19A0EA65}"/>
                  </a:ext>
                </a:extLst>
              </p:cNvPr>
              <p:cNvSpPr/>
              <p:nvPr/>
            </p:nvSpPr>
            <p:spPr>
              <a:xfrm>
                <a:off x="2364900" y="2642200"/>
                <a:ext cx="68050" cy="63200"/>
              </a:xfrm>
              <a:custGeom>
                <a:avLst/>
                <a:gdLst/>
                <a:ahLst/>
                <a:cxnLst/>
                <a:rect l="l" t="t" r="r" b="b"/>
                <a:pathLst>
                  <a:path w="2722" h="2528" extrusionOk="0">
                    <a:moveTo>
                      <a:pt x="1358" y="0"/>
                    </a:moveTo>
                    <a:cubicBezTo>
                      <a:pt x="738" y="0"/>
                      <a:pt x="199" y="440"/>
                      <a:pt x="104" y="1077"/>
                    </a:cubicBezTo>
                    <a:cubicBezTo>
                      <a:pt x="0" y="1763"/>
                      <a:pt x="478" y="2409"/>
                      <a:pt x="1167" y="2513"/>
                    </a:cubicBezTo>
                    <a:cubicBezTo>
                      <a:pt x="1232" y="2523"/>
                      <a:pt x="1297" y="2528"/>
                      <a:pt x="1360" y="2528"/>
                    </a:cubicBezTo>
                    <a:cubicBezTo>
                      <a:pt x="1973" y="2528"/>
                      <a:pt x="2508" y="2088"/>
                      <a:pt x="2603" y="1450"/>
                    </a:cubicBezTo>
                    <a:cubicBezTo>
                      <a:pt x="2721" y="761"/>
                      <a:pt x="2244" y="119"/>
                      <a:pt x="1555" y="15"/>
                    </a:cubicBezTo>
                    <a:cubicBezTo>
                      <a:pt x="1489" y="5"/>
                      <a:pt x="1423" y="0"/>
                      <a:pt x="13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59">
                <a:extLst>
                  <a:ext uri="{FF2B5EF4-FFF2-40B4-BE49-F238E27FC236}">
                    <a16:creationId xmlns:a16="http://schemas.microsoft.com/office/drawing/2014/main" id="{9440D52B-176D-2A11-3569-F942D4E5EF74}"/>
                  </a:ext>
                </a:extLst>
              </p:cNvPr>
              <p:cNvSpPr/>
              <p:nvPr/>
            </p:nvSpPr>
            <p:spPr>
              <a:xfrm>
                <a:off x="2363375" y="2639225"/>
                <a:ext cx="72625" cy="69125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765" extrusionOk="0">
                    <a:moveTo>
                      <a:pt x="1422" y="223"/>
                    </a:moveTo>
                    <a:cubicBezTo>
                      <a:pt x="1483" y="223"/>
                      <a:pt x="1526" y="223"/>
                      <a:pt x="1587" y="238"/>
                    </a:cubicBezTo>
                    <a:cubicBezTo>
                      <a:pt x="2229" y="342"/>
                      <a:pt x="2664" y="927"/>
                      <a:pt x="2560" y="1555"/>
                    </a:cubicBezTo>
                    <a:cubicBezTo>
                      <a:pt x="2478" y="2128"/>
                      <a:pt x="1972" y="2540"/>
                      <a:pt x="1407" y="2540"/>
                    </a:cubicBezTo>
                    <a:cubicBezTo>
                      <a:pt x="1353" y="2540"/>
                      <a:pt x="1298" y="2536"/>
                      <a:pt x="1242" y="2528"/>
                    </a:cubicBezTo>
                    <a:cubicBezTo>
                      <a:pt x="944" y="2481"/>
                      <a:pt x="675" y="2316"/>
                      <a:pt x="481" y="2061"/>
                    </a:cubicBezTo>
                    <a:cubicBezTo>
                      <a:pt x="302" y="1824"/>
                      <a:pt x="226" y="1508"/>
                      <a:pt x="270" y="1211"/>
                    </a:cubicBezTo>
                    <a:cubicBezTo>
                      <a:pt x="316" y="895"/>
                      <a:pt x="481" y="625"/>
                      <a:pt x="736" y="446"/>
                    </a:cubicBezTo>
                    <a:cubicBezTo>
                      <a:pt x="930" y="299"/>
                      <a:pt x="1167" y="223"/>
                      <a:pt x="1422" y="223"/>
                    </a:cubicBezTo>
                    <a:close/>
                    <a:moveTo>
                      <a:pt x="1430" y="1"/>
                    </a:moveTo>
                    <a:cubicBezTo>
                      <a:pt x="748" y="1"/>
                      <a:pt x="156" y="486"/>
                      <a:pt x="61" y="1182"/>
                    </a:cubicBezTo>
                    <a:cubicBezTo>
                      <a:pt x="0" y="1541"/>
                      <a:pt x="90" y="1900"/>
                      <a:pt x="302" y="2198"/>
                    </a:cubicBezTo>
                    <a:cubicBezTo>
                      <a:pt x="524" y="2496"/>
                      <a:pt x="840" y="2689"/>
                      <a:pt x="1214" y="2750"/>
                    </a:cubicBezTo>
                    <a:cubicBezTo>
                      <a:pt x="1275" y="2750"/>
                      <a:pt x="1346" y="2765"/>
                      <a:pt x="1422" y="2765"/>
                    </a:cubicBezTo>
                    <a:cubicBezTo>
                      <a:pt x="2082" y="2765"/>
                      <a:pt x="2678" y="2273"/>
                      <a:pt x="2782" y="1584"/>
                    </a:cubicBezTo>
                    <a:cubicBezTo>
                      <a:pt x="2904" y="837"/>
                      <a:pt x="2380" y="134"/>
                      <a:pt x="1634" y="15"/>
                    </a:cubicBezTo>
                    <a:cubicBezTo>
                      <a:pt x="1565" y="6"/>
                      <a:pt x="1497" y="1"/>
                      <a:pt x="1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56" name="Google Shape;3456;p59">
              <a:extLst>
                <a:ext uri="{FF2B5EF4-FFF2-40B4-BE49-F238E27FC236}">
                  <a16:creationId xmlns:a16="http://schemas.microsoft.com/office/drawing/2014/main" id="{BD182EBD-4FA3-514A-273E-34A8F724C15D}"/>
                </a:ext>
              </a:extLst>
            </p:cNvPr>
            <p:cNvGrpSpPr/>
            <p:nvPr/>
          </p:nvGrpSpPr>
          <p:grpSpPr>
            <a:xfrm>
              <a:off x="8353738" y="3154050"/>
              <a:ext cx="75150" cy="71675"/>
              <a:chOff x="3386825" y="3172850"/>
              <a:chExt cx="75150" cy="71675"/>
            </a:xfrm>
          </p:grpSpPr>
          <p:sp>
            <p:nvSpPr>
              <p:cNvPr id="3457" name="Google Shape;3457;p59">
                <a:extLst>
                  <a:ext uri="{FF2B5EF4-FFF2-40B4-BE49-F238E27FC236}">
                    <a16:creationId xmlns:a16="http://schemas.microsoft.com/office/drawing/2014/main" id="{2ECD2978-E18F-ECEE-819D-FD457E4BBB48}"/>
                  </a:ext>
                </a:extLst>
              </p:cNvPr>
              <p:cNvSpPr/>
              <p:nvPr/>
            </p:nvSpPr>
            <p:spPr>
              <a:xfrm>
                <a:off x="3390500" y="3177300"/>
                <a:ext cx="66625" cy="62650"/>
              </a:xfrm>
              <a:custGeom>
                <a:avLst/>
                <a:gdLst/>
                <a:ahLst/>
                <a:cxnLst/>
                <a:rect l="l" t="t" r="r" b="b"/>
                <a:pathLst>
                  <a:path w="2665" h="2506" extrusionOk="0">
                    <a:moveTo>
                      <a:pt x="1336" y="1"/>
                    </a:moveTo>
                    <a:cubicBezTo>
                      <a:pt x="713" y="1"/>
                      <a:pt x="173" y="470"/>
                      <a:pt x="91" y="1088"/>
                    </a:cubicBezTo>
                    <a:cubicBezTo>
                      <a:pt x="1" y="1777"/>
                      <a:pt x="482" y="2405"/>
                      <a:pt x="1167" y="2495"/>
                    </a:cubicBezTo>
                    <a:cubicBezTo>
                      <a:pt x="1223" y="2502"/>
                      <a:pt x="1279" y="2506"/>
                      <a:pt x="1334" y="2506"/>
                    </a:cubicBezTo>
                    <a:cubicBezTo>
                      <a:pt x="1955" y="2506"/>
                      <a:pt x="2492" y="2052"/>
                      <a:pt x="2575" y="1418"/>
                    </a:cubicBezTo>
                    <a:cubicBezTo>
                      <a:pt x="2664" y="729"/>
                      <a:pt x="2169" y="101"/>
                      <a:pt x="1498" y="11"/>
                    </a:cubicBezTo>
                    <a:cubicBezTo>
                      <a:pt x="1443" y="4"/>
                      <a:pt x="1389" y="1"/>
                      <a:pt x="13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59">
                <a:extLst>
                  <a:ext uri="{FF2B5EF4-FFF2-40B4-BE49-F238E27FC236}">
                    <a16:creationId xmlns:a16="http://schemas.microsoft.com/office/drawing/2014/main" id="{A9C677FC-C5D1-1DCF-8F68-54C5A7A57C74}"/>
                  </a:ext>
                </a:extLst>
              </p:cNvPr>
              <p:cNvSpPr/>
              <p:nvPr/>
            </p:nvSpPr>
            <p:spPr>
              <a:xfrm>
                <a:off x="3386825" y="3172850"/>
                <a:ext cx="75150" cy="71675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2867" extrusionOk="0">
                    <a:moveTo>
                      <a:pt x="1616" y="369"/>
                    </a:moveTo>
                    <a:cubicBezTo>
                      <a:pt x="2197" y="458"/>
                      <a:pt x="2617" y="997"/>
                      <a:pt x="2542" y="1582"/>
                    </a:cubicBezTo>
                    <a:cubicBezTo>
                      <a:pt x="2495" y="1865"/>
                      <a:pt x="2348" y="2106"/>
                      <a:pt x="2122" y="2285"/>
                    </a:cubicBezTo>
                    <a:cubicBezTo>
                      <a:pt x="1943" y="2430"/>
                      <a:pt x="1724" y="2507"/>
                      <a:pt x="1495" y="2507"/>
                    </a:cubicBezTo>
                    <a:cubicBezTo>
                      <a:pt x="1440" y="2507"/>
                      <a:pt x="1384" y="2503"/>
                      <a:pt x="1329" y="2494"/>
                    </a:cubicBezTo>
                    <a:cubicBezTo>
                      <a:pt x="1045" y="2465"/>
                      <a:pt x="808" y="2314"/>
                      <a:pt x="629" y="2092"/>
                    </a:cubicBezTo>
                    <a:cubicBezTo>
                      <a:pt x="449" y="1865"/>
                      <a:pt x="374" y="1582"/>
                      <a:pt x="417" y="1298"/>
                    </a:cubicBezTo>
                    <a:cubicBezTo>
                      <a:pt x="449" y="1015"/>
                      <a:pt x="597" y="760"/>
                      <a:pt x="823" y="595"/>
                    </a:cubicBezTo>
                    <a:cubicBezTo>
                      <a:pt x="1017" y="444"/>
                      <a:pt x="1239" y="369"/>
                      <a:pt x="1480" y="369"/>
                    </a:cubicBezTo>
                    <a:close/>
                    <a:moveTo>
                      <a:pt x="1493" y="0"/>
                    </a:moveTo>
                    <a:cubicBezTo>
                      <a:pt x="1176" y="0"/>
                      <a:pt x="866" y="104"/>
                      <a:pt x="597" y="297"/>
                    </a:cubicBezTo>
                    <a:cubicBezTo>
                      <a:pt x="299" y="534"/>
                      <a:pt x="105" y="864"/>
                      <a:pt x="58" y="1252"/>
                    </a:cubicBezTo>
                    <a:cubicBezTo>
                      <a:pt x="1" y="1625"/>
                      <a:pt x="105" y="2002"/>
                      <a:pt x="342" y="2314"/>
                    </a:cubicBezTo>
                    <a:cubicBezTo>
                      <a:pt x="568" y="2612"/>
                      <a:pt x="912" y="2810"/>
                      <a:pt x="1286" y="2853"/>
                    </a:cubicBezTo>
                    <a:cubicBezTo>
                      <a:pt x="1347" y="2867"/>
                      <a:pt x="1419" y="2867"/>
                      <a:pt x="1480" y="2867"/>
                    </a:cubicBezTo>
                    <a:cubicBezTo>
                      <a:pt x="1795" y="2867"/>
                      <a:pt x="2093" y="2763"/>
                      <a:pt x="2348" y="2569"/>
                    </a:cubicBezTo>
                    <a:cubicBezTo>
                      <a:pt x="2646" y="2343"/>
                      <a:pt x="2840" y="2002"/>
                      <a:pt x="2901" y="1625"/>
                    </a:cubicBezTo>
                    <a:cubicBezTo>
                      <a:pt x="3005" y="850"/>
                      <a:pt x="2452" y="117"/>
                      <a:pt x="1659" y="10"/>
                    </a:cubicBezTo>
                    <a:cubicBezTo>
                      <a:pt x="1604" y="3"/>
                      <a:pt x="1548" y="0"/>
                      <a:pt x="14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59" name="Google Shape;3459;p59">
              <a:extLst>
                <a:ext uri="{FF2B5EF4-FFF2-40B4-BE49-F238E27FC236}">
                  <a16:creationId xmlns:a16="http://schemas.microsoft.com/office/drawing/2014/main" id="{B737D2C0-F192-C1B1-0889-28147E6750CA}"/>
                </a:ext>
              </a:extLst>
            </p:cNvPr>
            <p:cNvGrpSpPr/>
            <p:nvPr/>
          </p:nvGrpSpPr>
          <p:grpSpPr>
            <a:xfrm rot="375283">
              <a:off x="7740743" y="2305222"/>
              <a:ext cx="112118" cy="105008"/>
              <a:chOff x="-1622839" y="4549431"/>
              <a:chExt cx="141542" cy="132566"/>
            </a:xfrm>
          </p:grpSpPr>
          <p:sp>
            <p:nvSpPr>
              <p:cNvPr id="3460" name="Google Shape;3460;p59">
                <a:extLst>
                  <a:ext uri="{FF2B5EF4-FFF2-40B4-BE49-F238E27FC236}">
                    <a16:creationId xmlns:a16="http://schemas.microsoft.com/office/drawing/2014/main" id="{A7AC4086-44BC-3A77-93A2-97D3142311DF}"/>
                  </a:ext>
                </a:extLst>
              </p:cNvPr>
              <p:cNvSpPr/>
              <p:nvPr/>
            </p:nvSpPr>
            <p:spPr>
              <a:xfrm>
                <a:off x="-1616225" y="4555572"/>
                <a:ext cx="132188" cy="120377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274" extrusionOk="0">
                    <a:moveTo>
                      <a:pt x="709" y="1"/>
                    </a:moveTo>
                    <a:cubicBezTo>
                      <a:pt x="657" y="1"/>
                      <a:pt x="604" y="7"/>
                      <a:pt x="552" y="21"/>
                    </a:cubicBezTo>
                    <a:cubicBezTo>
                      <a:pt x="209" y="102"/>
                      <a:pt x="1" y="444"/>
                      <a:pt x="81" y="787"/>
                    </a:cubicBezTo>
                    <a:cubicBezTo>
                      <a:pt x="150" y="1079"/>
                      <a:pt x="414" y="1274"/>
                      <a:pt x="699" y="1274"/>
                    </a:cubicBezTo>
                    <a:cubicBezTo>
                      <a:pt x="748" y="1274"/>
                      <a:pt x="797" y="1268"/>
                      <a:pt x="847" y="1256"/>
                    </a:cubicBezTo>
                    <a:cubicBezTo>
                      <a:pt x="1189" y="1169"/>
                      <a:pt x="1398" y="827"/>
                      <a:pt x="1318" y="485"/>
                    </a:cubicBezTo>
                    <a:cubicBezTo>
                      <a:pt x="1248" y="195"/>
                      <a:pt x="992" y="1"/>
                      <a:pt x="7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59">
                <a:extLst>
                  <a:ext uri="{FF2B5EF4-FFF2-40B4-BE49-F238E27FC236}">
                    <a16:creationId xmlns:a16="http://schemas.microsoft.com/office/drawing/2014/main" id="{DE6E5FB6-ADB5-679C-FD7B-040D244D6386}"/>
                  </a:ext>
                </a:extLst>
              </p:cNvPr>
              <p:cNvSpPr/>
              <p:nvPr/>
            </p:nvSpPr>
            <p:spPr>
              <a:xfrm>
                <a:off x="-1622839" y="4549431"/>
                <a:ext cx="141542" cy="132566"/>
              </a:xfrm>
              <a:custGeom>
                <a:avLst/>
                <a:gdLst/>
                <a:ahLst/>
                <a:cxnLst/>
                <a:rect l="l" t="t" r="r" b="b"/>
                <a:pathLst>
                  <a:path w="1498" h="1403" extrusionOk="0">
                    <a:moveTo>
                      <a:pt x="772" y="132"/>
                    </a:moveTo>
                    <a:cubicBezTo>
                      <a:pt x="877" y="132"/>
                      <a:pt x="975" y="161"/>
                      <a:pt x="1067" y="213"/>
                    </a:cubicBezTo>
                    <a:cubicBezTo>
                      <a:pt x="1195" y="295"/>
                      <a:pt x="1289" y="416"/>
                      <a:pt x="1323" y="568"/>
                    </a:cubicBezTo>
                    <a:cubicBezTo>
                      <a:pt x="1364" y="712"/>
                      <a:pt x="1335" y="868"/>
                      <a:pt x="1259" y="996"/>
                    </a:cubicBezTo>
                    <a:cubicBezTo>
                      <a:pt x="1179" y="1130"/>
                      <a:pt x="1051" y="1222"/>
                      <a:pt x="906" y="1257"/>
                    </a:cubicBezTo>
                    <a:cubicBezTo>
                      <a:pt x="860" y="1268"/>
                      <a:pt x="814" y="1274"/>
                      <a:pt x="769" y="1274"/>
                    </a:cubicBezTo>
                    <a:cubicBezTo>
                      <a:pt x="512" y="1274"/>
                      <a:pt x="279" y="1095"/>
                      <a:pt x="215" y="834"/>
                    </a:cubicBezTo>
                    <a:cubicBezTo>
                      <a:pt x="140" y="533"/>
                      <a:pt x="331" y="220"/>
                      <a:pt x="633" y="143"/>
                    </a:cubicBezTo>
                    <a:cubicBezTo>
                      <a:pt x="679" y="137"/>
                      <a:pt x="726" y="132"/>
                      <a:pt x="772" y="132"/>
                    </a:cubicBezTo>
                    <a:close/>
                    <a:moveTo>
                      <a:pt x="777" y="0"/>
                    </a:moveTo>
                    <a:cubicBezTo>
                      <a:pt x="720" y="0"/>
                      <a:pt x="662" y="7"/>
                      <a:pt x="604" y="22"/>
                    </a:cubicBezTo>
                    <a:cubicBezTo>
                      <a:pt x="226" y="108"/>
                      <a:pt x="1" y="491"/>
                      <a:pt x="87" y="868"/>
                    </a:cubicBezTo>
                    <a:cubicBezTo>
                      <a:pt x="169" y="1187"/>
                      <a:pt x="453" y="1403"/>
                      <a:pt x="772" y="1403"/>
                    </a:cubicBezTo>
                    <a:cubicBezTo>
                      <a:pt x="824" y="1403"/>
                      <a:pt x="882" y="1396"/>
                      <a:pt x="935" y="1385"/>
                    </a:cubicBezTo>
                    <a:cubicBezTo>
                      <a:pt x="1115" y="1339"/>
                      <a:pt x="1271" y="1229"/>
                      <a:pt x="1369" y="1066"/>
                    </a:cubicBezTo>
                    <a:cubicBezTo>
                      <a:pt x="1468" y="903"/>
                      <a:pt x="1497" y="718"/>
                      <a:pt x="1450" y="538"/>
                    </a:cubicBezTo>
                    <a:cubicBezTo>
                      <a:pt x="1404" y="352"/>
                      <a:pt x="1294" y="201"/>
                      <a:pt x="1137" y="103"/>
                    </a:cubicBezTo>
                    <a:cubicBezTo>
                      <a:pt x="1026" y="35"/>
                      <a:pt x="903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62" name="Google Shape;3462;p59">
              <a:extLst>
                <a:ext uri="{FF2B5EF4-FFF2-40B4-BE49-F238E27FC236}">
                  <a16:creationId xmlns:a16="http://schemas.microsoft.com/office/drawing/2014/main" id="{A7BDCDC1-5495-42FC-4A23-7E8F887D92B5}"/>
                </a:ext>
              </a:extLst>
            </p:cNvPr>
            <p:cNvGrpSpPr/>
            <p:nvPr/>
          </p:nvGrpSpPr>
          <p:grpSpPr>
            <a:xfrm>
              <a:off x="7735345" y="1761443"/>
              <a:ext cx="624169" cy="493452"/>
              <a:chOff x="6806124" y="841326"/>
              <a:chExt cx="1441832" cy="1139875"/>
            </a:xfrm>
          </p:grpSpPr>
          <p:sp>
            <p:nvSpPr>
              <p:cNvPr id="3463" name="Google Shape;3463;p59">
                <a:extLst>
                  <a:ext uri="{FF2B5EF4-FFF2-40B4-BE49-F238E27FC236}">
                    <a16:creationId xmlns:a16="http://schemas.microsoft.com/office/drawing/2014/main" id="{A1E6FF6D-C1FF-8483-7701-08616487BA50}"/>
                  </a:ext>
                </a:extLst>
              </p:cNvPr>
              <p:cNvSpPr/>
              <p:nvPr/>
            </p:nvSpPr>
            <p:spPr>
              <a:xfrm>
                <a:off x="6815144" y="851986"/>
                <a:ext cx="1419898" cy="1118350"/>
              </a:xfrm>
              <a:custGeom>
                <a:avLst/>
                <a:gdLst/>
                <a:ahLst/>
                <a:cxnLst/>
                <a:rect l="l" t="t" r="r" b="b"/>
                <a:pathLst>
                  <a:path w="13853" h="10911" extrusionOk="0">
                    <a:moveTo>
                      <a:pt x="13726" y="1"/>
                    </a:moveTo>
                    <a:lnTo>
                      <a:pt x="97" y="3732"/>
                    </a:lnTo>
                    <a:cubicBezTo>
                      <a:pt x="30" y="3761"/>
                      <a:pt x="1" y="3858"/>
                      <a:pt x="68" y="3887"/>
                    </a:cubicBezTo>
                    <a:lnTo>
                      <a:pt x="8359" y="10891"/>
                    </a:lnTo>
                    <a:cubicBezTo>
                      <a:pt x="8374" y="10903"/>
                      <a:pt x="8394" y="10910"/>
                      <a:pt x="8413" y="10910"/>
                    </a:cubicBezTo>
                    <a:cubicBezTo>
                      <a:pt x="8440" y="10910"/>
                      <a:pt x="8468" y="10896"/>
                      <a:pt x="8485" y="10861"/>
                    </a:cubicBezTo>
                    <a:lnTo>
                      <a:pt x="13823" y="127"/>
                    </a:lnTo>
                    <a:cubicBezTo>
                      <a:pt x="13852" y="60"/>
                      <a:pt x="13793" y="1"/>
                      <a:pt x="137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59">
                <a:extLst>
                  <a:ext uri="{FF2B5EF4-FFF2-40B4-BE49-F238E27FC236}">
                    <a16:creationId xmlns:a16="http://schemas.microsoft.com/office/drawing/2014/main" id="{6E9103B5-AEEB-9294-400C-4A15DF9B2E28}"/>
                  </a:ext>
                </a:extLst>
              </p:cNvPr>
              <p:cNvSpPr/>
              <p:nvPr/>
            </p:nvSpPr>
            <p:spPr>
              <a:xfrm>
                <a:off x="6806124" y="841326"/>
                <a:ext cx="1441832" cy="1139875"/>
              </a:xfrm>
              <a:custGeom>
                <a:avLst/>
                <a:gdLst/>
                <a:ahLst/>
                <a:cxnLst/>
                <a:rect l="l" t="t" r="r" b="b"/>
                <a:pathLst>
                  <a:path w="14067" h="11121" extrusionOk="0">
                    <a:moveTo>
                      <a:pt x="13785" y="231"/>
                    </a:moveTo>
                    <a:lnTo>
                      <a:pt x="8484" y="10898"/>
                    </a:lnTo>
                    <a:lnTo>
                      <a:pt x="244" y="3932"/>
                    </a:lnTo>
                    <a:lnTo>
                      <a:pt x="13785" y="231"/>
                    </a:lnTo>
                    <a:close/>
                    <a:moveTo>
                      <a:pt x="13857" y="1"/>
                    </a:moveTo>
                    <a:cubicBezTo>
                      <a:pt x="13835" y="1"/>
                      <a:pt x="13811" y="6"/>
                      <a:pt x="13785" y="16"/>
                    </a:cubicBezTo>
                    <a:lnTo>
                      <a:pt x="156" y="3747"/>
                    </a:lnTo>
                    <a:cubicBezTo>
                      <a:pt x="59" y="3777"/>
                      <a:pt x="30" y="3806"/>
                      <a:pt x="0" y="3902"/>
                    </a:cubicBezTo>
                    <a:cubicBezTo>
                      <a:pt x="0" y="3962"/>
                      <a:pt x="30" y="4021"/>
                      <a:pt x="59" y="4088"/>
                    </a:cubicBezTo>
                    <a:lnTo>
                      <a:pt x="8358" y="11083"/>
                    </a:lnTo>
                    <a:cubicBezTo>
                      <a:pt x="8418" y="11121"/>
                      <a:pt x="8447" y="11121"/>
                      <a:pt x="8484" y="11121"/>
                    </a:cubicBezTo>
                    <a:lnTo>
                      <a:pt x="8543" y="11121"/>
                    </a:lnTo>
                    <a:cubicBezTo>
                      <a:pt x="8603" y="11121"/>
                      <a:pt x="8632" y="11054"/>
                      <a:pt x="8669" y="11024"/>
                    </a:cubicBezTo>
                    <a:lnTo>
                      <a:pt x="14037" y="290"/>
                    </a:lnTo>
                    <a:cubicBezTo>
                      <a:pt x="14066" y="231"/>
                      <a:pt x="14037" y="134"/>
                      <a:pt x="14000" y="75"/>
                    </a:cubicBezTo>
                    <a:cubicBezTo>
                      <a:pt x="13957" y="32"/>
                      <a:pt x="13914" y="1"/>
                      <a:pt x="138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59">
                <a:extLst>
                  <a:ext uri="{FF2B5EF4-FFF2-40B4-BE49-F238E27FC236}">
                    <a16:creationId xmlns:a16="http://schemas.microsoft.com/office/drawing/2014/main" id="{A004CB49-5DC5-4080-1F9E-C2BA6A2C6C7C}"/>
                  </a:ext>
                </a:extLst>
              </p:cNvPr>
              <p:cNvSpPr/>
              <p:nvPr/>
            </p:nvSpPr>
            <p:spPr>
              <a:xfrm>
                <a:off x="7026904" y="975700"/>
                <a:ext cx="1012368" cy="783901"/>
              </a:xfrm>
              <a:custGeom>
                <a:avLst/>
                <a:gdLst/>
                <a:ahLst/>
                <a:cxnLst/>
                <a:rect l="l" t="t" r="r" b="b"/>
                <a:pathLst>
                  <a:path w="9877" h="7648" extrusionOk="0">
                    <a:moveTo>
                      <a:pt x="9780" y="0"/>
                    </a:moveTo>
                    <a:lnTo>
                      <a:pt x="67" y="2621"/>
                    </a:lnTo>
                    <a:cubicBezTo>
                      <a:pt x="0" y="2621"/>
                      <a:pt x="0" y="2680"/>
                      <a:pt x="37" y="2710"/>
                    </a:cubicBezTo>
                    <a:lnTo>
                      <a:pt x="5960" y="7648"/>
                    </a:lnTo>
                    <a:lnTo>
                      <a:pt x="5990" y="7648"/>
                    </a:lnTo>
                    <a:cubicBezTo>
                      <a:pt x="6019" y="7648"/>
                      <a:pt x="6049" y="7648"/>
                      <a:pt x="6049" y="7618"/>
                    </a:cubicBezTo>
                    <a:lnTo>
                      <a:pt x="9876" y="89"/>
                    </a:lnTo>
                    <a:cubicBezTo>
                      <a:pt x="9876" y="30"/>
                      <a:pt x="9847" y="0"/>
                      <a:pt x="98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59">
                <a:extLst>
                  <a:ext uri="{FF2B5EF4-FFF2-40B4-BE49-F238E27FC236}">
                    <a16:creationId xmlns:a16="http://schemas.microsoft.com/office/drawing/2014/main" id="{A0B117DA-00EE-DB68-B0D2-706FC8765ED5}"/>
                  </a:ext>
                </a:extLst>
              </p:cNvPr>
              <p:cNvSpPr/>
              <p:nvPr/>
            </p:nvSpPr>
            <p:spPr>
              <a:xfrm>
                <a:off x="7175628" y="1556964"/>
                <a:ext cx="234514" cy="379446"/>
              </a:xfrm>
              <a:custGeom>
                <a:avLst/>
                <a:gdLst/>
                <a:ahLst/>
                <a:cxnLst/>
                <a:rect l="l" t="t" r="r" b="b"/>
                <a:pathLst>
                  <a:path w="2288" h="3702" extrusionOk="0">
                    <a:moveTo>
                      <a:pt x="0" y="0"/>
                    </a:moveTo>
                    <a:lnTo>
                      <a:pt x="0" y="3702"/>
                    </a:lnTo>
                    <a:lnTo>
                      <a:pt x="2288" y="19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59">
                <a:extLst>
                  <a:ext uri="{FF2B5EF4-FFF2-40B4-BE49-F238E27FC236}">
                    <a16:creationId xmlns:a16="http://schemas.microsoft.com/office/drawing/2014/main" id="{640698AD-4A79-1466-CBED-A0A54A002982}"/>
                  </a:ext>
                </a:extLst>
              </p:cNvPr>
              <p:cNvSpPr/>
              <p:nvPr/>
            </p:nvSpPr>
            <p:spPr>
              <a:xfrm>
                <a:off x="7166506" y="1545586"/>
                <a:ext cx="255834" cy="400663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3909" extrusionOk="0">
                    <a:moveTo>
                      <a:pt x="215" y="363"/>
                    </a:moveTo>
                    <a:lnTo>
                      <a:pt x="2222" y="2088"/>
                    </a:lnTo>
                    <a:lnTo>
                      <a:pt x="215" y="3598"/>
                    </a:lnTo>
                    <a:lnTo>
                      <a:pt x="215" y="363"/>
                    </a:lnTo>
                    <a:close/>
                    <a:moveTo>
                      <a:pt x="123" y="0"/>
                    </a:moveTo>
                    <a:cubicBezTo>
                      <a:pt x="99" y="0"/>
                      <a:pt x="75" y="8"/>
                      <a:pt x="60" y="22"/>
                    </a:cubicBezTo>
                    <a:cubicBezTo>
                      <a:pt x="30" y="22"/>
                      <a:pt x="1" y="82"/>
                      <a:pt x="1" y="111"/>
                    </a:cubicBezTo>
                    <a:lnTo>
                      <a:pt x="1" y="3813"/>
                    </a:lnTo>
                    <a:cubicBezTo>
                      <a:pt x="1" y="3842"/>
                      <a:pt x="30" y="3879"/>
                      <a:pt x="60" y="3909"/>
                    </a:cubicBezTo>
                    <a:lnTo>
                      <a:pt x="186" y="3909"/>
                    </a:lnTo>
                    <a:lnTo>
                      <a:pt x="2436" y="2177"/>
                    </a:lnTo>
                    <a:cubicBezTo>
                      <a:pt x="2466" y="2177"/>
                      <a:pt x="2495" y="2147"/>
                      <a:pt x="2495" y="2117"/>
                    </a:cubicBezTo>
                    <a:cubicBezTo>
                      <a:pt x="2495" y="2058"/>
                      <a:pt x="2466" y="2029"/>
                      <a:pt x="2466" y="2029"/>
                    </a:cubicBezTo>
                    <a:lnTo>
                      <a:pt x="186" y="22"/>
                    </a:lnTo>
                    <a:cubicBezTo>
                      <a:pt x="171" y="8"/>
                      <a:pt x="147" y="0"/>
                      <a:pt x="1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59">
                <a:extLst>
                  <a:ext uri="{FF2B5EF4-FFF2-40B4-BE49-F238E27FC236}">
                    <a16:creationId xmlns:a16="http://schemas.microsoft.com/office/drawing/2014/main" id="{4A1F7DD4-30E4-141D-8E70-6D996DBB9713}"/>
                  </a:ext>
                </a:extLst>
              </p:cNvPr>
              <p:cNvSpPr/>
              <p:nvPr/>
            </p:nvSpPr>
            <p:spPr>
              <a:xfrm>
                <a:off x="7201457" y="858033"/>
                <a:ext cx="1030510" cy="702005"/>
              </a:xfrm>
              <a:custGeom>
                <a:avLst/>
                <a:gdLst/>
                <a:ahLst/>
                <a:cxnLst/>
                <a:rect l="l" t="t" r="r" b="b"/>
                <a:pathLst>
                  <a:path w="10054" h="6849" extrusionOk="0">
                    <a:moveTo>
                      <a:pt x="10054" y="1"/>
                    </a:moveTo>
                    <a:lnTo>
                      <a:pt x="0" y="6849"/>
                    </a:lnTo>
                    <a:close/>
                  </a:path>
                </a:pathLst>
              </a:custGeom>
              <a:solidFill>
                <a:srgbClr val="CBDA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59">
                <a:extLst>
                  <a:ext uri="{FF2B5EF4-FFF2-40B4-BE49-F238E27FC236}">
                    <a16:creationId xmlns:a16="http://schemas.microsoft.com/office/drawing/2014/main" id="{BE3DE907-9643-E721-AE73-09DD7922B2EF}"/>
                  </a:ext>
                </a:extLst>
              </p:cNvPr>
              <p:cNvSpPr/>
              <p:nvPr/>
            </p:nvSpPr>
            <p:spPr>
              <a:xfrm>
                <a:off x="7188543" y="846963"/>
                <a:ext cx="1056339" cy="722915"/>
              </a:xfrm>
              <a:custGeom>
                <a:avLst/>
                <a:gdLst/>
                <a:ahLst/>
                <a:cxnLst/>
                <a:rect l="l" t="t" r="r" b="b"/>
                <a:pathLst>
                  <a:path w="10306" h="7053" extrusionOk="0">
                    <a:moveTo>
                      <a:pt x="10192" y="1"/>
                    </a:moveTo>
                    <a:cubicBezTo>
                      <a:pt x="10170" y="1"/>
                      <a:pt x="10145" y="8"/>
                      <a:pt x="10120" y="20"/>
                    </a:cubicBezTo>
                    <a:lnTo>
                      <a:pt x="59" y="6868"/>
                    </a:lnTo>
                    <a:cubicBezTo>
                      <a:pt x="0" y="6898"/>
                      <a:pt x="0" y="6957"/>
                      <a:pt x="30" y="7023"/>
                    </a:cubicBezTo>
                    <a:cubicBezTo>
                      <a:pt x="30" y="7053"/>
                      <a:pt x="89" y="7053"/>
                      <a:pt x="126" y="7053"/>
                    </a:cubicBezTo>
                    <a:lnTo>
                      <a:pt x="185" y="7053"/>
                    </a:lnTo>
                    <a:lnTo>
                      <a:pt x="10239" y="205"/>
                    </a:lnTo>
                    <a:cubicBezTo>
                      <a:pt x="10306" y="176"/>
                      <a:pt x="10306" y="109"/>
                      <a:pt x="10269" y="50"/>
                    </a:cubicBezTo>
                    <a:cubicBezTo>
                      <a:pt x="10251" y="15"/>
                      <a:pt x="10224" y="1"/>
                      <a:pt x="101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8476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2">
          <a:extLst>
            <a:ext uri="{FF2B5EF4-FFF2-40B4-BE49-F238E27FC236}">
              <a16:creationId xmlns:a16="http://schemas.microsoft.com/office/drawing/2014/main" id="{A4D75318-4935-60B7-04F4-CD4FA163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3" name="Google Shape;3283;p58">
            <a:extLst>
              <a:ext uri="{FF2B5EF4-FFF2-40B4-BE49-F238E27FC236}">
                <a16:creationId xmlns:a16="http://schemas.microsoft.com/office/drawing/2014/main" id="{063BDFAE-12AB-672F-9340-334D420BF0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000" y="616188"/>
            <a:ext cx="6576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</a:rPr>
              <a:t>Rp. 1,265M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3284" name="Google Shape;3284;p58">
            <a:extLst>
              <a:ext uri="{FF2B5EF4-FFF2-40B4-BE49-F238E27FC236}">
                <a16:creationId xmlns:a16="http://schemas.microsoft.com/office/drawing/2014/main" id="{B848D0C7-0AEC-AAB7-B470-65DDD618230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84000" y="1169813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Total Revenue</a:t>
            </a:r>
            <a:endParaRPr dirty="0"/>
          </a:p>
        </p:txBody>
      </p:sp>
      <p:sp>
        <p:nvSpPr>
          <p:cNvPr id="3285" name="Google Shape;3285;p58">
            <a:extLst>
              <a:ext uri="{FF2B5EF4-FFF2-40B4-BE49-F238E27FC236}">
                <a16:creationId xmlns:a16="http://schemas.microsoft.com/office/drawing/2014/main" id="{5BBB80D9-2C90-2ECC-92A6-B005F8EAE0B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284000" y="2072325"/>
            <a:ext cx="6576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</a:rPr>
              <a:t>2,521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3286" name="Google Shape;3286;p58">
            <a:extLst>
              <a:ext uri="{FF2B5EF4-FFF2-40B4-BE49-F238E27FC236}">
                <a16:creationId xmlns:a16="http://schemas.microsoft.com/office/drawing/2014/main" id="{BFC78909-9AA6-5DB0-0CD8-8254DA52829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84000" y="2625950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Completed Orders</a:t>
            </a:r>
          </a:p>
        </p:txBody>
      </p:sp>
      <p:sp>
        <p:nvSpPr>
          <p:cNvPr id="3287" name="Google Shape;3287;p58">
            <a:extLst>
              <a:ext uri="{FF2B5EF4-FFF2-40B4-BE49-F238E27FC236}">
                <a16:creationId xmlns:a16="http://schemas.microsoft.com/office/drawing/2014/main" id="{1CB75B8F-F6DD-2917-056C-AD0570414243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284000" y="3528475"/>
            <a:ext cx="6576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</a:rPr>
              <a:t>Rp. 502K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3288" name="Google Shape;3288;p58">
            <a:extLst>
              <a:ext uri="{FF2B5EF4-FFF2-40B4-BE49-F238E27FC236}">
                <a16:creationId xmlns:a16="http://schemas.microsoft.com/office/drawing/2014/main" id="{EB5D2C03-58F6-7A36-A49A-EDA266250043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284000" y="4082100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Average Order Value</a:t>
            </a:r>
            <a:endParaRPr dirty="0"/>
          </a:p>
        </p:txBody>
      </p:sp>
      <p:grpSp>
        <p:nvGrpSpPr>
          <p:cNvPr id="3289" name="Google Shape;3289;p58">
            <a:extLst>
              <a:ext uri="{FF2B5EF4-FFF2-40B4-BE49-F238E27FC236}">
                <a16:creationId xmlns:a16="http://schemas.microsoft.com/office/drawing/2014/main" id="{5A673ED3-13A4-07C2-BDA8-C6DFC2FFC1D8}"/>
              </a:ext>
            </a:extLst>
          </p:cNvPr>
          <p:cNvGrpSpPr/>
          <p:nvPr/>
        </p:nvGrpSpPr>
        <p:grpSpPr>
          <a:xfrm>
            <a:off x="164913" y="332742"/>
            <a:ext cx="1883533" cy="1407114"/>
            <a:chOff x="164913" y="332742"/>
            <a:chExt cx="1883533" cy="1407114"/>
          </a:xfrm>
        </p:grpSpPr>
        <p:grpSp>
          <p:nvGrpSpPr>
            <p:cNvPr id="3290" name="Google Shape;3290;p58">
              <a:extLst>
                <a:ext uri="{FF2B5EF4-FFF2-40B4-BE49-F238E27FC236}">
                  <a16:creationId xmlns:a16="http://schemas.microsoft.com/office/drawing/2014/main" id="{F7E1700A-775E-3A2C-9E3A-3BD34CDBEFE3}"/>
                </a:ext>
              </a:extLst>
            </p:cNvPr>
            <p:cNvGrpSpPr/>
            <p:nvPr/>
          </p:nvGrpSpPr>
          <p:grpSpPr>
            <a:xfrm>
              <a:off x="1176792" y="332742"/>
              <a:ext cx="871653" cy="887774"/>
              <a:chOff x="2921650" y="2601500"/>
              <a:chExt cx="237275" cy="241650"/>
            </a:xfrm>
          </p:grpSpPr>
          <p:sp>
            <p:nvSpPr>
              <p:cNvPr id="3291" name="Google Shape;3291;p58">
                <a:extLst>
                  <a:ext uri="{FF2B5EF4-FFF2-40B4-BE49-F238E27FC236}">
                    <a16:creationId xmlns:a16="http://schemas.microsoft.com/office/drawing/2014/main" id="{0B7AFF7B-DD64-3C10-6B19-3086DD36E6B9}"/>
                  </a:ext>
                </a:extLst>
              </p:cNvPr>
              <p:cNvSpPr/>
              <p:nvPr/>
            </p:nvSpPr>
            <p:spPr>
              <a:xfrm>
                <a:off x="2930650" y="2615000"/>
                <a:ext cx="226275" cy="226250"/>
              </a:xfrm>
              <a:custGeom>
                <a:avLst/>
                <a:gdLst/>
                <a:ahLst/>
                <a:cxnLst/>
                <a:rect l="l" t="t" r="r" b="b"/>
                <a:pathLst>
                  <a:path w="9051" h="9050" extrusionOk="0">
                    <a:moveTo>
                      <a:pt x="4526" y="1"/>
                    </a:moveTo>
                    <a:cubicBezTo>
                      <a:pt x="2031" y="1"/>
                      <a:pt x="1" y="2025"/>
                      <a:pt x="1" y="4525"/>
                    </a:cubicBezTo>
                    <a:cubicBezTo>
                      <a:pt x="1" y="7026"/>
                      <a:pt x="2031" y="9050"/>
                      <a:pt x="4526" y="9050"/>
                    </a:cubicBezTo>
                    <a:cubicBezTo>
                      <a:pt x="7025" y="9050"/>
                      <a:pt x="9050" y="7026"/>
                      <a:pt x="9050" y="4525"/>
                    </a:cubicBezTo>
                    <a:cubicBezTo>
                      <a:pt x="9050" y="2025"/>
                      <a:pt x="7025" y="1"/>
                      <a:pt x="45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58">
                <a:extLst>
                  <a:ext uri="{FF2B5EF4-FFF2-40B4-BE49-F238E27FC236}">
                    <a16:creationId xmlns:a16="http://schemas.microsoft.com/office/drawing/2014/main" id="{2C12D8B5-42FF-B778-B7A2-9B64F80CC406}"/>
                  </a:ext>
                </a:extLst>
              </p:cNvPr>
              <p:cNvSpPr/>
              <p:nvPr/>
            </p:nvSpPr>
            <p:spPr>
              <a:xfrm>
                <a:off x="2928750" y="2612950"/>
                <a:ext cx="230175" cy="230200"/>
              </a:xfrm>
              <a:custGeom>
                <a:avLst/>
                <a:gdLst/>
                <a:ahLst/>
                <a:cxnLst/>
                <a:rect l="l" t="t" r="r" b="b"/>
                <a:pathLst>
                  <a:path w="9207" h="9208" extrusionOk="0">
                    <a:moveTo>
                      <a:pt x="4602" y="163"/>
                    </a:moveTo>
                    <a:cubicBezTo>
                      <a:pt x="7055" y="163"/>
                      <a:pt x="9044" y="2158"/>
                      <a:pt x="9044" y="4607"/>
                    </a:cubicBezTo>
                    <a:cubicBezTo>
                      <a:pt x="9044" y="7055"/>
                      <a:pt x="7055" y="9050"/>
                      <a:pt x="4602" y="9050"/>
                    </a:cubicBezTo>
                    <a:cubicBezTo>
                      <a:pt x="2153" y="9050"/>
                      <a:pt x="158" y="7055"/>
                      <a:pt x="158" y="4607"/>
                    </a:cubicBezTo>
                    <a:cubicBezTo>
                      <a:pt x="158" y="2158"/>
                      <a:pt x="2153" y="163"/>
                      <a:pt x="4602" y="163"/>
                    </a:cubicBezTo>
                    <a:close/>
                    <a:moveTo>
                      <a:pt x="4602" y="0"/>
                    </a:moveTo>
                    <a:cubicBezTo>
                      <a:pt x="2066" y="0"/>
                      <a:pt x="0" y="2066"/>
                      <a:pt x="0" y="4607"/>
                    </a:cubicBezTo>
                    <a:cubicBezTo>
                      <a:pt x="0" y="7142"/>
                      <a:pt x="2066" y="9207"/>
                      <a:pt x="4602" y="9207"/>
                    </a:cubicBezTo>
                    <a:cubicBezTo>
                      <a:pt x="7142" y="9207"/>
                      <a:pt x="9207" y="7142"/>
                      <a:pt x="9207" y="4607"/>
                    </a:cubicBezTo>
                    <a:cubicBezTo>
                      <a:pt x="9207" y="2066"/>
                      <a:pt x="7142" y="0"/>
                      <a:pt x="4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58">
                <a:extLst>
                  <a:ext uri="{FF2B5EF4-FFF2-40B4-BE49-F238E27FC236}">
                    <a16:creationId xmlns:a16="http://schemas.microsoft.com/office/drawing/2014/main" id="{E1D88214-BB30-3E7F-7252-91923D323789}"/>
                  </a:ext>
                </a:extLst>
              </p:cNvPr>
              <p:cNvSpPr/>
              <p:nvPr/>
            </p:nvSpPr>
            <p:spPr>
              <a:xfrm>
                <a:off x="2923700" y="2603550"/>
                <a:ext cx="226075" cy="226075"/>
              </a:xfrm>
              <a:custGeom>
                <a:avLst/>
                <a:gdLst/>
                <a:ahLst/>
                <a:cxnLst/>
                <a:rect l="l" t="t" r="r" b="b"/>
                <a:pathLst>
                  <a:path w="9043" h="9043" extrusionOk="0">
                    <a:moveTo>
                      <a:pt x="4518" y="1"/>
                    </a:moveTo>
                    <a:cubicBezTo>
                      <a:pt x="2025" y="1"/>
                      <a:pt x="1" y="2025"/>
                      <a:pt x="1" y="4525"/>
                    </a:cubicBezTo>
                    <a:cubicBezTo>
                      <a:pt x="1" y="7019"/>
                      <a:pt x="2025" y="9043"/>
                      <a:pt x="4518" y="9043"/>
                    </a:cubicBezTo>
                    <a:cubicBezTo>
                      <a:pt x="7019" y="9043"/>
                      <a:pt x="9043" y="7019"/>
                      <a:pt x="9043" y="4525"/>
                    </a:cubicBezTo>
                    <a:cubicBezTo>
                      <a:pt x="9043" y="2025"/>
                      <a:pt x="7019" y="1"/>
                      <a:pt x="451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58">
                <a:extLst>
                  <a:ext uri="{FF2B5EF4-FFF2-40B4-BE49-F238E27FC236}">
                    <a16:creationId xmlns:a16="http://schemas.microsoft.com/office/drawing/2014/main" id="{F5CBA0D6-E8E5-6E54-C6E1-2A58E89F0330}"/>
                  </a:ext>
                </a:extLst>
              </p:cNvPr>
              <p:cNvSpPr/>
              <p:nvPr/>
            </p:nvSpPr>
            <p:spPr>
              <a:xfrm>
                <a:off x="2921650" y="2601500"/>
                <a:ext cx="230175" cy="230175"/>
              </a:xfrm>
              <a:custGeom>
                <a:avLst/>
                <a:gdLst/>
                <a:ahLst/>
                <a:cxnLst/>
                <a:rect l="l" t="t" r="r" b="b"/>
                <a:pathLst>
                  <a:path w="9207" h="9207" extrusionOk="0">
                    <a:moveTo>
                      <a:pt x="4600" y="163"/>
                    </a:moveTo>
                    <a:cubicBezTo>
                      <a:pt x="7055" y="163"/>
                      <a:pt x="9044" y="2153"/>
                      <a:pt x="9044" y="4607"/>
                    </a:cubicBezTo>
                    <a:cubicBezTo>
                      <a:pt x="9044" y="7055"/>
                      <a:pt x="7055" y="9044"/>
                      <a:pt x="4600" y="9044"/>
                    </a:cubicBezTo>
                    <a:cubicBezTo>
                      <a:pt x="2153" y="9044"/>
                      <a:pt x="158" y="7055"/>
                      <a:pt x="158" y="4607"/>
                    </a:cubicBezTo>
                    <a:cubicBezTo>
                      <a:pt x="158" y="2153"/>
                      <a:pt x="2153" y="163"/>
                      <a:pt x="4600" y="163"/>
                    </a:cubicBezTo>
                    <a:close/>
                    <a:moveTo>
                      <a:pt x="4600" y="0"/>
                    </a:moveTo>
                    <a:cubicBezTo>
                      <a:pt x="2066" y="0"/>
                      <a:pt x="0" y="2066"/>
                      <a:pt x="0" y="4607"/>
                    </a:cubicBezTo>
                    <a:cubicBezTo>
                      <a:pt x="0" y="7141"/>
                      <a:pt x="2066" y="9207"/>
                      <a:pt x="4600" y="9207"/>
                    </a:cubicBezTo>
                    <a:cubicBezTo>
                      <a:pt x="7141" y="9207"/>
                      <a:pt x="9207" y="7141"/>
                      <a:pt x="9207" y="4607"/>
                    </a:cubicBezTo>
                    <a:cubicBezTo>
                      <a:pt x="9207" y="2066"/>
                      <a:pt x="7141" y="0"/>
                      <a:pt x="46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58">
                <a:extLst>
                  <a:ext uri="{FF2B5EF4-FFF2-40B4-BE49-F238E27FC236}">
                    <a16:creationId xmlns:a16="http://schemas.microsoft.com/office/drawing/2014/main" id="{89723B5D-71EE-475A-20D4-9A5A41700EDB}"/>
                  </a:ext>
                </a:extLst>
              </p:cNvPr>
              <p:cNvSpPr/>
              <p:nvPr/>
            </p:nvSpPr>
            <p:spPr>
              <a:xfrm>
                <a:off x="2958200" y="2638050"/>
                <a:ext cx="157100" cy="15710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6284" extrusionOk="0">
                    <a:moveTo>
                      <a:pt x="3138" y="0"/>
                    </a:moveTo>
                    <a:cubicBezTo>
                      <a:pt x="1405" y="0"/>
                      <a:pt x="0" y="1411"/>
                      <a:pt x="0" y="3145"/>
                    </a:cubicBezTo>
                    <a:cubicBezTo>
                      <a:pt x="0" y="4873"/>
                      <a:pt x="1405" y="6283"/>
                      <a:pt x="3138" y="6283"/>
                    </a:cubicBezTo>
                    <a:cubicBezTo>
                      <a:pt x="4873" y="6283"/>
                      <a:pt x="6283" y="4873"/>
                      <a:pt x="6283" y="3145"/>
                    </a:cubicBezTo>
                    <a:cubicBezTo>
                      <a:pt x="6283" y="1411"/>
                      <a:pt x="4873" y="0"/>
                      <a:pt x="31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58">
                <a:extLst>
                  <a:ext uri="{FF2B5EF4-FFF2-40B4-BE49-F238E27FC236}">
                    <a16:creationId xmlns:a16="http://schemas.microsoft.com/office/drawing/2014/main" id="{548CE22F-EE6C-83B0-6DC6-31EE3598E7D9}"/>
                  </a:ext>
                </a:extLst>
              </p:cNvPr>
              <p:cNvSpPr/>
              <p:nvPr/>
            </p:nvSpPr>
            <p:spPr>
              <a:xfrm>
                <a:off x="2956175" y="2636025"/>
                <a:ext cx="161000" cy="161125"/>
              </a:xfrm>
              <a:custGeom>
                <a:avLst/>
                <a:gdLst/>
                <a:ahLst/>
                <a:cxnLst/>
                <a:rect l="l" t="t" r="r" b="b"/>
                <a:pathLst>
                  <a:path w="6440" h="6445" extrusionOk="0">
                    <a:moveTo>
                      <a:pt x="3219" y="163"/>
                    </a:moveTo>
                    <a:cubicBezTo>
                      <a:pt x="4908" y="163"/>
                      <a:pt x="6282" y="1537"/>
                      <a:pt x="6282" y="3226"/>
                    </a:cubicBezTo>
                    <a:cubicBezTo>
                      <a:pt x="6282" y="4908"/>
                      <a:pt x="4908" y="6282"/>
                      <a:pt x="3219" y="6282"/>
                    </a:cubicBezTo>
                    <a:cubicBezTo>
                      <a:pt x="1532" y="6282"/>
                      <a:pt x="163" y="4908"/>
                      <a:pt x="163" y="3226"/>
                    </a:cubicBezTo>
                    <a:cubicBezTo>
                      <a:pt x="163" y="1537"/>
                      <a:pt x="1532" y="163"/>
                      <a:pt x="3219" y="163"/>
                    </a:cubicBezTo>
                    <a:close/>
                    <a:moveTo>
                      <a:pt x="3219" y="0"/>
                    </a:moveTo>
                    <a:cubicBezTo>
                      <a:pt x="1444" y="0"/>
                      <a:pt x="0" y="1444"/>
                      <a:pt x="0" y="3226"/>
                    </a:cubicBezTo>
                    <a:cubicBezTo>
                      <a:pt x="0" y="5001"/>
                      <a:pt x="1444" y="6445"/>
                      <a:pt x="3219" y="6445"/>
                    </a:cubicBezTo>
                    <a:cubicBezTo>
                      <a:pt x="4994" y="6445"/>
                      <a:pt x="6439" y="5001"/>
                      <a:pt x="6439" y="3226"/>
                    </a:cubicBezTo>
                    <a:cubicBezTo>
                      <a:pt x="6439" y="1444"/>
                      <a:pt x="4994" y="0"/>
                      <a:pt x="32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58">
                <a:extLst>
                  <a:ext uri="{FF2B5EF4-FFF2-40B4-BE49-F238E27FC236}">
                    <a16:creationId xmlns:a16="http://schemas.microsoft.com/office/drawing/2014/main" id="{F13F606E-F92D-3DDA-A2D3-62AB78FB486D}"/>
                  </a:ext>
                </a:extLst>
              </p:cNvPr>
              <p:cNvSpPr/>
              <p:nvPr/>
            </p:nvSpPr>
            <p:spPr>
              <a:xfrm>
                <a:off x="2988950" y="2668950"/>
                <a:ext cx="9542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3817" h="3811" extrusionOk="0">
                    <a:moveTo>
                      <a:pt x="1908" y="0"/>
                    </a:moveTo>
                    <a:cubicBezTo>
                      <a:pt x="858" y="0"/>
                      <a:pt x="1" y="853"/>
                      <a:pt x="1" y="1909"/>
                    </a:cubicBezTo>
                    <a:cubicBezTo>
                      <a:pt x="1" y="2959"/>
                      <a:pt x="858" y="3811"/>
                      <a:pt x="1908" y="3811"/>
                    </a:cubicBezTo>
                    <a:cubicBezTo>
                      <a:pt x="2965" y="3811"/>
                      <a:pt x="3817" y="2959"/>
                      <a:pt x="3817" y="1909"/>
                    </a:cubicBezTo>
                    <a:cubicBezTo>
                      <a:pt x="3817" y="853"/>
                      <a:pt x="2965" y="0"/>
                      <a:pt x="19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58">
                <a:extLst>
                  <a:ext uri="{FF2B5EF4-FFF2-40B4-BE49-F238E27FC236}">
                    <a16:creationId xmlns:a16="http://schemas.microsoft.com/office/drawing/2014/main" id="{A1E83BAE-1401-20EB-1A17-FE17F0AEB24C}"/>
                  </a:ext>
                </a:extLst>
              </p:cNvPr>
              <p:cNvSpPr/>
              <p:nvPr/>
            </p:nvSpPr>
            <p:spPr>
              <a:xfrm>
                <a:off x="2987050" y="2666900"/>
                <a:ext cx="99400" cy="99400"/>
              </a:xfrm>
              <a:custGeom>
                <a:avLst/>
                <a:gdLst/>
                <a:ahLst/>
                <a:cxnLst/>
                <a:rect l="l" t="t" r="r" b="b"/>
                <a:pathLst>
                  <a:path w="3976" h="3976" extrusionOk="0">
                    <a:moveTo>
                      <a:pt x="1984" y="158"/>
                    </a:moveTo>
                    <a:cubicBezTo>
                      <a:pt x="2994" y="158"/>
                      <a:pt x="3812" y="982"/>
                      <a:pt x="3812" y="1991"/>
                    </a:cubicBezTo>
                    <a:cubicBezTo>
                      <a:pt x="3812" y="2994"/>
                      <a:pt x="2994" y="3818"/>
                      <a:pt x="1984" y="3818"/>
                    </a:cubicBezTo>
                    <a:cubicBezTo>
                      <a:pt x="982" y="3818"/>
                      <a:pt x="158" y="2994"/>
                      <a:pt x="158" y="1991"/>
                    </a:cubicBezTo>
                    <a:cubicBezTo>
                      <a:pt x="158" y="982"/>
                      <a:pt x="982" y="158"/>
                      <a:pt x="1984" y="158"/>
                    </a:cubicBezTo>
                    <a:close/>
                    <a:moveTo>
                      <a:pt x="1984" y="0"/>
                    </a:moveTo>
                    <a:cubicBezTo>
                      <a:pt x="889" y="0"/>
                      <a:pt x="0" y="894"/>
                      <a:pt x="0" y="1991"/>
                    </a:cubicBezTo>
                    <a:cubicBezTo>
                      <a:pt x="0" y="3081"/>
                      <a:pt x="889" y="3975"/>
                      <a:pt x="1984" y="3975"/>
                    </a:cubicBezTo>
                    <a:cubicBezTo>
                      <a:pt x="3081" y="3975"/>
                      <a:pt x="3975" y="3081"/>
                      <a:pt x="3975" y="1991"/>
                    </a:cubicBezTo>
                    <a:cubicBezTo>
                      <a:pt x="3975" y="894"/>
                      <a:pt x="3081" y="0"/>
                      <a:pt x="19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58">
                <a:extLst>
                  <a:ext uri="{FF2B5EF4-FFF2-40B4-BE49-F238E27FC236}">
                    <a16:creationId xmlns:a16="http://schemas.microsoft.com/office/drawing/2014/main" id="{00B5255C-E852-81CD-BC10-00DDAA4C8E06}"/>
                  </a:ext>
                </a:extLst>
              </p:cNvPr>
              <p:cNvSpPr/>
              <p:nvPr/>
            </p:nvSpPr>
            <p:spPr>
              <a:xfrm>
                <a:off x="3009250" y="2689100"/>
                <a:ext cx="54975" cy="54975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2199" extrusionOk="0">
                    <a:moveTo>
                      <a:pt x="1096" y="563"/>
                    </a:moveTo>
                    <a:cubicBezTo>
                      <a:pt x="1393" y="563"/>
                      <a:pt x="1636" y="801"/>
                      <a:pt x="1636" y="1103"/>
                    </a:cubicBezTo>
                    <a:cubicBezTo>
                      <a:pt x="1636" y="1398"/>
                      <a:pt x="1393" y="1636"/>
                      <a:pt x="1096" y="1636"/>
                    </a:cubicBezTo>
                    <a:cubicBezTo>
                      <a:pt x="801" y="1636"/>
                      <a:pt x="557" y="1398"/>
                      <a:pt x="557" y="1103"/>
                    </a:cubicBezTo>
                    <a:cubicBezTo>
                      <a:pt x="557" y="801"/>
                      <a:pt x="801" y="563"/>
                      <a:pt x="1096" y="563"/>
                    </a:cubicBezTo>
                    <a:close/>
                    <a:moveTo>
                      <a:pt x="1096" y="1"/>
                    </a:moveTo>
                    <a:cubicBezTo>
                      <a:pt x="493" y="1"/>
                      <a:pt x="1" y="493"/>
                      <a:pt x="1" y="1103"/>
                    </a:cubicBezTo>
                    <a:cubicBezTo>
                      <a:pt x="1" y="1706"/>
                      <a:pt x="493" y="2199"/>
                      <a:pt x="1096" y="2199"/>
                    </a:cubicBezTo>
                    <a:cubicBezTo>
                      <a:pt x="1706" y="2199"/>
                      <a:pt x="2199" y="1706"/>
                      <a:pt x="2199" y="1103"/>
                    </a:cubicBezTo>
                    <a:cubicBezTo>
                      <a:pt x="2199" y="493"/>
                      <a:pt x="1706" y="1"/>
                      <a:pt x="109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0" name="Google Shape;3300;p58">
                <a:extLst>
                  <a:ext uri="{FF2B5EF4-FFF2-40B4-BE49-F238E27FC236}">
                    <a16:creationId xmlns:a16="http://schemas.microsoft.com/office/drawing/2014/main" id="{453EB0BD-BEA4-64F2-83D4-6A3DFB3C49B7}"/>
                  </a:ext>
                </a:extLst>
              </p:cNvPr>
              <p:cNvSpPr/>
              <p:nvPr/>
            </p:nvSpPr>
            <p:spPr>
              <a:xfrm>
                <a:off x="3007225" y="2687075"/>
                <a:ext cx="59025" cy="59025"/>
              </a:xfrm>
              <a:custGeom>
                <a:avLst/>
                <a:gdLst/>
                <a:ahLst/>
                <a:cxnLst/>
                <a:rect l="l" t="t" r="r" b="b"/>
                <a:pathLst>
                  <a:path w="2361" h="2361" extrusionOk="0">
                    <a:moveTo>
                      <a:pt x="1177" y="719"/>
                    </a:moveTo>
                    <a:cubicBezTo>
                      <a:pt x="1433" y="719"/>
                      <a:pt x="1637" y="928"/>
                      <a:pt x="1637" y="1184"/>
                    </a:cubicBezTo>
                    <a:cubicBezTo>
                      <a:pt x="1637" y="1433"/>
                      <a:pt x="1433" y="1642"/>
                      <a:pt x="1177" y="1642"/>
                    </a:cubicBezTo>
                    <a:cubicBezTo>
                      <a:pt x="928" y="1642"/>
                      <a:pt x="719" y="1433"/>
                      <a:pt x="719" y="1184"/>
                    </a:cubicBezTo>
                    <a:cubicBezTo>
                      <a:pt x="719" y="928"/>
                      <a:pt x="928" y="719"/>
                      <a:pt x="1177" y="719"/>
                    </a:cubicBezTo>
                    <a:close/>
                    <a:moveTo>
                      <a:pt x="1177" y="563"/>
                    </a:moveTo>
                    <a:cubicBezTo>
                      <a:pt x="842" y="563"/>
                      <a:pt x="563" y="842"/>
                      <a:pt x="563" y="1184"/>
                    </a:cubicBezTo>
                    <a:cubicBezTo>
                      <a:pt x="563" y="1520"/>
                      <a:pt x="842" y="1798"/>
                      <a:pt x="1177" y="1798"/>
                    </a:cubicBezTo>
                    <a:cubicBezTo>
                      <a:pt x="1520" y="1798"/>
                      <a:pt x="1798" y="1520"/>
                      <a:pt x="1798" y="1184"/>
                    </a:cubicBezTo>
                    <a:cubicBezTo>
                      <a:pt x="1798" y="842"/>
                      <a:pt x="1520" y="563"/>
                      <a:pt x="1177" y="563"/>
                    </a:cubicBezTo>
                    <a:close/>
                    <a:moveTo>
                      <a:pt x="1177" y="162"/>
                    </a:moveTo>
                    <a:cubicBezTo>
                      <a:pt x="1741" y="162"/>
                      <a:pt x="2199" y="620"/>
                      <a:pt x="2199" y="1184"/>
                    </a:cubicBezTo>
                    <a:cubicBezTo>
                      <a:pt x="2199" y="1741"/>
                      <a:pt x="1741" y="2199"/>
                      <a:pt x="1177" y="2199"/>
                    </a:cubicBezTo>
                    <a:cubicBezTo>
                      <a:pt x="615" y="2199"/>
                      <a:pt x="157" y="1741"/>
                      <a:pt x="157" y="1184"/>
                    </a:cubicBezTo>
                    <a:cubicBezTo>
                      <a:pt x="157" y="620"/>
                      <a:pt x="615" y="162"/>
                      <a:pt x="1177" y="162"/>
                    </a:cubicBezTo>
                    <a:close/>
                    <a:moveTo>
                      <a:pt x="1177" y="1"/>
                    </a:moveTo>
                    <a:cubicBezTo>
                      <a:pt x="528" y="1"/>
                      <a:pt x="1" y="528"/>
                      <a:pt x="1" y="1184"/>
                    </a:cubicBezTo>
                    <a:cubicBezTo>
                      <a:pt x="1" y="1833"/>
                      <a:pt x="528" y="2361"/>
                      <a:pt x="1177" y="2361"/>
                    </a:cubicBezTo>
                    <a:cubicBezTo>
                      <a:pt x="1827" y="2361"/>
                      <a:pt x="2361" y="1833"/>
                      <a:pt x="2361" y="1184"/>
                    </a:cubicBezTo>
                    <a:cubicBezTo>
                      <a:pt x="2361" y="528"/>
                      <a:pt x="1827" y="1"/>
                      <a:pt x="1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1" name="Google Shape;3301;p58">
                <a:extLst>
                  <a:ext uri="{FF2B5EF4-FFF2-40B4-BE49-F238E27FC236}">
                    <a16:creationId xmlns:a16="http://schemas.microsoft.com/office/drawing/2014/main" id="{0E61E05B-745A-0703-3E32-45B596BCDCF2}"/>
                  </a:ext>
                </a:extLst>
              </p:cNvPr>
              <p:cNvSpPr/>
              <p:nvPr/>
            </p:nvSpPr>
            <p:spPr>
              <a:xfrm>
                <a:off x="2957925" y="2627375"/>
                <a:ext cx="80650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226" h="3683" extrusionOk="0">
                    <a:moveTo>
                      <a:pt x="125" y="1"/>
                    </a:moveTo>
                    <a:cubicBezTo>
                      <a:pt x="99" y="1"/>
                      <a:pt x="73" y="9"/>
                      <a:pt x="52" y="28"/>
                    </a:cubicBezTo>
                    <a:cubicBezTo>
                      <a:pt x="6" y="68"/>
                      <a:pt x="0" y="138"/>
                      <a:pt x="40" y="184"/>
                    </a:cubicBezTo>
                    <a:lnTo>
                      <a:pt x="3017" y="3642"/>
                    </a:lnTo>
                    <a:cubicBezTo>
                      <a:pt x="3039" y="3670"/>
                      <a:pt x="3068" y="3682"/>
                      <a:pt x="3103" y="3682"/>
                    </a:cubicBezTo>
                    <a:cubicBezTo>
                      <a:pt x="3127" y="3682"/>
                      <a:pt x="3156" y="3677"/>
                      <a:pt x="3173" y="3653"/>
                    </a:cubicBezTo>
                    <a:cubicBezTo>
                      <a:pt x="3219" y="3618"/>
                      <a:pt x="3226" y="3543"/>
                      <a:pt x="3184" y="3496"/>
                    </a:cubicBezTo>
                    <a:lnTo>
                      <a:pt x="209" y="39"/>
                    </a:lnTo>
                    <a:cubicBezTo>
                      <a:pt x="187" y="14"/>
                      <a:pt x="156" y="1"/>
                      <a:pt x="1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2" name="Google Shape;3302;p58">
                <a:extLst>
                  <a:ext uri="{FF2B5EF4-FFF2-40B4-BE49-F238E27FC236}">
                    <a16:creationId xmlns:a16="http://schemas.microsoft.com/office/drawing/2014/main" id="{26C03C9A-AD2B-56CC-1120-D770635433AE}"/>
                  </a:ext>
                </a:extLst>
              </p:cNvPr>
              <p:cNvSpPr/>
              <p:nvPr/>
            </p:nvSpPr>
            <p:spPr>
              <a:xfrm>
                <a:off x="2936575" y="2606400"/>
                <a:ext cx="30775" cy="30025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1201" extrusionOk="0">
                    <a:moveTo>
                      <a:pt x="899" y="0"/>
                    </a:moveTo>
                    <a:cubicBezTo>
                      <a:pt x="892" y="0"/>
                      <a:pt x="885" y="1"/>
                      <a:pt x="878" y="2"/>
                    </a:cubicBezTo>
                    <a:cubicBezTo>
                      <a:pt x="819" y="13"/>
                      <a:pt x="779" y="72"/>
                      <a:pt x="790" y="136"/>
                    </a:cubicBezTo>
                    <a:lnTo>
                      <a:pt x="929" y="814"/>
                    </a:lnTo>
                    <a:cubicBezTo>
                      <a:pt x="934" y="835"/>
                      <a:pt x="912" y="855"/>
                      <a:pt x="892" y="855"/>
                    </a:cubicBezTo>
                    <a:cubicBezTo>
                      <a:pt x="889" y="855"/>
                      <a:pt x="886" y="855"/>
                      <a:pt x="883" y="854"/>
                    </a:cubicBezTo>
                    <a:lnTo>
                      <a:pt x="164" y="588"/>
                    </a:lnTo>
                    <a:cubicBezTo>
                      <a:pt x="150" y="583"/>
                      <a:pt x="136" y="580"/>
                      <a:pt x="122" y="580"/>
                    </a:cubicBezTo>
                    <a:cubicBezTo>
                      <a:pt x="78" y="580"/>
                      <a:pt x="37" y="608"/>
                      <a:pt x="19" y="652"/>
                    </a:cubicBezTo>
                    <a:cubicBezTo>
                      <a:pt x="1" y="709"/>
                      <a:pt x="30" y="773"/>
                      <a:pt x="88" y="797"/>
                    </a:cubicBezTo>
                    <a:lnTo>
                      <a:pt x="1178" y="1197"/>
                    </a:lnTo>
                    <a:cubicBezTo>
                      <a:pt x="1184" y="1199"/>
                      <a:pt x="1189" y="1200"/>
                      <a:pt x="1194" y="1200"/>
                    </a:cubicBezTo>
                    <a:cubicBezTo>
                      <a:pt x="1216" y="1200"/>
                      <a:pt x="1230" y="1181"/>
                      <a:pt x="1226" y="1162"/>
                    </a:cubicBezTo>
                    <a:lnTo>
                      <a:pt x="1010" y="88"/>
                    </a:lnTo>
                    <a:cubicBezTo>
                      <a:pt x="1000" y="38"/>
                      <a:pt x="953" y="0"/>
                      <a:pt x="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3" name="Google Shape;3303;p58">
                <a:extLst>
                  <a:ext uri="{FF2B5EF4-FFF2-40B4-BE49-F238E27FC236}">
                    <a16:creationId xmlns:a16="http://schemas.microsoft.com/office/drawing/2014/main" id="{EF77099B-9C96-ED5D-585B-19F40ADDD37C}"/>
                  </a:ext>
                </a:extLst>
              </p:cNvPr>
              <p:cNvSpPr/>
              <p:nvPr/>
            </p:nvSpPr>
            <p:spPr>
              <a:xfrm>
                <a:off x="2935300" y="2604875"/>
                <a:ext cx="3350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322" extrusionOk="0">
                    <a:moveTo>
                      <a:pt x="940" y="122"/>
                    </a:moveTo>
                    <a:cubicBezTo>
                      <a:pt x="957" y="122"/>
                      <a:pt x="969" y="122"/>
                      <a:pt x="980" y="127"/>
                    </a:cubicBezTo>
                    <a:cubicBezTo>
                      <a:pt x="991" y="138"/>
                      <a:pt x="998" y="149"/>
                      <a:pt x="1004" y="162"/>
                    </a:cubicBezTo>
                    <a:lnTo>
                      <a:pt x="1213" y="1188"/>
                    </a:lnTo>
                    <a:lnTo>
                      <a:pt x="156" y="800"/>
                    </a:lnTo>
                    <a:cubicBezTo>
                      <a:pt x="145" y="794"/>
                      <a:pt x="134" y="788"/>
                      <a:pt x="128" y="776"/>
                    </a:cubicBezTo>
                    <a:cubicBezTo>
                      <a:pt x="121" y="759"/>
                      <a:pt x="121" y="748"/>
                      <a:pt x="128" y="736"/>
                    </a:cubicBezTo>
                    <a:cubicBezTo>
                      <a:pt x="134" y="724"/>
                      <a:pt x="139" y="713"/>
                      <a:pt x="156" y="706"/>
                    </a:cubicBezTo>
                    <a:cubicBezTo>
                      <a:pt x="163" y="701"/>
                      <a:pt x="169" y="701"/>
                      <a:pt x="174" y="701"/>
                    </a:cubicBezTo>
                    <a:cubicBezTo>
                      <a:pt x="180" y="701"/>
                      <a:pt x="185" y="701"/>
                      <a:pt x="191" y="706"/>
                    </a:cubicBezTo>
                    <a:lnTo>
                      <a:pt x="911" y="968"/>
                    </a:lnTo>
                    <a:cubicBezTo>
                      <a:pt x="922" y="972"/>
                      <a:pt x="934" y="974"/>
                      <a:pt x="945" y="974"/>
                    </a:cubicBezTo>
                    <a:cubicBezTo>
                      <a:pt x="968" y="974"/>
                      <a:pt x="990" y="966"/>
                      <a:pt x="1009" y="950"/>
                    </a:cubicBezTo>
                    <a:cubicBezTo>
                      <a:pt x="1033" y="933"/>
                      <a:pt x="1044" y="898"/>
                      <a:pt x="1039" y="864"/>
                    </a:cubicBezTo>
                    <a:lnTo>
                      <a:pt x="899" y="184"/>
                    </a:lnTo>
                    <a:cubicBezTo>
                      <a:pt x="899" y="156"/>
                      <a:pt x="916" y="127"/>
                      <a:pt x="940" y="122"/>
                    </a:cubicBezTo>
                    <a:close/>
                    <a:moveTo>
                      <a:pt x="953" y="0"/>
                    </a:moveTo>
                    <a:cubicBezTo>
                      <a:pt x="941" y="0"/>
                      <a:pt x="929" y="2"/>
                      <a:pt x="916" y="5"/>
                    </a:cubicBezTo>
                    <a:cubicBezTo>
                      <a:pt x="824" y="23"/>
                      <a:pt x="766" y="115"/>
                      <a:pt x="783" y="208"/>
                    </a:cubicBezTo>
                    <a:lnTo>
                      <a:pt x="911" y="840"/>
                    </a:lnTo>
                    <a:lnTo>
                      <a:pt x="238" y="591"/>
                    </a:lnTo>
                    <a:cubicBezTo>
                      <a:pt x="218" y="584"/>
                      <a:pt x="199" y="581"/>
                      <a:pt x="180" y="581"/>
                    </a:cubicBezTo>
                    <a:cubicBezTo>
                      <a:pt x="153" y="581"/>
                      <a:pt x="128" y="587"/>
                      <a:pt x="105" y="596"/>
                    </a:cubicBezTo>
                    <a:cubicBezTo>
                      <a:pt x="64" y="614"/>
                      <a:pt x="29" y="649"/>
                      <a:pt x="17" y="695"/>
                    </a:cubicBezTo>
                    <a:cubicBezTo>
                      <a:pt x="0" y="736"/>
                      <a:pt x="0" y="783"/>
                      <a:pt x="17" y="823"/>
                    </a:cubicBezTo>
                    <a:cubicBezTo>
                      <a:pt x="41" y="864"/>
                      <a:pt x="75" y="898"/>
                      <a:pt x="116" y="915"/>
                    </a:cubicBezTo>
                    <a:lnTo>
                      <a:pt x="1213" y="1316"/>
                    </a:lnTo>
                    <a:cubicBezTo>
                      <a:pt x="1218" y="1322"/>
                      <a:pt x="1229" y="1322"/>
                      <a:pt x="1242" y="1322"/>
                    </a:cubicBezTo>
                    <a:cubicBezTo>
                      <a:pt x="1264" y="1322"/>
                      <a:pt x="1288" y="1316"/>
                      <a:pt x="1305" y="1298"/>
                    </a:cubicBezTo>
                    <a:cubicBezTo>
                      <a:pt x="1328" y="1276"/>
                      <a:pt x="1339" y="1241"/>
                      <a:pt x="1334" y="1206"/>
                    </a:cubicBezTo>
                    <a:lnTo>
                      <a:pt x="1119" y="138"/>
                    </a:lnTo>
                    <a:cubicBezTo>
                      <a:pt x="1114" y="92"/>
                      <a:pt x="1085" y="58"/>
                      <a:pt x="1044" y="28"/>
                    </a:cubicBezTo>
                    <a:cubicBezTo>
                      <a:pt x="1019" y="11"/>
                      <a:pt x="987" y="0"/>
                      <a:pt x="9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4" name="Google Shape;3304;p58">
                <a:extLst>
                  <a:ext uri="{FF2B5EF4-FFF2-40B4-BE49-F238E27FC236}">
                    <a16:creationId xmlns:a16="http://schemas.microsoft.com/office/drawing/2014/main" id="{7AB7CECC-9DEA-FAB4-DC2C-43003DDE14C9}"/>
                  </a:ext>
                </a:extLst>
              </p:cNvPr>
              <p:cNvSpPr/>
              <p:nvPr/>
            </p:nvSpPr>
            <p:spPr>
              <a:xfrm>
                <a:off x="2944575" y="2615675"/>
                <a:ext cx="30750" cy="30025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201" extrusionOk="0">
                    <a:moveTo>
                      <a:pt x="904" y="1"/>
                    </a:moveTo>
                    <a:cubicBezTo>
                      <a:pt x="897" y="1"/>
                      <a:pt x="889" y="1"/>
                      <a:pt x="882" y="3"/>
                    </a:cubicBezTo>
                    <a:cubicBezTo>
                      <a:pt x="818" y="14"/>
                      <a:pt x="783" y="72"/>
                      <a:pt x="794" y="135"/>
                    </a:cubicBezTo>
                    <a:lnTo>
                      <a:pt x="928" y="814"/>
                    </a:lnTo>
                    <a:cubicBezTo>
                      <a:pt x="933" y="834"/>
                      <a:pt x="919" y="852"/>
                      <a:pt x="897" y="852"/>
                    </a:cubicBezTo>
                    <a:cubicBezTo>
                      <a:pt x="893" y="852"/>
                      <a:pt x="887" y="851"/>
                      <a:pt x="882" y="849"/>
                    </a:cubicBezTo>
                    <a:lnTo>
                      <a:pt x="162" y="588"/>
                    </a:lnTo>
                    <a:cubicBezTo>
                      <a:pt x="149" y="582"/>
                      <a:pt x="136" y="580"/>
                      <a:pt x="123" y="580"/>
                    </a:cubicBezTo>
                    <a:cubicBezTo>
                      <a:pt x="78" y="580"/>
                      <a:pt x="36" y="608"/>
                      <a:pt x="18" y="652"/>
                    </a:cubicBezTo>
                    <a:cubicBezTo>
                      <a:pt x="1" y="710"/>
                      <a:pt x="29" y="774"/>
                      <a:pt x="87" y="796"/>
                    </a:cubicBezTo>
                    <a:lnTo>
                      <a:pt x="1177" y="1197"/>
                    </a:lnTo>
                    <a:cubicBezTo>
                      <a:pt x="1183" y="1199"/>
                      <a:pt x="1188" y="1200"/>
                      <a:pt x="1192" y="1200"/>
                    </a:cubicBezTo>
                    <a:cubicBezTo>
                      <a:pt x="1214" y="1200"/>
                      <a:pt x="1229" y="1181"/>
                      <a:pt x="1225" y="1157"/>
                    </a:cubicBezTo>
                    <a:lnTo>
                      <a:pt x="1010" y="89"/>
                    </a:lnTo>
                    <a:cubicBezTo>
                      <a:pt x="999" y="38"/>
                      <a:pt x="954" y="1"/>
                      <a:pt x="90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5" name="Google Shape;3305;p58">
                <a:extLst>
                  <a:ext uri="{FF2B5EF4-FFF2-40B4-BE49-F238E27FC236}">
                    <a16:creationId xmlns:a16="http://schemas.microsoft.com/office/drawing/2014/main" id="{272A3151-D949-B0D4-EB45-A490F03EA4FC}"/>
                  </a:ext>
                </a:extLst>
              </p:cNvPr>
              <p:cNvSpPr/>
              <p:nvPr/>
            </p:nvSpPr>
            <p:spPr>
              <a:xfrm>
                <a:off x="2943250" y="2614175"/>
                <a:ext cx="3370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322" extrusionOk="0">
                    <a:moveTo>
                      <a:pt x="957" y="118"/>
                    </a:moveTo>
                    <a:cubicBezTo>
                      <a:pt x="965" y="118"/>
                      <a:pt x="973" y="122"/>
                      <a:pt x="981" y="125"/>
                    </a:cubicBezTo>
                    <a:cubicBezTo>
                      <a:pt x="994" y="138"/>
                      <a:pt x="1005" y="149"/>
                      <a:pt x="1005" y="160"/>
                    </a:cubicBezTo>
                    <a:lnTo>
                      <a:pt x="1214" y="1188"/>
                    </a:lnTo>
                    <a:lnTo>
                      <a:pt x="1214" y="1188"/>
                    </a:lnTo>
                    <a:lnTo>
                      <a:pt x="158" y="799"/>
                    </a:lnTo>
                    <a:cubicBezTo>
                      <a:pt x="146" y="794"/>
                      <a:pt x="135" y="787"/>
                      <a:pt x="129" y="776"/>
                    </a:cubicBezTo>
                    <a:cubicBezTo>
                      <a:pt x="123" y="759"/>
                      <a:pt x="123" y="746"/>
                      <a:pt x="129" y="735"/>
                    </a:cubicBezTo>
                    <a:cubicBezTo>
                      <a:pt x="135" y="717"/>
                      <a:pt x="146" y="712"/>
                      <a:pt x="158" y="706"/>
                    </a:cubicBezTo>
                    <a:cubicBezTo>
                      <a:pt x="164" y="700"/>
                      <a:pt x="169" y="700"/>
                      <a:pt x="175" y="700"/>
                    </a:cubicBezTo>
                    <a:lnTo>
                      <a:pt x="199" y="700"/>
                    </a:lnTo>
                    <a:lnTo>
                      <a:pt x="917" y="968"/>
                    </a:lnTo>
                    <a:cubicBezTo>
                      <a:pt x="927" y="971"/>
                      <a:pt x="937" y="973"/>
                      <a:pt x="947" y="973"/>
                    </a:cubicBezTo>
                    <a:cubicBezTo>
                      <a:pt x="969" y="973"/>
                      <a:pt x="991" y="966"/>
                      <a:pt x="1010" y="950"/>
                    </a:cubicBezTo>
                    <a:cubicBezTo>
                      <a:pt x="1034" y="926"/>
                      <a:pt x="1045" y="891"/>
                      <a:pt x="1040" y="863"/>
                    </a:cubicBezTo>
                    <a:lnTo>
                      <a:pt x="906" y="178"/>
                    </a:lnTo>
                    <a:cubicBezTo>
                      <a:pt x="900" y="167"/>
                      <a:pt x="906" y="155"/>
                      <a:pt x="911" y="144"/>
                    </a:cubicBezTo>
                    <a:cubicBezTo>
                      <a:pt x="917" y="132"/>
                      <a:pt x="930" y="120"/>
                      <a:pt x="946" y="120"/>
                    </a:cubicBezTo>
                    <a:cubicBezTo>
                      <a:pt x="950" y="118"/>
                      <a:pt x="953" y="118"/>
                      <a:pt x="957" y="118"/>
                    </a:cubicBezTo>
                    <a:close/>
                    <a:moveTo>
                      <a:pt x="957" y="0"/>
                    </a:moveTo>
                    <a:cubicBezTo>
                      <a:pt x="946" y="0"/>
                      <a:pt x="935" y="1"/>
                      <a:pt x="924" y="4"/>
                    </a:cubicBezTo>
                    <a:cubicBezTo>
                      <a:pt x="877" y="10"/>
                      <a:pt x="836" y="39"/>
                      <a:pt x="813" y="74"/>
                    </a:cubicBezTo>
                    <a:cubicBezTo>
                      <a:pt x="785" y="114"/>
                      <a:pt x="778" y="160"/>
                      <a:pt x="790" y="208"/>
                    </a:cubicBezTo>
                    <a:lnTo>
                      <a:pt x="917" y="840"/>
                    </a:lnTo>
                    <a:lnTo>
                      <a:pt x="239" y="590"/>
                    </a:lnTo>
                    <a:cubicBezTo>
                      <a:pt x="222" y="583"/>
                      <a:pt x="203" y="579"/>
                      <a:pt x="184" y="579"/>
                    </a:cubicBezTo>
                    <a:cubicBezTo>
                      <a:pt x="159" y="579"/>
                      <a:pt x="132" y="586"/>
                      <a:pt x="105" y="596"/>
                    </a:cubicBezTo>
                    <a:cubicBezTo>
                      <a:pt x="65" y="613"/>
                      <a:pt x="36" y="648"/>
                      <a:pt x="19" y="695"/>
                    </a:cubicBezTo>
                    <a:cubicBezTo>
                      <a:pt x="1" y="735"/>
                      <a:pt x="1" y="781"/>
                      <a:pt x="25" y="822"/>
                    </a:cubicBezTo>
                    <a:cubicBezTo>
                      <a:pt x="41" y="863"/>
                      <a:pt x="76" y="898"/>
                      <a:pt x="117" y="909"/>
                    </a:cubicBezTo>
                    <a:lnTo>
                      <a:pt x="1214" y="1316"/>
                    </a:lnTo>
                    <a:cubicBezTo>
                      <a:pt x="1225" y="1321"/>
                      <a:pt x="1237" y="1321"/>
                      <a:pt x="1243" y="1321"/>
                    </a:cubicBezTo>
                    <a:cubicBezTo>
                      <a:pt x="1265" y="1321"/>
                      <a:pt x="1289" y="1316"/>
                      <a:pt x="1307" y="1298"/>
                    </a:cubicBezTo>
                    <a:cubicBezTo>
                      <a:pt x="1335" y="1274"/>
                      <a:pt x="1347" y="1239"/>
                      <a:pt x="1342" y="1204"/>
                    </a:cubicBezTo>
                    <a:lnTo>
                      <a:pt x="1120" y="138"/>
                    </a:lnTo>
                    <a:cubicBezTo>
                      <a:pt x="1115" y="91"/>
                      <a:pt x="1085" y="56"/>
                      <a:pt x="1051" y="28"/>
                    </a:cubicBezTo>
                    <a:cubicBezTo>
                      <a:pt x="1021" y="11"/>
                      <a:pt x="988" y="0"/>
                      <a:pt x="9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06" name="Google Shape;3306;p58">
              <a:extLst>
                <a:ext uri="{FF2B5EF4-FFF2-40B4-BE49-F238E27FC236}">
                  <a16:creationId xmlns:a16="http://schemas.microsoft.com/office/drawing/2014/main" id="{8DBB7281-FC84-F1C9-9BB4-30F094075825}"/>
                </a:ext>
              </a:extLst>
            </p:cNvPr>
            <p:cNvGrpSpPr/>
            <p:nvPr/>
          </p:nvGrpSpPr>
          <p:grpSpPr>
            <a:xfrm>
              <a:off x="164913" y="1044991"/>
              <a:ext cx="1339624" cy="694866"/>
              <a:chOff x="2069125" y="2833625"/>
              <a:chExt cx="826775" cy="428850"/>
            </a:xfrm>
          </p:grpSpPr>
          <p:sp>
            <p:nvSpPr>
              <p:cNvPr id="3307" name="Google Shape;3307;p58">
                <a:extLst>
                  <a:ext uri="{FF2B5EF4-FFF2-40B4-BE49-F238E27FC236}">
                    <a16:creationId xmlns:a16="http://schemas.microsoft.com/office/drawing/2014/main" id="{D2163A61-109F-FACD-D29F-F97298C4CDAB}"/>
                  </a:ext>
                </a:extLst>
              </p:cNvPr>
              <p:cNvSpPr/>
              <p:nvPr/>
            </p:nvSpPr>
            <p:spPr>
              <a:xfrm>
                <a:off x="2402325" y="2845375"/>
                <a:ext cx="320825" cy="299175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11967" extrusionOk="0">
                    <a:moveTo>
                      <a:pt x="6419" y="0"/>
                    </a:moveTo>
                    <a:cubicBezTo>
                      <a:pt x="3507" y="0"/>
                      <a:pt x="956" y="2107"/>
                      <a:pt x="506" y="5079"/>
                    </a:cubicBezTo>
                    <a:cubicBezTo>
                      <a:pt x="0" y="8338"/>
                      <a:pt x="2244" y="11389"/>
                      <a:pt x="5503" y="11899"/>
                    </a:cubicBezTo>
                    <a:cubicBezTo>
                      <a:pt x="5805" y="11945"/>
                      <a:pt x="6105" y="11967"/>
                      <a:pt x="6401" y="11967"/>
                    </a:cubicBezTo>
                    <a:cubicBezTo>
                      <a:pt x="9308" y="11967"/>
                      <a:pt x="11877" y="9846"/>
                      <a:pt x="12323" y="6888"/>
                    </a:cubicBezTo>
                    <a:cubicBezTo>
                      <a:pt x="12833" y="3629"/>
                      <a:pt x="10589" y="578"/>
                      <a:pt x="7326" y="68"/>
                    </a:cubicBezTo>
                    <a:cubicBezTo>
                      <a:pt x="7021" y="22"/>
                      <a:pt x="6718" y="0"/>
                      <a:pt x="64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3308;p58">
                <a:extLst>
                  <a:ext uri="{FF2B5EF4-FFF2-40B4-BE49-F238E27FC236}">
                    <a16:creationId xmlns:a16="http://schemas.microsoft.com/office/drawing/2014/main" id="{ECABCCE8-B45E-BF4E-C663-732F5860C632}"/>
                  </a:ext>
                </a:extLst>
              </p:cNvPr>
              <p:cNvSpPr/>
              <p:nvPr/>
            </p:nvSpPr>
            <p:spPr>
              <a:xfrm>
                <a:off x="2399275" y="2842700"/>
                <a:ext cx="326475" cy="304650"/>
              </a:xfrm>
              <a:custGeom>
                <a:avLst/>
                <a:gdLst/>
                <a:ahLst/>
                <a:cxnLst/>
                <a:rect l="l" t="t" r="r" b="b"/>
                <a:pathLst>
                  <a:path w="13059" h="12186" extrusionOk="0">
                    <a:moveTo>
                      <a:pt x="6537" y="222"/>
                    </a:moveTo>
                    <a:cubicBezTo>
                      <a:pt x="6820" y="222"/>
                      <a:pt x="7122" y="236"/>
                      <a:pt x="7420" y="294"/>
                    </a:cubicBezTo>
                    <a:cubicBezTo>
                      <a:pt x="10621" y="775"/>
                      <a:pt x="12833" y="3779"/>
                      <a:pt x="12341" y="6981"/>
                    </a:cubicBezTo>
                    <a:cubicBezTo>
                      <a:pt x="11892" y="9881"/>
                      <a:pt x="9385" y="11956"/>
                      <a:pt x="6537" y="11956"/>
                    </a:cubicBezTo>
                    <a:cubicBezTo>
                      <a:pt x="6241" y="11956"/>
                      <a:pt x="5941" y="11934"/>
                      <a:pt x="5639" y="11888"/>
                    </a:cubicBezTo>
                    <a:cubicBezTo>
                      <a:pt x="2441" y="11392"/>
                      <a:pt x="241" y="8402"/>
                      <a:pt x="736" y="5200"/>
                    </a:cubicBezTo>
                    <a:cubicBezTo>
                      <a:pt x="1185" y="2300"/>
                      <a:pt x="3679" y="222"/>
                      <a:pt x="6537" y="222"/>
                    </a:cubicBezTo>
                    <a:close/>
                    <a:moveTo>
                      <a:pt x="6539" y="0"/>
                    </a:moveTo>
                    <a:cubicBezTo>
                      <a:pt x="3582" y="0"/>
                      <a:pt x="972" y="2163"/>
                      <a:pt x="510" y="5172"/>
                    </a:cubicBezTo>
                    <a:cubicBezTo>
                      <a:pt x="0" y="8492"/>
                      <a:pt x="2290" y="11600"/>
                      <a:pt x="5611" y="12110"/>
                    </a:cubicBezTo>
                    <a:cubicBezTo>
                      <a:pt x="5923" y="12157"/>
                      <a:pt x="6239" y="12186"/>
                      <a:pt x="6537" y="12186"/>
                    </a:cubicBezTo>
                    <a:cubicBezTo>
                      <a:pt x="9498" y="12186"/>
                      <a:pt x="12086" y="10017"/>
                      <a:pt x="12549" y="7010"/>
                    </a:cubicBezTo>
                    <a:cubicBezTo>
                      <a:pt x="13059" y="3689"/>
                      <a:pt x="10787" y="581"/>
                      <a:pt x="7466" y="71"/>
                    </a:cubicBezTo>
                    <a:cubicBezTo>
                      <a:pt x="7155" y="23"/>
                      <a:pt x="6845" y="0"/>
                      <a:pt x="6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3309;p58">
                <a:extLst>
                  <a:ext uri="{FF2B5EF4-FFF2-40B4-BE49-F238E27FC236}">
                    <a16:creationId xmlns:a16="http://schemas.microsoft.com/office/drawing/2014/main" id="{5D8319C2-33D2-665D-CBA6-401AD5E981F1}"/>
                  </a:ext>
                </a:extLst>
              </p:cNvPr>
              <p:cNvSpPr/>
              <p:nvPr/>
            </p:nvSpPr>
            <p:spPr>
              <a:xfrm>
                <a:off x="2417650" y="2836400"/>
                <a:ext cx="320400" cy="298925"/>
              </a:xfrm>
              <a:custGeom>
                <a:avLst/>
                <a:gdLst/>
                <a:ahLst/>
                <a:cxnLst/>
                <a:rect l="l" t="t" r="r" b="b"/>
                <a:pathLst>
                  <a:path w="12816" h="11957" extrusionOk="0">
                    <a:moveTo>
                      <a:pt x="6409" y="0"/>
                    </a:moveTo>
                    <a:cubicBezTo>
                      <a:pt x="3507" y="0"/>
                      <a:pt x="955" y="2107"/>
                      <a:pt x="493" y="5079"/>
                    </a:cubicBezTo>
                    <a:cubicBezTo>
                      <a:pt x="1" y="8338"/>
                      <a:pt x="2226" y="11389"/>
                      <a:pt x="5504" y="11885"/>
                    </a:cubicBezTo>
                    <a:cubicBezTo>
                      <a:pt x="5813" y="11933"/>
                      <a:pt x="6120" y="11956"/>
                      <a:pt x="6424" y="11956"/>
                    </a:cubicBezTo>
                    <a:cubicBezTo>
                      <a:pt x="9319" y="11956"/>
                      <a:pt x="11861" y="9838"/>
                      <a:pt x="12309" y="6888"/>
                    </a:cubicBezTo>
                    <a:cubicBezTo>
                      <a:pt x="12816" y="3629"/>
                      <a:pt x="10572" y="578"/>
                      <a:pt x="7313" y="68"/>
                    </a:cubicBezTo>
                    <a:cubicBezTo>
                      <a:pt x="7009" y="22"/>
                      <a:pt x="6707" y="0"/>
                      <a:pt x="64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3310;p58">
                <a:extLst>
                  <a:ext uri="{FF2B5EF4-FFF2-40B4-BE49-F238E27FC236}">
                    <a16:creationId xmlns:a16="http://schemas.microsoft.com/office/drawing/2014/main" id="{4D1B2021-5BAA-AD3F-3DC9-E6D5E639A7A3}"/>
                  </a:ext>
                </a:extLst>
              </p:cNvPr>
              <p:cNvSpPr/>
              <p:nvPr/>
            </p:nvSpPr>
            <p:spPr>
              <a:xfrm>
                <a:off x="2420975" y="2833625"/>
                <a:ext cx="313400" cy="304400"/>
              </a:xfrm>
              <a:custGeom>
                <a:avLst/>
                <a:gdLst/>
                <a:ahLst/>
                <a:cxnLst/>
                <a:rect l="l" t="t" r="r" b="b"/>
                <a:pathLst>
                  <a:path w="12536" h="12176" extrusionOk="0">
                    <a:moveTo>
                      <a:pt x="6254" y="226"/>
                    </a:moveTo>
                    <a:cubicBezTo>
                      <a:pt x="6552" y="226"/>
                      <a:pt x="6868" y="240"/>
                      <a:pt x="7165" y="283"/>
                    </a:cubicBezTo>
                    <a:cubicBezTo>
                      <a:pt x="8705" y="524"/>
                      <a:pt x="10080" y="1360"/>
                      <a:pt x="11010" y="2616"/>
                    </a:cubicBezTo>
                    <a:cubicBezTo>
                      <a:pt x="11936" y="3887"/>
                      <a:pt x="12309" y="5431"/>
                      <a:pt x="12072" y="6985"/>
                    </a:cubicBezTo>
                    <a:cubicBezTo>
                      <a:pt x="11624" y="9885"/>
                      <a:pt x="9128" y="11960"/>
                      <a:pt x="6283" y="11960"/>
                    </a:cubicBezTo>
                    <a:cubicBezTo>
                      <a:pt x="5987" y="11960"/>
                      <a:pt x="5687" y="11938"/>
                      <a:pt x="5385" y="11892"/>
                    </a:cubicBezTo>
                    <a:cubicBezTo>
                      <a:pt x="3831" y="11651"/>
                      <a:pt x="2470" y="10829"/>
                      <a:pt x="1541" y="9559"/>
                    </a:cubicBezTo>
                    <a:cubicBezTo>
                      <a:pt x="615" y="8302"/>
                      <a:pt x="227" y="6744"/>
                      <a:pt x="464" y="5204"/>
                    </a:cubicBezTo>
                    <a:cubicBezTo>
                      <a:pt x="704" y="3650"/>
                      <a:pt x="1541" y="2290"/>
                      <a:pt x="2797" y="1360"/>
                    </a:cubicBezTo>
                    <a:cubicBezTo>
                      <a:pt x="3816" y="614"/>
                      <a:pt x="5026" y="226"/>
                      <a:pt x="6254" y="226"/>
                    </a:cubicBezTo>
                    <a:close/>
                    <a:moveTo>
                      <a:pt x="6247" y="1"/>
                    </a:moveTo>
                    <a:cubicBezTo>
                      <a:pt x="4962" y="1"/>
                      <a:pt x="3720" y="413"/>
                      <a:pt x="2664" y="1181"/>
                    </a:cubicBezTo>
                    <a:cubicBezTo>
                      <a:pt x="1361" y="2139"/>
                      <a:pt x="496" y="3560"/>
                      <a:pt x="256" y="5161"/>
                    </a:cubicBezTo>
                    <a:cubicBezTo>
                      <a:pt x="1" y="6777"/>
                      <a:pt x="406" y="8374"/>
                      <a:pt x="1361" y="9691"/>
                    </a:cubicBezTo>
                    <a:cubicBezTo>
                      <a:pt x="2320" y="11009"/>
                      <a:pt x="3741" y="11859"/>
                      <a:pt x="5342" y="12114"/>
                    </a:cubicBezTo>
                    <a:cubicBezTo>
                      <a:pt x="5654" y="12161"/>
                      <a:pt x="5970" y="12175"/>
                      <a:pt x="6268" y="12175"/>
                    </a:cubicBezTo>
                    <a:cubicBezTo>
                      <a:pt x="9229" y="12175"/>
                      <a:pt x="11832" y="10022"/>
                      <a:pt x="12295" y="7014"/>
                    </a:cubicBezTo>
                    <a:cubicBezTo>
                      <a:pt x="12535" y="5398"/>
                      <a:pt x="12144" y="3797"/>
                      <a:pt x="11175" y="2484"/>
                    </a:cubicBezTo>
                    <a:cubicBezTo>
                      <a:pt x="10217" y="1181"/>
                      <a:pt x="8795" y="316"/>
                      <a:pt x="7194" y="75"/>
                    </a:cubicBezTo>
                    <a:cubicBezTo>
                      <a:pt x="6877" y="25"/>
                      <a:pt x="6561" y="1"/>
                      <a:pt x="62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3311;p58">
                <a:extLst>
                  <a:ext uri="{FF2B5EF4-FFF2-40B4-BE49-F238E27FC236}">
                    <a16:creationId xmlns:a16="http://schemas.microsoft.com/office/drawing/2014/main" id="{7C6210DE-0ABB-368C-E1E6-9115B68393A9}"/>
                  </a:ext>
                </a:extLst>
              </p:cNvPr>
              <p:cNvSpPr/>
              <p:nvPr/>
            </p:nvSpPr>
            <p:spPr>
              <a:xfrm>
                <a:off x="2225800" y="3020175"/>
                <a:ext cx="164975" cy="21375"/>
              </a:xfrm>
              <a:custGeom>
                <a:avLst/>
                <a:gdLst/>
                <a:ahLst/>
                <a:cxnLst/>
                <a:rect l="l" t="t" r="r" b="b"/>
                <a:pathLst>
                  <a:path w="6599" h="855" extrusionOk="0">
                    <a:moveTo>
                      <a:pt x="1" y="0"/>
                    </a:moveTo>
                    <a:lnTo>
                      <a:pt x="1" y="855"/>
                    </a:lnTo>
                    <a:lnTo>
                      <a:pt x="6598" y="855"/>
                    </a:lnTo>
                    <a:lnTo>
                      <a:pt x="659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3312;p58">
                <a:extLst>
                  <a:ext uri="{FF2B5EF4-FFF2-40B4-BE49-F238E27FC236}">
                    <a16:creationId xmlns:a16="http://schemas.microsoft.com/office/drawing/2014/main" id="{49CB5C86-FBC2-93CC-66D0-452868D89842}"/>
                  </a:ext>
                </a:extLst>
              </p:cNvPr>
              <p:cNvSpPr/>
              <p:nvPr/>
            </p:nvSpPr>
            <p:spPr>
              <a:xfrm>
                <a:off x="2223200" y="3017575"/>
                <a:ext cx="17052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6821" h="1063" extrusionOk="0">
                    <a:moveTo>
                      <a:pt x="209" y="208"/>
                    </a:moveTo>
                    <a:lnTo>
                      <a:pt x="6594" y="226"/>
                    </a:lnTo>
                    <a:lnTo>
                      <a:pt x="6594" y="836"/>
                    </a:lnTo>
                    <a:lnTo>
                      <a:pt x="209" y="836"/>
                    </a:lnTo>
                    <a:lnTo>
                      <a:pt x="209" y="208"/>
                    </a:lnTo>
                    <a:close/>
                    <a:moveTo>
                      <a:pt x="105" y="0"/>
                    </a:moveTo>
                    <a:cubicBezTo>
                      <a:pt x="44" y="0"/>
                      <a:pt x="1" y="47"/>
                      <a:pt x="1" y="104"/>
                    </a:cubicBezTo>
                    <a:lnTo>
                      <a:pt x="1" y="959"/>
                    </a:lnTo>
                    <a:cubicBezTo>
                      <a:pt x="1" y="987"/>
                      <a:pt x="1" y="1002"/>
                      <a:pt x="29" y="1034"/>
                    </a:cubicBezTo>
                    <a:cubicBezTo>
                      <a:pt x="44" y="1048"/>
                      <a:pt x="76" y="1063"/>
                      <a:pt x="105" y="1063"/>
                    </a:cubicBezTo>
                    <a:lnTo>
                      <a:pt x="6702" y="1063"/>
                    </a:lnTo>
                    <a:cubicBezTo>
                      <a:pt x="6731" y="1063"/>
                      <a:pt x="6760" y="1048"/>
                      <a:pt x="6774" y="1034"/>
                    </a:cubicBezTo>
                    <a:cubicBezTo>
                      <a:pt x="6806" y="1002"/>
                      <a:pt x="6821" y="987"/>
                      <a:pt x="6821" y="959"/>
                    </a:cubicBezTo>
                    <a:lnTo>
                      <a:pt x="6821" y="104"/>
                    </a:lnTo>
                    <a:cubicBezTo>
                      <a:pt x="6821" y="47"/>
                      <a:pt x="6760" y="0"/>
                      <a:pt x="67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58">
                <a:extLst>
                  <a:ext uri="{FF2B5EF4-FFF2-40B4-BE49-F238E27FC236}">
                    <a16:creationId xmlns:a16="http://schemas.microsoft.com/office/drawing/2014/main" id="{0C5FD7A4-55E2-D1EB-057D-82CDDD71760E}"/>
                  </a:ext>
                </a:extLst>
              </p:cNvPr>
              <p:cNvSpPr/>
              <p:nvPr/>
            </p:nvSpPr>
            <p:spPr>
              <a:xfrm>
                <a:off x="2296075" y="2980950"/>
                <a:ext cx="94700" cy="13500"/>
              </a:xfrm>
              <a:custGeom>
                <a:avLst/>
                <a:gdLst/>
                <a:ahLst/>
                <a:cxnLst/>
                <a:rect l="l" t="t" r="r" b="b"/>
                <a:pathLst>
                  <a:path w="3788" h="540" extrusionOk="0">
                    <a:moveTo>
                      <a:pt x="0" y="1"/>
                    </a:moveTo>
                    <a:lnTo>
                      <a:pt x="0" y="539"/>
                    </a:lnTo>
                    <a:lnTo>
                      <a:pt x="3787" y="539"/>
                    </a:lnTo>
                    <a:lnTo>
                      <a:pt x="378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3314;p58">
                <a:extLst>
                  <a:ext uri="{FF2B5EF4-FFF2-40B4-BE49-F238E27FC236}">
                    <a16:creationId xmlns:a16="http://schemas.microsoft.com/office/drawing/2014/main" id="{490AD296-143C-6C9E-C845-056BE7ED60CD}"/>
                  </a:ext>
                </a:extLst>
              </p:cNvPr>
              <p:cNvSpPr/>
              <p:nvPr/>
            </p:nvSpPr>
            <p:spPr>
              <a:xfrm>
                <a:off x="2293475" y="2977900"/>
                <a:ext cx="100250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4010" h="780" extrusionOk="0">
                    <a:moveTo>
                      <a:pt x="3783" y="227"/>
                    </a:moveTo>
                    <a:lnTo>
                      <a:pt x="3783" y="557"/>
                    </a:lnTo>
                    <a:lnTo>
                      <a:pt x="212" y="557"/>
                    </a:lnTo>
                    <a:lnTo>
                      <a:pt x="212" y="227"/>
                    </a:lnTo>
                    <a:close/>
                    <a:moveTo>
                      <a:pt x="104" y="1"/>
                    </a:moveTo>
                    <a:cubicBezTo>
                      <a:pt x="47" y="1"/>
                      <a:pt x="0" y="62"/>
                      <a:pt x="0" y="123"/>
                    </a:cubicBezTo>
                    <a:lnTo>
                      <a:pt x="0" y="661"/>
                    </a:lnTo>
                    <a:cubicBezTo>
                      <a:pt x="0" y="690"/>
                      <a:pt x="0" y="718"/>
                      <a:pt x="32" y="751"/>
                    </a:cubicBezTo>
                    <a:cubicBezTo>
                      <a:pt x="47" y="765"/>
                      <a:pt x="75" y="780"/>
                      <a:pt x="104" y="780"/>
                    </a:cubicBezTo>
                    <a:lnTo>
                      <a:pt x="3891" y="780"/>
                    </a:lnTo>
                    <a:cubicBezTo>
                      <a:pt x="3949" y="780"/>
                      <a:pt x="4010" y="736"/>
                      <a:pt x="4010" y="661"/>
                    </a:cubicBezTo>
                    <a:lnTo>
                      <a:pt x="4010" y="123"/>
                    </a:lnTo>
                    <a:cubicBezTo>
                      <a:pt x="4010" y="90"/>
                      <a:pt x="3995" y="62"/>
                      <a:pt x="3963" y="47"/>
                    </a:cubicBezTo>
                    <a:cubicBezTo>
                      <a:pt x="3949" y="19"/>
                      <a:pt x="3920" y="1"/>
                      <a:pt x="38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3315;p58">
                <a:extLst>
                  <a:ext uri="{FF2B5EF4-FFF2-40B4-BE49-F238E27FC236}">
                    <a16:creationId xmlns:a16="http://schemas.microsoft.com/office/drawing/2014/main" id="{D4EBB2D7-B031-3D2A-2214-A9F5DCD06264}"/>
                  </a:ext>
                </a:extLst>
              </p:cNvPr>
              <p:cNvSpPr/>
              <p:nvPr/>
            </p:nvSpPr>
            <p:spPr>
              <a:xfrm>
                <a:off x="2296075" y="2941300"/>
                <a:ext cx="94700" cy="13825"/>
              </a:xfrm>
              <a:custGeom>
                <a:avLst/>
                <a:gdLst/>
                <a:ahLst/>
                <a:cxnLst/>
                <a:rect l="l" t="t" r="r" b="b"/>
                <a:pathLst>
                  <a:path w="3788" h="553" extrusionOk="0">
                    <a:moveTo>
                      <a:pt x="0" y="0"/>
                    </a:moveTo>
                    <a:lnTo>
                      <a:pt x="0" y="553"/>
                    </a:lnTo>
                    <a:lnTo>
                      <a:pt x="3787" y="553"/>
                    </a:lnTo>
                    <a:lnTo>
                      <a:pt x="378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58">
                <a:extLst>
                  <a:ext uri="{FF2B5EF4-FFF2-40B4-BE49-F238E27FC236}">
                    <a16:creationId xmlns:a16="http://schemas.microsoft.com/office/drawing/2014/main" id="{14376001-F182-7A16-0F11-77EF65EC8AC3}"/>
                  </a:ext>
                </a:extLst>
              </p:cNvPr>
              <p:cNvSpPr/>
              <p:nvPr/>
            </p:nvSpPr>
            <p:spPr>
              <a:xfrm>
                <a:off x="2293475" y="2938675"/>
                <a:ext cx="1002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4010" h="762" extrusionOk="0">
                    <a:moveTo>
                      <a:pt x="3783" y="224"/>
                    </a:moveTo>
                    <a:lnTo>
                      <a:pt x="3783" y="554"/>
                    </a:lnTo>
                    <a:lnTo>
                      <a:pt x="212" y="554"/>
                    </a:lnTo>
                    <a:lnTo>
                      <a:pt x="212" y="224"/>
                    </a:lnTo>
                    <a:close/>
                    <a:moveTo>
                      <a:pt x="104" y="1"/>
                    </a:moveTo>
                    <a:cubicBezTo>
                      <a:pt x="47" y="1"/>
                      <a:pt x="0" y="44"/>
                      <a:pt x="0" y="105"/>
                    </a:cubicBezTo>
                    <a:lnTo>
                      <a:pt x="0" y="658"/>
                    </a:lnTo>
                    <a:cubicBezTo>
                      <a:pt x="0" y="690"/>
                      <a:pt x="0" y="719"/>
                      <a:pt x="32" y="733"/>
                    </a:cubicBezTo>
                    <a:cubicBezTo>
                      <a:pt x="47" y="762"/>
                      <a:pt x="75" y="762"/>
                      <a:pt x="104" y="762"/>
                    </a:cubicBezTo>
                    <a:lnTo>
                      <a:pt x="3891" y="762"/>
                    </a:lnTo>
                    <a:cubicBezTo>
                      <a:pt x="3949" y="762"/>
                      <a:pt x="4010" y="719"/>
                      <a:pt x="4010" y="658"/>
                    </a:cubicBezTo>
                    <a:lnTo>
                      <a:pt x="4010" y="105"/>
                    </a:lnTo>
                    <a:cubicBezTo>
                      <a:pt x="4010" y="76"/>
                      <a:pt x="3995" y="62"/>
                      <a:pt x="3963" y="30"/>
                    </a:cubicBezTo>
                    <a:cubicBezTo>
                      <a:pt x="3949" y="15"/>
                      <a:pt x="3920" y="1"/>
                      <a:pt x="38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58">
                <a:extLst>
                  <a:ext uri="{FF2B5EF4-FFF2-40B4-BE49-F238E27FC236}">
                    <a16:creationId xmlns:a16="http://schemas.microsoft.com/office/drawing/2014/main" id="{5614A349-EC0E-DF12-9F43-443185E7319A}"/>
                  </a:ext>
                </a:extLst>
              </p:cNvPr>
              <p:cNvSpPr/>
              <p:nvPr/>
            </p:nvSpPr>
            <p:spPr>
              <a:xfrm>
                <a:off x="2714150" y="2853800"/>
                <a:ext cx="160025" cy="68850"/>
              </a:xfrm>
              <a:custGeom>
                <a:avLst/>
                <a:gdLst/>
                <a:ahLst/>
                <a:cxnLst/>
                <a:rect l="l" t="t" r="r" b="b"/>
                <a:pathLst>
                  <a:path w="6401" h="2754" extrusionOk="0">
                    <a:moveTo>
                      <a:pt x="1" y="2753"/>
                    </a:moveTo>
                    <a:lnTo>
                      <a:pt x="6401" y="0"/>
                    </a:lnTo>
                    <a:close/>
                  </a:path>
                </a:pathLst>
              </a:custGeom>
              <a:solidFill>
                <a:srgbClr val="FF7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58">
                <a:extLst>
                  <a:ext uri="{FF2B5EF4-FFF2-40B4-BE49-F238E27FC236}">
                    <a16:creationId xmlns:a16="http://schemas.microsoft.com/office/drawing/2014/main" id="{FDCE0D93-D27D-60B3-D9E7-5EDC0FB2F013}"/>
                  </a:ext>
                </a:extLst>
              </p:cNvPr>
              <p:cNvSpPr/>
              <p:nvPr/>
            </p:nvSpPr>
            <p:spPr>
              <a:xfrm>
                <a:off x="2711100" y="2850925"/>
                <a:ext cx="166500" cy="74325"/>
              </a:xfrm>
              <a:custGeom>
                <a:avLst/>
                <a:gdLst/>
                <a:ahLst/>
                <a:cxnLst/>
                <a:rect l="l" t="t" r="r" b="b"/>
                <a:pathLst>
                  <a:path w="6660" h="2973" extrusionOk="0">
                    <a:moveTo>
                      <a:pt x="6526" y="0"/>
                    </a:moveTo>
                    <a:cubicBezTo>
                      <a:pt x="6510" y="0"/>
                      <a:pt x="6495" y="4"/>
                      <a:pt x="6480" y="11"/>
                    </a:cubicBezTo>
                    <a:lnTo>
                      <a:pt x="76" y="2764"/>
                    </a:lnTo>
                    <a:cubicBezTo>
                      <a:pt x="33" y="2793"/>
                      <a:pt x="1" y="2854"/>
                      <a:pt x="19" y="2912"/>
                    </a:cubicBezTo>
                    <a:cubicBezTo>
                      <a:pt x="47" y="2944"/>
                      <a:pt x="76" y="2973"/>
                      <a:pt x="123" y="2973"/>
                    </a:cubicBezTo>
                    <a:lnTo>
                      <a:pt x="166" y="2973"/>
                    </a:lnTo>
                    <a:lnTo>
                      <a:pt x="6569" y="205"/>
                    </a:lnTo>
                    <a:cubicBezTo>
                      <a:pt x="6627" y="191"/>
                      <a:pt x="6659" y="115"/>
                      <a:pt x="6627" y="72"/>
                    </a:cubicBezTo>
                    <a:cubicBezTo>
                      <a:pt x="6606" y="27"/>
                      <a:pt x="6567" y="0"/>
                      <a:pt x="65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58">
                <a:extLst>
                  <a:ext uri="{FF2B5EF4-FFF2-40B4-BE49-F238E27FC236}">
                    <a16:creationId xmlns:a16="http://schemas.microsoft.com/office/drawing/2014/main" id="{FF00B0A8-A25C-DADF-3027-DDD8C4FE2FAF}"/>
                  </a:ext>
                </a:extLst>
              </p:cNvPr>
              <p:cNvSpPr/>
              <p:nvPr/>
            </p:nvSpPr>
            <p:spPr>
              <a:xfrm>
                <a:off x="2866700" y="2838100"/>
                <a:ext cx="25800" cy="25850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1034" extrusionOk="0">
                    <a:moveTo>
                      <a:pt x="270" y="0"/>
                    </a:moveTo>
                    <a:lnTo>
                      <a:pt x="1" y="765"/>
                    </a:lnTo>
                    <a:lnTo>
                      <a:pt x="762" y="1034"/>
                    </a:lnTo>
                    <a:lnTo>
                      <a:pt x="1031" y="269"/>
                    </a:lnTo>
                    <a:lnTo>
                      <a:pt x="27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58">
                <a:extLst>
                  <a:ext uri="{FF2B5EF4-FFF2-40B4-BE49-F238E27FC236}">
                    <a16:creationId xmlns:a16="http://schemas.microsoft.com/office/drawing/2014/main" id="{9F2DCD1E-4789-9200-3E7B-6D3D0442029E}"/>
                  </a:ext>
                </a:extLst>
              </p:cNvPr>
              <p:cNvSpPr/>
              <p:nvPr/>
            </p:nvSpPr>
            <p:spPr>
              <a:xfrm>
                <a:off x="2863300" y="2835225"/>
                <a:ext cx="326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304" h="1268" extrusionOk="0">
                    <a:moveTo>
                      <a:pt x="481" y="252"/>
                    </a:moveTo>
                    <a:lnTo>
                      <a:pt x="1034" y="460"/>
                    </a:lnTo>
                    <a:lnTo>
                      <a:pt x="822" y="1013"/>
                    </a:lnTo>
                    <a:lnTo>
                      <a:pt x="270" y="804"/>
                    </a:lnTo>
                    <a:lnTo>
                      <a:pt x="481" y="252"/>
                    </a:lnTo>
                    <a:close/>
                    <a:moveTo>
                      <a:pt x="406" y="0"/>
                    </a:moveTo>
                    <a:cubicBezTo>
                      <a:pt x="391" y="0"/>
                      <a:pt x="376" y="4"/>
                      <a:pt x="359" y="11"/>
                    </a:cubicBezTo>
                    <a:cubicBezTo>
                      <a:pt x="331" y="25"/>
                      <a:pt x="316" y="40"/>
                      <a:pt x="302" y="72"/>
                    </a:cubicBezTo>
                    <a:lnTo>
                      <a:pt x="33" y="833"/>
                    </a:lnTo>
                    <a:cubicBezTo>
                      <a:pt x="0" y="894"/>
                      <a:pt x="33" y="952"/>
                      <a:pt x="90" y="984"/>
                    </a:cubicBezTo>
                    <a:lnTo>
                      <a:pt x="855" y="1253"/>
                    </a:lnTo>
                    <a:cubicBezTo>
                      <a:pt x="869" y="1267"/>
                      <a:pt x="884" y="1267"/>
                      <a:pt x="898" y="1267"/>
                    </a:cubicBezTo>
                    <a:cubicBezTo>
                      <a:pt x="912" y="1267"/>
                      <a:pt x="930" y="1253"/>
                      <a:pt x="945" y="1253"/>
                    </a:cubicBezTo>
                    <a:cubicBezTo>
                      <a:pt x="973" y="1239"/>
                      <a:pt x="988" y="1221"/>
                      <a:pt x="1002" y="1192"/>
                    </a:cubicBezTo>
                    <a:lnTo>
                      <a:pt x="1271" y="431"/>
                    </a:lnTo>
                    <a:cubicBezTo>
                      <a:pt x="1303" y="370"/>
                      <a:pt x="1271" y="309"/>
                      <a:pt x="1214" y="280"/>
                    </a:cubicBezTo>
                    <a:lnTo>
                      <a:pt x="449" y="11"/>
                    </a:lnTo>
                    <a:cubicBezTo>
                      <a:pt x="435" y="4"/>
                      <a:pt x="420" y="0"/>
                      <a:pt x="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58">
                <a:extLst>
                  <a:ext uri="{FF2B5EF4-FFF2-40B4-BE49-F238E27FC236}">
                    <a16:creationId xmlns:a16="http://schemas.microsoft.com/office/drawing/2014/main" id="{50958E27-4C3A-0442-805F-9EB7D69272A6}"/>
                  </a:ext>
                </a:extLst>
              </p:cNvPr>
              <p:cNvSpPr/>
              <p:nvPr/>
            </p:nvSpPr>
            <p:spPr>
              <a:xfrm>
                <a:off x="2482725" y="2934675"/>
                <a:ext cx="190725" cy="104825"/>
              </a:xfrm>
              <a:custGeom>
                <a:avLst/>
                <a:gdLst/>
                <a:ahLst/>
                <a:cxnLst/>
                <a:rect l="l" t="t" r="r" b="b"/>
                <a:pathLst>
                  <a:path w="7629" h="4193" extrusionOk="0">
                    <a:moveTo>
                      <a:pt x="3878" y="0"/>
                    </a:moveTo>
                    <a:cubicBezTo>
                      <a:pt x="2767" y="0"/>
                      <a:pt x="1565" y="631"/>
                      <a:pt x="90" y="2106"/>
                    </a:cubicBezTo>
                    <a:lnTo>
                      <a:pt x="0" y="2196"/>
                    </a:lnTo>
                    <a:lnTo>
                      <a:pt x="58" y="2239"/>
                    </a:lnTo>
                    <a:cubicBezTo>
                      <a:pt x="1388" y="3576"/>
                      <a:pt x="2614" y="4193"/>
                      <a:pt x="3804" y="4193"/>
                    </a:cubicBezTo>
                    <a:cubicBezTo>
                      <a:pt x="5064" y="4193"/>
                      <a:pt x="6283" y="3501"/>
                      <a:pt x="7538" y="2239"/>
                    </a:cubicBezTo>
                    <a:lnTo>
                      <a:pt x="7628" y="2164"/>
                    </a:lnTo>
                    <a:lnTo>
                      <a:pt x="7567" y="2106"/>
                    </a:lnTo>
                    <a:cubicBezTo>
                      <a:pt x="6275" y="805"/>
                      <a:pt x="5134" y="0"/>
                      <a:pt x="38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58">
                <a:extLst>
                  <a:ext uri="{FF2B5EF4-FFF2-40B4-BE49-F238E27FC236}">
                    <a16:creationId xmlns:a16="http://schemas.microsoft.com/office/drawing/2014/main" id="{1FEB76A6-31F2-B9BF-C7DB-B8815C14CBAD}"/>
                  </a:ext>
                </a:extLst>
              </p:cNvPr>
              <p:cNvSpPr/>
              <p:nvPr/>
            </p:nvSpPr>
            <p:spPr>
              <a:xfrm>
                <a:off x="2480025" y="2931700"/>
                <a:ext cx="196375" cy="110575"/>
              </a:xfrm>
              <a:custGeom>
                <a:avLst/>
                <a:gdLst/>
                <a:ahLst/>
                <a:cxnLst/>
                <a:rect l="l" t="t" r="r" b="b"/>
                <a:pathLst>
                  <a:path w="7855" h="4423" extrusionOk="0">
                    <a:moveTo>
                      <a:pt x="3980" y="225"/>
                    </a:moveTo>
                    <a:cubicBezTo>
                      <a:pt x="5195" y="225"/>
                      <a:pt x="6297" y="1009"/>
                      <a:pt x="7571" y="2283"/>
                    </a:cubicBezTo>
                    <a:cubicBezTo>
                      <a:pt x="6315" y="3539"/>
                      <a:pt x="5148" y="4167"/>
                      <a:pt x="4010" y="4200"/>
                    </a:cubicBezTo>
                    <a:cubicBezTo>
                      <a:pt x="3983" y="4200"/>
                      <a:pt x="3957" y="4201"/>
                      <a:pt x="3930" y="4201"/>
                    </a:cubicBezTo>
                    <a:cubicBezTo>
                      <a:pt x="2760" y="4201"/>
                      <a:pt x="1558" y="3586"/>
                      <a:pt x="270" y="2315"/>
                    </a:cubicBezTo>
                    <a:lnTo>
                      <a:pt x="270" y="2297"/>
                    </a:lnTo>
                    <a:cubicBezTo>
                      <a:pt x="1729" y="847"/>
                      <a:pt x="2899" y="225"/>
                      <a:pt x="3980" y="225"/>
                    </a:cubicBezTo>
                    <a:close/>
                    <a:moveTo>
                      <a:pt x="3979" y="0"/>
                    </a:moveTo>
                    <a:cubicBezTo>
                      <a:pt x="2846" y="0"/>
                      <a:pt x="1620" y="637"/>
                      <a:pt x="123" y="2136"/>
                    </a:cubicBezTo>
                    <a:lnTo>
                      <a:pt x="33" y="2225"/>
                    </a:lnTo>
                    <a:cubicBezTo>
                      <a:pt x="19" y="2254"/>
                      <a:pt x="1" y="2283"/>
                      <a:pt x="1" y="2315"/>
                    </a:cubicBezTo>
                    <a:cubicBezTo>
                      <a:pt x="1" y="2344"/>
                      <a:pt x="19" y="2358"/>
                      <a:pt x="33" y="2387"/>
                    </a:cubicBezTo>
                    <a:lnTo>
                      <a:pt x="90" y="2448"/>
                    </a:lnTo>
                    <a:cubicBezTo>
                      <a:pt x="1422" y="3780"/>
                      <a:pt x="2664" y="4422"/>
                      <a:pt x="3906" y="4422"/>
                    </a:cubicBezTo>
                    <a:lnTo>
                      <a:pt x="4025" y="4422"/>
                    </a:lnTo>
                    <a:cubicBezTo>
                      <a:pt x="5223" y="4379"/>
                      <a:pt x="6433" y="3733"/>
                      <a:pt x="7718" y="2448"/>
                    </a:cubicBezTo>
                    <a:lnTo>
                      <a:pt x="7808" y="2358"/>
                    </a:lnTo>
                    <a:cubicBezTo>
                      <a:pt x="7855" y="2315"/>
                      <a:pt x="7855" y="2240"/>
                      <a:pt x="7808" y="2193"/>
                    </a:cubicBezTo>
                    <a:lnTo>
                      <a:pt x="7750" y="2136"/>
                    </a:lnTo>
                    <a:cubicBezTo>
                      <a:pt x="6437" y="822"/>
                      <a:pt x="5268" y="0"/>
                      <a:pt x="39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58">
                <a:extLst>
                  <a:ext uri="{FF2B5EF4-FFF2-40B4-BE49-F238E27FC236}">
                    <a16:creationId xmlns:a16="http://schemas.microsoft.com/office/drawing/2014/main" id="{2E4CC5EB-0492-5722-3814-FEF74522C8E2}"/>
                  </a:ext>
                </a:extLst>
              </p:cNvPr>
              <p:cNvSpPr/>
              <p:nvPr/>
            </p:nvSpPr>
            <p:spPr>
              <a:xfrm>
                <a:off x="2546250" y="2955100"/>
                <a:ext cx="63575" cy="63650"/>
              </a:xfrm>
              <a:custGeom>
                <a:avLst/>
                <a:gdLst/>
                <a:ahLst/>
                <a:cxnLst/>
                <a:rect l="l" t="t" r="r" b="b"/>
                <a:pathLst>
                  <a:path w="2543" h="2546" extrusionOk="0">
                    <a:moveTo>
                      <a:pt x="1271" y="1"/>
                    </a:moveTo>
                    <a:cubicBezTo>
                      <a:pt x="568" y="1"/>
                      <a:pt x="1" y="572"/>
                      <a:pt x="1" y="1272"/>
                    </a:cubicBezTo>
                    <a:cubicBezTo>
                      <a:pt x="1" y="1975"/>
                      <a:pt x="568" y="2546"/>
                      <a:pt x="1271" y="2546"/>
                    </a:cubicBezTo>
                    <a:cubicBezTo>
                      <a:pt x="1975" y="2546"/>
                      <a:pt x="2542" y="1975"/>
                      <a:pt x="2542" y="1272"/>
                    </a:cubicBezTo>
                    <a:cubicBezTo>
                      <a:pt x="2542" y="572"/>
                      <a:pt x="1975" y="1"/>
                      <a:pt x="12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58">
                <a:extLst>
                  <a:ext uri="{FF2B5EF4-FFF2-40B4-BE49-F238E27FC236}">
                    <a16:creationId xmlns:a16="http://schemas.microsoft.com/office/drawing/2014/main" id="{1A45D272-8098-5451-B24E-EF3D7E94F96F}"/>
                  </a:ext>
                </a:extLst>
              </p:cNvPr>
              <p:cNvSpPr/>
              <p:nvPr/>
            </p:nvSpPr>
            <p:spPr>
              <a:xfrm>
                <a:off x="2543650" y="2952500"/>
                <a:ext cx="68775" cy="69225"/>
              </a:xfrm>
              <a:custGeom>
                <a:avLst/>
                <a:gdLst/>
                <a:ahLst/>
                <a:cxnLst/>
                <a:rect l="l" t="t" r="r" b="b"/>
                <a:pathLst>
                  <a:path w="2751" h="2769" extrusionOk="0">
                    <a:moveTo>
                      <a:pt x="1375" y="227"/>
                    </a:moveTo>
                    <a:cubicBezTo>
                      <a:pt x="2018" y="227"/>
                      <a:pt x="2542" y="747"/>
                      <a:pt x="2542" y="1376"/>
                    </a:cubicBezTo>
                    <a:cubicBezTo>
                      <a:pt x="2542" y="2022"/>
                      <a:pt x="2018" y="2542"/>
                      <a:pt x="1375" y="2542"/>
                    </a:cubicBezTo>
                    <a:cubicBezTo>
                      <a:pt x="733" y="2542"/>
                      <a:pt x="209" y="2022"/>
                      <a:pt x="209" y="1376"/>
                    </a:cubicBezTo>
                    <a:cubicBezTo>
                      <a:pt x="209" y="747"/>
                      <a:pt x="733" y="227"/>
                      <a:pt x="1375" y="227"/>
                    </a:cubicBezTo>
                    <a:close/>
                    <a:moveTo>
                      <a:pt x="1375" y="1"/>
                    </a:moveTo>
                    <a:cubicBezTo>
                      <a:pt x="614" y="1"/>
                      <a:pt x="1" y="615"/>
                      <a:pt x="1" y="1376"/>
                    </a:cubicBezTo>
                    <a:cubicBezTo>
                      <a:pt x="1" y="2140"/>
                      <a:pt x="614" y="2768"/>
                      <a:pt x="1375" y="2768"/>
                    </a:cubicBezTo>
                    <a:cubicBezTo>
                      <a:pt x="2140" y="2768"/>
                      <a:pt x="2750" y="2140"/>
                      <a:pt x="2750" y="1376"/>
                    </a:cubicBezTo>
                    <a:cubicBezTo>
                      <a:pt x="2750" y="615"/>
                      <a:pt x="2140" y="1"/>
                      <a:pt x="13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58">
                <a:extLst>
                  <a:ext uri="{FF2B5EF4-FFF2-40B4-BE49-F238E27FC236}">
                    <a16:creationId xmlns:a16="http://schemas.microsoft.com/office/drawing/2014/main" id="{82E9196A-DD41-C5D0-8394-2E01470D7D3C}"/>
                  </a:ext>
                </a:extLst>
              </p:cNvPr>
              <p:cNvSpPr/>
              <p:nvPr/>
            </p:nvSpPr>
            <p:spPr>
              <a:xfrm>
                <a:off x="2326400" y="3186200"/>
                <a:ext cx="32950" cy="29075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163" extrusionOk="0">
                    <a:moveTo>
                      <a:pt x="651" y="1"/>
                    </a:moveTo>
                    <a:cubicBezTo>
                      <a:pt x="535" y="1"/>
                      <a:pt x="417" y="34"/>
                      <a:pt x="313" y="104"/>
                    </a:cubicBezTo>
                    <a:cubicBezTo>
                      <a:pt x="61" y="301"/>
                      <a:pt x="0" y="660"/>
                      <a:pt x="194" y="929"/>
                    </a:cubicBezTo>
                    <a:cubicBezTo>
                      <a:pt x="310" y="1080"/>
                      <a:pt x="486" y="1162"/>
                      <a:pt x="663" y="1162"/>
                    </a:cubicBezTo>
                    <a:cubicBezTo>
                      <a:pt x="781" y="1162"/>
                      <a:pt x="900" y="1126"/>
                      <a:pt x="1002" y="1048"/>
                    </a:cubicBezTo>
                    <a:cubicBezTo>
                      <a:pt x="1257" y="854"/>
                      <a:pt x="1318" y="495"/>
                      <a:pt x="1120" y="240"/>
                    </a:cubicBezTo>
                    <a:cubicBezTo>
                      <a:pt x="1010" y="84"/>
                      <a:pt x="833" y="1"/>
                      <a:pt x="65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6" name="Google Shape;3326;p58">
                <a:extLst>
                  <a:ext uri="{FF2B5EF4-FFF2-40B4-BE49-F238E27FC236}">
                    <a16:creationId xmlns:a16="http://schemas.microsoft.com/office/drawing/2014/main" id="{32A017CC-C07D-9FC4-A8FA-6D37A0029B05}"/>
                  </a:ext>
                </a:extLst>
              </p:cNvPr>
              <p:cNvSpPr/>
              <p:nvPr/>
            </p:nvSpPr>
            <p:spPr>
              <a:xfrm>
                <a:off x="2325225" y="3183325"/>
                <a:ext cx="35575" cy="34650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386" extrusionOk="0">
                    <a:moveTo>
                      <a:pt x="704" y="219"/>
                    </a:moveTo>
                    <a:cubicBezTo>
                      <a:pt x="855" y="219"/>
                      <a:pt x="988" y="294"/>
                      <a:pt x="1078" y="416"/>
                    </a:cubicBezTo>
                    <a:cubicBezTo>
                      <a:pt x="1153" y="520"/>
                      <a:pt x="1185" y="639"/>
                      <a:pt x="1167" y="757"/>
                    </a:cubicBezTo>
                    <a:cubicBezTo>
                      <a:pt x="1153" y="894"/>
                      <a:pt x="1078" y="998"/>
                      <a:pt x="988" y="1073"/>
                    </a:cubicBezTo>
                    <a:cubicBezTo>
                      <a:pt x="901" y="1136"/>
                      <a:pt x="804" y="1166"/>
                      <a:pt x="695" y="1166"/>
                    </a:cubicBezTo>
                    <a:cubicBezTo>
                      <a:pt x="674" y="1166"/>
                      <a:pt x="652" y="1165"/>
                      <a:pt x="629" y="1163"/>
                    </a:cubicBezTo>
                    <a:cubicBezTo>
                      <a:pt x="511" y="1134"/>
                      <a:pt x="406" y="1073"/>
                      <a:pt x="331" y="969"/>
                    </a:cubicBezTo>
                    <a:cubicBezTo>
                      <a:pt x="256" y="865"/>
                      <a:pt x="227" y="743"/>
                      <a:pt x="241" y="625"/>
                    </a:cubicBezTo>
                    <a:cubicBezTo>
                      <a:pt x="256" y="506"/>
                      <a:pt x="331" y="384"/>
                      <a:pt x="435" y="309"/>
                    </a:cubicBezTo>
                    <a:cubicBezTo>
                      <a:pt x="511" y="251"/>
                      <a:pt x="615" y="219"/>
                      <a:pt x="704" y="219"/>
                    </a:cubicBezTo>
                    <a:close/>
                    <a:moveTo>
                      <a:pt x="696" y="0"/>
                    </a:moveTo>
                    <a:cubicBezTo>
                      <a:pt x="558" y="0"/>
                      <a:pt x="419" y="42"/>
                      <a:pt x="302" y="129"/>
                    </a:cubicBezTo>
                    <a:cubicBezTo>
                      <a:pt x="152" y="251"/>
                      <a:pt x="47" y="416"/>
                      <a:pt x="33" y="596"/>
                    </a:cubicBezTo>
                    <a:cubicBezTo>
                      <a:pt x="1" y="775"/>
                      <a:pt x="47" y="955"/>
                      <a:pt x="152" y="1102"/>
                    </a:cubicBezTo>
                    <a:cubicBezTo>
                      <a:pt x="288" y="1281"/>
                      <a:pt x="496" y="1385"/>
                      <a:pt x="704" y="1385"/>
                    </a:cubicBezTo>
                    <a:cubicBezTo>
                      <a:pt x="855" y="1385"/>
                      <a:pt x="988" y="1342"/>
                      <a:pt x="1110" y="1253"/>
                    </a:cubicBezTo>
                    <a:cubicBezTo>
                      <a:pt x="1257" y="1149"/>
                      <a:pt x="1365" y="983"/>
                      <a:pt x="1394" y="804"/>
                    </a:cubicBezTo>
                    <a:cubicBezTo>
                      <a:pt x="1422" y="625"/>
                      <a:pt x="1379" y="431"/>
                      <a:pt x="1257" y="280"/>
                    </a:cubicBezTo>
                    <a:cubicBezTo>
                      <a:pt x="1122" y="99"/>
                      <a:pt x="909" y="0"/>
                      <a:pt x="6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7" name="Google Shape;3327;p58">
                <a:extLst>
                  <a:ext uri="{FF2B5EF4-FFF2-40B4-BE49-F238E27FC236}">
                    <a16:creationId xmlns:a16="http://schemas.microsoft.com/office/drawing/2014/main" id="{74B15240-531A-B25A-2EFD-EAD0D8473FFB}"/>
                  </a:ext>
                </a:extLst>
              </p:cNvPr>
              <p:cNvSpPr/>
              <p:nvPr/>
            </p:nvSpPr>
            <p:spPr>
              <a:xfrm>
                <a:off x="2072175" y="3201450"/>
                <a:ext cx="64275" cy="58275"/>
              </a:xfrm>
              <a:custGeom>
                <a:avLst/>
                <a:gdLst/>
                <a:ahLst/>
                <a:cxnLst/>
                <a:rect l="l" t="t" r="r" b="b"/>
                <a:pathLst>
                  <a:path w="2571" h="2331" extrusionOk="0">
                    <a:moveTo>
                      <a:pt x="1298" y="0"/>
                    </a:moveTo>
                    <a:cubicBezTo>
                      <a:pt x="777" y="0"/>
                      <a:pt x="291" y="351"/>
                      <a:pt x="162" y="887"/>
                    </a:cubicBezTo>
                    <a:cubicBezTo>
                      <a:pt x="0" y="1500"/>
                      <a:pt x="388" y="2143"/>
                      <a:pt x="1002" y="2294"/>
                    </a:cubicBezTo>
                    <a:cubicBezTo>
                      <a:pt x="1099" y="2319"/>
                      <a:pt x="1196" y="2330"/>
                      <a:pt x="1291" y="2330"/>
                    </a:cubicBezTo>
                    <a:cubicBezTo>
                      <a:pt x="1816" y="2330"/>
                      <a:pt x="2296" y="1973"/>
                      <a:pt x="2423" y="1454"/>
                    </a:cubicBezTo>
                    <a:cubicBezTo>
                      <a:pt x="2570" y="826"/>
                      <a:pt x="2197" y="197"/>
                      <a:pt x="1569" y="32"/>
                    </a:cubicBezTo>
                    <a:cubicBezTo>
                      <a:pt x="1479" y="11"/>
                      <a:pt x="1388" y="0"/>
                      <a:pt x="1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58">
                <a:extLst>
                  <a:ext uri="{FF2B5EF4-FFF2-40B4-BE49-F238E27FC236}">
                    <a16:creationId xmlns:a16="http://schemas.microsoft.com/office/drawing/2014/main" id="{B4800BF9-47BB-AFAD-8D51-BA67A1610FE5}"/>
                  </a:ext>
                </a:extLst>
              </p:cNvPr>
              <p:cNvSpPr/>
              <p:nvPr/>
            </p:nvSpPr>
            <p:spPr>
              <a:xfrm>
                <a:off x="2069125" y="3198600"/>
                <a:ext cx="68500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740" h="2555" extrusionOk="0">
                    <a:moveTo>
                      <a:pt x="1405" y="224"/>
                    </a:moveTo>
                    <a:cubicBezTo>
                      <a:pt x="1494" y="224"/>
                      <a:pt x="1585" y="234"/>
                      <a:pt x="1677" y="254"/>
                    </a:cubicBezTo>
                    <a:cubicBezTo>
                      <a:pt x="1946" y="326"/>
                      <a:pt x="2168" y="491"/>
                      <a:pt x="2319" y="731"/>
                    </a:cubicBezTo>
                    <a:cubicBezTo>
                      <a:pt x="2470" y="986"/>
                      <a:pt x="2499" y="1270"/>
                      <a:pt x="2438" y="1539"/>
                    </a:cubicBezTo>
                    <a:cubicBezTo>
                      <a:pt x="2366" y="1808"/>
                      <a:pt x="2201" y="2031"/>
                      <a:pt x="1960" y="2182"/>
                    </a:cubicBezTo>
                    <a:cubicBezTo>
                      <a:pt x="1788" y="2284"/>
                      <a:pt x="1609" y="2336"/>
                      <a:pt x="1423" y="2336"/>
                    </a:cubicBezTo>
                    <a:cubicBezTo>
                      <a:pt x="1334" y="2336"/>
                      <a:pt x="1244" y="2324"/>
                      <a:pt x="1153" y="2300"/>
                    </a:cubicBezTo>
                    <a:cubicBezTo>
                      <a:pt x="600" y="2167"/>
                      <a:pt x="255" y="1582"/>
                      <a:pt x="392" y="1015"/>
                    </a:cubicBezTo>
                    <a:cubicBezTo>
                      <a:pt x="463" y="746"/>
                      <a:pt x="628" y="523"/>
                      <a:pt x="869" y="372"/>
                    </a:cubicBezTo>
                    <a:cubicBezTo>
                      <a:pt x="1032" y="270"/>
                      <a:pt x="1215" y="224"/>
                      <a:pt x="1405" y="224"/>
                    </a:cubicBezTo>
                    <a:close/>
                    <a:moveTo>
                      <a:pt x="1410" y="1"/>
                    </a:moveTo>
                    <a:cubicBezTo>
                      <a:pt x="1183" y="1"/>
                      <a:pt x="960" y="65"/>
                      <a:pt x="765" y="179"/>
                    </a:cubicBezTo>
                    <a:cubicBezTo>
                      <a:pt x="463" y="358"/>
                      <a:pt x="255" y="642"/>
                      <a:pt x="180" y="972"/>
                    </a:cubicBezTo>
                    <a:cubicBezTo>
                      <a:pt x="0" y="1643"/>
                      <a:pt x="420" y="2347"/>
                      <a:pt x="1109" y="2512"/>
                    </a:cubicBezTo>
                    <a:cubicBezTo>
                      <a:pt x="1214" y="2541"/>
                      <a:pt x="1318" y="2555"/>
                      <a:pt x="1422" y="2555"/>
                    </a:cubicBezTo>
                    <a:cubicBezTo>
                      <a:pt x="1648" y="2555"/>
                      <a:pt x="1870" y="2497"/>
                      <a:pt x="2064" y="2375"/>
                    </a:cubicBezTo>
                    <a:cubicBezTo>
                      <a:pt x="2366" y="2196"/>
                      <a:pt x="2574" y="1927"/>
                      <a:pt x="2649" y="1582"/>
                    </a:cubicBezTo>
                    <a:cubicBezTo>
                      <a:pt x="2739" y="1255"/>
                      <a:pt x="2678" y="911"/>
                      <a:pt x="2513" y="627"/>
                    </a:cubicBezTo>
                    <a:cubicBezTo>
                      <a:pt x="2334" y="326"/>
                      <a:pt x="2050" y="118"/>
                      <a:pt x="1720" y="42"/>
                    </a:cubicBezTo>
                    <a:cubicBezTo>
                      <a:pt x="1618" y="14"/>
                      <a:pt x="1514" y="1"/>
                      <a:pt x="14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29" name="Google Shape;3329;p58">
            <a:extLst>
              <a:ext uri="{FF2B5EF4-FFF2-40B4-BE49-F238E27FC236}">
                <a16:creationId xmlns:a16="http://schemas.microsoft.com/office/drawing/2014/main" id="{80FB45D9-AFDE-0C8A-173B-896A803395E2}"/>
              </a:ext>
            </a:extLst>
          </p:cNvPr>
          <p:cNvGrpSpPr/>
          <p:nvPr/>
        </p:nvGrpSpPr>
        <p:grpSpPr>
          <a:xfrm>
            <a:off x="6539323" y="2528246"/>
            <a:ext cx="2185525" cy="2236056"/>
            <a:chOff x="6539323" y="2528246"/>
            <a:chExt cx="2185525" cy="2236056"/>
          </a:xfrm>
        </p:grpSpPr>
        <p:grpSp>
          <p:nvGrpSpPr>
            <p:cNvPr id="3330" name="Google Shape;3330;p58">
              <a:extLst>
                <a:ext uri="{FF2B5EF4-FFF2-40B4-BE49-F238E27FC236}">
                  <a16:creationId xmlns:a16="http://schemas.microsoft.com/office/drawing/2014/main" id="{78385024-1170-A041-CBC9-7ED96FACB393}"/>
                </a:ext>
              </a:extLst>
            </p:cNvPr>
            <p:cNvGrpSpPr/>
            <p:nvPr/>
          </p:nvGrpSpPr>
          <p:grpSpPr>
            <a:xfrm rot="-769468">
              <a:off x="6642629" y="3405831"/>
              <a:ext cx="1978913" cy="1153230"/>
              <a:chOff x="5680103" y="2421625"/>
              <a:chExt cx="2810295" cy="1637726"/>
            </a:xfrm>
          </p:grpSpPr>
          <p:sp>
            <p:nvSpPr>
              <p:cNvPr id="3331" name="Google Shape;3331;p58">
                <a:extLst>
                  <a:ext uri="{FF2B5EF4-FFF2-40B4-BE49-F238E27FC236}">
                    <a16:creationId xmlns:a16="http://schemas.microsoft.com/office/drawing/2014/main" id="{8EAB184D-A4C3-E13D-C15B-6A8DB699875B}"/>
                  </a:ext>
                </a:extLst>
              </p:cNvPr>
              <p:cNvSpPr/>
              <p:nvPr/>
            </p:nvSpPr>
            <p:spPr>
              <a:xfrm>
                <a:off x="5686735" y="2465534"/>
                <a:ext cx="2800462" cy="1587566"/>
              </a:xfrm>
              <a:custGeom>
                <a:avLst/>
                <a:gdLst/>
                <a:ahLst/>
                <a:cxnLst/>
                <a:rect l="l" t="t" r="r" b="b"/>
                <a:pathLst>
                  <a:path w="36737" h="20826" extrusionOk="0">
                    <a:moveTo>
                      <a:pt x="35456" y="1"/>
                    </a:moveTo>
                    <a:lnTo>
                      <a:pt x="30107" y="2083"/>
                    </a:lnTo>
                    <a:cubicBezTo>
                      <a:pt x="29713" y="2234"/>
                      <a:pt x="29515" y="2675"/>
                      <a:pt x="29671" y="3069"/>
                    </a:cubicBezTo>
                    <a:cubicBezTo>
                      <a:pt x="29788" y="3372"/>
                      <a:pt x="30074" y="3558"/>
                      <a:pt x="30379" y="3558"/>
                    </a:cubicBezTo>
                    <a:cubicBezTo>
                      <a:pt x="30472" y="3558"/>
                      <a:pt x="30566" y="3541"/>
                      <a:pt x="30658" y="3505"/>
                    </a:cubicBezTo>
                    <a:lnTo>
                      <a:pt x="33194" y="2519"/>
                    </a:lnTo>
                    <a:lnTo>
                      <a:pt x="31684" y="5256"/>
                    </a:lnTo>
                    <a:lnTo>
                      <a:pt x="29794" y="8720"/>
                    </a:lnTo>
                    <a:cubicBezTo>
                      <a:pt x="28535" y="11028"/>
                      <a:pt x="27264" y="13337"/>
                      <a:pt x="26011" y="15652"/>
                    </a:cubicBezTo>
                    <a:lnTo>
                      <a:pt x="25901" y="15861"/>
                    </a:lnTo>
                    <a:lnTo>
                      <a:pt x="24938" y="14498"/>
                    </a:lnTo>
                    <a:lnTo>
                      <a:pt x="22659" y="11272"/>
                    </a:lnTo>
                    <a:lnTo>
                      <a:pt x="20385" y="8046"/>
                    </a:lnTo>
                    <a:lnTo>
                      <a:pt x="19242" y="6440"/>
                    </a:lnTo>
                    <a:lnTo>
                      <a:pt x="18673" y="5634"/>
                    </a:lnTo>
                    <a:lnTo>
                      <a:pt x="18598" y="5535"/>
                    </a:lnTo>
                    <a:lnTo>
                      <a:pt x="18563" y="5483"/>
                    </a:lnTo>
                    <a:lnTo>
                      <a:pt x="18534" y="5443"/>
                    </a:lnTo>
                    <a:lnTo>
                      <a:pt x="18482" y="5379"/>
                    </a:lnTo>
                    <a:cubicBezTo>
                      <a:pt x="18354" y="5221"/>
                      <a:pt x="18175" y="5088"/>
                      <a:pt x="17977" y="5002"/>
                    </a:cubicBezTo>
                    <a:cubicBezTo>
                      <a:pt x="17801" y="4923"/>
                      <a:pt x="17612" y="4884"/>
                      <a:pt x="17422" y="4884"/>
                    </a:cubicBezTo>
                    <a:cubicBezTo>
                      <a:pt x="17194" y="4884"/>
                      <a:pt x="16965" y="4940"/>
                      <a:pt x="16759" y="5047"/>
                    </a:cubicBezTo>
                    <a:cubicBezTo>
                      <a:pt x="16574" y="5152"/>
                      <a:pt x="16405" y="5297"/>
                      <a:pt x="16290" y="5471"/>
                    </a:cubicBezTo>
                    <a:cubicBezTo>
                      <a:pt x="16255" y="5512"/>
                      <a:pt x="16231" y="5558"/>
                      <a:pt x="16202" y="5604"/>
                    </a:cubicBezTo>
                    <a:lnTo>
                      <a:pt x="16174" y="5663"/>
                    </a:lnTo>
                    <a:lnTo>
                      <a:pt x="16162" y="5692"/>
                    </a:lnTo>
                    <a:lnTo>
                      <a:pt x="16104" y="5802"/>
                    </a:lnTo>
                    <a:lnTo>
                      <a:pt x="15889" y="6243"/>
                    </a:lnTo>
                    <a:lnTo>
                      <a:pt x="15449" y="7125"/>
                    </a:lnTo>
                    <a:lnTo>
                      <a:pt x="14579" y="8900"/>
                    </a:lnTo>
                    <a:lnTo>
                      <a:pt x="12833" y="12439"/>
                    </a:lnTo>
                    <a:lnTo>
                      <a:pt x="11963" y="14207"/>
                    </a:lnTo>
                    <a:lnTo>
                      <a:pt x="11527" y="15095"/>
                    </a:lnTo>
                    <a:lnTo>
                      <a:pt x="11388" y="15384"/>
                    </a:lnTo>
                    <a:lnTo>
                      <a:pt x="10703" y="14747"/>
                    </a:lnTo>
                    <a:lnTo>
                      <a:pt x="9259" y="13401"/>
                    </a:lnTo>
                    <a:lnTo>
                      <a:pt x="6370" y="10709"/>
                    </a:lnTo>
                    <a:lnTo>
                      <a:pt x="6011" y="10373"/>
                    </a:lnTo>
                    <a:lnTo>
                      <a:pt x="5964" y="10332"/>
                    </a:lnTo>
                    <a:cubicBezTo>
                      <a:pt x="5923" y="10297"/>
                      <a:pt x="5889" y="10263"/>
                      <a:pt x="5848" y="10233"/>
                    </a:cubicBezTo>
                    <a:cubicBezTo>
                      <a:pt x="5760" y="10176"/>
                      <a:pt x="5674" y="10123"/>
                      <a:pt x="5575" y="10083"/>
                    </a:cubicBezTo>
                    <a:cubicBezTo>
                      <a:pt x="5426" y="10020"/>
                      <a:pt x="5261" y="9988"/>
                      <a:pt x="5099" y="9988"/>
                    </a:cubicBezTo>
                    <a:cubicBezTo>
                      <a:pt x="5055" y="9988"/>
                      <a:pt x="5011" y="9990"/>
                      <a:pt x="4967" y="9995"/>
                    </a:cubicBezTo>
                    <a:cubicBezTo>
                      <a:pt x="4764" y="10013"/>
                      <a:pt x="4566" y="10089"/>
                      <a:pt x="4392" y="10199"/>
                    </a:cubicBezTo>
                    <a:cubicBezTo>
                      <a:pt x="4218" y="10316"/>
                      <a:pt x="4079" y="10477"/>
                      <a:pt x="3980" y="10657"/>
                    </a:cubicBezTo>
                    <a:cubicBezTo>
                      <a:pt x="3923" y="10768"/>
                      <a:pt x="3923" y="10774"/>
                      <a:pt x="3905" y="10819"/>
                    </a:cubicBezTo>
                    <a:lnTo>
                      <a:pt x="3853" y="10935"/>
                    </a:lnTo>
                    <a:lnTo>
                      <a:pt x="3754" y="11162"/>
                    </a:lnTo>
                    <a:cubicBezTo>
                      <a:pt x="3493" y="11765"/>
                      <a:pt x="3227" y="12362"/>
                      <a:pt x="2976" y="12972"/>
                    </a:cubicBezTo>
                    <a:lnTo>
                      <a:pt x="2210" y="14793"/>
                    </a:lnTo>
                    <a:cubicBezTo>
                      <a:pt x="1961" y="15403"/>
                      <a:pt x="1712" y="16011"/>
                      <a:pt x="1468" y="16621"/>
                    </a:cubicBezTo>
                    <a:cubicBezTo>
                      <a:pt x="981" y="17844"/>
                      <a:pt x="505" y="19074"/>
                      <a:pt x="65" y="20316"/>
                    </a:cubicBezTo>
                    <a:cubicBezTo>
                      <a:pt x="1" y="20490"/>
                      <a:pt x="76" y="20687"/>
                      <a:pt x="239" y="20779"/>
                    </a:cubicBezTo>
                    <a:cubicBezTo>
                      <a:pt x="298" y="20810"/>
                      <a:pt x="361" y="20825"/>
                      <a:pt x="423" y="20825"/>
                    </a:cubicBezTo>
                    <a:cubicBezTo>
                      <a:pt x="558" y="20825"/>
                      <a:pt x="688" y="20755"/>
                      <a:pt x="756" y="20629"/>
                    </a:cubicBezTo>
                    <a:cubicBezTo>
                      <a:pt x="1393" y="19469"/>
                      <a:pt x="1990" y="18297"/>
                      <a:pt x="2582" y="17119"/>
                    </a:cubicBezTo>
                    <a:cubicBezTo>
                      <a:pt x="2879" y="16533"/>
                      <a:pt x="3163" y="15936"/>
                      <a:pt x="3452" y="15350"/>
                    </a:cubicBezTo>
                    <a:lnTo>
                      <a:pt x="4299" y="13563"/>
                    </a:lnTo>
                    <a:cubicBezTo>
                      <a:pt x="4584" y="12972"/>
                      <a:pt x="4856" y="12375"/>
                      <a:pt x="5134" y="11777"/>
                    </a:cubicBezTo>
                    <a:lnTo>
                      <a:pt x="5169" y="11695"/>
                    </a:lnTo>
                    <a:lnTo>
                      <a:pt x="5315" y="11834"/>
                    </a:lnTo>
                    <a:lnTo>
                      <a:pt x="8175" y="14549"/>
                    </a:lnTo>
                    <a:lnTo>
                      <a:pt x="9607" y="15912"/>
                    </a:lnTo>
                    <a:lnTo>
                      <a:pt x="10320" y="16592"/>
                    </a:lnTo>
                    <a:lnTo>
                      <a:pt x="10501" y="16760"/>
                    </a:lnTo>
                    <a:cubicBezTo>
                      <a:pt x="10506" y="16766"/>
                      <a:pt x="10552" y="16811"/>
                      <a:pt x="10587" y="16841"/>
                    </a:cubicBezTo>
                    <a:cubicBezTo>
                      <a:pt x="10628" y="16870"/>
                      <a:pt x="10662" y="16899"/>
                      <a:pt x="10710" y="16928"/>
                    </a:cubicBezTo>
                    <a:cubicBezTo>
                      <a:pt x="10790" y="16980"/>
                      <a:pt x="10877" y="17026"/>
                      <a:pt x="10970" y="17061"/>
                    </a:cubicBezTo>
                    <a:cubicBezTo>
                      <a:pt x="11130" y="17123"/>
                      <a:pt x="11297" y="17153"/>
                      <a:pt x="11464" y="17153"/>
                    </a:cubicBezTo>
                    <a:cubicBezTo>
                      <a:pt x="11692" y="17153"/>
                      <a:pt x="11918" y="17096"/>
                      <a:pt x="12119" y="16985"/>
                    </a:cubicBezTo>
                    <a:cubicBezTo>
                      <a:pt x="12298" y="16894"/>
                      <a:pt x="12450" y="16760"/>
                      <a:pt x="12571" y="16597"/>
                    </a:cubicBezTo>
                    <a:cubicBezTo>
                      <a:pt x="12600" y="16557"/>
                      <a:pt x="12630" y="16516"/>
                      <a:pt x="12652" y="16476"/>
                    </a:cubicBezTo>
                    <a:cubicBezTo>
                      <a:pt x="12675" y="16434"/>
                      <a:pt x="12705" y="16377"/>
                      <a:pt x="12710" y="16372"/>
                    </a:cubicBezTo>
                    <a:lnTo>
                      <a:pt x="12763" y="16260"/>
                    </a:lnTo>
                    <a:lnTo>
                      <a:pt x="12989" y="15820"/>
                    </a:lnTo>
                    <a:lnTo>
                      <a:pt x="13430" y="14938"/>
                    </a:lnTo>
                    <a:lnTo>
                      <a:pt x="14311" y="13175"/>
                    </a:lnTo>
                    <a:lnTo>
                      <a:pt x="16075" y="9642"/>
                    </a:lnTo>
                    <a:lnTo>
                      <a:pt x="16962" y="7879"/>
                    </a:lnTo>
                    <a:lnTo>
                      <a:pt x="17403" y="6991"/>
                    </a:lnTo>
                    <a:lnTo>
                      <a:pt x="17462" y="6870"/>
                    </a:lnTo>
                    <a:lnTo>
                      <a:pt x="17850" y="7420"/>
                    </a:lnTo>
                    <a:lnTo>
                      <a:pt x="18993" y="9033"/>
                    </a:lnTo>
                    <a:lnTo>
                      <a:pt x="21278" y="12252"/>
                    </a:lnTo>
                    <a:lnTo>
                      <a:pt x="23558" y="15472"/>
                    </a:lnTo>
                    <a:lnTo>
                      <a:pt x="24701" y="17084"/>
                    </a:lnTo>
                    <a:lnTo>
                      <a:pt x="24771" y="17183"/>
                    </a:lnTo>
                    <a:lnTo>
                      <a:pt x="24799" y="17224"/>
                    </a:lnTo>
                    <a:lnTo>
                      <a:pt x="24846" y="17282"/>
                    </a:lnTo>
                    <a:cubicBezTo>
                      <a:pt x="24881" y="17322"/>
                      <a:pt x="24910" y="17357"/>
                      <a:pt x="24950" y="17398"/>
                    </a:cubicBezTo>
                    <a:cubicBezTo>
                      <a:pt x="25095" y="17537"/>
                      <a:pt x="25280" y="17652"/>
                      <a:pt x="25472" y="17716"/>
                    </a:cubicBezTo>
                    <a:cubicBezTo>
                      <a:pt x="25622" y="17768"/>
                      <a:pt x="25778" y="17793"/>
                      <a:pt x="25933" y="17793"/>
                    </a:cubicBezTo>
                    <a:cubicBezTo>
                      <a:pt x="26183" y="17793"/>
                      <a:pt x="26432" y="17727"/>
                      <a:pt x="26650" y="17595"/>
                    </a:cubicBezTo>
                    <a:cubicBezTo>
                      <a:pt x="26830" y="17491"/>
                      <a:pt x="26986" y="17346"/>
                      <a:pt x="27096" y="17178"/>
                    </a:cubicBezTo>
                    <a:cubicBezTo>
                      <a:pt x="27125" y="17137"/>
                      <a:pt x="27154" y="17090"/>
                      <a:pt x="27178" y="17050"/>
                    </a:cubicBezTo>
                    <a:lnTo>
                      <a:pt x="27207" y="16998"/>
                    </a:lnTo>
                    <a:lnTo>
                      <a:pt x="27264" y="16887"/>
                    </a:lnTo>
                    <a:lnTo>
                      <a:pt x="27497" y="16452"/>
                    </a:lnTo>
                    <a:cubicBezTo>
                      <a:pt x="28755" y="14144"/>
                      <a:pt x="29985" y="11818"/>
                      <a:pt x="31226" y="9497"/>
                    </a:cubicBezTo>
                    <a:lnTo>
                      <a:pt x="33089" y="6016"/>
                    </a:lnTo>
                    <a:lnTo>
                      <a:pt x="34533" y="3291"/>
                    </a:lnTo>
                    <a:lnTo>
                      <a:pt x="35154" y="6498"/>
                    </a:lnTo>
                    <a:cubicBezTo>
                      <a:pt x="35223" y="6870"/>
                      <a:pt x="35542" y="7119"/>
                      <a:pt x="35901" y="7119"/>
                    </a:cubicBezTo>
                    <a:cubicBezTo>
                      <a:pt x="35954" y="7119"/>
                      <a:pt x="36000" y="7119"/>
                      <a:pt x="36048" y="7107"/>
                    </a:cubicBezTo>
                    <a:cubicBezTo>
                      <a:pt x="36465" y="7026"/>
                      <a:pt x="36737" y="6626"/>
                      <a:pt x="36656" y="6214"/>
                    </a:cubicBezTo>
                    <a:lnTo>
                      <a:pt x="354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58">
                <a:extLst>
                  <a:ext uri="{FF2B5EF4-FFF2-40B4-BE49-F238E27FC236}">
                    <a16:creationId xmlns:a16="http://schemas.microsoft.com/office/drawing/2014/main" id="{BB0572FB-CD28-2902-0AF7-222E7555CCA3}"/>
                  </a:ext>
                </a:extLst>
              </p:cNvPr>
              <p:cNvSpPr/>
              <p:nvPr/>
            </p:nvSpPr>
            <p:spPr>
              <a:xfrm>
                <a:off x="5680103" y="2459360"/>
                <a:ext cx="2810295" cy="1599991"/>
              </a:xfrm>
              <a:custGeom>
                <a:avLst/>
                <a:gdLst/>
                <a:ahLst/>
                <a:cxnLst/>
                <a:rect l="l" t="t" r="r" b="b"/>
                <a:pathLst>
                  <a:path w="36866" h="20989" extrusionOk="0">
                    <a:moveTo>
                      <a:pt x="35484" y="192"/>
                    </a:moveTo>
                    <a:lnTo>
                      <a:pt x="36662" y="6306"/>
                    </a:lnTo>
                    <a:cubicBezTo>
                      <a:pt x="36697" y="6486"/>
                      <a:pt x="36662" y="6672"/>
                      <a:pt x="36558" y="6823"/>
                    </a:cubicBezTo>
                    <a:cubicBezTo>
                      <a:pt x="36459" y="6973"/>
                      <a:pt x="36302" y="7072"/>
                      <a:pt x="36122" y="7107"/>
                    </a:cubicBezTo>
                    <a:cubicBezTo>
                      <a:pt x="36076" y="7118"/>
                      <a:pt x="36036" y="7125"/>
                      <a:pt x="35988" y="7125"/>
                    </a:cubicBezTo>
                    <a:cubicBezTo>
                      <a:pt x="35664" y="7125"/>
                      <a:pt x="35380" y="6887"/>
                      <a:pt x="35316" y="6568"/>
                    </a:cubicBezTo>
                    <a:lnTo>
                      <a:pt x="34701" y="3353"/>
                    </a:lnTo>
                    <a:cubicBezTo>
                      <a:pt x="34695" y="3319"/>
                      <a:pt x="34666" y="3296"/>
                      <a:pt x="34631" y="3289"/>
                    </a:cubicBezTo>
                    <a:cubicBezTo>
                      <a:pt x="34627" y="3289"/>
                      <a:pt x="34623" y="3288"/>
                      <a:pt x="34619" y="3288"/>
                    </a:cubicBezTo>
                    <a:cubicBezTo>
                      <a:pt x="34590" y="3288"/>
                      <a:pt x="34566" y="3305"/>
                      <a:pt x="34550" y="3331"/>
                    </a:cubicBezTo>
                    <a:lnTo>
                      <a:pt x="33107" y="6057"/>
                    </a:lnTo>
                    <a:lnTo>
                      <a:pt x="31244" y="9543"/>
                    </a:lnTo>
                    <a:cubicBezTo>
                      <a:pt x="30867" y="10245"/>
                      <a:pt x="30496" y="10946"/>
                      <a:pt x="30119" y="11649"/>
                    </a:cubicBezTo>
                    <a:cubicBezTo>
                      <a:pt x="29266" y="13238"/>
                      <a:pt x="28390" y="14886"/>
                      <a:pt x="27514" y="16498"/>
                    </a:cubicBezTo>
                    <a:lnTo>
                      <a:pt x="27195" y="17096"/>
                    </a:lnTo>
                    <a:cubicBezTo>
                      <a:pt x="27172" y="17131"/>
                      <a:pt x="27142" y="17176"/>
                      <a:pt x="27120" y="17211"/>
                    </a:cubicBezTo>
                    <a:cubicBezTo>
                      <a:pt x="27009" y="17374"/>
                      <a:pt x="26864" y="17513"/>
                      <a:pt x="26696" y="17612"/>
                    </a:cubicBezTo>
                    <a:cubicBezTo>
                      <a:pt x="26493" y="17734"/>
                      <a:pt x="26261" y="17796"/>
                      <a:pt x="26026" y="17796"/>
                    </a:cubicBezTo>
                    <a:cubicBezTo>
                      <a:pt x="25879" y="17796"/>
                      <a:pt x="25731" y="17772"/>
                      <a:pt x="25589" y="17722"/>
                    </a:cubicBezTo>
                    <a:cubicBezTo>
                      <a:pt x="25408" y="17664"/>
                      <a:pt x="25228" y="17554"/>
                      <a:pt x="25089" y="17415"/>
                    </a:cubicBezTo>
                    <a:cubicBezTo>
                      <a:pt x="25060" y="17385"/>
                      <a:pt x="25025" y="17351"/>
                      <a:pt x="24997" y="17316"/>
                    </a:cubicBezTo>
                    <a:lnTo>
                      <a:pt x="19143" y="9067"/>
                    </a:lnTo>
                    <a:lnTo>
                      <a:pt x="17611" y="6903"/>
                    </a:lnTo>
                    <a:cubicBezTo>
                      <a:pt x="17600" y="6881"/>
                      <a:pt x="17571" y="6869"/>
                      <a:pt x="17542" y="6869"/>
                    </a:cubicBezTo>
                    <a:cubicBezTo>
                      <a:pt x="17514" y="6874"/>
                      <a:pt x="17490" y="6892"/>
                      <a:pt x="17479" y="6916"/>
                    </a:cubicBezTo>
                    <a:lnTo>
                      <a:pt x="14329" y="13216"/>
                    </a:lnTo>
                    <a:lnTo>
                      <a:pt x="12722" y="16418"/>
                    </a:lnTo>
                    <a:cubicBezTo>
                      <a:pt x="12717" y="16429"/>
                      <a:pt x="12693" y="16480"/>
                      <a:pt x="12669" y="16515"/>
                    </a:cubicBezTo>
                    <a:cubicBezTo>
                      <a:pt x="12647" y="16557"/>
                      <a:pt x="12623" y="16592"/>
                      <a:pt x="12594" y="16632"/>
                    </a:cubicBezTo>
                    <a:cubicBezTo>
                      <a:pt x="12478" y="16782"/>
                      <a:pt x="12334" y="16911"/>
                      <a:pt x="12171" y="16997"/>
                    </a:cubicBezTo>
                    <a:cubicBezTo>
                      <a:pt x="11980" y="17101"/>
                      <a:pt x="11766" y="17154"/>
                      <a:pt x="11551" y="17154"/>
                    </a:cubicBezTo>
                    <a:cubicBezTo>
                      <a:pt x="11394" y="17154"/>
                      <a:pt x="11236" y="17125"/>
                      <a:pt x="11086" y="17066"/>
                    </a:cubicBezTo>
                    <a:cubicBezTo>
                      <a:pt x="10993" y="17032"/>
                      <a:pt x="10912" y="16991"/>
                      <a:pt x="10837" y="16940"/>
                    </a:cubicBezTo>
                    <a:cubicBezTo>
                      <a:pt x="10797" y="16916"/>
                      <a:pt x="10762" y="16887"/>
                      <a:pt x="10727" y="16858"/>
                    </a:cubicBezTo>
                    <a:cubicBezTo>
                      <a:pt x="10698" y="16835"/>
                      <a:pt x="10651" y="16801"/>
                      <a:pt x="10639" y="16782"/>
                    </a:cubicBezTo>
                    <a:lnTo>
                      <a:pt x="5314" y="11719"/>
                    </a:lnTo>
                    <a:cubicBezTo>
                      <a:pt x="5300" y="11704"/>
                      <a:pt x="5278" y="11694"/>
                      <a:pt x="5258" y="11694"/>
                    </a:cubicBezTo>
                    <a:cubicBezTo>
                      <a:pt x="5253" y="11694"/>
                      <a:pt x="5249" y="11694"/>
                      <a:pt x="5245" y="11695"/>
                    </a:cubicBezTo>
                    <a:cubicBezTo>
                      <a:pt x="5215" y="11701"/>
                      <a:pt x="5199" y="11719"/>
                      <a:pt x="5186" y="11741"/>
                    </a:cubicBezTo>
                    <a:lnTo>
                      <a:pt x="5146" y="11824"/>
                    </a:lnTo>
                    <a:cubicBezTo>
                      <a:pt x="5047" y="12038"/>
                      <a:pt x="4949" y="12252"/>
                      <a:pt x="4851" y="12461"/>
                    </a:cubicBezTo>
                    <a:cubicBezTo>
                      <a:pt x="4677" y="12850"/>
                      <a:pt x="4497" y="13232"/>
                      <a:pt x="4316" y="13610"/>
                    </a:cubicBezTo>
                    <a:lnTo>
                      <a:pt x="3464" y="15390"/>
                    </a:lnTo>
                    <a:cubicBezTo>
                      <a:pt x="3365" y="15599"/>
                      <a:pt x="3261" y="15814"/>
                      <a:pt x="3162" y="16022"/>
                    </a:cubicBezTo>
                    <a:cubicBezTo>
                      <a:pt x="2971" y="16400"/>
                      <a:pt x="2785" y="16782"/>
                      <a:pt x="2594" y="17165"/>
                    </a:cubicBezTo>
                    <a:cubicBezTo>
                      <a:pt x="1887" y="18581"/>
                      <a:pt x="1330" y="19660"/>
                      <a:pt x="773" y="20669"/>
                    </a:cubicBezTo>
                    <a:cubicBezTo>
                      <a:pt x="720" y="20769"/>
                      <a:pt x="616" y="20828"/>
                      <a:pt x="509" y="20828"/>
                    </a:cubicBezTo>
                    <a:cubicBezTo>
                      <a:pt x="460" y="20828"/>
                      <a:pt x="411" y="20816"/>
                      <a:pt x="366" y="20791"/>
                    </a:cubicBezTo>
                    <a:cubicBezTo>
                      <a:pt x="233" y="20721"/>
                      <a:pt x="174" y="20565"/>
                      <a:pt x="227" y="20426"/>
                    </a:cubicBezTo>
                    <a:cubicBezTo>
                      <a:pt x="610" y="19341"/>
                      <a:pt x="1044" y="18204"/>
                      <a:pt x="1631" y="16731"/>
                    </a:cubicBezTo>
                    <a:cubicBezTo>
                      <a:pt x="1788" y="16336"/>
                      <a:pt x="1949" y="15942"/>
                      <a:pt x="2107" y="15548"/>
                    </a:cubicBezTo>
                    <a:cubicBezTo>
                      <a:pt x="2200" y="15332"/>
                      <a:pt x="2286" y="15117"/>
                      <a:pt x="2374" y="14903"/>
                    </a:cubicBezTo>
                    <a:lnTo>
                      <a:pt x="3133" y="13082"/>
                    </a:lnTo>
                    <a:cubicBezTo>
                      <a:pt x="3296" y="12694"/>
                      <a:pt x="3470" y="12304"/>
                      <a:pt x="3638" y="11915"/>
                    </a:cubicBezTo>
                    <a:cubicBezTo>
                      <a:pt x="3731" y="11701"/>
                      <a:pt x="3823" y="11487"/>
                      <a:pt x="3916" y="11272"/>
                    </a:cubicBezTo>
                    <a:lnTo>
                      <a:pt x="4061" y="10935"/>
                    </a:lnTo>
                    <a:cubicBezTo>
                      <a:pt x="4067" y="10919"/>
                      <a:pt x="4072" y="10906"/>
                      <a:pt x="4079" y="10895"/>
                    </a:cubicBezTo>
                    <a:cubicBezTo>
                      <a:pt x="4091" y="10871"/>
                      <a:pt x="4096" y="10849"/>
                      <a:pt x="4136" y="10772"/>
                    </a:cubicBezTo>
                    <a:cubicBezTo>
                      <a:pt x="4230" y="10605"/>
                      <a:pt x="4363" y="10454"/>
                      <a:pt x="4525" y="10349"/>
                    </a:cubicBezTo>
                    <a:cubicBezTo>
                      <a:pt x="4682" y="10239"/>
                      <a:pt x="4873" y="10175"/>
                      <a:pt x="5059" y="10158"/>
                    </a:cubicBezTo>
                    <a:cubicBezTo>
                      <a:pt x="5105" y="10153"/>
                      <a:pt x="5146" y="10146"/>
                      <a:pt x="5186" y="10146"/>
                    </a:cubicBezTo>
                    <a:cubicBezTo>
                      <a:pt x="5338" y="10146"/>
                      <a:pt x="5488" y="10181"/>
                      <a:pt x="5633" y="10239"/>
                    </a:cubicBezTo>
                    <a:cubicBezTo>
                      <a:pt x="5721" y="10274"/>
                      <a:pt x="5807" y="10320"/>
                      <a:pt x="5882" y="10378"/>
                    </a:cubicBezTo>
                    <a:cubicBezTo>
                      <a:pt x="5924" y="10408"/>
                      <a:pt x="5964" y="10437"/>
                      <a:pt x="5999" y="10472"/>
                    </a:cubicBezTo>
                    <a:lnTo>
                      <a:pt x="11416" y="15524"/>
                    </a:lnTo>
                    <a:cubicBezTo>
                      <a:pt x="11434" y="15541"/>
                      <a:pt x="11464" y="15548"/>
                      <a:pt x="11486" y="15548"/>
                    </a:cubicBezTo>
                    <a:cubicBezTo>
                      <a:pt x="11509" y="15541"/>
                      <a:pt x="11533" y="15524"/>
                      <a:pt x="11544" y="15500"/>
                    </a:cubicBezTo>
                    <a:lnTo>
                      <a:pt x="16267" y="5918"/>
                    </a:lnTo>
                    <a:lnTo>
                      <a:pt x="16371" y="5703"/>
                    </a:lnTo>
                    <a:cubicBezTo>
                      <a:pt x="16393" y="5669"/>
                      <a:pt x="16411" y="5634"/>
                      <a:pt x="16441" y="5599"/>
                    </a:cubicBezTo>
                    <a:cubicBezTo>
                      <a:pt x="16551" y="5436"/>
                      <a:pt x="16707" y="5297"/>
                      <a:pt x="16888" y="5204"/>
                    </a:cubicBezTo>
                    <a:cubicBezTo>
                      <a:pt x="17082" y="5099"/>
                      <a:pt x="17299" y="5046"/>
                      <a:pt x="17516" y="5046"/>
                    </a:cubicBezTo>
                    <a:cubicBezTo>
                      <a:pt x="17694" y="5046"/>
                      <a:pt x="17871" y="5081"/>
                      <a:pt x="18036" y="5152"/>
                    </a:cubicBezTo>
                    <a:cubicBezTo>
                      <a:pt x="18216" y="5233"/>
                      <a:pt x="18384" y="5361"/>
                      <a:pt x="18511" y="5511"/>
                    </a:cubicBezTo>
                    <a:lnTo>
                      <a:pt x="25924" y="15982"/>
                    </a:lnTo>
                    <a:cubicBezTo>
                      <a:pt x="25940" y="16003"/>
                      <a:pt x="25959" y="16018"/>
                      <a:pt x="25983" y="16018"/>
                    </a:cubicBezTo>
                    <a:cubicBezTo>
                      <a:pt x="25986" y="16018"/>
                      <a:pt x="25990" y="16018"/>
                      <a:pt x="25994" y="16017"/>
                    </a:cubicBezTo>
                    <a:cubicBezTo>
                      <a:pt x="26023" y="16017"/>
                      <a:pt x="26047" y="16000"/>
                      <a:pt x="26058" y="15976"/>
                    </a:cubicBezTo>
                    <a:lnTo>
                      <a:pt x="26173" y="15773"/>
                    </a:lnTo>
                    <a:cubicBezTo>
                      <a:pt x="27038" y="14155"/>
                      <a:pt x="27937" y="12525"/>
                      <a:pt x="28802" y="10941"/>
                    </a:cubicBezTo>
                    <a:cubicBezTo>
                      <a:pt x="29185" y="10239"/>
                      <a:pt x="29568" y="9543"/>
                      <a:pt x="29950" y="8841"/>
                    </a:cubicBezTo>
                    <a:lnTo>
                      <a:pt x="31841" y="5378"/>
                    </a:lnTo>
                    <a:lnTo>
                      <a:pt x="33350" y="2641"/>
                    </a:lnTo>
                    <a:cubicBezTo>
                      <a:pt x="33367" y="2611"/>
                      <a:pt x="33367" y="2577"/>
                      <a:pt x="33343" y="2547"/>
                    </a:cubicBezTo>
                    <a:cubicBezTo>
                      <a:pt x="33327" y="2530"/>
                      <a:pt x="33304" y="2519"/>
                      <a:pt x="33279" y="2519"/>
                    </a:cubicBezTo>
                    <a:cubicBezTo>
                      <a:pt x="33270" y="2519"/>
                      <a:pt x="33261" y="2521"/>
                      <a:pt x="33251" y="2524"/>
                    </a:cubicBezTo>
                    <a:lnTo>
                      <a:pt x="30716" y="3516"/>
                    </a:lnTo>
                    <a:cubicBezTo>
                      <a:pt x="30637" y="3547"/>
                      <a:pt x="30555" y="3561"/>
                      <a:pt x="30474" y="3561"/>
                    </a:cubicBezTo>
                    <a:cubicBezTo>
                      <a:pt x="30199" y="3561"/>
                      <a:pt x="29935" y="3395"/>
                      <a:pt x="29828" y="3122"/>
                    </a:cubicBezTo>
                    <a:cubicBezTo>
                      <a:pt x="29765" y="2954"/>
                      <a:pt x="29771" y="2767"/>
                      <a:pt x="29840" y="2600"/>
                    </a:cubicBezTo>
                    <a:cubicBezTo>
                      <a:pt x="29916" y="2432"/>
                      <a:pt x="30049" y="2304"/>
                      <a:pt x="30223" y="2234"/>
                    </a:cubicBezTo>
                    <a:lnTo>
                      <a:pt x="35484" y="192"/>
                    </a:lnTo>
                    <a:close/>
                    <a:moveTo>
                      <a:pt x="35540" y="1"/>
                    </a:moveTo>
                    <a:cubicBezTo>
                      <a:pt x="35531" y="1"/>
                      <a:pt x="35522" y="2"/>
                      <a:pt x="35514" y="7"/>
                    </a:cubicBezTo>
                    <a:lnTo>
                      <a:pt x="30165" y="2089"/>
                    </a:lnTo>
                    <a:cubicBezTo>
                      <a:pt x="29730" y="2258"/>
                      <a:pt x="29515" y="2745"/>
                      <a:pt x="29683" y="3179"/>
                    </a:cubicBezTo>
                    <a:cubicBezTo>
                      <a:pt x="29813" y="3514"/>
                      <a:pt x="30131" y="3719"/>
                      <a:pt x="30469" y="3719"/>
                    </a:cubicBezTo>
                    <a:cubicBezTo>
                      <a:pt x="30570" y="3719"/>
                      <a:pt x="30674" y="3700"/>
                      <a:pt x="30775" y="3661"/>
                    </a:cubicBezTo>
                    <a:lnTo>
                      <a:pt x="33107" y="2756"/>
                    </a:lnTo>
                    <a:lnTo>
                      <a:pt x="31702" y="5302"/>
                    </a:lnTo>
                    <a:lnTo>
                      <a:pt x="29811" y="8766"/>
                    </a:lnTo>
                    <a:cubicBezTo>
                      <a:pt x="29428" y="9462"/>
                      <a:pt x="29046" y="10164"/>
                      <a:pt x="28663" y="10866"/>
                    </a:cubicBezTo>
                    <a:cubicBezTo>
                      <a:pt x="27798" y="12443"/>
                      <a:pt x="26899" y="14079"/>
                      <a:pt x="26029" y="15698"/>
                    </a:cubicBezTo>
                    <a:lnTo>
                      <a:pt x="25983" y="15784"/>
                    </a:lnTo>
                    <a:lnTo>
                      <a:pt x="20535" y="8081"/>
                    </a:lnTo>
                    <a:lnTo>
                      <a:pt x="18824" y="5669"/>
                    </a:lnTo>
                    <a:lnTo>
                      <a:pt x="18633" y="5407"/>
                    </a:lnTo>
                    <a:cubicBezTo>
                      <a:pt x="18489" y="5238"/>
                      <a:pt x="18302" y="5094"/>
                      <a:pt x="18099" y="5007"/>
                    </a:cubicBezTo>
                    <a:cubicBezTo>
                      <a:pt x="17913" y="4926"/>
                      <a:pt x="17712" y="4886"/>
                      <a:pt x="17512" y="4886"/>
                    </a:cubicBezTo>
                    <a:cubicBezTo>
                      <a:pt x="17270" y="4886"/>
                      <a:pt x="17027" y="4945"/>
                      <a:pt x="16811" y="5059"/>
                    </a:cubicBezTo>
                    <a:cubicBezTo>
                      <a:pt x="16609" y="5169"/>
                      <a:pt x="16435" y="5326"/>
                      <a:pt x="16307" y="5506"/>
                    </a:cubicBezTo>
                    <a:cubicBezTo>
                      <a:pt x="16283" y="5541"/>
                      <a:pt x="16254" y="5581"/>
                      <a:pt x="16232" y="5628"/>
                    </a:cubicBezTo>
                    <a:lnTo>
                      <a:pt x="12850" y="12485"/>
                    </a:lnTo>
                    <a:lnTo>
                      <a:pt x="11445" y="15332"/>
                    </a:lnTo>
                    <a:lnTo>
                      <a:pt x="6516" y="10732"/>
                    </a:lnTo>
                    <a:lnTo>
                      <a:pt x="6104" y="10349"/>
                    </a:lnTo>
                    <a:cubicBezTo>
                      <a:pt x="6063" y="10314"/>
                      <a:pt x="6021" y="10285"/>
                      <a:pt x="5981" y="10250"/>
                    </a:cubicBezTo>
                    <a:cubicBezTo>
                      <a:pt x="5889" y="10188"/>
                      <a:pt x="5796" y="10129"/>
                      <a:pt x="5692" y="10089"/>
                    </a:cubicBezTo>
                    <a:cubicBezTo>
                      <a:pt x="5530" y="10024"/>
                      <a:pt x="5358" y="9988"/>
                      <a:pt x="5184" y="9988"/>
                    </a:cubicBezTo>
                    <a:cubicBezTo>
                      <a:pt x="5138" y="9988"/>
                      <a:pt x="5093" y="9991"/>
                      <a:pt x="5047" y="9996"/>
                    </a:cubicBezTo>
                    <a:cubicBezTo>
                      <a:pt x="4827" y="10019"/>
                      <a:pt x="4618" y="10094"/>
                      <a:pt x="4439" y="10216"/>
                    </a:cubicBezTo>
                    <a:cubicBezTo>
                      <a:pt x="4253" y="10338"/>
                      <a:pt x="4102" y="10506"/>
                      <a:pt x="3997" y="10697"/>
                    </a:cubicBezTo>
                    <a:cubicBezTo>
                      <a:pt x="3951" y="10785"/>
                      <a:pt x="3940" y="10814"/>
                      <a:pt x="3933" y="10836"/>
                    </a:cubicBezTo>
                    <a:lnTo>
                      <a:pt x="3772" y="11208"/>
                    </a:lnTo>
                    <a:cubicBezTo>
                      <a:pt x="3678" y="11423"/>
                      <a:pt x="3585" y="11637"/>
                      <a:pt x="3493" y="11851"/>
                    </a:cubicBezTo>
                    <a:cubicBezTo>
                      <a:pt x="3319" y="12241"/>
                      <a:pt x="3151" y="12630"/>
                      <a:pt x="2988" y="13024"/>
                    </a:cubicBezTo>
                    <a:lnTo>
                      <a:pt x="2222" y="14845"/>
                    </a:lnTo>
                    <a:cubicBezTo>
                      <a:pt x="2136" y="15060"/>
                      <a:pt x="2048" y="15275"/>
                      <a:pt x="1962" y="15489"/>
                    </a:cubicBezTo>
                    <a:cubicBezTo>
                      <a:pt x="1799" y="15883"/>
                      <a:pt x="1636" y="16279"/>
                      <a:pt x="1480" y="16673"/>
                    </a:cubicBezTo>
                    <a:cubicBezTo>
                      <a:pt x="894" y="18145"/>
                      <a:pt x="460" y="19288"/>
                      <a:pt x="77" y="20373"/>
                    </a:cubicBezTo>
                    <a:cubicBezTo>
                      <a:pt x="0" y="20587"/>
                      <a:pt x="88" y="20820"/>
                      <a:pt x="291" y="20930"/>
                    </a:cubicBezTo>
                    <a:cubicBezTo>
                      <a:pt x="361" y="20970"/>
                      <a:pt x="436" y="20988"/>
                      <a:pt x="511" y="20988"/>
                    </a:cubicBezTo>
                    <a:cubicBezTo>
                      <a:pt x="674" y="20988"/>
                      <a:pt x="830" y="20901"/>
                      <a:pt x="912" y="20750"/>
                    </a:cubicBezTo>
                    <a:cubicBezTo>
                      <a:pt x="1469" y="19735"/>
                      <a:pt x="2031" y="18656"/>
                      <a:pt x="2739" y="17235"/>
                    </a:cubicBezTo>
                    <a:cubicBezTo>
                      <a:pt x="2931" y="16858"/>
                      <a:pt x="3116" y="16475"/>
                      <a:pt x="3301" y="16092"/>
                    </a:cubicBezTo>
                    <a:cubicBezTo>
                      <a:pt x="3406" y="15883"/>
                      <a:pt x="3504" y="15674"/>
                      <a:pt x="3609" y="15460"/>
                    </a:cubicBezTo>
                    <a:lnTo>
                      <a:pt x="4462" y="13679"/>
                    </a:lnTo>
                    <a:cubicBezTo>
                      <a:pt x="4642" y="13296"/>
                      <a:pt x="4821" y="12914"/>
                      <a:pt x="4995" y="12531"/>
                    </a:cubicBezTo>
                    <a:cubicBezTo>
                      <a:pt x="5094" y="12322"/>
                      <a:pt x="5186" y="12119"/>
                      <a:pt x="5285" y="11910"/>
                    </a:cubicBezTo>
                    <a:lnTo>
                      <a:pt x="10529" y="16892"/>
                    </a:lnTo>
                    <a:cubicBezTo>
                      <a:pt x="10541" y="16911"/>
                      <a:pt x="10599" y="16962"/>
                      <a:pt x="10623" y="16980"/>
                    </a:cubicBezTo>
                    <a:cubicBezTo>
                      <a:pt x="10663" y="17015"/>
                      <a:pt x="10703" y="17044"/>
                      <a:pt x="10749" y="17072"/>
                    </a:cubicBezTo>
                    <a:cubicBezTo>
                      <a:pt x="10831" y="17131"/>
                      <a:pt x="10929" y="17176"/>
                      <a:pt x="11033" y="17218"/>
                    </a:cubicBezTo>
                    <a:cubicBezTo>
                      <a:pt x="11198" y="17282"/>
                      <a:pt x="11374" y="17313"/>
                      <a:pt x="11550" y="17313"/>
                    </a:cubicBezTo>
                    <a:cubicBezTo>
                      <a:pt x="11793" y="17313"/>
                      <a:pt x="12035" y="17254"/>
                      <a:pt x="12246" y="17136"/>
                    </a:cubicBezTo>
                    <a:cubicBezTo>
                      <a:pt x="12433" y="17037"/>
                      <a:pt x="12594" y="16892"/>
                      <a:pt x="12722" y="16724"/>
                    </a:cubicBezTo>
                    <a:cubicBezTo>
                      <a:pt x="12757" y="16684"/>
                      <a:pt x="12786" y="16638"/>
                      <a:pt x="12808" y="16597"/>
                    </a:cubicBezTo>
                    <a:cubicBezTo>
                      <a:pt x="12832" y="16550"/>
                      <a:pt x="12867" y="16493"/>
                      <a:pt x="12867" y="16487"/>
                    </a:cubicBezTo>
                    <a:lnTo>
                      <a:pt x="17119" y="7995"/>
                    </a:lnTo>
                    <a:lnTo>
                      <a:pt x="17560" y="7107"/>
                    </a:lnTo>
                    <a:lnTo>
                      <a:pt x="24719" y="17211"/>
                    </a:lnTo>
                    <a:lnTo>
                      <a:pt x="24875" y="17415"/>
                    </a:lnTo>
                    <a:cubicBezTo>
                      <a:pt x="24909" y="17462"/>
                      <a:pt x="24944" y="17497"/>
                      <a:pt x="24979" y="17531"/>
                    </a:cubicBezTo>
                    <a:cubicBezTo>
                      <a:pt x="25136" y="17687"/>
                      <a:pt x="25327" y="17803"/>
                      <a:pt x="25536" y="17873"/>
                    </a:cubicBezTo>
                    <a:cubicBezTo>
                      <a:pt x="25696" y="17929"/>
                      <a:pt x="25861" y="17956"/>
                      <a:pt x="26025" y="17956"/>
                    </a:cubicBezTo>
                    <a:cubicBezTo>
                      <a:pt x="26289" y="17956"/>
                      <a:pt x="26549" y="17885"/>
                      <a:pt x="26778" y="17746"/>
                    </a:cubicBezTo>
                    <a:cubicBezTo>
                      <a:pt x="26963" y="17636"/>
                      <a:pt x="27131" y="17484"/>
                      <a:pt x="27252" y="17305"/>
                    </a:cubicBezTo>
                    <a:cubicBezTo>
                      <a:pt x="27282" y="17259"/>
                      <a:pt x="27311" y="17211"/>
                      <a:pt x="27335" y="17171"/>
                    </a:cubicBezTo>
                    <a:lnTo>
                      <a:pt x="27659" y="16574"/>
                    </a:lnTo>
                    <a:cubicBezTo>
                      <a:pt x="28529" y="14962"/>
                      <a:pt x="29410" y="13313"/>
                      <a:pt x="30258" y="11725"/>
                    </a:cubicBezTo>
                    <a:cubicBezTo>
                      <a:pt x="30635" y="11023"/>
                      <a:pt x="31011" y="10320"/>
                      <a:pt x="31383" y="9618"/>
                    </a:cubicBezTo>
                    <a:lnTo>
                      <a:pt x="33246" y="6132"/>
                    </a:lnTo>
                    <a:lnTo>
                      <a:pt x="34585" y="3610"/>
                    </a:lnTo>
                    <a:lnTo>
                      <a:pt x="35160" y="6596"/>
                    </a:lnTo>
                    <a:cubicBezTo>
                      <a:pt x="35241" y="6991"/>
                      <a:pt x="35589" y="7281"/>
                      <a:pt x="35988" y="7281"/>
                    </a:cubicBezTo>
                    <a:cubicBezTo>
                      <a:pt x="36041" y="7281"/>
                      <a:pt x="36100" y="7275"/>
                      <a:pt x="36151" y="7264"/>
                    </a:cubicBezTo>
                    <a:cubicBezTo>
                      <a:pt x="36371" y="7222"/>
                      <a:pt x="36563" y="7096"/>
                      <a:pt x="36691" y="6909"/>
                    </a:cubicBezTo>
                    <a:cubicBezTo>
                      <a:pt x="36818" y="6724"/>
                      <a:pt x="36865" y="6498"/>
                      <a:pt x="36818" y="6277"/>
                    </a:cubicBezTo>
                    <a:lnTo>
                      <a:pt x="35624" y="65"/>
                    </a:lnTo>
                    <a:cubicBezTo>
                      <a:pt x="35618" y="41"/>
                      <a:pt x="35606" y="25"/>
                      <a:pt x="35583" y="12"/>
                    </a:cubicBezTo>
                    <a:cubicBezTo>
                      <a:pt x="35569" y="5"/>
                      <a:pt x="35554" y="1"/>
                      <a:pt x="35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58">
                <a:extLst>
                  <a:ext uri="{FF2B5EF4-FFF2-40B4-BE49-F238E27FC236}">
                    <a16:creationId xmlns:a16="http://schemas.microsoft.com/office/drawing/2014/main" id="{B1852A2D-6BED-BE01-F1B7-02318B67813B}"/>
                  </a:ext>
                </a:extLst>
              </p:cNvPr>
              <p:cNvSpPr/>
              <p:nvPr/>
            </p:nvSpPr>
            <p:spPr>
              <a:xfrm>
                <a:off x="5686735" y="2427571"/>
                <a:ext cx="2800462" cy="1587871"/>
              </a:xfrm>
              <a:custGeom>
                <a:avLst/>
                <a:gdLst/>
                <a:ahLst/>
                <a:cxnLst/>
                <a:rect l="l" t="t" r="r" b="b"/>
                <a:pathLst>
                  <a:path w="36737" h="20830" extrusionOk="0">
                    <a:moveTo>
                      <a:pt x="35456" y="0"/>
                    </a:moveTo>
                    <a:lnTo>
                      <a:pt x="30107" y="2083"/>
                    </a:lnTo>
                    <a:cubicBezTo>
                      <a:pt x="29713" y="2239"/>
                      <a:pt x="29515" y="2680"/>
                      <a:pt x="29671" y="3074"/>
                    </a:cubicBezTo>
                    <a:cubicBezTo>
                      <a:pt x="29788" y="3378"/>
                      <a:pt x="30075" y="3561"/>
                      <a:pt x="30381" y="3561"/>
                    </a:cubicBezTo>
                    <a:cubicBezTo>
                      <a:pt x="30473" y="3561"/>
                      <a:pt x="30567" y="3545"/>
                      <a:pt x="30658" y="3510"/>
                    </a:cubicBezTo>
                    <a:lnTo>
                      <a:pt x="33194" y="2523"/>
                    </a:lnTo>
                    <a:lnTo>
                      <a:pt x="33194" y="2523"/>
                    </a:lnTo>
                    <a:lnTo>
                      <a:pt x="31684" y="5261"/>
                    </a:lnTo>
                    <a:lnTo>
                      <a:pt x="29794" y="8725"/>
                    </a:lnTo>
                    <a:cubicBezTo>
                      <a:pt x="28535" y="11033"/>
                      <a:pt x="27264" y="13336"/>
                      <a:pt x="26011" y="15657"/>
                    </a:cubicBezTo>
                    <a:lnTo>
                      <a:pt x="25901" y="15860"/>
                    </a:lnTo>
                    <a:lnTo>
                      <a:pt x="24938" y="14496"/>
                    </a:lnTo>
                    <a:lnTo>
                      <a:pt x="22659" y="11277"/>
                    </a:lnTo>
                    <a:lnTo>
                      <a:pt x="20385" y="8051"/>
                    </a:lnTo>
                    <a:lnTo>
                      <a:pt x="19242" y="6439"/>
                    </a:lnTo>
                    <a:lnTo>
                      <a:pt x="18673" y="5639"/>
                    </a:lnTo>
                    <a:lnTo>
                      <a:pt x="18598" y="5534"/>
                    </a:lnTo>
                    <a:lnTo>
                      <a:pt x="18563" y="5488"/>
                    </a:lnTo>
                    <a:lnTo>
                      <a:pt x="18534" y="5441"/>
                    </a:lnTo>
                    <a:lnTo>
                      <a:pt x="18482" y="5384"/>
                    </a:lnTo>
                    <a:cubicBezTo>
                      <a:pt x="18354" y="5227"/>
                      <a:pt x="18175" y="5087"/>
                      <a:pt x="17977" y="5001"/>
                    </a:cubicBezTo>
                    <a:cubicBezTo>
                      <a:pt x="17801" y="4925"/>
                      <a:pt x="17611" y="4886"/>
                      <a:pt x="17421" y="4886"/>
                    </a:cubicBezTo>
                    <a:cubicBezTo>
                      <a:pt x="17193" y="4886"/>
                      <a:pt x="16965" y="4942"/>
                      <a:pt x="16759" y="5053"/>
                    </a:cubicBezTo>
                    <a:cubicBezTo>
                      <a:pt x="16574" y="5151"/>
                      <a:pt x="16405" y="5302"/>
                      <a:pt x="16290" y="5470"/>
                    </a:cubicBezTo>
                    <a:cubicBezTo>
                      <a:pt x="16255" y="5516"/>
                      <a:pt x="16231" y="5564"/>
                      <a:pt x="16202" y="5604"/>
                    </a:cubicBezTo>
                    <a:lnTo>
                      <a:pt x="16174" y="5668"/>
                    </a:lnTo>
                    <a:lnTo>
                      <a:pt x="16162" y="5690"/>
                    </a:lnTo>
                    <a:lnTo>
                      <a:pt x="16104" y="5802"/>
                    </a:lnTo>
                    <a:lnTo>
                      <a:pt x="15889" y="6247"/>
                    </a:lnTo>
                    <a:lnTo>
                      <a:pt x="15449" y="7130"/>
                    </a:lnTo>
                    <a:lnTo>
                      <a:pt x="14579" y="8899"/>
                    </a:lnTo>
                    <a:lnTo>
                      <a:pt x="12833" y="12442"/>
                    </a:lnTo>
                    <a:lnTo>
                      <a:pt x="11963" y="14212"/>
                    </a:lnTo>
                    <a:lnTo>
                      <a:pt x="11527" y="15100"/>
                    </a:lnTo>
                    <a:lnTo>
                      <a:pt x="11388" y="15390"/>
                    </a:lnTo>
                    <a:lnTo>
                      <a:pt x="10703" y="14752"/>
                    </a:lnTo>
                    <a:lnTo>
                      <a:pt x="9259" y="13406"/>
                    </a:lnTo>
                    <a:lnTo>
                      <a:pt x="6370" y="10715"/>
                    </a:lnTo>
                    <a:lnTo>
                      <a:pt x="6011" y="10378"/>
                    </a:lnTo>
                    <a:lnTo>
                      <a:pt x="5964" y="10332"/>
                    </a:lnTo>
                    <a:cubicBezTo>
                      <a:pt x="5923" y="10303"/>
                      <a:pt x="5889" y="10268"/>
                      <a:pt x="5848" y="10239"/>
                    </a:cubicBezTo>
                    <a:cubicBezTo>
                      <a:pt x="5760" y="10174"/>
                      <a:pt x="5674" y="10123"/>
                      <a:pt x="5575" y="10088"/>
                    </a:cubicBezTo>
                    <a:cubicBezTo>
                      <a:pt x="5427" y="10024"/>
                      <a:pt x="5263" y="9993"/>
                      <a:pt x="5102" y="9993"/>
                    </a:cubicBezTo>
                    <a:cubicBezTo>
                      <a:pt x="5056" y="9993"/>
                      <a:pt x="5011" y="9996"/>
                      <a:pt x="4967" y="10000"/>
                    </a:cubicBezTo>
                    <a:cubicBezTo>
                      <a:pt x="4764" y="10019"/>
                      <a:pt x="4566" y="10088"/>
                      <a:pt x="4392" y="10204"/>
                    </a:cubicBezTo>
                    <a:cubicBezTo>
                      <a:pt x="4218" y="10319"/>
                      <a:pt x="4079" y="10477"/>
                      <a:pt x="3980" y="10656"/>
                    </a:cubicBezTo>
                    <a:cubicBezTo>
                      <a:pt x="3923" y="10772"/>
                      <a:pt x="3923" y="10779"/>
                      <a:pt x="3905" y="10825"/>
                    </a:cubicBezTo>
                    <a:lnTo>
                      <a:pt x="3853" y="10935"/>
                    </a:lnTo>
                    <a:lnTo>
                      <a:pt x="3754" y="11162"/>
                    </a:lnTo>
                    <a:cubicBezTo>
                      <a:pt x="3493" y="11764"/>
                      <a:pt x="3227" y="12367"/>
                      <a:pt x="2976" y="12977"/>
                    </a:cubicBezTo>
                    <a:lnTo>
                      <a:pt x="2210" y="14798"/>
                    </a:lnTo>
                    <a:cubicBezTo>
                      <a:pt x="1961" y="15408"/>
                      <a:pt x="1712" y="16011"/>
                      <a:pt x="1468" y="16626"/>
                    </a:cubicBezTo>
                    <a:cubicBezTo>
                      <a:pt x="981" y="17850"/>
                      <a:pt x="505" y="19079"/>
                      <a:pt x="65" y="20321"/>
                    </a:cubicBezTo>
                    <a:cubicBezTo>
                      <a:pt x="1" y="20495"/>
                      <a:pt x="76" y="20691"/>
                      <a:pt x="239" y="20784"/>
                    </a:cubicBezTo>
                    <a:cubicBezTo>
                      <a:pt x="296" y="20815"/>
                      <a:pt x="358" y="20829"/>
                      <a:pt x="420" y="20829"/>
                    </a:cubicBezTo>
                    <a:cubicBezTo>
                      <a:pt x="556" y="20829"/>
                      <a:pt x="687" y="20758"/>
                      <a:pt x="756" y="20634"/>
                    </a:cubicBezTo>
                    <a:cubicBezTo>
                      <a:pt x="1393" y="19473"/>
                      <a:pt x="1990" y="18302"/>
                      <a:pt x="2582" y="17124"/>
                    </a:cubicBezTo>
                    <a:cubicBezTo>
                      <a:pt x="2879" y="16533"/>
                      <a:pt x="3163" y="15941"/>
                      <a:pt x="3452" y="15349"/>
                    </a:cubicBezTo>
                    <a:lnTo>
                      <a:pt x="4299" y="13569"/>
                    </a:lnTo>
                    <a:cubicBezTo>
                      <a:pt x="4584" y="12977"/>
                      <a:pt x="4856" y="12373"/>
                      <a:pt x="5134" y="11781"/>
                    </a:cubicBezTo>
                    <a:lnTo>
                      <a:pt x="5169" y="11695"/>
                    </a:lnTo>
                    <a:lnTo>
                      <a:pt x="5315" y="11834"/>
                    </a:lnTo>
                    <a:lnTo>
                      <a:pt x="8175" y="14554"/>
                    </a:lnTo>
                    <a:lnTo>
                      <a:pt x="9607" y="15917"/>
                    </a:lnTo>
                    <a:lnTo>
                      <a:pt x="10320" y="16597"/>
                    </a:lnTo>
                    <a:lnTo>
                      <a:pt x="10501" y="16765"/>
                    </a:lnTo>
                    <a:cubicBezTo>
                      <a:pt x="10506" y="16771"/>
                      <a:pt x="10552" y="16817"/>
                      <a:pt x="10587" y="16846"/>
                    </a:cubicBezTo>
                    <a:cubicBezTo>
                      <a:pt x="10628" y="16875"/>
                      <a:pt x="10662" y="16904"/>
                      <a:pt x="10710" y="16932"/>
                    </a:cubicBezTo>
                    <a:cubicBezTo>
                      <a:pt x="10790" y="16985"/>
                      <a:pt x="10877" y="17031"/>
                      <a:pt x="10970" y="17066"/>
                    </a:cubicBezTo>
                    <a:cubicBezTo>
                      <a:pt x="11130" y="17127"/>
                      <a:pt x="11298" y="17158"/>
                      <a:pt x="11465" y="17158"/>
                    </a:cubicBezTo>
                    <a:cubicBezTo>
                      <a:pt x="11692" y="17158"/>
                      <a:pt x="11918" y="17101"/>
                      <a:pt x="12119" y="16991"/>
                    </a:cubicBezTo>
                    <a:cubicBezTo>
                      <a:pt x="12298" y="16897"/>
                      <a:pt x="12450" y="16758"/>
                      <a:pt x="12571" y="16602"/>
                    </a:cubicBezTo>
                    <a:cubicBezTo>
                      <a:pt x="12600" y="16562"/>
                      <a:pt x="12630" y="16521"/>
                      <a:pt x="12652" y="16474"/>
                    </a:cubicBezTo>
                    <a:cubicBezTo>
                      <a:pt x="12675" y="16439"/>
                      <a:pt x="12705" y="16382"/>
                      <a:pt x="12710" y="16375"/>
                    </a:cubicBezTo>
                    <a:lnTo>
                      <a:pt x="12763" y="16265"/>
                    </a:lnTo>
                    <a:lnTo>
                      <a:pt x="12989" y="15825"/>
                    </a:lnTo>
                    <a:lnTo>
                      <a:pt x="13430" y="14943"/>
                    </a:lnTo>
                    <a:lnTo>
                      <a:pt x="14311" y="13173"/>
                    </a:lnTo>
                    <a:lnTo>
                      <a:pt x="16075" y="9647"/>
                    </a:lnTo>
                    <a:lnTo>
                      <a:pt x="16962" y="7877"/>
                    </a:lnTo>
                    <a:lnTo>
                      <a:pt x="17403" y="6996"/>
                    </a:lnTo>
                    <a:lnTo>
                      <a:pt x="17462" y="6874"/>
                    </a:lnTo>
                    <a:lnTo>
                      <a:pt x="17850" y="7425"/>
                    </a:lnTo>
                    <a:lnTo>
                      <a:pt x="18993" y="9038"/>
                    </a:lnTo>
                    <a:lnTo>
                      <a:pt x="21278" y="12257"/>
                    </a:lnTo>
                    <a:lnTo>
                      <a:pt x="23558" y="15477"/>
                    </a:lnTo>
                    <a:lnTo>
                      <a:pt x="24701" y="17090"/>
                    </a:lnTo>
                    <a:lnTo>
                      <a:pt x="24771" y="17188"/>
                    </a:lnTo>
                    <a:lnTo>
                      <a:pt x="24799" y="17229"/>
                    </a:lnTo>
                    <a:lnTo>
                      <a:pt x="24846" y="17287"/>
                    </a:lnTo>
                    <a:cubicBezTo>
                      <a:pt x="24881" y="17328"/>
                      <a:pt x="24910" y="17362"/>
                      <a:pt x="24950" y="17397"/>
                    </a:cubicBezTo>
                    <a:cubicBezTo>
                      <a:pt x="25095" y="17542"/>
                      <a:pt x="25280" y="17658"/>
                      <a:pt x="25472" y="17722"/>
                    </a:cubicBezTo>
                    <a:cubicBezTo>
                      <a:pt x="25622" y="17773"/>
                      <a:pt x="25778" y="17799"/>
                      <a:pt x="25933" y="17799"/>
                    </a:cubicBezTo>
                    <a:cubicBezTo>
                      <a:pt x="26183" y="17799"/>
                      <a:pt x="26432" y="17733"/>
                      <a:pt x="26650" y="17600"/>
                    </a:cubicBezTo>
                    <a:cubicBezTo>
                      <a:pt x="26830" y="17496"/>
                      <a:pt x="26986" y="17350"/>
                      <a:pt x="27096" y="17183"/>
                    </a:cubicBezTo>
                    <a:cubicBezTo>
                      <a:pt x="27125" y="17141"/>
                      <a:pt x="27154" y="17095"/>
                      <a:pt x="27178" y="17055"/>
                    </a:cubicBezTo>
                    <a:lnTo>
                      <a:pt x="27207" y="17002"/>
                    </a:lnTo>
                    <a:lnTo>
                      <a:pt x="27264" y="16892"/>
                    </a:lnTo>
                    <a:lnTo>
                      <a:pt x="27497" y="16457"/>
                    </a:lnTo>
                    <a:cubicBezTo>
                      <a:pt x="28755" y="14142"/>
                      <a:pt x="29985" y="11823"/>
                      <a:pt x="31226" y="9502"/>
                    </a:cubicBezTo>
                    <a:lnTo>
                      <a:pt x="33089" y="6022"/>
                    </a:lnTo>
                    <a:lnTo>
                      <a:pt x="34533" y="3296"/>
                    </a:lnTo>
                    <a:lnTo>
                      <a:pt x="35154" y="6503"/>
                    </a:lnTo>
                    <a:cubicBezTo>
                      <a:pt x="35223" y="6868"/>
                      <a:pt x="35542" y="7124"/>
                      <a:pt x="35901" y="7124"/>
                    </a:cubicBezTo>
                    <a:cubicBezTo>
                      <a:pt x="35954" y="7124"/>
                      <a:pt x="36000" y="7117"/>
                      <a:pt x="36048" y="7112"/>
                    </a:cubicBezTo>
                    <a:cubicBezTo>
                      <a:pt x="36465" y="7031"/>
                      <a:pt x="36737" y="6630"/>
                      <a:pt x="36656" y="6212"/>
                    </a:cubicBezTo>
                    <a:lnTo>
                      <a:pt x="3545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58">
                <a:extLst>
                  <a:ext uri="{FF2B5EF4-FFF2-40B4-BE49-F238E27FC236}">
                    <a16:creationId xmlns:a16="http://schemas.microsoft.com/office/drawing/2014/main" id="{D56E5815-61F3-EF27-9104-D1950BD89835}"/>
                  </a:ext>
                </a:extLst>
              </p:cNvPr>
              <p:cNvSpPr/>
              <p:nvPr/>
            </p:nvSpPr>
            <p:spPr>
              <a:xfrm>
                <a:off x="5680103" y="2421625"/>
                <a:ext cx="2810295" cy="1600144"/>
              </a:xfrm>
              <a:custGeom>
                <a:avLst/>
                <a:gdLst/>
                <a:ahLst/>
                <a:cxnLst/>
                <a:rect l="l" t="t" r="r" b="b"/>
                <a:pathLst>
                  <a:path w="36866" h="20991" extrusionOk="0">
                    <a:moveTo>
                      <a:pt x="35484" y="188"/>
                    </a:moveTo>
                    <a:lnTo>
                      <a:pt x="36662" y="6308"/>
                    </a:lnTo>
                    <a:cubicBezTo>
                      <a:pt x="36697" y="6488"/>
                      <a:pt x="36662" y="6668"/>
                      <a:pt x="36558" y="6819"/>
                    </a:cubicBezTo>
                    <a:cubicBezTo>
                      <a:pt x="36459" y="6975"/>
                      <a:pt x="36302" y="7074"/>
                      <a:pt x="36122" y="7109"/>
                    </a:cubicBezTo>
                    <a:cubicBezTo>
                      <a:pt x="36076" y="7120"/>
                      <a:pt x="36036" y="7120"/>
                      <a:pt x="35988" y="7120"/>
                    </a:cubicBezTo>
                    <a:cubicBezTo>
                      <a:pt x="35664" y="7120"/>
                      <a:pt x="35380" y="6889"/>
                      <a:pt x="35316" y="6569"/>
                    </a:cubicBezTo>
                    <a:lnTo>
                      <a:pt x="34701" y="3356"/>
                    </a:lnTo>
                    <a:cubicBezTo>
                      <a:pt x="34695" y="3321"/>
                      <a:pt x="34666" y="3297"/>
                      <a:pt x="34631" y="3292"/>
                    </a:cubicBezTo>
                    <a:cubicBezTo>
                      <a:pt x="34627" y="3291"/>
                      <a:pt x="34623" y="3291"/>
                      <a:pt x="34619" y="3291"/>
                    </a:cubicBezTo>
                    <a:cubicBezTo>
                      <a:pt x="34590" y="3291"/>
                      <a:pt x="34566" y="3307"/>
                      <a:pt x="34550" y="3332"/>
                    </a:cubicBezTo>
                    <a:lnTo>
                      <a:pt x="33107" y="6059"/>
                    </a:lnTo>
                    <a:lnTo>
                      <a:pt x="31244" y="9540"/>
                    </a:lnTo>
                    <a:cubicBezTo>
                      <a:pt x="30867" y="10241"/>
                      <a:pt x="30496" y="10949"/>
                      <a:pt x="30119" y="11650"/>
                    </a:cubicBezTo>
                    <a:cubicBezTo>
                      <a:pt x="29266" y="13240"/>
                      <a:pt x="28390" y="14887"/>
                      <a:pt x="27514" y="16501"/>
                    </a:cubicBezTo>
                    <a:lnTo>
                      <a:pt x="27195" y="17092"/>
                    </a:lnTo>
                    <a:cubicBezTo>
                      <a:pt x="27172" y="17133"/>
                      <a:pt x="27142" y="17179"/>
                      <a:pt x="27120" y="17213"/>
                    </a:cubicBezTo>
                    <a:cubicBezTo>
                      <a:pt x="27009" y="17376"/>
                      <a:pt x="26864" y="17516"/>
                      <a:pt x="26696" y="17609"/>
                    </a:cubicBezTo>
                    <a:cubicBezTo>
                      <a:pt x="26491" y="17734"/>
                      <a:pt x="26258" y="17797"/>
                      <a:pt x="26022" y="17797"/>
                    </a:cubicBezTo>
                    <a:cubicBezTo>
                      <a:pt x="25876" y="17797"/>
                      <a:pt x="25730" y="17773"/>
                      <a:pt x="25589" y="17724"/>
                    </a:cubicBezTo>
                    <a:cubicBezTo>
                      <a:pt x="25408" y="17660"/>
                      <a:pt x="25228" y="17556"/>
                      <a:pt x="25089" y="17417"/>
                    </a:cubicBezTo>
                    <a:cubicBezTo>
                      <a:pt x="25060" y="17387"/>
                      <a:pt x="25025" y="17353"/>
                      <a:pt x="24997" y="17312"/>
                    </a:cubicBezTo>
                    <a:lnTo>
                      <a:pt x="19143" y="9069"/>
                    </a:lnTo>
                    <a:lnTo>
                      <a:pt x="17611" y="6906"/>
                    </a:lnTo>
                    <a:cubicBezTo>
                      <a:pt x="17600" y="6882"/>
                      <a:pt x="17571" y="6871"/>
                      <a:pt x="17542" y="6871"/>
                    </a:cubicBezTo>
                    <a:cubicBezTo>
                      <a:pt x="17514" y="6871"/>
                      <a:pt x="17490" y="6889"/>
                      <a:pt x="17479" y="6917"/>
                    </a:cubicBezTo>
                    <a:lnTo>
                      <a:pt x="12722" y="16419"/>
                    </a:lnTo>
                    <a:cubicBezTo>
                      <a:pt x="12717" y="16431"/>
                      <a:pt x="12693" y="16477"/>
                      <a:pt x="12669" y="16517"/>
                    </a:cubicBezTo>
                    <a:cubicBezTo>
                      <a:pt x="12647" y="16552"/>
                      <a:pt x="12623" y="16593"/>
                      <a:pt x="12594" y="16634"/>
                    </a:cubicBezTo>
                    <a:cubicBezTo>
                      <a:pt x="12478" y="16785"/>
                      <a:pt x="12334" y="16906"/>
                      <a:pt x="12171" y="16999"/>
                    </a:cubicBezTo>
                    <a:cubicBezTo>
                      <a:pt x="11981" y="17102"/>
                      <a:pt x="11768" y="17154"/>
                      <a:pt x="11554" y="17154"/>
                    </a:cubicBezTo>
                    <a:cubicBezTo>
                      <a:pt x="11396" y="17154"/>
                      <a:pt x="11237" y="17126"/>
                      <a:pt x="11086" y="17069"/>
                    </a:cubicBezTo>
                    <a:cubicBezTo>
                      <a:pt x="10993" y="17034"/>
                      <a:pt x="10912" y="16993"/>
                      <a:pt x="10837" y="16941"/>
                    </a:cubicBezTo>
                    <a:cubicBezTo>
                      <a:pt x="10797" y="16918"/>
                      <a:pt x="10762" y="16889"/>
                      <a:pt x="10727" y="16860"/>
                    </a:cubicBezTo>
                    <a:cubicBezTo>
                      <a:pt x="10698" y="16836"/>
                      <a:pt x="10651" y="16796"/>
                      <a:pt x="10639" y="16785"/>
                    </a:cubicBezTo>
                    <a:lnTo>
                      <a:pt x="5314" y="11720"/>
                    </a:lnTo>
                    <a:cubicBezTo>
                      <a:pt x="5301" y="11703"/>
                      <a:pt x="5281" y="11696"/>
                      <a:pt x="5262" y="11696"/>
                    </a:cubicBezTo>
                    <a:cubicBezTo>
                      <a:pt x="5256" y="11696"/>
                      <a:pt x="5250" y="11696"/>
                      <a:pt x="5245" y="11698"/>
                    </a:cubicBezTo>
                    <a:cubicBezTo>
                      <a:pt x="5215" y="11703"/>
                      <a:pt x="5199" y="11720"/>
                      <a:pt x="5186" y="11744"/>
                    </a:cubicBezTo>
                    <a:lnTo>
                      <a:pt x="5146" y="11824"/>
                    </a:lnTo>
                    <a:cubicBezTo>
                      <a:pt x="5047" y="12033"/>
                      <a:pt x="4949" y="12249"/>
                      <a:pt x="4851" y="12463"/>
                    </a:cubicBezTo>
                    <a:cubicBezTo>
                      <a:pt x="4677" y="12846"/>
                      <a:pt x="4497" y="13229"/>
                      <a:pt x="4316" y="13612"/>
                    </a:cubicBezTo>
                    <a:lnTo>
                      <a:pt x="3464" y="15392"/>
                    </a:lnTo>
                    <a:cubicBezTo>
                      <a:pt x="3365" y="15601"/>
                      <a:pt x="3261" y="15810"/>
                      <a:pt x="3162" y="16019"/>
                    </a:cubicBezTo>
                    <a:cubicBezTo>
                      <a:pt x="2971" y="16402"/>
                      <a:pt x="2785" y="16785"/>
                      <a:pt x="2594" y="17168"/>
                    </a:cubicBezTo>
                    <a:cubicBezTo>
                      <a:pt x="1887" y="18583"/>
                      <a:pt x="1330" y="19662"/>
                      <a:pt x="773" y="20672"/>
                    </a:cubicBezTo>
                    <a:cubicBezTo>
                      <a:pt x="738" y="20741"/>
                      <a:pt x="674" y="20793"/>
                      <a:pt x="592" y="20816"/>
                    </a:cubicBezTo>
                    <a:cubicBezTo>
                      <a:pt x="566" y="20824"/>
                      <a:pt x="538" y="20828"/>
                      <a:pt x="511" y="20828"/>
                    </a:cubicBezTo>
                    <a:cubicBezTo>
                      <a:pt x="461" y="20828"/>
                      <a:pt x="412" y="20815"/>
                      <a:pt x="366" y="20793"/>
                    </a:cubicBezTo>
                    <a:cubicBezTo>
                      <a:pt x="233" y="20718"/>
                      <a:pt x="174" y="20567"/>
                      <a:pt x="227" y="20428"/>
                    </a:cubicBezTo>
                    <a:cubicBezTo>
                      <a:pt x="610" y="19342"/>
                      <a:pt x="1044" y="18201"/>
                      <a:pt x="1631" y="16732"/>
                    </a:cubicBezTo>
                    <a:cubicBezTo>
                      <a:pt x="1788" y="16338"/>
                      <a:pt x="1949" y="15944"/>
                      <a:pt x="2107" y="15548"/>
                    </a:cubicBezTo>
                    <a:cubicBezTo>
                      <a:pt x="2200" y="15334"/>
                      <a:pt x="2286" y="15120"/>
                      <a:pt x="2374" y="14905"/>
                    </a:cubicBezTo>
                    <a:lnTo>
                      <a:pt x="3133" y="13084"/>
                    </a:lnTo>
                    <a:cubicBezTo>
                      <a:pt x="3296" y="12694"/>
                      <a:pt x="3470" y="12306"/>
                      <a:pt x="3638" y="11912"/>
                    </a:cubicBezTo>
                    <a:cubicBezTo>
                      <a:pt x="3731" y="11703"/>
                      <a:pt x="3823" y="11489"/>
                      <a:pt x="3916" y="11274"/>
                    </a:cubicBezTo>
                    <a:lnTo>
                      <a:pt x="4061" y="10937"/>
                    </a:lnTo>
                    <a:cubicBezTo>
                      <a:pt x="4067" y="10919"/>
                      <a:pt x="4072" y="10908"/>
                      <a:pt x="4079" y="10897"/>
                    </a:cubicBezTo>
                    <a:cubicBezTo>
                      <a:pt x="4091" y="10873"/>
                      <a:pt x="4096" y="10850"/>
                      <a:pt x="4136" y="10775"/>
                    </a:cubicBezTo>
                    <a:cubicBezTo>
                      <a:pt x="4230" y="10606"/>
                      <a:pt x="4363" y="10456"/>
                      <a:pt x="4525" y="10351"/>
                    </a:cubicBezTo>
                    <a:cubicBezTo>
                      <a:pt x="4682" y="10241"/>
                      <a:pt x="4873" y="10177"/>
                      <a:pt x="5065" y="10154"/>
                    </a:cubicBezTo>
                    <a:cubicBezTo>
                      <a:pt x="5105" y="10154"/>
                      <a:pt x="5146" y="10148"/>
                      <a:pt x="5186" y="10148"/>
                    </a:cubicBezTo>
                    <a:cubicBezTo>
                      <a:pt x="5338" y="10148"/>
                      <a:pt x="5488" y="10177"/>
                      <a:pt x="5633" y="10236"/>
                    </a:cubicBezTo>
                    <a:cubicBezTo>
                      <a:pt x="5721" y="10276"/>
                      <a:pt x="5807" y="10322"/>
                      <a:pt x="5882" y="10381"/>
                    </a:cubicBezTo>
                    <a:cubicBezTo>
                      <a:pt x="5924" y="10410"/>
                      <a:pt x="5964" y="10439"/>
                      <a:pt x="5999" y="10474"/>
                    </a:cubicBezTo>
                    <a:lnTo>
                      <a:pt x="11416" y="15526"/>
                    </a:lnTo>
                    <a:cubicBezTo>
                      <a:pt x="11430" y="15539"/>
                      <a:pt x="11450" y="15545"/>
                      <a:pt x="11468" y="15545"/>
                    </a:cubicBezTo>
                    <a:cubicBezTo>
                      <a:pt x="11474" y="15545"/>
                      <a:pt x="11480" y="15544"/>
                      <a:pt x="11486" y="15543"/>
                    </a:cubicBezTo>
                    <a:cubicBezTo>
                      <a:pt x="11509" y="15537"/>
                      <a:pt x="11533" y="15526"/>
                      <a:pt x="11544" y="15502"/>
                    </a:cubicBezTo>
                    <a:lnTo>
                      <a:pt x="16318" y="5803"/>
                    </a:lnTo>
                    <a:lnTo>
                      <a:pt x="16371" y="5706"/>
                    </a:lnTo>
                    <a:cubicBezTo>
                      <a:pt x="16393" y="5671"/>
                      <a:pt x="16411" y="5636"/>
                      <a:pt x="16441" y="5594"/>
                    </a:cubicBezTo>
                    <a:cubicBezTo>
                      <a:pt x="16551" y="5438"/>
                      <a:pt x="16707" y="5299"/>
                      <a:pt x="16888" y="5200"/>
                    </a:cubicBezTo>
                    <a:cubicBezTo>
                      <a:pt x="17082" y="5098"/>
                      <a:pt x="17299" y="5045"/>
                      <a:pt x="17516" y="5045"/>
                    </a:cubicBezTo>
                    <a:cubicBezTo>
                      <a:pt x="17694" y="5045"/>
                      <a:pt x="17871" y="5081"/>
                      <a:pt x="18036" y="5154"/>
                    </a:cubicBezTo>
                    <a:cubicBezTo>
                      <a:pt x="18216" y="5235"/>
                      <a:pt x="18384" y="5363"/>
                      <a:pt x="18511" y="5513"/>
                    </a:cubicBezTo>
                    <a:lnTo>
                      <a:pt x="25924" y="15984"/>
                    </a:lnTo>
                    <a:cubicBezTo>
                      <a:pt x="25942" y="16008"/>
                      <a:pt x="25965" y="16019"/>
                      <a:pt x="25994" y="16019"/>
                    </a:cubicBezTo>
                    <a:cubicBezTo>
                      <a:pt x="26023" y="16019"/>
                      <a:pt x="26047" y="16001"/>
                      <a:pt x="26058" y="15979"/>
                    </a:cubicBezTo>
                    <a:lnTo>
                      <a:pt x="26173" y="15770"/>
                    </a:lnTo>
                    <a:cubicBezTo>
                      <a:pt x="27038" y="14156"/>
                      <a:pt x="27932" y="12527"/>
                      <a:pt x="28796" y="10949"/>
                    </a:cubicBezTo>
                    <a:cubicBezTo>
                      <a:pt x="29185" y="10247"/>
                      <a:pt x="29568" y="9545"/>
                      <a:pt x="29950" y="8844"/>
                    </a:cubicBezTo>
                    <a:lnTo>
                      <a:pt x="31841" y="5380"/>
                    </a:lnTo>
                    <a:lnTo>
                      <a:pt x="33350" y="2643"/>
                    </a:lnTo>
                    <a:cubicBezTo>
                      <a:pt x="33367" y="2614"/>
                      <a:pt x="33367" y="2573"/>
                      <a:pt x="33343" y="2549"/>
                    </a:cubicBezTo>
                    <a:cubicBezTo>
                      <a:pt x="33327" y="2532"/>
                      <a:pt x="33304" y="2521"/>
                      <a:pt x="33279" y="2521"/>
                    </a:cubicBezTo>
                    <a:cubicBezTo>
                      <a:pt x="33270" y="2521"/>
                      <a:pt x="33261" y="2523"/>
                      <a:pt x="33251" y="2526"/>
                    </a:cubicBezTo>
                    <a:lnTo>
                      <a:pt x="30716" y="3513"/>
                    </a:lnTo>
                    <a:cubicBezTo>
                      <a:pt x="30635" y="3545"/>
                      <a:pt x="30551" y="3561"/>
                      <a:pt x="30467" y="3561"/>
                    </a:cubicBezTo>
                    <a:cubicBezTo>
                      <a:pt x="30195" y="3561"/>
                      <a:pt x="29935" y="3395"/>
                      <a:pt x="29828" y="3123"/>
                    </a:cubicBezTo>
                    <a:cubicBezTo>
                      <a:pt x="29765" y="2956"/>
                      <a:pt x="29771" y="2769"/>
                      <a:pt x="29840" y="2601"/>
                    </a:cubicBezTo>
                    <a:cubicBezTo>
                      <a:pt x="29916" y="2434"/>
                      <a:pt x="30049" y="2306"/>
                      <a:pt x="30223" y="2236"/>
                    </a:cubicBezTo>
                    <a:lnTo>
                      <a:pt x="35484" y="188"/>
                    </a:lnTo>
                    <a:close/>
                    <a:moveTo>
                      <a:pt x="35548" y="0"/>
                    </a:moveTo>
                    <a:cubicBezTo>
                      <a:pt x="35536" y="0"/>
                      <a:pt x="35525" y="3"/>
                      <a:pt x="35514" y="9"/>
                    </a:cubicBezTo>
                    <a:lnTo>
                      <a:pt x="30165" y="2091"/>
                    </a:lnTo>
                    <a:cubicBezTo>
                      <a:pt x="29950" y="2172"/>
                      <a:pt x="29788" y="2330"/>
                      <a:pt x="29696" y="2538"/>
                    </a:cubicBezTo>
                    <a:cubicBezTo>
                      <a:pt x="29608" y="2740"/>
                      <a:pt x="29602" y="2973"/>
                      <a:pt x="29683" y="3182"/>
                    </a:cubicBezTo>
                    <a:cubicBezTo>
                      <a:pt x="29813" y="3517"/>
                      <a:pt x="30131" y="3721"/>
                      <a:pt x="30469" y="3721"/>
                    </a:cubicBezTo>
                    <a:cubicBezTo>
                      <a:pt x="30570" y="3721"/>
                      <a:pt x="30674" y="3702"/>
                      <a:pt x="30775" y="3663"/>
                    </a:cubicBezTo>
                    <a:lnTo>
                      <a:pt x="33107" y="2758"/>
                    </a:lnTo>
                    <a:lnTo>
                      <a:pt x="33107" y="2758"/>
                    </a:lnTo>
                    <a:lnTo>
                      <a:pt x="31702" y="5299"/>
                    </a:lnTo>
                    <a:lnTo>
                      <a:pt x="29811" y="8761"/>
                    </a:lnTo>
                    <a:cubicBezTo>
                      <a:pt x="29428" y="9465"/>
                      <a:pt x="29040" y="10166"/>
                      <a:pt x="28657" y="10868"/>
                    </a:cubicBezTo>
                    <a:cubicBezTo>
                      <a:pt x="27793" y="12451"/>
                      <a:pt x="26899" y="14081"/>
                      <a:pt x="26029" y="15695"/>
                    </a:cubicBezTo>
                    <a:lnTo>
                      <a:pt x="25983" y="15786"/>
                    </a:lnTo>
                    <a:lnTo>
                      <a:pt x="20535" y="8083"/>
                    </a:lnTo>
                    <a:lnTo>
                      <a:pt x="18824" y="5671"/>
                    </a:lnTo>
                    <a:lnTo>
                      <a:pt x="18633" y="5409"/>
                    </a:lnTo>
                    <a:cubicBezTo>
                      <a:pt x="18489" y="5241"/>
                      <a:pt x="18302" y="5096"/>
                      <a:pt x="18099" y="5009"/>
                    </a:cubicBezTo>
                    <a:cubicBezTo>
                      <a:pt x="17911" y="4927"/>
                      <a:pt x="17709" y="4886"/>
                      <a:pt x="17508" y="4886"/>
                    </a:cubicBezTo>
                    <a:cubicBezTo>
                      <a:pt x="17267" y="4886"/>
                      <a:pt x="17026" y="4944"/>
                      <a:pt x="16811" y="5061"/>
                    </a:cubicBezTo>
                    <a:cubicBezTo>
                      <a:pt x="16609" y="5165"/>
                      <a:pt x="16435" y="5328"/>
                      <a:pt x="16307" y="5502"/>
                    </a:cubicBezTo>
                    <a:cubicBezTo>
                      <a:pt x="16283" y="5543"/>
                      <a:pt x="16261" y="5583"/>
                      <a:pt x="16232" y="5623"/>
                    </a:cubicBezTo>
                    <a:lnTo>
                      <a:pt x="12850" y="12486"/>
                    </a:lnTo>
                    <a:lnTo>
                      <a:pt x="11445" y="15334"/>
                    </a:lnTo>
                    <a:lnTo>
                      <a:pt x="6516" y="10734"/>
                    </a:lnTo>
                    <a:lnTo>
                      <a:pt x="6104" y="10351"/>
                    </a:lnTo>
                    <a:cubicBezTo>
                      <a:pt x="6063" y="10317"/>
                      <a:pt x="6021" y="10282"/>
                      <a:pt x="5981" y="10247"/>
                    </a:cubicBezTo>
                    <a:cubicBezTo>
                      <a:pt x="5889" y="10183"/>
                      <a:pt x="5796" y="10131"/>
                      <a:pt x="5692" y="10091"/>
                    </a:cubicBezTo>
                    <a:cubicBezTo>
                      <a:pt x="5533" y="10023"/>
                      <a:pt x="5365" y="9990"/>
                      <a:pt x="5193" y="9990"/>
                    </a:cubicBezTo>
                    <a:cubicBezTo>
                      <a:pt x="5145" y="9990"/>
                      <a:pt x="5096" y="9992"/>
                      <a:pt x="5047" y="9998"/>
                    </a:cubicBezTo>
                    <a:cubicBezTo>
                      <a:pt x="4827" y="10021"/>
                      <a:pt x="4618" y="10097"/>
                      <a:pt x="4439" y="10218"/>
                    </a:cubicBezTo>
                    <a:cubicBezTo>
                      <a:pt x="4253" y="10335"/>
                      <a:pt x="4102" y="10509"/>
                      <a:pt x="3997" y="10699"/>
                    </a:cubicBezTo>
                    <a:cubicBezTo>
                      <a:pt x="3951" y="10780"/>
                      <a:pt x="3940" y="10809"/>
                      <a:pt x="3933" y="10839"/>
                    </a:cubicBezTo>
                    <a:lnTo>
                      <a:pt x="3772" y="11210"/>
                    </a:lnTo>
                    <a:cubicBezTo>
                      <a:pt x="3678" y="11425"/>
                      <a:pt x="3585" y="11639"/>
                      <a:pt x="3493" y="11848"/>
                    </a:cubicBezTo>
                    <a:cubicBezTo>
                      <a:pt x="3319" y="12242"/>
                      <a:pt x="3151" y="12632"/>
                      <a:pt x="2988" y="13020"/>
                    </a:cubicBezTo>
                    <a:lnTo>
                      <a:pt x="2222" y="14841"/>
                    </a:lnTo>
                    <a:cubicBezTo>
                      <a:pt x="2136" y="15056"/>
                      <a:pt x="2048" y="15270"/>
                      <a:pt x="1962" y="15486"/>
                    </a:cubicBezTo>
                    <a:cubicBezTo>
                      <a:pt x="1799" y="15880"/>
                      <a:pt x="1636" y="16274"/>
                      <a:pt x="1480" y="16675"/>
                    </a:cubicBezTo>
                    <a:cubicBezTo>
                      <a:pt x="894" y="18148"/>
                      <a:pt x="460" y="19285"/>
                      <a:pt x="77" y="20375"/>
                    </a:cubicBezTo>
                    <a:cubicBezTo>
                      <a:pt x="0" y="20584"/>
                      <a:pt x="88" y="20822"/>
                      <a:pt x="291" y="20932"/>
                    </a:cubicBezTo>
                    <a:cubicBezTo>
                      <a:pt x="361" y="20967"/>
                      <a:pt x="436" y="20990"/>
                      <a:pt x="511" y="20990"/>
                    </a:cubicBezTo>
                    <a:cubicBezTo>
                      <a:pt x="552" y="20990"/>
                      <a:pt x="599" y="20978"/>
                      <a:pt x="639" y="20967"/>
                    </a:cubicBezTo>
                    <a:cubicBezTo>
                      <a:pt x="755" y="20932"/>
                      <a:pt x="854" y="20857"/>
                      <a:pt x="912" y="20747"/>
                    </a:cubicBezTo>
                    <a:cubicBezTo>
                      <a:pt x="1469" y="19737"/>
                      <a:pt x="2031" y="18653"/>
                      <a:pt x="2739" y="17237"/>
                    </a:cubicBezTo>
                    <a:cubicBezTo>
                      <a:pt x="2931" y="16854"/>
                      <a:pt x="3116" y="16471"/>
                      <a:pt x="3301" y="16089"/>
                    </a:cubicBezTo>
                    <a:cubicBezTo>
                      <a:pt x="3406" y="15880"/>
                      <a:pt x="3504" y="15671"/>
                      <a:pt x="3609" y="15462"/>
                    </a:cubicBezTo>
                    <a:lnTo>
                      <a:pt x="4462" y="13681"/>
                    </a:lnTo>
                    <a:cubicBezTo>
                      <a:pt x="4642" y="13299"/>
                      <a:pt x="4821" y="12916"/>
                      <a:pt x="4995" y="12527"/>
                    </a:cubicBezTo>
                    <a:cubicBezTo>
                      <a:pt x="5094" y="12324"/>
                      <a:pt x="5186" y="12115"/>
                      <a:pt x="5285" y="11912"/>
                    </a:cubicBezTo>
                    <a:lnTo>
                      <a:pt x="10529" y="16895"/>
                    </a:lnTo>
                    <a:cubicBezTo>
                      <a:pt x="10541" y="16913"/>
                      <a:pt x="10599" y="16959"/>
                      <a:pt x="10623" y="16982"/>
                    </a:cubicBezTo>
                    <a:cubicBezTo>
                      <a:pt x="10663" y="17017"/>
                      <a:pt x="10703" y="17045"/>
                      <a:pt x="10749" y="17074"/>
                    </a:cubicBezTo>
                    <a:cubicBezTo>
                      <a:pt x="10831" y="17133"/>
                      <a:pt x="10929" y="17179"/>
                      <a:pt x="11033" y="17219"/>
                    </a:cubicBezTo>
                    <a:cubicBezTo>
                      <a:pt x="11198" y="17283"/>
                      <a:pt x="11375" y="17315"/>
                      <a:pt x="11552" y="17315"/>
                    </a:cubicBezTo>
                    <a:cubicBezTo>
                      <a:pt x="11794" y="17315"/>
                      <a:pt x="12035" y="17256"/>
                      <a:pt x="12246" y="17138"/>
                    </a:cubicBezTo>
                    <a:cubicBezTo>
                      <a:pt x="12433" y="17039"/>
                      <a:pt x="12594" y="16895"/>
                      <a:pt x="12722" y="16726"/>
                    </a:cubicBezTo>
                    <a:cubicBezTo>
                      <a:pt x="12751" y="16686"/>
                      <a:pt x="12786" y="16640"/>
                      <a:pt x="12808" y="16593"/>
                    </a:cubicBezTo>
                    <a:cubicBezTo>
                      <a:pt x="12832" y="16552"/>
                      <a:pt x="12867" y="16488"/>
                      <a:pt x="12867" y="16488"/>
                    </a:cubicBezTo>
                    <a:lnTo>
                      <a:pt x="17560" y="7109"/>
                    </a:lnTo>
                    <a:lnTo>
                      <a:pt x="24719" y="17208"/>
                    </a:lnTo>
                    <a:lnTo>
                      <a:pt x="24875" y="17417"/>
                    </a:lnTo>
                    <a:cubicBezTo>
                      <a:pt x="24909" y="17457"/>
                      <a:pt x="24944" y="17497"/>
                      <a:pt x="24979" y="17532"/>
                    </a:cubicBezTo>
                    <a:cubicBezTo>
                      <a:pt x="25136" y="17690"/>
                      <a:pt x="25327" y="17805"/>
                      <a:pt x="25536" y="17875"/>
                    </a:cubicBezTo>
                    <a:cubicBezTo>
                      <a:pt x="25695" y="17928"/>
                      <a:pt x="25859" y="17954"/>
                      <a:pt x="26021" y="17954"/>
                    </a:cubicBezTo>
                    <a:cubicBezTo>
                      <a:pt x="26286" y="17954"/>
                      <a:pt x="26547" y="17884"/>
                      <a:pt x="26778" y="17748"/>
                    </a:cubicBezTo>
                    <a:cubicBezTo>
                      <a:pt x="26963" y="17637"/>
                      <a:pt x="27131" y="17486"/>
                      <a:pt x="27252" y="17307"/>
                    </a:cubicBezTo>
                    <a:cubicBezTo>
                      <a:pt x="27282" y="17261"/>
                      <a:pt x="27311" y="17213"/>
                      <a:pt x="27335" y="17173"/>
                    </a:cubicBezTo>
                    <a:lnTo>
                      <a:pt x="27659" y="16576"/>
                    </a:lnTo>
                    <a:cubicBezTo>
                      <a:pt x="28529" y="14964"/>
                      <a:pt x="29410" y="13315"/>
                      <a:pt x="30258" y="11727"/>
                    </a:cubicBezTo>
                    <a:cubicBezTo>
                      <a:pt x="30635" y="11024"/>
                      <a:pt x="31011" y="10317"/>
                      <a:pt x="31383" y="9615"/>
                    </a:cubicBezTo>
                    <a:lnTo>
                      <a:pt x="33246" y="6134"/>
                    </a:lnTo>
                    <a:lnTo>
                      <a:pt x="34585" y="3605"/>
                    </a:lnTo>
                    <a:lnTo>
                      <a:pt x="35160" y="6598"/>
                    </a:lnTo>
                    <a:cubicBezTo>
                      <a:pt x="35241" y="6993"/>
                      <a:pt x="35589" y="7283"/>
                      <a:pt x="35988" y="7283"/>
                    </a:cubicBezTo>
                    <a:cubicBezTo>
                      <a:pt x="36041" y="7283"/>
                      <a:pt x="36100" y="7277"/>
                      <a:pt x="36151" y="7265"/>
                    </a:cubicBezTo>
                    <a:cubicBezTo>
                      <a:pt x="36371" y="7224"/>
                      <a:pt x="36563" y="7098"/>
                      <a:pt x="36691" y="6911"/>
                    </a:cubicBezTo>
                    <a:cubicBezTo>
                      <a:pt x="36818" y="6726"/>
                      <a:pt x="36865" y="6499"/>
                      <a:pt x="36818" y="6279"/>
                    </a:cubicBezTo>
                    <a:lnTo>
                      <a:pt x="35624" y="67"/>
                    </a:lnTo>
                    <a:cubicBezTo>
                      <a:pt x="35618" y="44"/>
                      <a:pt x="35606" y="20"/>
                      <a:pt x="35583" y="9"/>
                    </a:cubicBezTo>
                    <a:cubicBezTo>
                      <a:pt x="35571" y="3"/>
                      <a:pt x="35560" y="0"/>
                      <a:pt x="35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35" name="Google Shape;3335;p58">
              <a:extLst>
                <a:ext uri="{FF2B5EF4-FFF2-40B4-BE49-F238E27FC236}">
                  <a16:creationId xmlns:a16="http://schemas.microsoft.com/office/drawing/2014/main" id="{D1C7497A-07BC-9D00-C889-E8D8FA127635}"/>
                </a:ext>
              </a:extLst>
            </p:cNvPr>
            <p:cNvGrpSpPr/>
            <p:nvPr/>
          </p:nvGrpSpPr>
          <p:grpSpPr>
            <a:xfrm>
              <a:off x="6751533" y="2528246"/>
              <a:ext cx="1564476" cy="600413"/>
              <a:chOff x="722008" y="4295396"/>
              <a:chExt cx="1564476" cy="600413"/>
            </a:xfrm>
          </p:grpSpPr>
          <p:grpSp>
            <p:nvGrpSpPr>
              <p:cNvPr id="3336" name="Google Shape;3336;p58">
                <a:extLst>
                  <a:ext uri="{FF2B5EF4-FFF2-40B4-BE49-F238E27FC236}">
                    <a16:creationId xmlns:a16="http://schemas.microsoft.com/office/drawing/2014/main" id="{38663CB4-0861-E4D6-1D46-34FF4EA8F2BE}"/>
                  </a:ext>
                </a:extLst>
              </p:cNvPr>
              <p:cNvGrpSpPr/>
              <p:nvPr/>
            </p:nvGrpSpPr>
            <p:grpSpPr>
              <a:xfrm>
                <a:off x="1939009" y="4847880"/>
                <a:ext cx="347475" cy="47929"/>
                <a:chOff x="-2816017" y="5229926"/>
                <a:chExt cx="406214" cy="56031"/>
              </a:xfrm>
            </p:grpSpPr>
            <p:sp>
              <p:nvSpPr>
                <p:cNvPr id="3337" name="Google Shape;3337;p58">
                  <a:extLst>
                    <a:ext uri="{FF2B5EF4-FFF2-40B4-BE49-F238E27FC236}">
                      <a16:creationId xmlns:a16="http://schemas.microsoft.com/office/drawing/2014/main" id="{72DAF371-A7E3-418E-A764-530D77078A23}"/>
                    </a:ext>
                  </a:extLst>
                </p:cNvPr>
                <p:cNvSpPr/>
                <p:nvPr/>
              </p:nvSpPr>
              <p:spPr>
                <a:xfrm>
                  <a:off x="-2816017" y="5235973"/>
                  <a:ext cx="43842" cy="43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" h="465" extrusionOk="0">
                      <a:moveTo>
                        <a:pt x="233" y="1"/>
                      </a:moveTo>
                      <a:cubicBezTo>
                        <a:pt x="105" y="1"/>
                        <a:pt x="0" y="105"/>
                        <a:pt x="0" y="233"/>
                      </a:cubicBezTo>
                      <a:cubicBezTo>
                        <a:pt x="0" y="360"/>
                        <a:pt x="105" y="464"/>
                        <a:pt x="233" y="464"/>
                      </a:cubicBezTo>
                      <a:cubicBezTo>
                        <a:pt x="360" y="464"/>
                        <a:pt x="464" y="360"/>
                        <a:pt x="464" y="233"/>
                      </a:cubicBezTo>
                      <a:cubicBezTo>
                        <a:pt x="464" y="105"/>
                        <a:pt x="360" y="1"/>
                        <a:pt x="233" y="1"/>
                      </a:cubicBezTo>
                      <a:close/>
                    </a:path>
                  </a:pathLst>
                </a:custGeom>
                <a:solidFill>
                  <a:srgbClr val="EAF0F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8" name="Google Shape;3338;p58">
                  <a:extLst>
                    <a:ext uri="{FF2B5EF4-FFF2-40B4-BE49-F238E27FC236}">
                      <a16:creationId xmlns:a16="http://schemas.microsoft.com/office/drawing/2014/main" id="{05B93A5B-9C2C-AD56-ED0C-D2DB3C2270E9}"/>
                    </a:ext>
                  </a:extLst>
                </p:cNvPr>
                <p:cNvSpPr/>
                <p:nvPr/>
              </p:nvSpPr>
              <p:spPr>
                <a:xfrm>
                  <a:off x="-2465740" y="5229926"/>
                  <a:ext cx="55937" cy="56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" h="593" extrusionOk="0">
                      <a:moveTo>
                        <a:pt x="297" y="129"/>
                      </a:moveTo>
                      <a:cubicBezTo>
                        <a:pt x="389" y="129"/>
                        <a:pt x="464" y="204"/>
                        <a:pt x="464" y="297"/>
                      </a:cubicBezTo>
                      <a:cubicBezTo>
                        <a:pt x="464" y="389"/>
                        <a:pt x="389" y="466"/>
                        <a:pt x="297" y="466"/>
                      </a:cubicBezTo>
                      <a:cubicBezTo>
                        <a:pt x="204" y="466"/>
                        <a:pt x="128" y="389"/>
                        <a:pt x="128" y="297"/>
                      </a:cubicBezTo>
                      <a:cubicBezTo>
                        <a:pt x="128" y="204"/>
                        <a:pt x="204" y="129"/>
                        <a:pt x="297" y="129"/>
                      </a:cubicBezTo>
                      <a:close/>
                      <a:moveTo>
                        <a:pt x="297" y="1"/>
                      </a:moveTo>
                      <a:cubicBezTo>
                        <a:pt x="134" y="1"/>
                        <a:pt x="0" y="134"/>
                        <a:pt x="0" y="297"/>
                      </a:cubicBezTo>
                      <a:cubicBezTo>
                        <a:pt x="0" y="459"/>
                        <a:pt x="134" y="592"/>
                        <a:pt x="297" y="592"/>
                      </a:cubicBezTo>
                      <a:cubicBezTo>
                        <a:pt x="458" y="592"/>
                        <a:pt x="592" y="459"/>
                        <a:pt x="592" y="297"/>
                      </a:cubicBezTo>
                      <a:cubicBezTo>
                        <a:pt x="592" y="134"/>
                        <a:pt x="458" y="1"/>
                        <a:pt x="2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339" name="Google Shape;3339;p58">
                <a:extLst>
                  <a:ext uri="{FF2B5EF4-FFF2-40B4-BE49-F238E27FC236}">
                    <a16:creationId xmlns:a16="http://schemas.microsoft.com/office/drawing/2014/main" id="{E3108966-0143-B59E-BAA4-92FA3E1A1C77}"/>
                  </a:ext>
                </a:extLst>
              </p:cNvPr>
              <p:cNvGrpSpPr/>
              <p:nvPr/>
            </p:nvGrpSpPr>
            <p:grpSpPr>
              <a:xfrm>
                <a:off x="1752622" y="4295396"/>
                <a:ext cx="44615" cy="41544"/>
                <a:chOff x="-2894441" y="4446062"/>
                <a:chExt cx="52157" cy="48567"/>
              </a:xfrm>
            </p:grpSpPr>
            <p:sp>
              <p:nvSpPr>
                <p:cNvPr id="3340" name="Google Shape;3340;p58">
                  <a:extLst>
                    <a:ext uri="{FF2B5EF4-FFF2-40B4-BE49-F238E27FC236}">
                      <a16:creationId xmlns:a16="http://schemas.microsoft.com/office/drawing/2014/main" id="{6455B1C1-850A-21C3-B4C8-4C48501410CB}"/>
                    </a:ext>
                  </a:extLst>
                </p:cNvPr>
                <p:cNvSpPr/>
                <p:nvPr/>
              </p:nvSpPr>
              <p:spPr>
                <a:xfrm>
                  <a:off x="-2890095" y="4452298"/>
                  <a:ext cx="41291" cy="3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" h="381" extrusionOk="0">
                      <a:moveTo>
                        <a:pt x="217" y="1"/>
                      </a:moveTo>
                      <a:cubicBezTo>
                        <a:pt x="179" y="1"/>
                        <a:pt x="140" y="12"/>
                        <a:pt x="105" y="35"/>
                      </a:cubicBezTo>
                      <a:cubicBezTo>
                        <a:pt x="19" y="99"/>
                        <a:pt x="1" y="220"/>
                        <a:pt x="65" y="301"/>
                      </a:cubicBezTo>
                      <a:cubicBezTo>
                        <a:pt x="103" y="353"/>
                        <a:pt x="159" y="380"/>
                        <a:pt x="217" y="380"/>
                      </a:cubicBezTo>
                      <a:cubicBezTo>
                        <a:pt x="257" y="380"/>
                        <a:pt x="296" y="368"/>
                        <a:pt x="332" y="343"/>
                      </a:cubicBezTo>
                      <a:cubicBezTo>
                        <a:pt x="413" y="284"/>
                        <a:pt x="436" y="162"/>
                        <a:pt x="372" y="75"/>
                      </a:cubicBezTo>
                      <a:cubicBezTo>
                        <a:pt x="334" y="27"/>
                        <a:pt x="276" y="1"/>
                        <a:pt x="2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1" name="Google Shape;3341;p58">
                  <a:extLst>
                    <a:ext uri="{FF2B5EF4-FFF2-40B4-BE49-F238E27FC236}">
                      <a16:creationId xmlns:a16="http://schemas.microsoft.com/office/drawing/2014/main" id="{1490EE7D-491D-917F-894A-3D6364649CB4}"/>
                    </a:ext>
                  </a:extLst>
                </p:cNvPr>
                <p:cNvSpPr/>
                <p:nvPr/>
              </p:nvSpPr>
              <p:spPr>
                <a:xfrm>
                  <a:off x="-2894441" y="4446062"/>
                  <a:ext cx="52157" cy="48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" h="514" extrusionOk="0">
                      <a:moveTo>
                        <a:pt x="262" y="130"/>
                      </a:moveTo>
                      <a:cubicBezTo>
                        <a:pt x="303" y="130"/>
                        <a:pt x="343" y="147"/>
                        <a:pt x="367" y="182"/>
                      </a:cubicBezTo>
                      <a:cubicBezTo>
                        <a:pt x="407" y="240"/>
                        <a:pt x="395" y="315"/>
                        <a:pt x="337" y="356"/>
                      </a:cubicBezTo>
                      <a:cubicBezTo>
                        <a:pt x="316" y="372"/>
                        <a:pt x="290" y="380"/>
                        <a:pt x="264" y="380"/>
                      </a:cubicBezTo>
                      <a:cubicBezTo>
                        <a:pt x="225" y="380"/>
                        <a:pt x="187" y="363"/>
                        <a:pt x="163" y="332"/>
                      </a:cubicBezTo>
                      <a:cubicBezTo>
                        <a:pt x="140" y="304"/>
                        <a:pt x="134" y="269"/>
                        <a:pt x="140" y="240"/>
                      </a:cubicBezTo>
                      <a:cubicBezTo>
                        <a:pt x="145" y="205"/>
                        <a:pt x="163" y="176"/>
                        <a:pt x="193" y="152"/>
                      </a:cubicBezTo>
                      <a:cubicBezTo>
                        <a:pt x="209" y="141"/>
                        <a:pt x="239" y="130"/>
                        <a:pt x="262" y="130"/>
                      </a:cubicBezTo>
                      <a:close/>
                      <a:moveTo>
                        <a:pt x="261" y="0"/>
                      </a:moveTo>
                      <a:cubicBezTo>
                        <a:pt x="209" y="0"/>
                        <a:pt x="157" y="16"/>
                        <a:pt x="111" y="48"/>
                      </a:cubicBezTo>
                      <a:cubicBezTo>
                        <a:pt x="59" y="88"/>
                        <a:pt x="24" y="147"/>
                        <a:pt x="12" y="217"/>
                      </a:cubicBezTo>
                      <a:cubicBezTo>
                        <a:pt x="1" y="286"/>
                        <a:pt x="19" y="350"/>
                        <a:pt x="59" y="409"/>
                      </a:cubicBezTo>
                      <a:cubicBezTo>
                        <a:pt x="105" y="478"/>
                        <a:pt x="186" y="513"/>
                        <a:pt x="262" y="513"/>
                      </a:cubicBezTo>
                      <a:cubicBezTo>
                        <a:pt x="314" y="513"/>
                        <a:pt x="372" y="495"/>
                        <a:pt x="413" y="460"/>
                      </a:cubicBezTo>
                      <a:cubicBezTo>
                        <a:pt x="528" y="379"/>
                        <a:pt x="552" y="217"/>
                        <a:pt x="471" y="107"/>
                      </a:cubicBezTo>
                      <a:cubicBezTo>
                        <a:pt x="418" y="37"/>
                        <a:pt x="340" y="0"/>
                        <a:pt x="2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342" name="Google Shape;3342;p58">
                <a:extLst>
                  <a:ext uri="{FF2B5EF4-FFF2-40B4-BE49-F238E27FC236}">
                    <a16:creationId xmlns:a16="http://schemas.microsoft.com/office/drawing/2014/main" id="{F12E65E3-45EE-17C8-DCFE-F3CE8E442502}"/>
                  </a:ext>
                </a:extLst>
              </p:cNvPr>
              <p:cNvSpPr/>
              <p:nvPr/>
            </p:nvSpPr>
            <p:spPr>
              <a:xfrm>
                <a:off x="1073089" y="4459675"/>
                <a:ext cx="71344" cy="65993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962" extrusionOk="0">
                    <a:moveTo>
                      <a:pt x="598" y="133"/>
                    </a:moveTo>
                    <a:cubicBezTo>
                      <a:pt x="691" y="150"/>
                      <a:pt x="772" y="196"/>
                      <a:pt x="830" y="273"/>
                    </a:cubicBezTo>
                    <a:cubicBezTo>
                      <a:pt x="882" y="348"/>
                      <a:pt x="905" y="440"/>
                      <a:pt x="894" y="533"/>
                    </a:cubicBezTo>
                    <a:cubicBezTo>
                      <a:pt x="876" y="626"/>
                      <a:pt x="830" y="707"/>
                      <a:pt x="755" y="765"/>
                    </a:cubicBezTo>
                    <a:cubicBezTo>
                      <a:pt x="692" y="812"/>
                      <a:pt x="619" y="834"/>
                      <a:pt x="547" y="834"/>
                    </a:cubicBezTo>
                    <a:cubicBezTo>
                      <a:pt x="439" y="834"/>
                      <a:pt x="332" y="784"/>
                      <a:pt x="262" y="690"/>
                    </a:cubicBezTo>
                    <a:cubicBezTo>
                      <a:pt x="204" y="614"/>
                      <a:pt x="180" y="522"/>
                      <a:pt x="198" y="428"/>
                    </a:cubicBezTo>
                    <a:cubicBezTo>
                      <a:pt x="209" y="335"/>
                      <a:pt x="262" y="254"/>
                      <a:pt x="337" y="196"/>
                    </a:cubicBezTo>
                    <a:cubicBezTo>
                      <a:pt x="394" y="156"/>
                      <a:pt x="471" y="133"/>
                      <a:pt x="546" y="133"/>
                    </a:cubicBezTo>
                    <a:close/>
                    <a:moveTo>
                      <a:pt x="543" y="0"/>
                    </a:moveTo>
                    <a:cubicBezTo>
                      <a:pt x="442" y="0"/>
                      <a:pt x="347" y="31"/>
                      <a:pt x="262" y="92"/>
                    </a:cubicBezTo>
                    <a:cubicBezTo>
                      <a:pt x="46" y="249"/>
                      <a:pt x="0" y="551"/>
                      <a:pt x="158" y="765"/>
                    </a:cubicBezTo>
                    <a:cubicBezTo>
                      <a:pt x="250" y="892"/>
                      <a:pt x="394" y="962"/>
                      <a:pt x="546" y="962"/>
                    </a:cubicBezTo>
                    <a:cubicBezTo>
                      <a:pt x="645" y="962"/>
                      <a:pt x="742" y="934"/>
                      <a:pt x="830" y="870"/>
                    </a:cubicBezTo>
                    <a:cubicBezTo>
                      <a:pt x="935" y="795"/>
                      <a:pt x="999" y="683"/>
                      <a:pt x="1021" y="557"/>
                    </a:cubicBezTo>
                    <a:cubicBezTo>
                      <a:pt x="1039" y="428"/>
                      <a:pt x="1010" y="300"/>
                      <a:pt x="935" y="196"/>
                    </a:cubicBezTo>
                    <a:cubicBezTo>
                      <a:pt x="859" y="92"/>
                      <a:pt x="742" y="29"/>
                      <a:pt x="616" y="5"/>
                    </a:cubicBezTo>
                    <a:cubicBezTo>
                      <a:pt x="591" y="2"/>
                      <a:pt x="567" y="0"/>
                      <a:pt x="5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43" name="Google Shape;3343;p58">
                <a:extLst>
                  <a:ext uri="{FF2B5EF4-FFF2-40B4-BE49-F238E27FC236}">
                    <a16:creationId xmlns:a16="http://schemas.microsoft.com/office/drawing/2014/main" id="{56B195BF-9F4B-FB2E-7061-B8D511F7C2C2}"/>
                  </a:ext>
                </a:extLst>
              </p:cNvPr>
              <p:cNvGrpSpPr/>
              <p:nvPr/>
            </p:nvGrpSpPr>
            <p:grpSpPr>
              <a:xfrm>
                <a:off x="722008" y="4734478"/>
                <a:ext cx="121075" cy="113397"/>
                <a:chOff x="-1622839" y="4549431"/>
                <a:chExt cx="141542" cy="132566"/>
              </a:xfrm>
            </p:grpSpPr>
            <p:sp>
              <p:nvSpPr>
                <p:cNvPr id="3344" name="Google Shape;3344;p58">
                  <a:extLst>
                    <a:ext uri="{FF2B5EF4-FFF2-40B4-BE49-F238E27FC236}">
                      <a16:creationId xmlns:a16="http://schemas.microsoft.com/office/drawing/2014/main" id="{CB16D984-4C21-BEA4-6D72-1F423BDF098C}"/>
                    </a:ext>
                  </a:extLst>
                </p:cNvPr>
                <p:cNvSpPr/>
                <p:nvPr/>
              </p:nvSpPr>
              <p:spPr>
                <a:xfrm>
                  <a:off x="-1616225" y="4555572"/>
                  <a:ext cx="132188" cy="120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274" extrusionOk="0">
                      <a:moveTo>
                        <a:pt x="709" y="1"/>
                      </a:moveTo>
                      <a:cubicBezTo>
                        <a:pt x="657" y="1"/>
                        <a:pt x="604" y="7"/>
                        <a:pt x="552" y="21"/>
                      </a:cubicBezTo>
                      <a:cubicBezTo>
                        <a:pt x="209" y="102"/>
                        <a:pt x="1" y="444"/>
                        <a:pt x="81" y="787"/>
                      </a:cubicBezTo>
                      <a:cubicBezTo>
                        <a:pt x="150" y="1079"/>
                        <a:pt x="414" y="1274"/>
                        <a:pt x="699" y="1274"/>
                      </a:cubicBezTo>
                      <a:cubicBezTo>
                        <a:pt x="748" y="1274"/>
                        <a:pt x="797" y="1268"/>
                        <a:pt x="847" y="1256"/>
                      </a:cubicBezTo>
                      <a:cubicBezTo>
                        <a:pt x="1189" y="1169"/>
                        <a:pt x="1398" y="827"/>
                        <a:pt x="1318" y="485"/>
                      </a:cubicBezTo>
                      <a:cubicBezTo>
                        <a:pt x="1248" y="195"/>
                        <a:pt x="992" y="1"/>
                        <a:pt x="70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5" name="Google Shape;3345;p58">
                  <a:extLst>
                    <a:ext uri="{FF2B5EF4-FFF2-40B4-BE49-F238E27FC236}">
                      <a16:creationId xmlns:a16="http://schemas.microsoft.com/office/drawing/2014/main" id="{01A98A68-046B-65F0-28C7-A25F46626BB3}"/>
                    </a:ext>
                  </a:extLst>
                </p:cNvPr>
                <p:cNvSpPr/>
                <p:nvPr/>
              </p:nvSpPr>
              <p:spPr>
                <a:xfrm>
                  <a:off x="-1622839" y="4549431"/>
                  <a:ext cx="141542" cy="1325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8" h="1403" extrusionOk="0">
                      <a:moveTo>
                        <a:pt x="772" y="132"/>
                      </a:moveTo>
                      <a:cubicBezTo>
                        <a:pt x="877" y="132"/>
                        <a:pt x="975" y="161"/>
                        <a:pt x="1067" y="213"/>
                      </a:cubicBezTo>
                      <a:cubicBezTo>
                        <a:pt x="1195" y="295"/>
                        <a:pt x="1289" y="416"/>
                        <a:pt x="1323" y="568"/>
                      </a:cubicBezTo>
                      <a:cubicBezTo>
                        <a:pt x="1364" y="712"/>
                        <a:pt x="1335" y="868"/>
                        <a:pt x="1259" y="996"/>
                      </a:cubicBezTo>
                      <a:cubicBezTo>
                        <a:pt x="1179" y="1130"/>
                        <a:pt x="1051" y="1222"/>
                        <a:pt x="906" y="1257"/>
                      </a:cubicBezTo>
                      <a:cubicBezTo>
                        <a:pt x="860" y="1268"/>
                        <a:pt x="814" y="1274"/>
                        <a:pt x="769" y="1274"/>
                      </a:cubicBezTo>
                      <a:cubicBezTo>
                        <a:pt x="512" y="1274"/>
                        <a:pt x="279" y="1095"/>
                        <a:pt x="215" y="834"/>
                      </a:cubicBezTo>
                      <a:cubicBezTo>
                        <a:pt x="140" y="533"/>
                        <a:pt x="331" y="220"/>
                        <a:pt x="633" y="143"/>
                      </a:cubicBezTo>
                      <a:cubicBezTo>
                        <a:pt x="679" y="137"/>
                        <a:pt x="726" y="132"/>
                        <a:pt x="772" y="132"/>
                      </a:cubicBezTo>
                      <a:close/>
                      <a:moveTo>
                        <a:pt x="777" y="0"/>
                      </a:moveTo>
                      <a:cubicBezTo>
                        <a:pt x="720" y="0"/>
                        <a:pt x="662" y="7"/>
                        <a:pt x="604" y="22"/>
                      </a:cubicBezTo>
                      <a:cubicBezTo>
                        <a:pt x="226" y="108"/>
                        <a:pt x="1" y="491"/>
                        <a:pt x="87" y="868"/>
                      </a:cubicBezTo>
                      <a:cubicBezTo>
                        <a:pt x="169" y="1187"/>
                        <a:pt x="453" y="1403"/>
                        <a:pt x="772" y="1403"/>
                      </a:cubicBezTo>
                      <a:cubicBezTo>
                        <a:pt x="824" y="1403"/>
                        <a:pt x="882" y="1396"/>
                        <a:pt x="935" y="1385"/>
                      </a:cubicBezTo>
                      <a:cubicBezTo>
                        <a:pt x="1115" y="1339"/>
                        <a:pt x="1271" y="1229"/>
                        <a:pt x="1369" y="1066"/>
                      </a:cubicBezTo>
                      <a:cubicBezTo>
                        <a:pt x="1468" y="903"/>
                        <a:pt x="1497" y="718"/>
                        <a:pt x="1450" y="538"/>
                      </a:cubicBezTo>
                      <a:cubicBezTo>
                        <a:pt x="1404" y="352"/>
                        <a:pt x="1294" y="201"/>
                        <a:pt x="1137" y="103"/>
                      </a:cubicBezTo>
                      <a:cubicBezTo>
                        <a:pt x="1026" y="35"/>
                        <a:pt x="903" y="0"/>
                        <a:pt x="77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346" name="Google Shape;3346;p58">
              <a:extLst>
                <a:ext uri="{FF2B5EF4-FFF2-40B4-BE49-F238E27FC236}">
                  <a16:creationId xmlns:a16="http://schemas.microsoft.com/office/drawing/2014/main" id="{6A656EB2-1B47-0E6B-A116-78EDD8EE02C2}"/>
                </a:ext>
              </a:extLst>
            </p:cNvPr>
            <p:cNvGrpSpPr/>
            <p:nvPr/>
          </p:nvGrpSpPr>
          <p:grpSpPr>
            <a:xfrm>
              <a:off x="7171550" y="2879300"/>
              <a:ext cx="798800" cy="638175"/>
              <a:chOff x="5626500" y="1191075"/>
              <a:chExt cx="798800" cy="638175"/>
            </a:xfrm>
          </p:grpSpPr>
          <p:sp>
            <p:nvSpPr>
              <p:cNvPr id="3347" name="Google Shape;3347;p58">
                <a:extLst>
                  <a:ext uri="{FF2B5EF4-FFF2-40B4-BE49-F238E27FC236}">
                    <a16:creationId xmlns:a16="http://schemas.microsoft.com/office/drawing/2014/main" id="{13B91321-7058-E3FE-D7B6-252A9B489107}"/>
                  </a:ext>
                </a:extLst>
              </p:cNvPr>
              <p:cNvSpPr/>
              <p:nvPr/>
            </p:nvSpPr>
            <p:spPr>
              <a:xfrm>
                <a:off x="5629125" y="1271525"/>
                <a:ext cx="776250" cy="555100"/>
              </a:xfrm>
              <a:custGeom>
                <a:avLst/>
                <a:gdLst/>
                <a:ahLst/>
                <a:cxnLst/>
                <a:rect l="l" t="t" r="r" b="b"/>
                <a:pathLst>
                  <a:path w="31050" h="22204" extrusionOk="0">
                    <a:moveTo>
                      <a:pt x="1" y="0"/>
                    </a:moveTo>
                    <a:lnTo>
                      <a:pt x="1" y="22204"/>
                    </a:lnTo>
                    <a:lnTo>
                      <a:pt x="31049" y="22204"/>
                    </a:lnTo>
                    <a:lnTo>
                      <a:pt x="310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58">
                <a:extLst>
                  <a:ext uri="{FF2B5EF4-FFF2-40B4-BE49-F238E27FC236}">
                    <a16:creationId xmlns:a16="http://schemas.microsoft.com/office/drawing/2014/main" id="{FED604E1-1F55-2F77-5521-21251134ABFA}"/>
                  </a:ext>
                </a:extLst>
              </p:cNvPr>
              <p:cNvSpPr/>
              <p:nvPr/>
            </p:nvSpPr>
            <p:spPr>
              <a:xfrm>
                <a:off x="5626500" y="1268675"/>
                <a:ext cx="781500" cy="560575"/>
              </a:xfrm>
              <a:custGeom>
                <a:avLst/>
                <a:gdLst/>
                <a:ahLst/>
                <a:cxnLst/>
                <a:rect l="l" t="t" r="r" b="b"/>
                <a:pathLst>
                  <a:path w="31260" h="22423" extrusionOk="0">
                    <a:moveTo>
                      <a:pt x="31040" y="254"/>
                    </a:moveTo>
                    <a:lnTo>
                      <a:pt x="31040" y="22204"/>
                    </a:lnTo>
                    <a:lnTo>
                      <a:pt x="219" y="22204"/>
                    </a:lnTo>
                    <a:lnTo>
                      <a:pt x="219" y="254"/>
                    </a:lnTo>
                    <a:close/>
                    <a:moveTo>
                      <a:pt x="106" y="0"/>
                    </a:moveTo>
                    <a:cubicBezTo>
                      <a:pt x="35" y="0"/>
                      <a:pt x="0" y="70"/>
                      <a:pt x="0" y="114"/>
                    </a:cubicBezTo>
                    <a:lnTo>
                      <a:pt x="0" y="22318"/>
                    </a:lnTo>
                    <a:cubicBezTo>
                      <a:pt x="0" y="22388"/>
                      <a:pt x="35" y="22423"/>
                      <a:pt x="106" y="22423"/>
                    </a:cubicBezTo>
                    <a:lnTo>
                      <a:pt x="31154" y="22423"/>
                    </a:lnTo>
                    <a:cubicBezTo>
                      <a:pt x="31224" y="22423"/>
                      <a:pt x="31259" y="22388"/>
                      <a:pt x="31259" y="22318"/>
                    </a:cubicBezTo>
                    <a:lnTo>
                      <a:pt x="31259" y="114"/>
                    </a:lnTo>
                    <a:cubicBezTo>
                      <a:pt x="31259" y="70"/>
                      <a:pt x="31224" y="0"/>
                      <a:pt x="31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58">
                <a:extLst>
                  <a:ext uri="{FF2B5EF4-FFF2-40B4-BE49-F238E27FC236}">
                    <a16:creationId xmlns:a16="http://schemas.microsoft.com/office/drawing/2014/main" id="{AB731801-A213-5098-968D-7E17C143D267}"/>
                  </a:ext>
                </a:extLst>
              </p:cNvPr>
              <p:cNvSpPr/>
              <p:nvPr/>
            </p:nvSpPr>
            <p:spPr>
              <a:xfrm>
                <a:off x="5646450" y="1253975"/>
                <a:ext cx="776225" cy="554475"/>
              </a:xfrm>
              <a:custGeom>
                <a:avLst/>
                <a:gdLst/>
                <a:ahLst/>
                <a:cxnLst/>
                <a:rect l="l" t="t" r="r" b="b"/>
                <a:pathLst>
                  <a:path w="31049" h="22179" extrusionOk="0">
                    <a:moveTo>
                      <a:pt x="0" y="1"/>
                    </a:moveTo>
                    <a:lnTo>
                      <a:pt x="0" y="22178"/>
                    </a:lnTo>
                    <a:lnTo>
                      <a:pt x="31049" y="22178"/>
                    </a:lnTo>
                    <a:lnTo>
                      <a:pt x="3104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58">
                <a:extLst>
                  <a:ext uri="{FF2B5EF4-FFF2-40B4-BE49-F238E27FC236}">
                    <a16:creationId xmlns:a16="http://schemas.microsoft.com/office/drawing/2014/main" id="{295B7FB3-B988-4FEF-69EB-C75F88DD1322}"/>
                  </a:ext>
                </a:extLst>
              </p:cNvPr>
              <p:cNvSpPr/>
              <p:nvPr/>
            </p:nvSpPr>
            <p:spPr>
              <a:xfrm>
                <a:off x="5643800" y="1250475"/>
                <a:ext cx="781500" cy="560600"/>
              </a:xfrm>
              <a:custGeom>
                <a:avLst/>
                <a:gdLst/>
                <a:ahLst/>
                <a:cxnLst/>
                <a:rect l="l" t="t" r="r" b="b"/>
                <a:pathLst>
                  <a:path w="31260" h="22424" extrusionOk="0">
                    <a:moveTo>
                      <a:pt x="31006" y="255"/>
                    </a:moveTo>
                    <a:lnTo>
                      <a:pt x="31006" y="22204"/>
                    </a:lnTo>
                    <a:lnTo>
                      <a:pt x="220" y="22204"/>
                    </a:lnTo>
                    <a:lnTo>
                      <a:pt x="220" y="255"/>
                    </a:lnTo>
                    <a:close/>
                    <a:moveTo>
                      <a:pt x="106" y="1"/>
                    </a:moveTo>
                    <a:cubicBezTo>
                      <a:pt x="36" y="1"/>
                      <a:pt x="1" y="71"/>
                      <a:pt x="1" y="141"/>
                    </a:cubicBezTo>
                    <a:lnTo>
                      <a:pt x="1" y="22318"/>
                    </a:lnTo>
                    <a:cubicBezTo>
                      <a:pt x="1" y="22388"/>
                      <a:pt x="36" y="22423"/>
                      <a:pt x="106" y="22423"/>
                    </a:cubicBezTo>
                    <a:lnTo>
                      <a:pt x="31155" y="22423"/>
                    </a:lnTo>
                    <a:cubicBezTo>
                      <a:pt x="31190" y="22423"/>
                      <a:pt x="31260" y="22388"/>
                      <a:pt x="31260" y="22318"/>
                    </a:cubicBezTo>
                    <a:lnTo>
                      <a:pt x="31260" y="141"/>
                    </a:lnTo>
                    <a:cubicBezTo>
                      <a:pt x="31260" y="71"/>
                      <a:pt x="31190" y="1"/>
                      <a:pt x="31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58">
                <a:extLst>
                  <a:ext uri="{FF2B5EF4-FFF2-40B4-BE49-F238E27FC236}">
                    <a16:creationId xmlns:a16="http://schemas.microsoft.com/office/drawing/2014/main" id="{546660C6-D0F7-5535-53A6-EEE1E020FAD2}"/>
                  </a:ext>
                </a:extLst>
              </p:cNvPr>
              <p:cNvSpPr/>
              <p:nvPr/>
            </p:nvSpPr>
            <p:spPr>
              <a:xfrm>
                <a:off x="5646450" y="1253975"/>
                <a:ext cx="776225" cy="61400"/>
              </a:xfrm>
              <a:custGeom>
                <a:avLst/>
                <a:gdLst/>
                <a:ahLst/>
                <a:cxnLst/>
                <a:rect l="l" t="t" r="r" b="b"/>
                <a:pathLst>
                  <a:path w="31049" h="2456" extrusionOk="0">
                    <a:moveTo>
                      <a:pt x="0" y="1"/>
                    </a:moveTo>
                    <a:lnTo>
                      <a:pt x="0" y="2455"/>
                    </a:lnTo>
                    <a:lnTo>
                      <a:pt x="31049" y="2455"/>
                    </a:lnTo>
                    <a:lnTo>
                      <a:pt x="310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58">
                <a:extLst>
                  <a:ext uri="{FF2B5EF4-FFF2-40B4-BE49-F238E27FC236}">
                    <a16:creationId xmlns:a16="http://schemas.microsoft.com/office/drawing/2014/main" id="{D9844122-1573-429F-5CC2-10D39D7265F5}"/>
                  </a:ext>
                </a:extLst>
              </p:cNvPr>
              <p:cNvSpPr/>
              <p:nvPr/>
            </p:nvSpPr>
            <p:spPr>
              <a:xfrm>
                <a:off x="5643800" y="1250475"/>
                <a:ext cx="7815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31260" h="2736" extrusionOk="0">
                    <a:moveTo>
                      <a:pt x="31006" y="255"/>
                    </a:moveTo>
                    <a:lnTo>
                      <a:pt x="31006" y="2481"/>
                    </a:lnTo>
                    <a:lnTo>
                      <a:pt x="220" y="2481"/>
                    </a:lnTo>
                    <a:lnTo>
                      <a:pt x="220" y="255"/>
                    </a:lnTo>
                    <a:close/>
                    <a:moveTo>
                      <a:pt x="106" y="1"/>
                    </a:moveTo>
                    <a:cubicBezTo>
                      <a:pt x="36" y="1"/>
                      <a:pt x="1" y="71"/>
                      <a:pt x="1" y="141"/>
                    </a:cubicBezTo>
                    <a:lnTo>
                      <a:pt x="1" y="2595"/>
                    </a:lnTo>
                    <a:cubicBezTo>
                      <a:pt x="1" y="2665"/>
                      <a:pt x="36" y="2735"/>
                      <a:pt x="106" y="2735"/>
                    </a:cubicBezTo>
                    <a:lnTo>
                      <a:pt x="31155" y="2735"/>
                    </a:lnTo>
                    <a:cubicBezTo>
                      <a:pt x="31190" y="2735"/>
                      <a:pt x="31260" y="2665"/>
                      <a:pt x="31260" y="2595"/>
                    </a:cubicBezTo>
                    <a:lnTo>
                      <a:pt x="31260" y="141"/>
                    </a:lnTo>
                    <a:cubicBezTo>
                      <a:pt x="31260" y="71"/>
                      <a:pt x="31190" y="1"/>
                      <a:pt x="31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58">
                <a:extLst>
                  <a:ext uri="{FF2B5EF4-FFF2-40B4-BE49-F238E27FC236}">
                    <a16:creationId xmlns:a16="http://schemas.microsoft.com/office/drawing/2014/main" id="{658D3D99-B818-89D3-D88E-A4ABDAB759AA}"/>
                  </a:ext>
                </a:extLst>
              </p:cNvPr>
              <p:cNvSpPr/>
              <p:nvPr/>
            </p:nvSpPr>
            <p:spPr>
              <a:xfrm>
                <a:off x="6091100" y="1470500"/>
                <a:ext cx="241075" cy="6375"/>
              </a:xfrm>
              <a:custGeom>
                <a:avLst/>
                <a:gdLst/>
                <a:ahLst/>
                <a:cxnLst/>
                <a:rect l="l" t="t" r="r" b="b"/>
                <a:pathLst>
                  <a:path w="9643" h="255" extrusionOk="0">
                    <a:moveTo>
                      <a:pt x="114" y="0"/>
                    </a:moveTo>
                    <a:cubicBezTo>
                      <a:pt x="44" y="0"/>
                      <a:pt x="0" y="70"/>
                      <a:pt x="0" y="149"/>
                    </a:cubicBezTo>
                    <a:cubicBezTo>
                      <a:pt x="0" y="184"/>
                      <a:pt x="44" y="255"/>
                      <a:pt x="114" y="255"/>
                    </a:cubicBezTo>
                    <a:lnTo>
                      <a:pt x="9537" y="255"/>
                    </a:lnTo>
                    <a:cubicBezTo>
                      <a:pt x="9607" y="255"/>
                      <a:pt x="9642" y="184"/>
                      <a:pt x="9642" y="149"/>
                    </a:cubicBezTo>
                    <a:cubicBezTo>
                      <a:pt x="9642" y="70"/>
                      <a:pt x="9607" y="0"/>
                      <a:pt x="9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58">
                <a:extLst>
                  <a:ext uri="{FF2B5EF4-FFF2-40B4-BE49-F238E27FC236}">
                    <a16:creationId xmlns:a16="http://schemas.microsoft.com/office/drawing/2014/main" id="{D7F52912-053C-AF91-2808-0523363A6ED0}"/>
                  </a:ext>
                </a:extLst>
              </p:cNvPr>
              <p:cNvSpPr/>
              <p:nvPr/>
            </p:nvSpPr>
            <p:spPr>
              <a:xfrm>
                <a:off x="6091100" y="1583800"/>
                <a:ext cx="123400" cy="6375"/>
              </a:xfrm>
              <a:custGeom>
                <a:avLst/>
                <a:gdLst/>
                <a:ahLst/>
                <a:cxnLst/>
                <a:rect l="l" t="t" r="r" b="b"/>
                <a:pathLst>
                  <a:path w="4936" h="255" extrusionOk="0">
                    <a:moveTo>
                      <a:pt x="114" y="0"/>
                    </a:moveTo>
                    <a:cubicBezTo>
                      <a:pt x="44" y="0"/>
                      <a:pt x="0" y="70"/>
                      <a:pt x="0" y="140"/>
                    </a:cubicBezTo>
                    <a:cubicBezTo>
                      <a:pt x="0" y="176"/>
                      <a:pt x="44" y="254"/>
                      <a:pt x="114" y="254"/>
                    </a:cubicBezTo>
                    <a:lnTo>
                      <a:pt x="4821" y="254"/>
                    </a:lnTo>
                    <a:cubicBezTo>
                      <a:pt x="4900" y="254"/>
                      <a:pt x="4935" y="176"/>
                      <a:pt x="4935" y="140"/>
                    </a:cubicBezTo>
                    <a:cubicBezTo>
                      <a:pt x="4935" y="70"/>
                      <a:pt x="4900" y="0"/>
                      <a:pt x="48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58">
                <a:extLst>
                  <a:ext uri="{FF2B5EF4-FFF2-40B4-BE49-F238E27FC236}">
                    <a16:creationId xmlns:a16="http://schemas.microsoft.com/office/drawing/2014/main" id="{0DD734F4-7C07-8568-B172-A770446706A1}"/>
                  </a:ext>
                </a:extLst>
              </p:cNvPr>
              <p:cNvSpPr/>
              <p:nvPr/>
            </p:nvSpPr>
            <p:spPr>
              <a:xfrm>
                <a:off x="6091100" y="1527900"/>
                <a:ext cx="94250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3770" h="264" extrusionOk="0">
                    <a:moveTo>
                      <a:pt x="114" y="1"/>
                    </a:moveTo>
                    <a:cubicBezTo>
                      <a:pt x="44" y="1"/>
                      <a:pt x="0" y="80"/>
                      <a:pt x="0" y="150"/>
                    </a:cubicBezTo>
                    <a:cubicBezTo>
                      <a:pt x="0" y="185"/>
                      <a:pt x="44" y="264"/>
                      <a:pt x="114" y="264"/>
                    </a:cubicBezTo>
                    <a:lnTo>
                      <a:pt x="3620" y="264"/>
                    </a:lnTo>
                    <a:cubicBezTo>
                      <a:pt x="3690" y="264"/>
                      <a:pt x="3769" y="185"/>
                      <a:pt x="3769" y="150"/>
                    </a:cubicBezTo>
                    <a:cubicBezTo>
                      <a:pt x="3769" y="80"/>
                      <a:pt x="3690" y="1"/>
                      <a:pt x="3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58">
                <a:extLst>
                  <a:ext uri="{FF2B5EF4-FFF2-40B4-BE49-F238E27FC236}">
                    <a16:creationId xmlns:a16="http://schemas.microsoft.com/office/drawing/2014/main" id="{4A493305-2C26-7868-D2DE-6714D2F27131}"/>
                  </a:ext>
                </a:extLst>
              </p:cNvPr>
              <p:cNvSpPr/>
              <p:nvPr/>
            </p:nvSpPr>
            <p:spPr>
              <a:xfrm>
                <a:off x="5720500" y="1347125"/>
                <a:ext cx="80250" cy="344300"/>
              </a:xfrm>
              <a:custGeom>
                <a:avLst/>
                <a:gdLst/>
                <a:ahLst/>
                <a:cxnLst/>
                <a:rect l="l" t="t" r="r" b="b"/>
                <a:pathLst>
                  <a:path w="3210" h="13772" extrusionOk="0">
                    <a:moveTo>
                      <a:pt x="1" y="0"/>
                    </a:moveTo>
                    <a:lnTo>
                      <a:pt x="1" y="13771"/>
                    </a:lnTo>
                    <a:lnTo>
                      <a:pt x="3209" y="13771"/>
                    </a:lnTo>
                    <a:lnTo>
                      <a:pt x="32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58">
                <a:extLst>
                  <a:ext uri="{FF2B5EF4-FFF2-40B4-BE49-F238E27FC236}">
                    <a16:creationId xmlns:a16="http://schemas.microsoft.com/office/drawing/2014/main" id="{F63BA2AB-2DD3-05B9-B1FD-A11B30636399}"/>
                  </a:ext>
                </a:extLst>
              </p:cNvPr>
              <p:cNvSpPr/>
              <p:nvPr/>
            </p:nvSpPr>
            <p:spPr>
              <a:xfrm>
                <a:off x="5717650" y="1344500"/>
                <a:ext cx="85950" cy="35065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14026" extrusionOk="0">
                    <a:moveTo>
                      <a:pt x="3218" y="219"/>
                    </a:moveTo>
                    <a:lnTo>
                      <a:pt x="3218" y="13771"/>
                    </a:lnTo>
                    <a:lnTo>
                      <a:pt x="220" y="13771"/>
                    </a:lnTo>
                    <a:lnTo>
                      <a:pt x="220" y="219"/>
                    </a:lnTo>
                    <a:close/>
                    <a:moveTo>
                      <a:pt x="115" y="0"/>
                    </a:moveTo>
                    <a:cubicBezTo>
                      <a:pt x="36" y="0"/>
                      <a:pt x="1" y="35"/>
                      <a:pt x="1" y="105"/>
                    </a:cubicBezTo>
                    <a:lnTo>
                      <a:pt x="1" y="13876"/>
                    </a:lnTo>
                    <a:cubicBezTo>
                      <a:pt x="1" y="13955"/>
                      <a:pt x="36" y="14025"/>
                      <a:pt x="115" y="14025"/>
                    </a:cubicBezTo>
                    <a:lnTo>
                      <a:pt x="3323" y="14025"/>
                    </a:lnTo>
                    <a:cubicBezTo>
                      <a:pt x="3402" y="14025"/>
                      <a:pt x="3437" y="13955"/>
                      <a:pt x="3437" y="13876"/>
                    </a:cubicBezTo>
                    <a:lnTo>
                      <a:pt x="3437" y="105"/>
                    </a:lnTo>
                    <a:cubicBezTo>
                      <a:pt x="3437" y="35"/>
                      <a:pt x="3402" y="0"/>
                      <a:pt x="33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58">
                <a:extLst>
                  <a:ext uri="{FF2B5EF4-FFF2-40B4-BE49-F238E27FC236}">
                    <a16:creationId xmlns:a16="http://schemas.microsoft.com/office/drawing/2014/main" id="{D7D51B25-842D-563F-CE19-0288A0F03E22}"/>
                  </a:ext>
                </a:extLst>
              </p:cNvPr>
              <p:cNvSpPr/>
              <p:nvPr/>
            </p:nvSpPr>
            <p:spPr>
              <a:xfrm>
                <a:off x="5850025" y="1193725"/>
                <a:ext cx="80450" cy="497700"/>
              </a:xfrm>
              <a:custGeom>
                <a:avLst/>
                <a:gdLst/>
                <a:ahLst/>
                <a:cxnLst/>
                <a:rect l="l" t="t" r="r" b="b"/>
                <a:pathLst>
                  <a:path w="3218" h="19908" extrusionOk="0">
                    <a:moveTo>
                      <a:pt x="1" y="0"/>
                    </a:moveTo>
                    <a:lnTo>
                      <a:pt x="1" y="19907"/>
                    </a:lnTo>
                    <a:lnTo>
                      <a:pt x="3218" y="19907"/>
                    </a:lnTo>
                    <a:lnTo>
                      <a:pt x="321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58">
                <a:extLst>
                  <a:ext uri="{FF2B5EF4-FFF2-40B4-BE49-F238E27FC236}">
                    <a16:creationId xmlns:a16="http://schemas.microsoft.com/office/drawing/2014/main" id="{F4395D40-8536-B7BE-2208-C4D99D9A7C02}"/>
                  </a:ext>
                </a:extLst>
              </p:cNvPr>
              <p:cNvSpPr/>
              <p:nvPr/>
            </p:nvSpPr>
            <p:spPr>
              <a:xfrm>
                <a:off x="5847400" y="1191075"/>
                <a:ext cx="85925" cy="504075"/>
              </a:xfrm>
              <a:custGeom>
                <a:avLst/>
                <a:gdLst/>
                <a:ahLst/>
                <a:cxnLst/>
                <a:rect l="l" t="t" r="r" b="b"/>
                <a:pathLst>
                  <a:path w="3437" h="20163" extrusionOk="0">
                    <a:moveTo>
                      <a:pt x="3217" y="255"/>
                    </a:moveTo>
                    <a:lnTo>
                      <a:pt x="3217" y="19908"/>
                    </a:lnTo>
                    <a:lnTo>
                      <a:pt x="219" y="19908"/>
                    </a:lnTo>
                    <a:lnTo>
                      <a:pt x="219" y="255"/>
                    </a:lnTo>
                    <a:close/>
                    <a:moveTo>
                      <a:pt x="106" y="1"/>
                    </a:moveTo>
                    <a:cubicBezTo>
                      <a:pt x="35" y="1"/>
                      <a:pt x="0" y="71"/>
                      <a:pt x="0" y="106"/>
                    </a:cubicBezTo>
                    <a:lnTo>
                      <a:pt x="0" y="20013"/>
                    </a:lnTo>
                    <a:cubicBezTo>
                      <a:pt x="0" y="20092"/>
                      <a:pt x="35" y="20162"/>
                      <a:pt x="106" y="20162"/>
                    </a:cubicBezTo>
                    <a:lnTo>
                      <a:pt x="3323" y="20162"/>
                    </a:lnTo>
                    <a:cubicBezTo>
                      <a:pt x="3393" y="20162"/>
                      <a:pt x="3437" y="20092"/>
                      <a:pt x="3437" y="20013"/>
                    </a:cubicBezTo>
                    <a:lnTo>
                      <a:pt x="3437" y="106"/>
                    </a:lnTo>
                    <a:cubicBezTo>
                      <a:pt x="3437" y="71"/>
                      <a:pt x="3393" y="1"/>
                      <a:pt x="33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58">
                <a:extLst>
                  <a:ext uri="{FF2B5EF4-FFF2-40B4-BE49-F238E27FC236}">
                    <a16:creationId xmlns:a16="http://schemas.microsoft.com/office/drawing/2014/main" id="{32A430AD-C3DB-2933-9E97-9B44998DC008}"/>
                  </a:ext>
                </a:extLst>
              </p:cNvPr>
              <p:cNvSpPr/>
              <p:nvPr/>
            </p:nvSpPr>
            <p:spPr>
              <a:xfrm>
                <a:off x="5967050" y="1404750"/>
                <a:ext cx="80225" cy="286675"/>
              </a:xfrm>
              <a:custGeom>
                <a:avLst/>
                <a:gdLst/>
                <a:ahLst/>
                <a:cxnLst/>
                <a:rect l="l" t="t" r="r" b="b"/>
                <a:pathLst>
                  <a:path w="3209" h="11467" extrusionOk="0">
                    <a:moveTo>
                      <a:pt x="1" y="1"/>
                    </a:moveTo>
                    <a:lnTo>
                      <a:pt x="1" y="11466"/>
                    </a:lnTo>
                    <a:lnTo>
                      <a:pt x="3209" y="11466"/>
                    </a:lnTo>
                    <a:lnTo>
                      <a:pt x="32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58">
                <a:extLst>
                  <a:ext uri="{FF2B5EF4-FFF2-40B4-BE49-F238E27FC236}">
                    <a16:creationId xmlns:a16="http://schemas.microsoft.com/office/drawing/2014/main" id="{1D19B36C-506D-5209-4A7D-935CA1EF21F6}"/>
                  </a:ext>
                </a:extLst>
              </p:cNvPr>
              <p:cNvSpPr/>
              <p:nvPr/>
            </p:nvSpPr>
            <p:spPr>
              <a:xfrm>
                <a:off x="5964200" y="1401900"/>
                <a:ext cx="85925" cy="293250"/>
              </a:xfrm>
              <a:custGeom>
                <a:avLst/>
                <a:gdLst/>
                <a:ahLst/>
                <a:cxnLst/>
                <a:rect l="l" t="t" r="r" b="b"/>
                <a:pathLst>
                  <a:path w="3437" h="11730" extrusionOk="0">
                    <a:moveTo>
                      <a:pt x="3218" y="264"/>
                    </a:moveTo>
                    <a:lnTo>
                      <a:pt x="3218" y="11475"/>
                    </a:lnTo>
                    <a:lnTo>
                      <a:pt x="220" y="11475"/>
                    </a:lnTo>
                    <a:lnTo>
                      <a:pt x="220" y="264"/>
                    </a:lnTo>
                    <a:close/>
                    <a:moveTo>
                      <a:pt x="115" y="1"/>
                    </a:moveTo>
                    <a:cubicBezTo>
                      <a:pt x="36" y="1"/>
                      <a:pt x="1" y="80"/>
                      <a:pt x="1" y="115"/>
                    </a:cubicBezTo>
                    <a:lnTo>
                      <a:pt x="1" y="11580"/>
                    </a:lnTo>
                    <a:cubicBezTo>
                      <a:pt x="1" y="11659"/>
                      <a:pt x="36" y="11729"/>
                      <a:pt x="115" y="11729"/>
                    </a:cubicBezTo>
                    <a:lnTo>
                      <a:pt x="3323" y="11729"/>
                    </a:lnTo>
                    <a:cubicBezTo>
                      <a:pt x="3402" y="11729"/>
                      <a:pt x="3437" y="11659"/>
                      <a:pt x="3437" y="11580"/>
                    </a:cubicBezTo>
                    <a:lnTo>
                      <a:pt x="3437" y="115"/>
                    </a:lnTo>
                    <a:cubicBezTo>
                      <a:pt x="3437" y="80"/>
                      <a:pt x="3402" y="1"/>
                      <a:pt x="33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2" name="Google Shape;3362;p58">
              <a:extLst>
                <a:ext uri="{FF2B5EF4-FFF2-40B4-BE49-F238E27FC236}">
                  <a16:creationId xmlns:a16="http://schemas.microsoft.com/office/drawing/2014/main" id="{8339E5B7-B8BE-5E21-933E-0635CB12E32F}"/>
                </a:ext>
              </a:extLst>
            </p:cNvPr>
            <p:cNvGrpSpPr/>
            <p:nvPr/>
          </p:nvGrpSpPr>
          <p:grpSpPr>
            <a:xfrm>
              <a:off x="6807648" y="3553181"/>
              <a:ext cx="392704" cy="405080"/>
              <a:chOff x="-4011463" y="4778467"/>
              <a:chExt cx="925316" cy="954701"/>
            </a:xfrm>
          </p:grpSpPr>
          <p:sp>
            <p:nvSpPr>
              <p:cNvPr id="3363" name="Google Shape;3363;p58">
                <a:extLst>
                  <a:ext uri="{FF2B5EF4-FFF2-40B4-BE49-F238E27FC236}">
                    <a16:creationId xmlns:a16="http://schemas.microsoft.com/office/drawing/2014/main" id="{FFA842BB-9FC7-7EA4-3B50-6DE42C183075}"/>
                  </a:ext>
                </a:extLst>
              </p:cNvPr>
              <p:cNvSpPr/>
              <p:nvPr/>
            </p:nvSpPr>
            <p:spPr>
              <a:xfrm>
                <a:off x="-3999935" y="4824671"/>
                <a:ext cx="910482" cy="902356"/>
              </a:xfrm>
              <a:custGeom>
                <a:avLst/>
                <a:gdLst/>
                <a:ahLst/>
                <a:cxnLst/>
                <a:rect l="l" t="t" r="r" b="b"/>
                <a:pathLst>
                  <a:path w="9636" h="9550" extrusionOk="0">
                    <a:moveTo>
                      <a:pt x="4821" y="2671"/>
                    </a:moveTo>
                    <a:cubicBezTo>
                      <a:pt x="5062" y="2671"/>
                      <a:pt x="5307" y="2712"/>
                      <a:pt x="5546" y="2799"/>
                    </a:cubicBezTo>
                    <a:cubicBezTo>
                      <a:pt x="6654" y="3200"/>
                      <a:pt x="7222" y="4418"/>
                      <a:pt x="6822" y="5526"/>
                    </a:cubicBezTo>
                    <a:cubicBezTo>
                      <a:pt x="6508" y="6389"/>
                      <a:pt x="5688" y="6929"/>
                      <a:pt x="4818" y="6929"/>
                    </a:cubicBezTo>
                    <a:cubicBezTo>
                      <a:pt x="4578" y="6929"/>
                      <a:pt x="4334" y="6888"/>
                      <a:pt x="4096" y="6801"/>
                    </a:cubicBezTo>
                    <a:cubicBezTo>
                      <a:pt x="2988" y="6396"/>
                      <a:pt x="2419" y="5178"/>
                      <a:pt x="2820" y="4075"/>
                    </a:cubicBezTo>
                    <a:cubicBezTo>
                      <a:pt x="3133" y="3208"/>
                      <a:pt x="3952" y="2671"/>
                      <a:pt x="4821" y="2671"/>
                    </a:cubicBezTo>
                    <a:close/>
                    <a:moveTo>
                      <a:pt x="6052" y="0"/>
                    </a:moveTo>
                    <a:cubicBezTo>
                      <a:pt x="5920" y="0"/>
                      <a:pt x="5794" y="82"/>
                      <a:pt x="5749" y="218"/>
                    </a:cubicBezTo>
                    <a:lnTo>
                      <a:pt x="5419" y="1117"/>
                    </a:lnTo>
                    <a:cubicBezTo>
                      <a:pt x="5219" y="1084"/>
                      <a:pt x="5018" y="1067"/>
                      <a:pt x="4819" y="1067"/>
                    </a:cubicBezTo>
                    <a:cubicBezTo>
                      <a:pt x="4503" y="1067"/>
                      <a:pt x="4190" y="1108"/>
                      <a:pt x="3888" y="1187"/>
                    </a:cubicBezTo>
                    <a:lnTo>
                      <a:pt x="3481" y="316"/>
                    </a:lnTo>
                    <a:cubicBezTo>
                      <a:pt x="3427" y="199"/>
                      <a:pt x="3312" y="127"/>
                      <a:pt x="3188" y="127"/>
                    </a:cubicBezTo>
                    <a:cubicBezTo>
                      <a:pt x="3141" y="127"/>
                      <a:pt x="3092" y="138"/>
                      <a:pt x="3045" y="161"/>
                    </a:cubicBezTo>
                    <a:lnTo>
                      <a:pt x="2408" y="456"/>
                    </a:lnTo>
                    <a:cubicBezTo>
                      <a:pt x="2245" y="531"/>
                      <a:pt x="2175" y="729"/>
                      <a:pt x="2252" y="891"/>
                    </a:cubicBezTo>
                    <a:lnTo>
                      <a:pt x="2657" y="1762"/>
                    </a:lnTo>
                    <a:cubicBezTo>
                      <a:pt x="2245" y="2057"/>
                      <a:pt x="1891" y="2440"/>
                      <a:pt x="1625" y="2892"/>
                    </a:cubicBezTo>
                    <a:lnTo>
                      <a:pt x="720" y="2562"/>
                    </a:lnTo>
                    <a:cubicBezTo>
                      <a:pt x="685" y="2550"/>
                      <a:pt x="648" y="2544"/>
                      <a:pt x="612" y="2544"/>
                    </a:cubicBezTo>
                    <a:cubicBezTo>
                      <a:pt x="477" y="2544"/>
                      <a:pt x="348" y="2626"/>
                      <a:pt x="303" y="2758"/>
                    </a:cubicBezTo>
                    <a:lnTo>
                      <a:pt x="59" y="3420"/>
                    </a:lnTo>
                    <a:cubicBezTo>
                      <a:pt x="1" y="3594"/>
                      <a:pt x="87" y="3780"/>
                      <a:pt x="255" y="3843"/>
                    </a:cubicBezTo>
                    <a:lnTo>
                      <a:pt x="1160" y="4169"/>
                    </a:lnTo>
                    <a:cubicBezTo>
                      <a:pt x="1074" y="4691"/>
                      <a:pt x="1103" y="5213"/>
                      <a:pt x="1224" y="5700"/>
                    </a:cubicBezTo>
                    <a:lnTo>
                      <a:pt x="360" y="6105"/>
                    </a:lnTo>
                    <a:cubicBezTo>
                      <a:pt x="191" y="6182"/>
                      <a:pt x="122" y="6378"/>
                      <a:pt x="198" y="6541"/>
                    </a:cubicBezTo>
                    <a:lnTo>
                      <a:pt x="499" y="7179"/>
                    </a:lnTo>
                    <a:cubicBezTo>
                      <a:pt x="554" y="7301"/>
                      <a:pt x="674" y="7372"/>
                      <a:pt x="798" y="7372"/>
                    </a:cubicBezTo>
                    <a:cubicBezTo>
                      <a:pt x="844" y="7372"/>
                      <a:pt x="891" y="7362"/>
                      <a:pt x="935" y="7341"/>
                    </a:cubicBezTo>
                    <a:lnTo>
                      <a:pt x="1805" y="6935"/>
                    </a:lnTo>
                    <a:cubicBezTo>
                      <a:pt x="2100" y="7347"/>
                      <a:pt x="2477" y="7701"/>
                      <a:pt x="2935" y="7968"/>
                    </a:cubicBezTo>
                    <a:lnTo>
                      <a:pt x="2605" y="8867"/>
                    </a:lnTo>
                    <a:cubicBezTo>
                      <a:pt x="2547" y="9041"/>
                      <a:pt x="2635" y="9227"/>
                      <a:pt x="2802" y="9291"/>
                    </a:cubicBezTo>
                    <a:lnTo>
                      <a:pt x="3463" y="9529"/>
                    </a:lnTo>
                    <a:cubicBezTo>
                      <a:pt x="3500" y="9543"/>
                      <a:pt x="3539" y="9550"/>
                      <a:pt x="3577" y="9550"/>
                    </a:cubicBezTo>
                    <a:cubicBezTo>
                      <a:pt x="3710" y="9550"/>
                      <a:pt x="3838" y="9466"/>
                      <a:pt x="3888" y="9331"/>
                    </a:cubicBezTo>
                    <a:lnTo>
                      <a:pt x="4212" y="8432"/>
                    </a:lnTo>
                    <a:cubicBezTo>
                      <a:pt x="4414" y="8465"/>
                      <a:pt x="4615" y="8482"/>
                      <a:pt x="4814" y="8482"/>
                    </a:cubicBezTo>
                    <a:cubicBezTo>
                      <a:pt x="5130" y="8482"/>
                      <a:pt x="5441" y="8441"/>
                      <a:pt x="5743" y="8362"/>
                    </a:cubicBezTo>
                    <a:lnTo>
                      <a:pt x="6150" y="9232"/>
                    </a:lnTo>
                    <a:cubicBezTo>
                      <a:pt x="6205" y="9351"/>
                      <a:pt x="6323" y="9420"/>
                      <a:pt x="6447" y="9420"/>
                    </a:cubicBezTo>
                    <a:cubicBezTo>
                      <a:pt x="6493" y="9420"/>
                      <a:pt x="6540" y="9410"/>
                      <a:pt x="6584" y="9389"/>
                    </a:cubicBezTo>
                    <a:lnTo>
                      <a:pt x="7222" y="9093"/>
                    </a:lnTo>
                    <a:cubicBezTo>
                      <a:pt x="7385" y="9018"/>
                      <a:pt x="7460" y="8820"/>
                      <a:pt x="7379" y="8658"/>
                    </a:cubicBezTo>
                    <a:lnTo>
                      <a:pt x="6973" y="7788"/>
                    </a:lnTo>
                    <a:cubicBezTo>
                      <a:pt x="7385" y="7492"/>
                      <a:pt x="7744" y="7109"/>
                      <a:pt x="8011" y="6657"/>
                    </a:cubicBezTo>
                    <a:lnTo>
                      <a:pt x="8911" y="6982"/>
                    </a:lnTo>
                    <a:cubicBezTo>
                      <a:pt x="8948" y="6996"/>
                      <a:pt x="8986" y="7003"/>
                      <a:pt x="9024" y="7003"/>
                    </a:cubicBezTo>
                    <a:cubicBezTo>
                      <a:pt x="9157" y="7003"/>
                      <a:pt x="9283" y="6921"/>
                      <a:pt x="9328" y="6790"/>
                    </a:cubicBezTo>
                    <a:lnTo>
                      <a:pt x="9572" y="6123"/>
                    </a:lnTo>
                    <a:cubicBezTo>
                      <a:pt x="9636" y="5955"/>
                      <a:pt x="9543" y="5770"/>
                      <a:pt x="9374" y="5706"/>
                    </a:cubicBezTo>
                    <a:lnTo>
                      <a:pt x="8475" y="5381"/>
                    </a:lnTo>
                    <a:cubicBezTo>
                      <a:pt x="8557" y="4859"/>
                      <a:pt x="8533" y="4337"/>
                      <a:pt x="8405" y="3850"/>
                    </a:cubicBezTo>
                    <a:lnTo>
                      <a:pt x="9275" y="3443"/>
                    </a:lnTo>
                    <a:cubicBezTo>
                      <a:pt x="9438" y="3363"/>
                      <a:pt x="9508" y="3170"/>
                      <a:pt x="9433" y="3008"/>
                    </a:cubicBezTo>
                    <a:lnTo>
                      <a:pt x="9136" y="2370"/>
                    </a:lnTo>
                    <a:cubicBezTo>
                      <a:pt x="9077" y="2247"/>
                      <a:pt x="8960" y="2177"/>
                      <a:pt x="8836" y="2177"/>
                    </a:cubicBezTo>
                    <a:cubicBezTo>
                      <a:pt x="8789" y="2177"/>
                      <a:pt x="8742" y="2187"/>
                      <a:pt x="8696" y="2207"/>
                    </a:cubicBezTo>
                    <a:lnTo>
                      <a:pt x="7832" y="2614"/>
                    </a:lnTo>
                    <a:cubicBezTo>
                      <a:pt x="7535" y="2202"/>
                      <a:pt x="7152" y="1848"/>
                      <a:pt x="6700" y="1581"/>
                    </a:cubicBezTo>
                    <a:lnTo>
                      <a:pt x="7026" y="683"/>
                    </a:lnTo>
                    <a:cubicBezTo>
                      <a:pt x="7090" y="509"/>
                      <a:pt x="7002" y="322"/>
                      <a:pt x="6828" y="258"/>
                    </a:cubicBezTo>
                    <a:lnTo>
                      <a:pt x="6167" y="21"/>
                    </a:lnTo>
                    <a:cubicBezTo>
                      <a:pt x="6129" y="7"/>
                      <a:pt x="6090" y="0"/>
                      <a:pt x="60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58">
                <a:extLst>
                  <a:ext uri="{FF2B5EF4-FFF2-40B4-BE49-F238E27FC236}">
                    <a16:creationId xmlns:a16="http://schemas.microsoft.com/office/drawing/2014/main" id="{1EB19102-B6C6-92D1-EECF-AF34C77B9A21}"/>
                  </a:ext>
                </a:extLst>
              </p:cNvPr>
              <p:cNvSpPr/>
              <p:nvPr/>
            </p:nvSpPr>
            <p:spPr>
              <a:xfrm>
                <a:off x="-4003242" y="4818435"/>
                <a:ext cx="917096" cy="914733"/>
              </a:xfrm>
              <a:custGeom>
                <a:avLst/>
                <a:gdLst/>
                <a:ahLst/>
                <a:cxnLst/>
                <a:rect l="l" t="t" r="r" b="b"/>
                <a:pathLst>
                  <a:path w="9706" h="9681" extrusionOk="0">
                    <a:moveTo>
                      <a:pt x="4855" y="2800"/>
                    </a:moveTo>
                    <a:cubicBezTo>
                      <a:pt x="5092" y="2800"/>
                      <a:pt x="5330" y="2841"/>
                      <a:pt x="5558" y="2923"/>
                    </a:cubicBezTo>
                    <a:cubicBezTo>
                      <a:pt x="6630" y="3312"/>
                      <a:pt x="7182" y="4501"/>
                      <a:pt x="6793" y="5568"/>
                    </a:cubicBezTo>
                    <a:cubicBezTo>
                      <a:pt x="6489" y="6405"/>
                      <a:pt x="5696" y="6928"/>
                      <a:pt x="4853" y="6928"/>
                    </a:cubicBezTo>
                    <a:cubicBezTo>
                      <a:pt x="4621" y="6928"/>
                      <a:pt x="4385" y="6889"/>
                      <a:pt x="4154" y="6805"/>
                    </a:cubicBezTo>
                    <a:cubicBezTo>
                      <a:pt x="3080" y="6415"/>
                      <a:pt x="2530" y="5231"/>
                      <a:pt x="2919" y="4160"/>
                    </a:cubicBezTo>
                    <a:cubicBezTo>
                      <a:pt x="3104" y="3643"/>
                      <a:pt x="3481" y="3231"/>
                      <a:pt x="3980" y="2998"/>
                    </a:cubicBezTo>
                    <a:cubicBezTo>
                      <a:pt x="4258" y="2866"/>
                      <a:pt x="4557" y="2800"/>
                      <a:pt x="4855" y="2800"/>
                    </a:cubicBezTo>
                    <a:close/>
                    <a:moveTo>
                      <a:pt x="4852" y="2670"/>
                    </a:moveTo>
                    <a:cubicBezTo>
                      <a:pt x="4536" y="2670"/>
                      <a:pt x="4221" y="2739"/>
                      <a:pt x="3928" y="2877"/>
                    </a:cubicBezTo>
                    <a:cubicBezTo>
                      <a:pt x="3394" y="3126"/>
                      <a:pt x="2994" y="3568"/>
                      <a:pt x="2796" y="4118"/>
                    </a:cubicBezTo>
                    <a:cubicBezTo>
                      <a:pt x="2384" y="5255"/>
                      <a:pt x="2970" y="6514"/>
                      <a:pt x="4108" y="6926"/>
                    </a:cubicBezTo>
                    <a:cubicBezTo>
                      <a:pt x="4351" y="7013"/>
                      <a:pt x="4606" y="7059"/>
                      <a:pt x="4855" y="7059"/>
                    </a:cubicBezTo>
                    <a:cubicBezTo>
                      <a:pt x="5749" y="7059"/>
                      <a:pt x="6596" y="6503"/>
                      <a:pt x="6916" y="5614"/>
                    </a:cubicBezTo>
                    <a:cubicBezTo>
                      <a:pt x="7327" y="4478"/>
                      <a:pt x="6742" y="3220"/>
                      <a:pt x="5604" y="2802"/>
                    </a:cubicBezTo>
                    <a:cubicBezTo>
                      <a:pt x="5359" y="2714"/>
                      <a:pt x="5105" y="2670"/>
                      <a:pt x="4852" y="2670"/>
                    </a:cubicBezTo>
                    <a:close/>
                    <a:moveTo>
                      <a:pt x="6098" y="131"/>
                    </a:moveTo>
                    <a:cubicBezTo>
                      <a:pt x="6125" y="131"/>
                      <a:pt x="6152" y="135"/>
                      <a:pt x="6178" y="144"/>
                    </a:cubicBezTo>
                    <a:lnTo>
                      <a:pt x="6839" y="388"/>
                    </a:lnTo>
                    <a:cubicBezTo>
                      <a:pt x="6978" y="435"/>
                      <a:pt x="7048" y="586"/>
                      <a:pt x="7002" y="725"/>
                    </a:cubicBezTo>
                    <a:lnTo>
                      <a:pt x="6672" y="1624"/>
                    </a:lnTo>
                    <a:cubicBezTo>
                      <a:pt x="6660" y="1654"/>
                      <a:pt x="6672" y="1688"/>
                      <a:pt x="6700" y="1705"/>
                    </a:cubicBezTo>
                    <a:cubicBezTo>
                      <a:pt x="7141" y="1960"/>
                      <a:pt x="7513" y="2302"/>
                      <a:pt x="7808" y="2720"/>
                    </a:cubicBezTo>
                    <a:cubicBezTo>
                      <a:pt x="7824" y="2736"/>
                      <a:pt x="7842" y="2746"/>
                      <a:pt x="7862" y="2746"/>
                    </a:cubicBezTo>
                    <a:cubicBezTo>
                      <a:pt x="7871" y="2746"/>
                      <a:pt x="7881" y="2744"/>
                      <a:pt x="7890" y="2738"/>
                    </a:cubicBezTo>
                    <a:lnTo>
                      <a:pt x="8760" y="2332"/>
                    </a:lnTo>
                    <a:cubicBezTo>
                      <a:pt x="8795" y="2316"/>
                      <a:pt x="8832" y="2309"/>
                      <a:pt x="8868" y="2309"/>
                    </a:cubicBezTo>
                    <a:cubicBezTo>
                      <a:pt x="8969" y="2309"/>
                      <a:pt x="9065" y="2365"/>
                      <a:pt x="9109" y="2460"/>
                    </a:cubicBezTo>
                    <a:lnTo>
                      <a:pt x="9409" y="3097"/>
                    </a:lnTo>
                    <a:cubicBezTo>
                      <a:pt x="9468" y="3231"/>
                      <a:pt x="9415" y="3387"/>
                      <a:pt x="9283" y="3451"/>
                    </a:cubicBezTo>
                    <a:lnTo>
                      <a:pt x="8412" y="3857"/>
                    </a:lnTo>
                    <a:cubicBezTo>
                      <a:pt x="8383" y="3869"/>
                      <a:pt x="8371" y="3898"/>
                      <a:pt x="8378" y="3933"/>
                    </a:cubicBezTo>
                    <a:cubicBezTo>
                      <a:pt x="8504" y="4425"/>
                      <a:pt x="8528" y="4931"/>
                      <a:pt x="8440" y="5435"/>
                    </a:cubicBezTo>
                    <a:cubicBezTo>
                      <a:pt x="8440" y="5464"/>
                      <a:pt x="8458" y="5493"/>
                      <a:pt x="8488" y="5504"/>
                    </a:cubicBezTo>
                    <a:lnTo>
                      <a:pt x="9387" y="5836"/>
                    </a:lnTo>
                    <a:cubicBezTo>
                      <a:pt x="9457" y="5858"/>
                      <a:pt x="9508" y="5905"/>
                      <a:pt x="9537" y="5969"/>
                    </a:cubicBezTo>
                    <a:cubicBezTo>
                      <a:pt x="9567" y="6032"/>
                      <a:pt x="9567" y="6102"/>
                      <a:pt x="9543" y="6171"/>
                    </a:cubicBezTo>
                    <a:lnTo>
                      <a:pt x="9305" y="6833"/>
                    </a:lnTo>
                    <a:cubicBezTo>
                      <a:pt x="9283" y="6897"/>
                      <a:pt x="9230" y="6949"/>
                      <a:pt x="9166" y="6979"/>
                    </a:cubicBezTo>
                    <a:cubicBezTo>
                      <a:pt x="9132" y="6995"/>
                      <a:pt x="9092" y="7004"/>
                      <a:pt x="9052" y="7004"/>
                    </a:cubicBezTo>
                    <a:cubicBezTo>
                      <a:pt x="9023" y="7004"/>
                      <a:pt x="8995" y="7000"/>
                      <a:pt x="8969" y="6990"/>
                    </a:cubicBezTo>
                    <a:lnTo>
                      <a:pt x="8064" y="6658"/>
                    </a:lnTo>
                    <a:cubicBezTo>
                      <a:pt x="8060" y="6658"/>
                      <a:pt x="8055" y="6657"/>
                      <a:pt x="8050" y="6657"/>
                    </a:cubicBezTo>
                    <a:cubicBezTo>
                      <a:pt x="8026" y="6657"/>
                      <a:pt x="8003" y="6669"/>
                      <a:pt x="7988" y="6688"/>
                    </a:cubicBezTo>
                    <a:cubicBezTo>
                      <a:pt x="7727" y="7129"/>
                      <a:pt x="7385" y="7506"/>
                      <a:pt x="6973" y="7801"/>
                    </a:cubicBezTo>
                    <a:cubicBezTo>
                      <a:pt x="6944" y="7820"/>
                      <a:pt x="6938" y="7854"/>
                      <a:pt x="6951" y="7884"/>
                    </a:cubicBezTo>
                    <a:lnTo>
                      <a:pt x="7356" y="8747"/>
                    </a:lnTo>
                    <a:cubicBezTo>
                      <a:pt x="7385" y="8811"/>
                      <a:pt x="7391" y="8886"/>
                      <a:pt x="7368" y="8950"/>
                    </a:cubicBezTo>
                    <a:cubicBezTo>
                      <a:pt x="7345" y="9014"/>
                      <a:pt x="7292" y="9073"/>
                      <a:pt x="7229" y="9102"/>
                    </a:cubicBezTo>
                    <a:lnTo>
                      <a:pt x="6590" y="9397"/>
                    </a:lnTo>
                    <a:cubicBezTo>
                      <a:pt x="6553" y="9414"/>
                      <a:pt x="6514" y="9423"/>
                      <a:pt x="6476" y="9423"/>
                    </a:cubicBezTo>
                    <a:cubicBezTo>
                      <a:pt x="6448" y="9423"/>
                      <a:pt x="6420" y="9418"/>
                      <a:pt x="6394" y="9408"/>
                    </a:cubicBezTo>
                    <a:cubicBezTo>
                      <a:pt x="6324" y="9386"/>
                      <a:pt x="6271" y="9333"/>
                      <a:pt x="6242" y="9269"/>
                    </a:cubicBezTo>
                    <a:lnTo>
                      <a:pt x="5837" y="8399"/>
                    </a:lnTo>
                    <a:cubicBezTo>
                      <a:pt x="5826" y="8379"/>
                      <a:pt x="5798" y="8363"/>
                      <a:pt x="5771" y="8363"/>
                    </a:cubicBezTo>
                    <a:cubicBezTo>
                      <a:pt x="5768" y="8363"/>
                      <a:pt x="5764" y="8363"/>
                      <a:pt x="5760" y="8364"/>
                    </a:cubicBezTo>
                    <a:cubicBezTo>
                      <a:pt x="5459" y="8442"/>
                      <a:pt x="5154" y="8481"/>
                      <a:pt x="4847" y="8481"/>
                    </a:cubicBezTo>
                    <a:cubicBezTo>
                      <a:pt x="4651" y="8481"/>
                      <a:pt x="4455" y="8465"/>
                      <a:pt x="4258" y="8434"/>
                    </a:cubicBezTo>
                    <a:cubicBezTo>
                      <a:pt x="4255" y="8433"/>
                      <a:pt x="4251" y="8433"/>
                      <a:pt x="4247" y="8433"/>
                    </a:cubicBezTo>
                    <a:cubicBezTo>
                      <a:pt x="4221" y="8433"/>
                      <a:pt x="4193" y="8450"/>
                      <a:pt x="4189" y="8475"/>
                    </a:cubicBezTo>
                    <a:lnTo>
                      <a:pt x="3859" y="9380"/>
                    </a:lnTo>
                    <a:cubicBezTo>
                      <a:pt x="3835" y="9443"/>
                      <a:pt x="3789" y="9496"/>
                      <a:pt x="3725" y="9525"/>
                    </a:cubicBezTo>
                    <a:cubicBezTo>
                      <a:pt x="3688" y="9542"/>
                      <a:pt x="3647" y="9551"/>
                      <a:pt x="3607" y="9551"/>
                    </a:cubicBezTo>
                    <a:cubicBezTo>
                      <a:pt x="3578" y="9551"/>
                      <a:pt x="3549" y="9546"/>
                      <a:pt x="3522" y="9536"/>
                    </a:cubicBezTo>
                    <a:lnTo>
                      <a:pt x="2860" y="9293"/>
                    </a:lnTo>
                    <a:cubicBezTo>
                      <a:pt x="2721" y="9247"/>
                      <a:pt x="2652" y="9095"/>
                      <a:pt x="2704" y="8956"/>
                    </a:cubicBezTo>
                    <a:lnTo>
                      <a:pt x="3029" y="8058"/>
                    </a:lnTo>
                    <a:cubicBezTo>
                      <a:pt x="3040" y="8028"/>
                      <a:pt x="3029" y="7994"/>
                      <a:pt x="3000" y="7975"/>
                    </a:cubicBezTo>
                    <a:cubicBezTo>
                      <a:pt x="2558" y="7721"/>
                      <a:pt x="2188" y="7378"/>
                      <a:pt x="1891" y="6961"/>
                    </a:cubicBezTo>
                    <a:cubicBezTo>
                      <a:pt x="1880" y="6944"/>
                      <a:pt x="1857" y="6931"/>
                      <a:pt x="1840" y="6931"/>
                    </a:cubicBezTo>
                    <a:cubicBezTo>
                      <a:pt x="1827" y="6931"/>
                      <a:pt x="1822" y="6937"/>
                      <a:pt x="1811" y="6937"/>
                    </a:cubicBezTo>
                    <a:lnTo>
                      <a:pt x="941" y="7343"/>
                    </a:lnTo>
                    <a:cubicBezTo>
                      <a:pt x="905" y="7361"/>
                      <a:pt x="867" y="7370"/>
                      <a:pt x="829" y="7370"/>
                    </a:cubicBezTo>
                    <a:cubicBezTo>
                      <a:pt x="730" y="7370"/>
                      <a:pt x="635" y="7314"/>
                      <a:pt x="592" y="7222"/>
                    </a:cubicBezTo>
                    <a:lnTo>
                      <a:pt x="290" y="6583"/>
                    </a:lnTo>
                    <a:cubicBezTo>
                      <a:pt x="261" y="6519"/>
                      <a:pt x="261" y="6444"/>
                      <a:pt x="285" y="6380"/>
                    </a:cubicBezTo>
                    <a:cubicBezTo>
                      <a:pt x="308" y="6317"/>
                      <a:pt x="354" y="6259"/>
                      <a:pt x="418" y="6230"/>
                    </a:cubicBezTo>
                    <a:lnTo>
                      <a:pt x="1289" y="5823"/>
                    </a:lnTo>
                    <a:cubicBezTo>
                      <a:pt x="1318" y="5812"/>
                      <a:pt x="1335" y="5783"/>
                      <a:pt x="1323" y="5748"/>
                    </a:cubicBezTo>
                    <a:cubicBezTo>
                      <a:pt x="1195" y="5255"/>
                      <a:pt x="1173" y="4751"/>
                      <a:pt x="1259" y="4246"/>
                    </a:cubicBezTo>
                    <a:cubicBezTo>
                      <a:pt x="1265" y="4217"/>
                      <a:pt x="1248" y="4187"/>
                      <a:pt x="1219" y="4176"/>
                    </a:cubicBezTo>
                    <a:lnTo>
                      <a:pt x="314" y="3846"/>
                    </a:lnTo>
                    <a:cubicBezTo>
                      <a:pt x="250" y="3823"/>
                      <a:pt x="198" y="3777"/>
                      <a:pt x="164" y="3713"/>
                    </a:cubicBezTo>
                    <a:cubicBezTo>
                      <a:pt x="134" y="3649"/>
                      <a:pt x="134" y="3579"/>
                      <a:pt x="157" y="3509"/>
                    </a:cubicBezTo>
                    <a:lnTo>
                      <a:pt x="395" y="2848"/>
                    </a:lnTo>
                    <a:cubicBezTo>
                      <a:pt x="418" y="2784"/>
                      <a:pt x="470" y="2733"/>
                      <a:pt x="534" y="2703"/>
                    </a:cubicBezTo>
                    <a:cubicBezTo>
                      <a:pt x="570" y="2684"/>
                      <a:pt x="607" y="2675"/>
                      <a:pt x="644" y="2675"/>
                    </a:cubicBezTo>
                    <a:cubicBezTo>
                      <a:pt x="674" y="2675"/>
                      <a:pt x="703" y="2681"/>
                      <a:pt x="732" y="2691"/>
                    </a:cubicBezTo>
                    <a:lnTo>
                      <a:pt x="1637" y="3017"/>
                    </a:lnTo>
                    <a:cubicBezTo>
                      <a:pt x="1644" y="3019"/>
                      <a:pt x="1653" y="3021"/>
                      <a:pt x="1661" y="3021"/>
                    </a:cubicBezTo>
                    <a:cubicBezTo>
                      <a:pt x="1683" y="3021"/>
                      <a:pt x="1704" y="3010"/>
                      <a:pt x="1712" y="2993"/>
                    </a:cubicBezTo>
                    <a:cubicBezTo>
                      <a:pt x="1974" y="2552"/>
                      <a:pt x="2315" y="2176"/>
                      <a:pt x="2727" y="1879"/>
                    </a:cubicBezTo>
                    <a:cubicBezTo>
                      <a:pt x="2756" y="1862"/>
                      <a:pt x="2762" y="1828"/>
                      <a:pt x="2750" y="1798"/>
                    </a:cubicBezTo>
                    <a:lnTo>
                      <a:pt x="2344" y="928"/>
                    </a:lnTo>
                    <a:cubicBezTo>
                      <a:pt x="2315" y="870"/>
                      <a:pt x="2309" y="795"/>
                      <a:pt x="2338" y="731"/>
                    </a:cubicBezTo>
                    <a:cubicBezTo>
                      <a:pt x="2362" y="661"/>
                      <a:pt x="2408" y="609"/>
                      <a:pt x="2472" y="580"/>
                    </a:cubicBezTo>
                    <a:lnTo>
                      <a:pt x="3110" y="284"/>
                    </a:lnTo>
                    <a:cubicBezTo>
                      <a:pt x="3147" y="267"/>
                      <a:pt x="3185" y="258"/>
                      <a:pt x="3225" y="258"/>
                    </a:cubicBezTo>
                    <a:cubicBezTo>
                      <a:pt x="3254" y="258"/>
                      <a:pt x="3283" y="263"/>
                      <a:pt x="3313" y="272"/>
                    </a:cubicBezTo>
                    <a:cubicBezTo>
                      <a:pt x="3377" y="296"/>
                      <a:pt x="3428" y="348"/>
                      <a:pt x="3458" y="412"/>
                    </a:cubicBezTo>
                    <a:lnTo>
                      <a:pt x="3864" y="1282"/>
                    </a:lnTo>
                    <a:cubicBezTo>
                      <a:pt x="3879" y="1302"/>
                      <a:pt x="3903" y="1318"/>
                      <a:pt x="3928" y="1318"/>
                    </a:cubicBezTo>
                    <a:cubicBezTo>
                      <a:pt x="3932" y="1318"/>
                      <a:pt x="3935" y="1317"/>
                      <a:pt x="3939" y="1317"/>
                    </a:cubicBezTo>
                    <a:cubicBezTo>
                      <a:pt x="4240" y="1238"/>
                      <a:pt x="4547" y="1200"/>
                      <a:pt x="4855" y="1200"/>
                    </a:cubicBezTo>
                    <a:cubicBezTo>
                      <a:pt x="5051" y="1200"/>
                      <a:pt x="5247" y="1216"/>
                      <a:pt x="5441" y="1247"/>
                    </a:cubicBezTo>
                    <a:cubicBezTo>
                      <a:pt x="5446" y="1248"/>
                      <a:pt x="5450" y="1248"/>
                      <a:pt x="5455" y="1248"/>
                    </a:cubicBezTo>
                    <a:cubicBezTo>
                      <a:pt x="5484" y="1248"/>
                      <a:pt x="5507" y="1232"/>
                      <a:pt x="5517" y="1207"/>
                    </a:cubicBezTo>
                    <a:lnTo>
                      <a:pt x="5842" y="302"/>
                    </a:lnTo>
                    <a:cubicBezTo>
                      <a:pt x="5865" y="238"/>
                      <a:pt x="5918" y="185"/>
                      <a:pt x="5982" y="157"/>
                    </a:cubicBezTo>
                    <a:cubicBezTo>
                      <a:pt x="6019" y="140"/>
                      <a:pt x="6059" y="131"/>
                      <a:pt x="6098" y="131"/>
                    </a:cubicBezTo>
                    <a:close/>
                    <a:moveTo>
                      <a:pt x="6091" y="0"/>
                    </a:moveTo>
                    <a:cubicBezTo>
                      <a:pt x="6035" y="0"/>
                      <a:pt x="5978" y="12"/>
                      <a:pt x="5923" y="34"/>
                    </a:cubicBezTo>
                    <a:cubicBezTo>
                      <a:pt x="5830" y="80"/>
                      <a:pt x="5755" y="163"/>
                      <a:pt x="5720" y="261"/>
                    </a:cubicBezTo>
                    <a:lnTo>
                      <a:pt x="5412" y="1113"/>
                    </a:lnTo>
                    <a:cubicBezTo>
                      <a:pt x="5224" y="1084"/>
                      <a:pt x="5037" y="1070"/>
                      <a:pt x="4849" y="1070"/>
                    </a:cubicBezTo>
                    <a:cubicBezTo>
                      <a:pt x="4551" y="1070"/>
                      <a:pt x="4255" y="1106"/>
                      <a:pt x="3963" y="1177"/>
                    </a:cubicBezTo>
                    <a:lnTo>
                      <a:pt x="3580" y="353"/>
                    </a:lnTo>
                    <a:cubicBezTo>
                      <a:pt x="3533" y="261"/>
                      <a:pt x="3452" y="185"/>
                      <a:pt x="3353" y="150"/>
                    </a:cubicBezTo>
                    <a:cubicBezTo>
                      <a:pt x="3311" y="135"/>
                      <a:pt x="3269" y="128"/>
                      <a:pt x="3226" y="128"/>
                    </a:cubicBezTo>
                    <a:cubicBezTo>
                      <a:pt x="3167" y="128"/>
                      <a:pt x="3109" y="142"/>
                      <a:pt x="3052" y="168"/>
                    </a:cubicBezTo>
                    <a:lnTo>
                      <a:pt x="2419" y="463"/>
                    </a:lnTo>
                    <a:cubicBezTo>
                      <a:pt x="2322" y="511"/>
                      <a:pt x="2252" y="586"/>
                      <a:pt x="2210" y="685"/>
                    </a:cubicBezTo>
                    <a:cubicBezTo>
                      <a:pt x="2175" y="783"/>
                      <a:pt x="2182" y="893"/>
                      <a:pt x="2228" y="985"/>
                    </a:cubicBezTo>
                    <a:lnTo>
                      <a:pt x="2611" y="1804"/>
                    </a:lnTo>
                    <a:cubicBezTo>
                      <a:pt x="2217" y="2099"/>
                      <a:pt x="1886" y="2460"/>
                      <a:pt x="1631" y="2877"/>
                    </a:cubicBezTo>
                    <a:lnTo>
                      <a:pt x="778" y="2570"/>
                    </a:lnTo>
                    <a:cubicBezTo>
                      <a:pt x="734" y="2554"/>
                      <a:pt x="689" y="2547"/>
                      <a:pt x="644" y="2547"/>
                    </a:cubicBezTo>
                    <a:cubicBezTo>
                      <a:pt x="587" y="2547"/>
                      <a:pt x="531" y="2558"/>
                      <a:pt x="477" y="2581"/>
                    </a:cubicBezTo>
                    <a:cubicBezTo>
                      <a:pt x="384" y="2628"/>
                      <a:pt x="308" y="2709"/>
                      <a:pt x="274" y="2808"/>
                    </a:cubicBezTo>
                    <a:lnTo>
                      <a:pt x="36" y="3469"/>
                    </a:lnTo>
                    <a:cubicBezTo>
                      <a:pt x="1" y="3568"/>
                      <a:pt x="1" y="3672"/>
                      <a:pt x="47" y="3764"/>
                    </a:cubicBezTo>
                    <a:cubicBezTo>
                      <a:pt x="94" y="3863"/>
                      <a:pt x="169" y="3933"/>
                      <a:pt x="268" y="3967"/>
                    </a:cubicBezTo>
                    <a:lnTo>
                      <a:pt x="1120" y="4281"/>
                    </a:lnTo>
                    <a:cubicBezTo>
                      <a:pt x="1045" y="4768"/>
                      <a:pt x="1069" y="5255"/>
                      <a:pt x="1184" y="5731"/>
                    </a:cubicBezTo>
                    <a:lnTo>
                      <a:pt x="366" y="6114"/>
                    </a:lnTo>
                    <a:cubicBezTo>
                      <a:pt x="268" y="6160"/>
                      <a:pt x="198" y="6235"/>
                      <a:pt x="164" y="6334"/>
                    </a:cubicBezTo>
                    <a:cubicBezTo>
                      <a:pt x="129" y="6433"/>
                      <a:pt x="134" y="6543"/>
                      <a:pt x="175" y="6636"/>
                    </a:cubicBezTo>
                    <a:lnTo>
                      <a:pt x="477" y="7274"/>
                    </a:lnTo>
                    <a:cubicBezTo>
                      <a:pt x="540" y="7418"/>
                      <a:pt x="683" y="7503"/>
                      <a:pt x="833" y="7503"/>
                    </a:cubicBezTo>
                    <a:cubicBezTo>
                      <a:pt x="889" y="7503"/>
                      <a:pt x="945" y="7491"/>
                      <a:pt x="999" y="7466"/>
                    </a:cubicBezTo>
                    <a:lnTo>
                      <a:pt x="1816" y="7083"/>
                    </a:lnTo>
                    <a:cubicBezTo>
                      <a:pt x="2106" y="7477"/>
                      <a:pt x="2466" y="7807"/>
                      <a:pt x="2890" y="8063"/>
                    </a:cubicBezTo>
                    <a:lnTo>
                      <a:pt x="2582" y="8910"/>
                    </a:lnTo>
                    <a:cubicBezTo>
                      <a:pt x="2507" y="9118"/>
                      <a:pt x="2611" y="9345"/>
                      <a:pt x="2814" y="9415"/>
                    </a:cubicBezTo>
                    <a:lnTo>
                      <a:pt x="3476" y="9659"/>
                    </a:lnTo>
                    <a:cubicBezTo>
                      <a:pt x="3522" y="9670"/>
                      <a:pt x="3568" y="9681"/>
                      <a:pt x="3609" y="9681"/>
                    </a:cubicBezTo>
                    <a:cubicBezTo>
                      <a:pt x="3666" y="9681"/>
                      <a:pt x="3725" y="9670"/>
                      <a:pt x="3776" y="9641"/>
                    </a:cubicBezTo>
                    <a:cubicBezTo>
                      <a:pt x="3875" y="9600"/>
                      <a:pt x="3945" y="9519"/>
                      <a:pt x="3980" y="9421"/>
                    </a:cubicBezTo>
                    <a:lnTo>
                      <a:pt x="4287" y="8567"/>
                    </a:lnTo>
                    <a:cubicBezTo>
                      <a:pt x="4476" y="8596"/>
                      <a:pt x="4665" y="8611"/>
                      <a:pt x="4854" y="8611"/>
                    </a:cubicBezTo>
                    <a:cubicBezTo>
                      <a:pt x="5152" y="8611"/>
                      <a:pt x="5449" y="8575"/>
                      <a:pt x="5744" y="8503"/>
                    </a:cubicBezTo>
                    <a:lnTo>
                      <a:pt x="6126" y="9327"/>
                    </a:lnTo>
                    <a:cubicBezTo>
                      <a:pt x="6167" y="9421"/>
                      <a:pt x="6248" y="9496"/>
                      <a:pt x="6346" y="9531"/>
                    </a:cubicBezTo>
                    <a:cubicBezTo>
                      <a:pt x="6389" y="9545"/>
                      <a:pt x="6432" y="9553"/>
                      <a:pt x="6475" y="9553"/>
                    </a:cubicBezTo>
                    <a:cubicBezTo>
                      <a:pt x="6534" y="9553"/>
                      <a:pt x="6592" y="9540"/>
                      <a:pt x="6649" y="9512"/>
                    </a:cubicBezTo>
                    <a:lnTo>
                      <a:pt x="7286" y="9217"/>
                    </a:lnTo>
                    <a:cubicBezTo>
                      <a:pt x="7379" y="9171"/>
                      <a:pt x="7455" y="9095"/>
                      <a:pt x="7489" y="8997"/>
                    </a:cubicBezTo>
                    <a:cubicBezTo>
                      <a:pt x="7524" y="8899"/>
                      <a:pt x="7519" y="8789"/>
                      <a:pt x="7473" y="8695"/>
                    </a:cubicBezTo>
                    <a:lnTo>
                      <a:pt x="7090" y="7871"/>
                    </a:lnTo>
                    <a:cubicBezTo>
                      <a:pt x="7489" y="7582"/>
                      <a:pt x="7814" y="7222"/>
                      <a:pt x="8070" y="6805"/>
                    </a:cubicBezTo>
                    <a:lnTo>
                      <a:pt x="8922" y="7111"/>
                    </a:lnTo>
                    <a:cubicBezTo>
                      <a:pt x="8966" y="7126"/>
                      <a:pt x="9012" y="7134"/>
                      <a:pt x="9058" y="7134"/>
                    </a:cubicBezTo>
                    <a:cubicBezTo>
                      <a:pt x="9115" y="7134"/>
                      <a:pt x="9172" y="7122"/>
                      <a:pt x="9224" y="7100"/>
                    </a:cubicBezTo>
                    <a:cubicBezTo>
                      <a:pt x="9317" y="7054"/>
                      <a:pt x="9393" y="6972"/>
                      <a:pt x="9427" y="6874"/>
                    </a:cubicBezTo>
                    <a:lnTo>
                      <a:pt x="9665" y="6213"/>
                    </a:lnTo>
                    <a:cubicBezTo>
                      <a:pt x="9706" y="6114"/>
                      <a:pt x="9700" y="6010"/>
                      <a:pt x="9653" y="5911"/>
                    </a:cubicBezTo>
                    <a:cubicBezTo>
                      <a:pt x="9607" y="5818"/>
                      <a:pt x="9532" y="5748"/>
                      <a:pt x="9433" y="5708"/>
                    </a:cubicBezTo>
                    <a:lnTo>
                      <a:pt x="8579" y="5400"/>
                    </a:lnTo>
                    <a:cubicBezTo>
                      <a:pt x="8656" y="4913"/>
                      <a:pt x="8632" y="4425"/>
                      <a:pt x="8517" y="3951"/>
                    </a:cubicBezTo>
                    <a:lnTo>
                      <a:pt x="9334" y="3568"/>
                    </a:lnTo>
                    <a:cubicBezTo>
                      <a:pt x="9532" y="3475"/>
                      <a:pt x="9618" y="3242"/>
                      <a:pt x="9526" y="3046"/>
                    </a:cubicBezTo>
                    <a:lnTo>
                      <a:pt x="9230" y="2407"/>
                    </a:lnTo>
                    <a:cubicBezTo>
                      <a:pt x="9162" y="2264"/>
                      <a:pt x="9018" y="2179"/>
                      <a:pt x="8871" y="2179"/>
                    </a:cubicBezTo>
                    <a:cubicBezTo>
                      <a:pt x="8816" y="2179"/>
                      <a:pt x="8760" y="2191"/>
                      <a:pt x="8708" y="2216"/>
                    </a:cubicBezTo>
                    <a:lnTo>
                      <a:pt x="7883" y="2599"/>
                    </a:lnTo>
                    <a:cubicBezTo>
                      <a:pt x="7594" y="2203"/>
                      <a:pt x="7235" y="1874"/>
                      <a:pt x="6811" y="1619"/>
                    </a:cubicBezTo>
                    <a:lnTo>
                      <a:pt x="7125" y="765"/>
                    </a:lnTo>
                    <a:cubicBezTo>
                      <a:pt x="7194" y="562"/>
                      <a:pt x="7090" y="337"/>
                      <a:pt x="6887" y="267"/>
                    </a:cubicBezTo>
                    <a:lnTo>
                      <a:pt x="6225" y="23"/>
                    </a:lnTo>
                    <a:cubicBezTo>
                      <a:pt x="6181" y="8"/>
                      <a:pt x="6136" y="0"/>
                      <a:pt x="6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58">
                <a:extLst>
                  <a:ext uri="{FF2B5EF4-FFF2-40B4-BE49-F238E27FC236}">
                    <a16:creationId xmlns:a16="http://schemas.microsoft.com/office/drawing/2014/main" id="{E43D9A7D-ACCF-2ABE-A473-B0D17E6DCF3A}"/>
                  </a:ext>
                </a:extLst>
              </p:cNvPr>
              <p:cNvSpPr/>
              <p:nvPr/>
            </p:nvSpPr>
            <p:spPr>
              <a:xfrm>
                <a:off x="-4008250" y="4784609"/>
                <a:ext cx="910009" cy="902356"/>
              </a:xfrm>
              <a:custGeom>
                <a:avLst/>
                <a:gdLst/>
                <a:ahLst/>
                <a:cxnLst/>
                <a:rect l="l" t="t" r="r" b="b"/>
                <a:pathLst>
                  <a:path w="9631" h="9550" extrusionOk="0">
                    <a:moveTo>
                      <a:pt x="4810" y="2620"/>
                    </a:moveTo>
                    <a:cubicBezTo>
                      <a:pt x="5051" y="2620"/>
                      <a:pt x="5296" y="2661"/>
                      <a:pt x="5535" y="2748"/>
                    </a:cubicBezTo>
                    <a:cubicBezTo>
                      <a:pt x="6643" y="3148"/>
                      <a:pt x="7212" y="4371"/>
                      <a:pt x="6811" y="5474"/>
                    </a:cubicBezTo>
                    <a:cubicBezTo>
                      <a:pt x="6499" y="6342"/>
                      <a:pt x="5679" y="6878"/>
                      <a:pt x="4810" y="6878"/>
                    </a:cubicBezTo>
                    <a:cubicBezTo>
                      <a:pt x="4569" y="6878"/>
                      <a:pt x="4324" y="6837"/>
                      <a:pt x="4086" y="6751"/>
                    </a:cubicBezTo>
                    <a:cubicBezTo>
                      <a:pt x="2977" y="6350"/>
                      <a:pt x="2409" y="5126"/>
                      <a:pt x="2809" y="4023"/>
                    </a:cubicBezTo>
                    <a:cubicBezTo>
                      <a:pt x="3123" y="3157"/>
                      <a:pt x="3941" y="2620"/>
                      <a:pt x="4810" y="2620"/>
                    </a:cubicBezTo>
                    <a:close/>
                    <a:moveTo>
                      <a:pt x="6055" y="0"/>
                    </a:moveTo>
                    <a:cubicBezTo>
                      <a:pt x="5921" y="0"/>
                      <a:pt x="5795" y="82"/>
                      <a:pt x="5751" y="213"/>
                    </a:cubicBezTo>
                    <a:lnTo>
                      <a:pt x="5419" y="1118"/>
                    </a:lnTo>
                    <a:cubicBezTo>
                      <a:pt x="5220" y="1084"/>
                      <a:pt x="5019" y="1067"/>
                      <a:pt x="4820" y="1067"/>
                    </a:cubicBezTo>
                    <a:cubicBezTo>
                      <a:pt x="4504" y="1067"/>
                      <a:pt x="4190" y="1109"/>
                      <a:pt x="3888" y="1187"/>
                    </a:cubicBezTo>
                    <a:lnTo>
                      <a:pt x="3481" y="317"/>
                    </a:lnTo>
                    <a:cubicBezTo>
                      <a:pt x="3427" y="195"/>
                      <a:pt x="3307" y="124"/>
                      <a:pt x="3184" y="124"/>
                    </a:cubicBezTo>
                    <a:cubicBezTo>
                      <a:pt x="3138" y="124"/>
                      <a:pt x="3091" y="134"/>
                      <a:pt x="3047" y="154"/>
                    </a:cubicBezTo>
                    <a:lnTo>
                      <a:pt x="2409" y="456"/>
                    </a:lnTo>
                    <a:cubicBezTo>
                      <a:pt x="2246" y="532"/>
                      <a:pt x="2177" y="729"/>
                      <a:pt x="2252" y="891"/>
                    </a:cubicBezTo>
                    <a:lnTo>
                      <a:pt x="2659" y="1761"/>
                    </a:lnTo>
                    <a:cubicBezTo>
                      <a:pt x="2246" y="2057"/>
                      <a:pt x="1893" y="2440"/>
                      <a:pt x="1626" y="2893"/>
                    </a:cubicBezTo>
                    <a:lnTo>
                      <a:pt x="721" y="2561"/>
                    </a:lnTo>
                    <a:cubicBezTo>
                      <a:pt x="686" y="2550"/>
                      <a:pt x="650" y="2544"/>
                      <a:pt x="614" y="2544"/>
                    </a:cubicBezTo>
                    <a:cubicBezTo>
                      <a:pt x="478" y="2544"/>
                      <a:pt x="349" y="2626"/>
                      <a:pt x="303" y="2759"/>
                    </a:cubicBezTo>
                    <a:lnTo>
                      <a:pt x="59" y="3420"/>
                    </a:lnTo>
                    <a:cubicBezTo>
                      <a:pt x="1" y="3594"/>
                      <a:pt x="89" y="3780"/>
                      <a:pt x="257" y="3844"/>
                    </a:cubicBezTo>
                    <a:lnTo>
                      <a:pt x="1162" y="4169"/>
                    </a:lnTo>
                    <a:cubicBezTo>
                      <a:pt x="1074" y="4692"/>
                      <a:pt x="1098" y="5207"/>
                      <a:pt x="1226" y="5701"/>
                    </a:cubicBezTo>
                    <a:lnTo>
                      <a:pt x="356" y="6106"/>
                    </a:lnTo>
                    <a:cubicBezTo>
                      <a:pt x="193" y="6181"/>
                      <a:pt x="123" y="6379"/>
                      <a:pt x="199" y="6542"/>
                    </a:cubicBezTo>
                    <a:lnTo>
                      <a:pt x="501" y="7179"/>
                    </a:lnTo>
                    <a:cubicBezTo>
                      <a:pt x="555" y="7297"/>
                      <a:pt x="670" y="7369"/>
                      <a:pt x="794" y="7369"/>
                    </a:cubicBezTo>
                    <a:cubicBezTo>
                      <a:pt x="841" y="7369"/>
                      <a:pt x="889" y="7359"/>
                      <a:pt x="935" y="7337"/>
                    </a:cubicBezTo>
                    <a:lnTo>
                      <a:pt x="1805" y="6930"/>
                    </a:lnTo>
                    <a:cubicBezTo>
                      <a:pt x="2096" y="7348"/>
                      <a:pt x="2479" y="7701"/>
                      <a:pt x="2931" y="7969"/>
                    </a:cubicBezTo>
                    <a:lnTo>
                      <a:pt x="2606" y="8868"/>
                    </a:lnTo>
                    <a:cubicBezTo>
                      <a:pt x="2542" y="9035"/>
                      <a:pt x="2635" y="9227"/>
                      <a:pt x="2803" y="9291"/>
                    </a:cubicBezTo>
                    <a:lnTo>
                      <a:pt x="3465" y="9529"/>
                    </a:lnTo>
                    <a:cubicBezTo>
                      <a:pt x="3501" y="9543"/>
                      <a:pt x="3538" y="9549"/>
                      <a:pt x="3575" y="9549"/>
                    </a:cubicBezTo>
                    <a:cubicBezTo>
                      <a:pt x="3709" y="9549"/>
                      <a:pt x="3836" y="9464"/>
                      <a:pt x="3882" y="9332"/>
                    </a:cubicBezTo>
                    <a:lnTo>
                      <a:pt x="4212" y="8432"/>
                    </a:lnTo>
                    <a:cubicBezTo>
                      <a:pt x="4412" y="8466"/>
                      <a:pt x="4612" y="8483"/>
                      <a:pt x="4812" y="8483"/>
                    </a:cubicBezTo>
                    <a:cubicBezTo>
                      <a:pt x="5128" y="8483"/>
                      <a:pt x="5441" y="8441"/>
                      <a:pt x="5744" y="8363"/>
                    </a:cubicBezTo>
                    <a:lnTo>
                      <a:pt x="6150" y="9233"/>
                    </a:lnTo>
                    <a:cubicBezTo>
                      <a:pt x="6205" y="9351"/>
                      <a:pt x="6324" y="9420"/>
                      <a:pt x="6448" y="9420"/>
                    </a:cubicBezTo>
                    <a:cubicBezTo>
                      <a:pt x="6494" y="9420"/>
                      <a:pt x="6542" y="9411"/>
                      <a:pt x="6586" y="9390"/>
                    </a:cubicBezTo>
                    <a:lnTo>
                      <a:pt x="7224" y="9094"/>
                    </a:lnTo>
                    <a:cubicBezTo>
                      <a:pt x="7386" y="9013"/>
                      <a:pt x="7456" y="8821"/>
                      <a:pt x="7380" y="8652"/>
                    </a:cubicBezTo>
                    <a:lnTo>
                      <a:pt x="6974" y="7789"/>
                    </a:lnTo>
                    <a:cubicBezTo>
                      <a:pt x="7386" y="7493"/>
                      <a:pt x="7740" y="7110"/>
                      <a:pt x="8006" y="6657"/>
                    </a:cubicBezTo>
                    <a:lnTo>
                      <a:pt x="8911" y="6982"/>
                    </a:lnTo>
                    <a:cubicBezTo>
                      <a:pt x="8949" y="6996"/>
                      <a:pt x="8987" y="7003"/>
                      <a:pt x="9026" y="7003"/>
                    </a:cubicBezTo>
                    <a:cubicBezTo>
                      <a:pt x="9158" y="7003"/>
                      <a:pt x="9284" y="6921"/>
                      <a:pt x="9329" y="6785"/>
                    </a:cubicBezTo>
                    <a:lnTo>
                      <a:pt x="9572" y="6124"/>
                    </a:lnTo>
                    <a:cubicBezTo>
                      <a:pt x="9631" y="5956"/>
                      <a:pt x="9544" y="5764"/>
                      <a:pt x="9376" y="5706"/>
                    </a:cubicBezTo>
                    <a:lnTo>
                      <a:pt x="8471" y="5375"/>
                    </a:lnTo>
                    <a:cubicBezTo>
                      <a:pt x="8557" y="4859"/>
                      <a:pt x="8535" y="4337"/>
                      <a:pt x="8407" y="3849"/>
                    </a:cubicBezTo>
                    <a:lnTo>
                      <a:pt x="9271" y="3444"/>
                    </a:lnTo>
                    <a:cubicBezTo>
                      <a:pt x="9440" y="3362"/>
                      <a:pt x="9510" y="3171"/>
                      <a:pt x="9433" y="3003"/>
                    </a:cubicBezTo>
                    <a:lnTo>
                      <a:pt x="9132" y="2365"/>
                    </a:lnTo>
                    <a:cubicBezTo>
                      <a:pt x="9078" y="2247"/>
                      <a:pt x="8961" y="2178"/>
                      <a:pt x="8837" y="2178"/>
                    </a:cubicBezTo>
                    <a:cubicBezTo>
                      <a:pt x="8790" y="2178"/>
                      <a:pt x="8742" y="2187"/>
                      <a:pt x="8697" y="2208"/>
                    </a:cubicBezTo>
                    <a:lnTo>
                      <a:pt x="7826" y="2614"/>
                    </a:lnTo>
                    <a:cubicBezTo>
                      <a:pt x="7537" y="2202"/>
                      <a:pt x="7154" y="1849"/>
                      <a:pt x="6702" y="1581"/>
                    </a:cubicBezTo>
                    <a:lnTo>
                      <a:pt x="7026" y="676"/>
                    </a:lnTo>
                    <a:cubicBezTo>
                      <a:pt x="7090" y="508"/>
                      <a:pt x="6997" y="323"/>
                      <a:pt x="6830" y="259"/>
                    </a:cubicBezTo>
                    <a:lnTo>
                      <a:pt x="6168" y="21"/>
                    </a:lnTo>
                    <a:cubicBezTo>
                      <a:pt x="6131" y="7"/>
                      <a:pt x="6093" y="0"/>
                      <a:pt x="60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58">
                <a:extLst>
                  <a:ext uri="{FF2B5EF4-FFF2-40B4-BE49-F238E27FC236}">
                    <a16:creationId xmlns:a16="http://schemas.microsoft.com/office/drawing/2014/main" id="{5DDAB8F9-8433-1C2D-B942-DC7F4EE376FF}"/>
                  </a:ext>
                </a:extLst>
              </p:cNvPr>
              <p:cNvSpPr/>
              <p:nvPr/>
            </p:nvSpPr>
            <p:spPr>
              <a:xfrm>
                <a:off x="-4011463" y="4778467"/>
                <a:ext cx="916529" cy="914733"/>
              </a:xfrm>
              <a:custGeom>
                <a:avLst/>
                <a:gdLst/>
                <a:ahLst/>
                <a:cxnLst/>
                <a:rect l="l" t="t" r="r" b="b"/>
                <a:pathLst>
                  <a:path w="9700" h="9681" extrusionOk="0">
                    <a:moveTo>
                      <a:pt x="4845" y="2749"/>
                    </a:moveTo>
                    <a:cubicBezTo>
                      <a:pt x="5082" y="2749"/>
                      <a:pt x="5320" y="2789"/>
                      <a:pt x="5547" y="2877"/>
                    </a:cubicBezTo>
                    <a:cubicBezTo>
                      <a:pt x="6069" y="3062"/>
                      <a:pt x="6481" y="3440"/>
                      <a:pt x="6712" y="3938"/>
                    </a:cubicBezTo>
                    <a:cubicBezTo>
                      <a:pt x="6950" y="4436"/>
                      <a:pt x="6974" y="5000"/>
                      <a:pt x="6781" y="5515"/>
                    </a:cubicBezTo>
                    <a:cubicBezTo>
                      <a:pt x="6596" y="6037"/>
                      <a:pt x="6219" y="6449"/>
                      <a:pt x="5721" y="6682"/>
                    </a:cubicBezTo>
                    <a:cubicBezTo>
                      <a:pt x="5442" y="6812"/>
                      <a:pt x="5144" y="6878"/>
                      <a:pt x="4845" y="6878"/>
                    </a:cubicBezTo>
                    <a:cubicBezTo>
                      <a:pt x="4608" y="6878"/>
                      <a:pt x="4370" y="6836"/>
                      <a:pt x="4142" y="6752"/>
                    </a:cubicBezTo>
                    <a:cubicBezTo>
                      <a:pt x="3620" y="6566"/>
                      <a:pt x="3209" y="6189"/>
                      <a:pt x="2977" y="5689"/>
                    </a:cubicBezTo>
                    <a:cubicBezTo>
                      <a:pt x="2744" y="5185"/>
                      <a:pt x="2715" y="4628"/>
                      <a:pt x="2907" y="4112"/>
                    </a:cubicBezTo>
                    <a:cubicBezTo>
                      <a:pt x="3092" y="3590"/>
                      <a:pt x="3469" y="3178"/>
                      <a:pt x="3975" y="2947"/>
                    </a:cubicBezTo>
                    <a:cubicBezTo>
                      <a:pt x="4246" y="2813"/>
                      <a:pt x="4548" y="2749"/>
                      <a:pt x="4845" y="2749"/>
                    </a:cubicBezTo>
                    <a:close/>
                    <a:moveTo>
                      <a:pt x="4840" y="2620"/>
                    </a:moveTo>
                    <a:cubicBezTo>
                      <a:pt x="4524" y="2620"/>
                      <a:pt x="4209" y="2689"/>
                      <a:pt x="3916" y="2824"/>
                    </a:cubicBezTo>
                    <a:cubicBezTo>
                      <a:pt x="3389" y="3073"/>
                      <a:pt x="2982" y="3515"/>
                      <a:pt x="2784" y="4066"/>
                    </a:cubicBezTo>
                    <a:cubicBezTo>
                      <a:pt x="2583" y="4617"/>
                      <a:pt x="2610" y="5215"/>
                      <a:pt x="2861" y="5742"/>
                    </a:cubicBezTo>
                    <a:cubicBezTo>
                      <a:pt x="3105" y="6270"/>
                      <a:pt x="3545" y="6676"/>
                      <a:pt x="4096" y="6873"/>
                    </a:cubicBezTo>
                    <a:cubicBezTo>
                      <a:pt x="4340" y="6966"/>
                      <a:pt x="4594" y="7006"/>
                      <a:pt x="4845" y="7006"/>
                    </a:cubicBezTo>
                    <a:cubicBezTo>
                      <a:pt x="5164" y="7006"/>
                      <a:pt x="5477" y="6937"/>
                      <a:pt x="5772" y="6797"/>
                    </a:cubicBezTo>
                    <a:cubicBezTo>
                      <a:pt x="6307" y="6554"/>
                      <a:pt x="6706" y="6114"/>
                      <a:pt x="6904" y="5563"/>
                    </a:cubicBezTo>
                    <a:cubicBezTo>
                      <a:pt x="7107" y="5011"/>
                      <a:pt x="7078" y="4414"/>
                      <a:pt x="6834" y="3886"/>
                    </a:cubicBezTo>
                    <a:cubicBezTo>
                      <a:pt x="6585" y="3352"/>
                      <a:pt x="6144" y="2952"/>
                      <a:pt x="5593" y="2755"/>
                    </a:cubicBezTo>
                    <a:cubicBezTo>
                      <a:pt x="5347" y="2664"/>
                      <a:pt x="5093" y="2620"/>
                      <a:pt x="4840" y="2620"/>
                    </a:cubicBezTo>
                    <a:close/>
                    <a:moveTo>
                      <a:pt x="6087" y="128"/>
                    </a:moveTo>
                    <a:cubicBezTo>
                      <a:pt x="6118" y="128"/>
                      <a:pt x="6150" y="133"/>
                      <a:pt x="6179" y="144"/>
                    </a:cubicBezTo>
                    <a:lnTo>
                      <a:pt x="6840" y="382"/>
                    </a:lnTo>
                    <a:cubicBezTo>
                      <a:pt x="6910" y="411"/>
                      <a:pt x="6961" y="457"/>
                      <a:pt x="6990" y="521"/>
                    </a:cubicBezTo>
                    <a:cubicBezTo>
                      <a:pt x="7020" y="586"/>
                      <a:pt x="7025" y="655"/>
                      <a:pt x="6996" y="725"/>
                    </a:cubicBezTo>
                    <a:lnTo>
                      <a:pt x="6671" y="1624"/>
                    </a:lnTo>
                    <a:cubicBezTo>
                      <a:pt x="6660" y="1652"/>
                      <a:pt x="6671" y="1687"/>
                      <a:pt x="6701" y="1705"/>
                    </a:cubicBezTo>
                    <a:cubicBezTo>
                      <a:pt x="7142" y="1960"/>
                      <a:pt x="7512" y="2302"/>
                      <a:pt x="7809" y="2720"/>
                    </a:cubicBezTo>
                    <a:cubicBezTo>
                      <a:pt x="7820" y="2736"/>
                      <a:pt x="7839" y="2746"/>
                      <a:pt x="7860" y="2746"/>
                    </a:cubicBezTo>
                    <a:cubicBezTo>
                      <a:pt x="7870" y="2746"/>
                      <a:pt x="7880" y="2743"/>
                      <a:pt x="7890" y="2738"/>
                    </a:cubicBezTo>
                    <a:lnTo>
                      <a:pt x="8760" y="2331"/>
                    </a:lnTo>
                    <a:cubicBezTo>
                      <a:pt x="8796" y="2315"/>
                      <a:pt x="8834" y="2308"/>
                      <a:pt x="8872" y="2308"/>
                    </a:cubicBezTo>
                    <a:cubicBezTo>
                      <a:pt x="8971" y="2308"/>
                      <a:pt x="9065" y="2362"/>
                      <a:pt x="9108" y="2459"/>
                    </a:cubicBezTo>
                    <a:lnTo>
                      <a:pt x="9410" y="3097"/>
                    </a:lnTo>
                    <a:cubicBezTo>
                      <a:pt x="9439" y="3161"/>
                      <a:pt x="9439" y="3231"/>
                      <a:pt x="9415" y="3300"/>
                    </a:cubicBezTo>
                    <a:cubicBezTo>
                      <a:pt x="9392" y="3364"/>
                      <a:pt x="9346" y="3416"/>
                      <a:pt x="9282" y="3445"/>
                    </a:cubicBezTo>
                    <a:lnTo>
                      <a:pt x="8412" y="3852"/>
                    </a:lnTo>
                    <a:cubicBezTo>
                      <a:pt x="8382" y="3868"/>
                      <a:pt x="8366" y="3898"/>
                      <a:pt x="8377" y="3927"/>
                    </a:cubicBezTo>
                    <a:cubicBezTo>
                      <a:pt x="8505" y="4425"/>
                      <a:pt x="8527" y="4931"/>
                      <a:pt x="8441" y="5435"/>
                    </a:cubicBezTo>
                    <a:cubicBezTo>
                      <a:pt x="8435" y="5464"/>
                      <a:pt x="8452" y="5493"/>
                      <a:pt x="8487" y="5504"/>
                    </a:cubicBezTo>
                    <a:lnTo>
                      <a:pt x="9386" y="5829"/>
                    </a:lnTo>
                    <a:cubicBezTo>
                      <a:pt x="9450" y="5852"/>
                      <a:pt x="9509" y="5905"/>
                      <a:pt x="9537" y="5968"/>
                    </a:cubicBezTo>
                    <a:cubicBezTo>
                      <a:pt x="9566" y="6032"/>
                      <a:pt x="9566" y="6101"/>
                      <a:pt x="9544" y="6165"/>
                    </a:cubicBezTo>
                    <a:lnTo>
                      <a:pt x="9305" y="6832"/>
                    </a:lnTo>
                    <a:cubicBezTo>
                      <a:pt x="9264" y="6938"/>
                      <a:pt x="9161" y="7004"/>
                      <a:pt x="9053" y="7004"/>
                    </a:cubicBezTo>
                    <a:cubicBezTo>
                      <a:pt x="9025" y="7004"/>
                      <a:pt x="8996" y="6999"/>
                      <a:pt x="8969" y="6990"/>
                    </a:cubicBezTo>
                    <a:lnTo>
                      <a:pt x="8064" y="6658"/>
                    </a:lnTo>
                    <a:cubicBezTo>
                      <a:pt x="8056" y="6655"/>
                      <a:pt x="8048" y="6654"/>
                      <a:pt x="8041" y="6654"/>
                    </a:cubicBezTo>
                    <a:cubicBezTo>
                      <a:pt x="8018" y="6654"/>
                      <a:pt x="7997" y="6666"/>
                      <a:pt x="7988" y="6687"/>
                    </a:cubicBezTo>
                    <a:cubicBezTo>
                      <a:pt x="7727" y="7129"/>
                      <a:pt x="7386" y="7499"/>
                      <a:pt x="6974" y="7801"/>
                    </a:cubicBezTo>
                    <a:cubicBezTo>
                      <a:pt x="6944" y="7819"/>
                      <a:pt x="6939" y="7847"/>
                      <a:pt x="6950" y="7876"/>
                    </a:cubicBezTo>
                    <a:lnTo>
                      <a:pt x="7356" y="8747"/>
                    </a:lnTo>
                    <a:cubicBezTo>
                      <a:pt x="7386" y="8811"/>
                      <a:pt x="7391" y="8880"/>
                      <a:pt x="7368" y="8950"/>
                    </a:cubicBezTo>
                    <a:cubicBezTo>
                      <a:pt x="7338" y="9014"/>
                      <a:pt x="7292" y="9065"/>
                      <a:pt x="7228" y="9100"/>
                    </a:cubicBezTo>
                    <a:lnTo>
                      <a:pt x="6591" y="9397"/>
                    </a:lnTo>
                    <a:cubicBezTo>
                      <a:pt x="6556" y="9413"/>
                      <a:pt x="6519" y="9422"/>
                      <a:pt x="6482" y="9422"/>
                    </a:cubicBezTo>
                    <a:cubicBezTo>
                      <a:pt x="6451" y="9422"/>
                      <a:pt x="6419" y="9416"/>
                      <a:pt x="6387" y="9402"/>
                    </a:cubicBezTo>
                    <a:cubicBezTo>
                      <a:pt x="6323" y="9379"/>
                      <a:pt x="6272" y="9333"/>
                      <a:pt x="6243" y="9269"/>
                    </a:cubicBezTo>
                    <a:lnTo>
                      <a:pt x="5836" y="8398"/>
                    </a:lnTo>
                    <a:cubicBezTo>
                      <a:pt x="5827" y="8374"/>
                      <a:pt x="5801" y="8362"/>
                      <a:pt x="5776" y="8362"/>
                    </a:cubicBezTo>
                    <a:cubicBezTo>
                      <a:pt x="5771" y="8362"/>
                      <a:pt x="5766" y="8363"/>
                      <a:pt x="5761" y="8364"/>
                    </a:cubicBezTo>
                    <a:cubicBezTo>
                      <a:pt x="5460" y="8442"/>
                      <a:pt x="5154" y="8481"/>
                      <a:pt x="4847" y="8481"/>
                    </a:cubicBezTo>
                    <a:cubicBezTo>
                      <a:pt x="4651" y="8481"/>
                      <a:pt x="4455" y="8465"/>
                      <a:pt x="4259" y="8433"/>
                    </a:cubicBezTo>
                    <a:cubicBezTo>
                      <a:pt x="4255" y="8433"/>
                      <a:pt x="4250" y="8432"/>
                      <a:pt x="4246" y="8432"/>
                    </a:cubicBezTo>
                    <a:cubicBezTo>
                      <a:pt x="4217" y="8432"/>
                      <a:pt x="4193" y="8449"/>
                      <a:pt x="4184" y="8474"/>
                    </a:cubicBezTo>
                    <a:lnTo>
                      <a:pt x="3858" y="9373"/>
                    </a:lnTo>
                    <a:cubicBezTo>
                      <a:pt x="3818" y="9481"/>
                      <a:pt x="3717" y="9547"/>
                      <a:pt x="3612" y="9547"/>
                    </a:cubicBezTo>
                    <a:cubicBezTo>
                      <a:pt x="3582" y="9547"/>
                      <a:pt x="3552" y="9542"/>
                      <a:pt x="3522" y="9530"/>
                    </a:cubicBezTo>
                    <a:lnTo>
                      <a:pt x="2861" y="9292"/>
                    </a:lnTo>
                    <a:cubicBezTo>
                      <a:pt x="2722" y="9246"/>
                      <a:pt x="2652" y="9089"/>
                      <a:pt x="2704" y="8955"/>
                    </a:cubicBezTo>
                    <a:lnTo>
                      <a:pt x="3028" y="8050"/>
                    </a:lnTo>
                    <a:cubicBezTo>
                      <a:pt x="3041" y="8021"/>
                      <a:pt x="3028" y="7993"/>
                      <a:pt x="3000" y="7975"/>
                    </a:cubicBezTo>
                    <a:cubicBezTo>
                      <a:pt x="2559" y="7715"/>
                      <a:pt x="2187" y="7372"/>
                      <a:pt x="1892" y="6960"/>
                    </a:cubicBezTo>
                    <a:cubicBezTo>
                      <a:pt x="1880" y="6942"/>
                      <a:pt x="1857" y="6931"/>
                      <a:pt x="1839" y="6931"/>
                    </a:cubicBezTo>
                    <a:cubicBezTo>
                      <a:pt x="1828" y="6931"/>
                      <a:pt x="1817" y="6937"/>
                      <a:pt x="1810" y="6937"/>
                    </a:cubicBezTo>
                    <a:lnTo>
                      <a:pt x="940" y="7343"/>
                    </a:lnTo>
                    <a:cubicBezTo>
                      <a:pt x="904" y="7360"/>
                      <a:pt x="865" y="7369"/>
                      <a:pt x="825" y="7369"/>
                    </a:cubicBezTo>
                    <a:cubicBezTo>
                      <a:pt x="797" y="7369"/>
                      <a:pt x="767" y="7364"/>
                      <a:pt x="738" y="7354"/>
                    </a:cubicBezTo>
                    <a:cubicBezTo>
                      <a:pt x="674" y="7332"/>
                      <a:pt x="621" y="7279"/>
                      <a:pt x="592" y="7215"/>
                    </a:cubicBezTo>
                    <a:lnTo>
                      <a:pt x="291" y="6578"/>
                    </a:lnTo>
                    <a:cubicBezTo>
                      <a:pt x="262" y="6513"/>
                      <a:pt x="262" y="6444"/>
                      <a:pt x="285" y="6380"/>
                    </a:cubicBezTo>
                    <a:cubicBezTo>
                      <a:pt x="308" y="6310"/>
                      <a:pt x="355" y="6259"/>
                      <a:pt x="418" y="6229"/>
                    </a:cubicBezTo>
                    <a:lnTo>
                      <a:pt x="1288" y="5823"/>
                    </a:lnTo>
                    <a:cubicBezTo>
                      <a:pt x="1317" y="5812"/>
                      <a:pt x="1335" y="5777"/>
                      <a:pt x="1323" y="5748"/>
                    </a:cubicBezTo>
                    <a:cubicBezTo>
                      <a:pt x="1196" y="5255"/>
                      <a:pt x="1172" y="4750"/>
                      <a:pt x="1260" y="4246"/>
                    </a:cubicBezTo>
                    <a:cubicBezTo>
                      <a:pt x="1266" y="4216"/>
                      <a:pt x="1242" y="4182"/>
                      <a:pt x="1213" y="4176"/>
                    </a:cubicBezTo>
                    <a:lnTo>
                      <a:pt x="313" y="3845"/>
                    </a:lnTo>
                    <a:cubicBezTo>
                      <a:pt x="251" y="3822"/>
                      <a:pt x="192" y="3775"/>
                      <a:pt x="163" y="3712"/>
                    </a:cubicBezTo>
                    <a:cubicBezTo>
                      <a:pt x="134" y="3648"/>
                      <a:pt x="134" y="3573"/>
                      <a:pt x="157" y="3509"/>
                    </a:cubicBezTo>
                    <a:lnTo>
                      <a:pt x="395" y="2848"/>
                    </a:lnTo>
                    <a:cubicBezTo>
                      <a:pt x="418" y="2784"/>
                      <a:pt x="471" y="2725"/>
                      <a:pt x="535" y="2696"/>
                    </a:cubicBezTo>
                    <a:cubicBezTo>
                      <a:pt x="568" y="2681"/>
                      <a:pt x="604" y="2674"/>
                      <a:pt x="639" y="2674"/>
                    </a:cubicBezTo>
                    <a:cubicBezTo>
                      <a:pt x="670" y="2674"/>
                      <a:pt x="701" y="2680"/>
                      <a:pt x="731" y="2691"/>
                    </a:cubicBezTo>
                    <a:lnTo>
                      <a:pt x="1636" y="3016"/>
                    </a:lnTo>
                    <a:cubicBezTo>
                      <a:pt x="1643" y="3019"/>
                      <a:pt x="1651" y="3021"/>
                      <a:pt x="1659" y="3021"/>
                    </a:cubicBezTo>
                    <a:cubicBezTo>
                      <a:pt x="1682" y="3021"/>
                      <a:pt x="1703" y="3009"/>
                      <a:pt x="1712" y="2987"/>
                    </a:cubicBezTo>
                    <a:cubicBezTo>
                      <a:pt x="1973" y="2551"/>
                      <a:pt x="2315" y="2174"/>
                      <a:pt x="2727" y="1879"/>
                    </a:cubicBezTo>
                    <a:cubicBezTo>
                      <a:pt x="2757" y="1861"/>
                      <a:pt x="2762" y="1826"/>
                      <a:pt x="2750" y="1798"/>
                    </a:cubicBezTo>
                    <a:lnTo>
                      <a:pt x="2345" y="928"/>
                    </a:lnTo>
                    <a:cubicBezTo>
                      <a:pt x="2315" y="864"/>
                      <a:pt x="2310" y="794"/>
                      <a:pt x="2332" y="730"/>
                    </a:cubicBezTo>
                    <a:cubicBezTo>
                      <a:pt x="2361" y="661"/>
                      <a:pt x="2409" y="608"/>
                      <a:pt x="2471" y="580"/>
                    </a:cubicBezTo>
                    <a:lnTo>
                      <a:pt x="3110" y="283"/>
                    </a:lnTo>
                    <a:cubicBezTo>
                      <a:pt x="3145" y="264"/>
                      <a:pt x="3182" y="256"/>
                      <a:pt x="3218" y="256"/>
                    </a:cubicBezTo>
                    <a:cubicBezTo>
                      <a:pt x="3248" y="256"/>
                      <a:pt x="3278" y="262"/>
                      <a:pt x="3307" y="272"/>
                    </a:cubicBezTo>
                    <a:cubicBezTo>
                      <a:pt x="3376" y="295"/>
                      <a:pt x="3429" y="347"/>
                      <a:pt x="3458" y="406"/>
                    </a:cubicBezTo>
                    <a:lnTo>
                      <a:pt x="3863" y="1276"/>
                    </a:lnTo>
                    <a:cubicBezTo>
                      <a:pt x="3873" y="1298"/>
                      <a:pt x="3897" y="1314"/>
                      <a:pt x="3922" y="1314"/>
                    </a:cubicBezTo>
                    <a:cubicBezTo>
                      <a:pt x="3928" y="1314"/>
                      <a:pt x="3934" y="1313"/>
                      <a:pt x="3940" y="1311"/>
                    </a:cubicBezTo>
                    <a:cubicBezTo>
                      <a:pt x="4236" y="1234"/>
                      <a:pt x="4537" y="1195"/>
                      <a:pt x="4839" y="1195"/>
                    </a:cubicBezTo>
                    <a:cubicBezTo>
                      <a:pt x="5039" y="1195"/>
                      <a:pt x="5241" y="1212"/>
                      <a:pt x="5442" y="1247"/>
                    </a:cubicBezTo>
                    <a:cubicBezTo>
                      <a:pt x="5446" y="1247"/>
                      <a:pt x="5451" y="1248"/>
                      <a:pt x="5455" y="1248"/>
                    </a:cubicBezTo>
                    <a:cubicBezTo>
                      <a:pt x="5484" y="1248"/>
                      <a:pt x="5508" y="1231"/>
                      <a:pt x="5517" y="1206"/>
                    </a:cubicBezTo>
                    <a:lnTo>
                      <a:pt x="5842" y="302"/>
                    </a:lnTo>
                    <a:cubicBezTo>
                      <a:pt x="5865" y="237"/>
                      <a:pt x="5917" y="185"/>
                      <a:pt x="5975" y="155"/>
                    </a:cubicBezTo>
                    <a:cubicBezTo>
                      <a:pt x="6010" y="136"/>
                      <a:pt x="6049" y="128"/>
                      <a:pt x="6087" y="128"/>
                    </a:cubicBezTo>
                    <a:close/>
                    <a:moveTo>
                      <a:pt x="6089" y="0"/>
                    </a:moveTo>
                    <a:cubicBezTo>
                      <a:pt x="6031" y="0"/>
                      <a:pt x="5975" y="12"/>
                      <a:pt x="5924" y="34"/>
                    </a:cubicBezTo>
                    <a:cubicBezTo>
                      <a:pt x="5831" y="80"/>
                      <a:pt x="5755" y="162"/>
                      <a:pt x="5721" y="260"/>
                    </a:cubicBezTo>
                    <a:lnTo>
                      <a:pt x="5413" y="1108"/>
                    </a:lnTo>
                    <a:cubicBezTo>
                      <a:pt x="5222" y="1080"/>
                      <a:pt x="5032" y="1066"/>
                      <a:pt x="4842" y="1066"/>
                    </a:cubicBezTo>
                    <a:cubicBezTo>
                      <a:pt x="4546" y="1066"/>
                      <a:pt x="4250" y="1100"/>
                      <a:pt x="3957" y="1172"/>
                    </a:cubicBezTo>
                    <a:lnTo>
                      <a:pt x="3574" y="353"/>
                    </a:lnTo>
                    <a:cubicBezTo>
                      <a:pt x="3533" y="260"/>
                      <a:pt x="3453" y="185"/>
                      <a:pt x="3354" y="150"/>
                    </a:cubicBezTo>
                    <a:cubicBezTo>
                      <a:pt x="3310" y="134"/>
                      <a:pt x="3266" y="127"/>
                      <a:pt x="3221" y="127"/>
                    </a:cubicBezTo>
                    <a:cubicBezTo>
                      <a:pt x="3164" y="127"/>
                      <a:pt x="3107" y="139"/>
                      <a:pt x="3052" y="162"/>
                    </a:cubicBezTo>
                    <a:lnTo>
                      <a:pt x="2414" y="463"/>
                    </a:lnTo>
                    <a:cubicBezTo>
                      <a:pt x="2321" y="503"/>
                      <a:pt x="2251" y="586"/>
                      <a:pt x="2211" y="684"/>
                    </a:cubicBezTo>
                    <a:cubicBezTo>
                      <a:pt x="2176" y="782"/>
                      <a:pt x="2182" y="886"/>
                      <a:pt x="2228" y="985"/>
                    </a:cubicBezTo>
                    <a:lnTo>
                      <a:pt x="2610" y="1804"/>
                    </a:lnTo>
                    <a:cubicBezTo>
                      <a:pt x="2216" y="2093"/>
                      <a:pt x="1887" y="2459"/>
                      <a:pt x="1630" y="2877"/>
                    </a:cubicBezTo>
                    <a:lnTo>
                      <a:pt x="778" y="2569"/>
                    </a:lnTo>
                    <a:cubicBezTo>
                      <a:pt x="732" y="2553"/>
                      <a:pt x="685" y="2545"/>
                      <a:pt x="638" y="2545"/>
                    </a:cubicBezTo>
                    <a:cubicBezTo>
                      <a:pt x="584" y="2545"/>
                      <a:pt x="529" y="2556"/>
                      <a:pt x="476" y="2581"/>
                    </a:cubicBezTo>
                    <a:cubicBezTo>
                      <a:pt x="383" y="2626"/>
                      <a:pt x="308" y="2703"/>
                      <a:pt x="273" y="2800"/>
                    </a:cubicBezTo>
                    <a:lnTo>
                      <a:pt x="35" y="3462"/>
                    </a:lnTo>
                    <a:cubicBezTo>
                      <a:pt x="0" y="3561"/>
                      <a:pt x="0" y="3671"/>
                      <a:pt x="47" y="3764"/>
                    </a:cubicBezTo>
                    <a:cubicBezTo>
                      <a:pt x="93" y="3863"/>
                      <a:pt x="169" y="3932"/>
                      <a:pt x="267" y="3967"/>
                    </a:cubicBezTo>
                    <a:lnTo>
                      <a:pt x="1121" y="4280"/>
                    </a:lnTo>
                    <a:cubicBezTo>
                      <a:pt x="1044" y="4762"/>
                      <a:pt x="1068" y="5249"/>
                      <a:pt x="1183" y="5731"/>
                    </a:cubicBezTo>
                    <a:lnTo>
                      <a:pt x="366" y="6114"/>
                    </a:lnTo>
                    <a:cubicBezTo>
                      <a:pt x="267" y="6160"/>
                      <a:pt x="198" y="6235"/>
                      <a:pt x="163" y="6334"/>
                    </a:cubicBezTo>
                    <a:cubicBezTo>
                      <a:pt x="128" y="6433"/>
                      <a:pt x="128" y="6543"/>
                      <a:pt x="174" y="6636"/>
                    </a:cubicBezTo>
                    <a:lnTo>
                      <a:pt x="471" y="7274"/>
                    </a:lnTo>
                    <a:cubicBezTo>
                      <a:pt x="517" y="7367"/>
                      <a:pt x="599" y="7442"/>
                      <a:pt x="696" y="7477"/>
                    </a:cubicBezTo>
                    <a:cubicBezTo>
                      <a:pt x="740" y="7492"/>
                      <a:pt x="784" y="7500"/>
                      <a:pt x="829" y="7500"/>
                    </a:cubicBezTo>
                    <a:cubicBezTo>
                      <a:pt x="886" y="7500"/>
                      <a:pt x="943" y="7488"/>
                      <a:pt x="998" y="7464"/>
                    </a:cubicBezTo>
                    <a:lnTo>
                      <a:pt x="1817" y="7076"/>
                    </a:lnTo>
                    <a:cubicBezTo>
                      <a:pt x="2106" y="7477"/>
                      <a:pt x="2466" y="7801"/>
                      <a:pt x="2889" y="8056"/>
                    </a:cubicBezTo>
                    <a:lnTo>
                      <a:pt x="2576" y="8909"/>
                    </a:lnTo>
                    <a:cubicBezTo>
                      <a:pt x="2506" y="9113"/>
                      <a:pt x="2610" y="9338"/>
                      <a:pt x="2814" y="9413"/>
                    </a:cubicBezTo>
                    <a:lnTo>
                      <a:pt x="3475" y="9657"/>
                    </a:lnTo>
                    <a:cubicBezTo>
                      <a:pt x="3522" y="9670"/>
                      <a:pt x="3568" y="9681"/>
                      <a:pt x="3609" y="9681"/>
                    </a:cubicBezTo>
                    <a:cubicBezTo>
                      <a:pt x="3772" y="9681"/>
                      <a:pt x="3922" y="9576"/>
                      <a:pt x="3980" y="9420"/>
                    </a:cubicBezTo>
                    <a:lnTo>
                      <a:pt x="4288" y="8567"/>
                    </a:lnTo>
                    <a:cubicBezTo>
                      <a:pt x="4477" y="8596"/>
                      <a:pt x="4666" y="8611"/>
                      <a:pt x="4854" y="8611"/>
                    </a:cubicBezTo>
                    <a:cubicBezTo>
                      <a:pt x="5151" y="8611"/>
                      <a:pt x="5447" y="8574"/>
                      <a:pt x="5737" y="8503"/>
                    </a:cubicBezTo>
                    <a:lnTo>
                      <a:pt x="6126" y="9327"/>
                    </a:lnTo>
                    <a:cubicBezTo>
                      <a:pt x="6167" y="9420"/>
                      <a:pt x="6248" y="9490"/>
                      <a:pt x="6347" y="9525"/>
                    </a:cubicBezTo>
                    <a:cubicBezTo>
                      <a:pt x="6391" y="9543"/>
                      <a:pt x="6437" y="9552"/>
                      <a:pt x="6482" y="9552"/>
                    </a:cubicBezTo>
                    <a:cubicBezTo>
                      <a:pt x="6538" y="9552"/>
                      <a:pt x="6594" y="9538"/>
                      <a:pt x="6648" y="9512"/>
                    </a:cubicBezTo>
                    <a:lnTo>
                      <a:pt x="7287" y="9217"/>
                    </a:lnTo>
                    <a:cubicBezTo>
                      <a:pt x="7379" y="9170"/>
                      <a:pt x="7448" y="9095"/>
                      <a:pt x="7490" y="8996"/>
                    </a:cubicBezTo>
                    <a:cubicBezTo>
                      <a:pt x="7525" y="8898"/>
                      <a:pt x="7518" y="8787"/>
                      <a:pt x="7472" y="8695"/>
                    </a:cubicBezTo>
                    <a:lnTo>
                      <a:pt x="7089" y="7871"/>
                    </a:lnTo>
                    <a:cubicBezTo>
                      <a:pt x="7483" y="7581"/>
                      <a:pt x="7814" y="7221"/>
                      <a:pt x="8069" y="6797"/>
                    </a:cubicBezTo>
                    <a:lnTo>
                      <a:pt x="8923" y="7111"/>
                    </a:lnTo>
                    <a:cubicBezTo>
                      <a:pt x="8965" y="7125"/>
                      <a:pt x="9009" y="7132"/>
                      <a:pt x="9052" y="7132"/>
                    </a:cubicBezTo>
                    <a:cubicBezTo>
                      <a:pt x="9214" y="7132"/>
                      <a:pt x="9367" y="7033"/>
                      <a:pt x="9427" y="6873"/>
                    </a:cubicBezTo>
                    <a:lnTo>
                      <a:pt x="9665" y="6211"/>
                    </a:lnTo>
                    <a:cubicBezTo>
                      <a:pt x="9699" y="6114"/>
                      <a:pt x="9699" y="6009"/>
                      <a:pt x="9654" y="5911"/>
                    </a:cubicBezTo>
                    <a:cubicBezTo>
                      <a:pt x="9606" y="5817"/>
                      <a:pt x="9531" y="5742"/>
                      <a:pt x="9432" y="5707"/>
                    </a:cubicBezTo>
                    <a:lnTo>
                      <a:pt x="8580" y="5400"/>
                    </a:lnTo>
                    <a:cubicBezTo>
                      <a:pt x="8655" y="4912"/>
                      <a:pt x="8632" y="4425"/>
                      <a:pt x="8516" y="3949"/>
                    </a:cubicBezTo>
                    <a:lnTo>
                      <a:pt x="9335" y="3566"/>
                    </a:lnTo>
                    <a:cubicBezTo>
                      <a:pt x="9432" y="3520"/>
                      <a:pt x="9502" y="3440"/>
                      <a:pt x="9537" y="3341"/>
                    </a:cubicBezTo>
                    <a:cubicBezTo>
                      <a:pt x="9571" y="3242"/>
                      <a:pt x="9571" y="3137"/>
                      <a:pt x="9525" y="3044"/>
                    </a:cubicBezTo>
                    <a:lnTo>
                      <a:pt x="9230" y="2407"/>
                    </a:lnTo>
                    <a:cubicBezTo>
                      <a:pt x="9163" y="2263"/>
                      <a:pt x="9019" y="2178"/>
                      <a:pt x="8869" y="2178"/>
                    </a:cubicBezTo>
                    <a:cubicBezTo>
                      <a:pt x="8813" y="2178"/>
                      <a:pt x="8755" y="2190"/>
                      <a:pt x="8701" y="2216"/>
                    </a:cubicBezTo>
                    <a:lnTo>
                      <a:pt x="7884" y="2599"/>
                    </a:lnTo>
                    <a:cubicBezTo>
                      <a:pt x="7594" y="2203"/>
                      <a:pt x="7234" y="1873"/>
                      <a:pt x="6811" y="1617"/>
                    </a:cubicBezTo>
                    <a:lnTo>
                      <a:pt x="7118" y="765"/>
                    </a:lnTo>
                    <a:cubicBezTo>
                      <a:pt x="7159" y="666"/>
                      <a:pt x="7153" y="562"/>
                      <a:pt x="7107" y="463"/>
                    </a:cubicBezTo>
                    <a:cubicBezTo>
                      <a:pt x="7060" y="371"/>
                      <a:pt x="6985" y="302"/>
                      <a:pt x="6886" y="260"/>
                    </a:cubicBezTo>
                    <a:lnTo>
                      <a:pt x="6225" y="23"/>
                    </a:lnTo>
                    <a:cubicBezTo>
                      <a:pt x="6181" y="8"/>
                      <a:pt x="6134" y="0"/>
                      <a:pt x="60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F600BCB-D86B-65DC-719B-89420F0587AD}"/>
              </a:ext>
            </a:extLst>
          </p:cNvPr>
          <p:cNvSpPr txBox="1"/>
          <p:nvPr/>
        </p:nvSpPr>
        <p:spPr>
          <a:xfrm>
            <a:off x="3017728" y="4911648"/>
            <a:ext cx="3108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800" i="1" dirty="0"/>
              <a:t>(Excludes cancelled and returned orders. Jan 2022 – Feb 2025)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52087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2">
          <a:extLst>
            <a:ext uri="{FF2B5EF4-FFF2-40B4-BE49-F238E27FC236}">
              <a16:creationId xmlns:a16="http://schemas.microsoft.com/office/drawing/2014/main" id="{B87723F0-1B22-3A0B-C1A5-6B5380AA2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Google Shape;4103;p66">
            <a:extLst>
              <a:ext uri="{FF2B5EF4-FFF2-40B4-BE49-F238E27FC236}">
                <a16:creationId xmlns:a16="http://schemas.microsoft.com/office/drawing/2014/main" id="{FD48C634-CF8B-DD3A-FBD6-20601C5F51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0954" y="2041363"/>
            <a:ext cx="3055325" cy="1017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ID" dirty="0"/>
              <a:t>Revenue has shown a stable, upward trajectory since 2022, reaching its peak volume in early 2025.</a:t>
            </a:r>
            <a:endParaRPr dirty="0"/>
          </a:p>
        </p:txBody>
      </p:sp>
      <p:sp>
        <p:nvSpPr>
          <p:cNvPr id="4104" name="Google Shape;4104;p66">
            <a:extLst>
              <a:ext uri="{FF2B5EF4-FFF2-40B4-BE49-F238E27FC236}">
                <a16:creationId xmlns:a16="http://schemas.microsoft.com/office/drawing/2014/main" id="{2B9A239A-3AF4-F43C-438D-BC4E797550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54" y="1637109"/>
            <a:ext cx="3554100" cy="4937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2000" dirty="0"/>
              <a:t>The Revenue Timeline</a:t>
            </a:r>
            <a:endParaRPr sz="2000" dirty="0">
              <a:solidFill>
                <a:schemeClr val="accent4"/>
              </a:solidFill>
            </a:endParaRPr>
          </a:p>
        </p:txBody>
      </p:sp>
      <p:grpSp>
        <p:nvGrpSpPr>
          <p:cNvPr id="4105" name="Google Shape;4105;p66">
            <a:extLst>
              <a:ext uri="{FF2B5EF4-FFF2-40B4-BE49-F238E27FC236}">
                <a16:creationId xmlns:a16="http://schemas.microsoft.com/office/drawing/2014/main" id="{E0BD77E9-9BDB-2CD5-62DF-5BBDE38BD67A}"/>
              </a:ext>
            </a:extLst>
          </p:cNvPr>
          <p:cNvGrpSpPr/>
          <p:nvPr/>
        </p:nvGrpSpPr>
        <p:grpSpPr>
          <a:xfrm>
            <a:off x="3864897" y="1109025"/>
            <a:ext cx="5039808" cy="3219840"/>
            <a:chOff x="4632525" y="1220188"/>
            <a:chExt cx="3868960" cy="2496364"/>
          </a:xfrm>
        </p:grpSpPr>
        <p:sp>
          <p:nvSpPr>
            <p:cNvPr id="4106" name="Google Shape;4106;p66">
              <a:extLst>
                <a:ext uri="{FF2B5EF4-FFF2-40B4-BE49-F238E27FC236}">
                  <a16:creationId xmlns:a16="http://schemas.microsoft.com/office/drawing/2014/main" id="{A8534537-C46B-0DE9-A4F7-FFD7F5160A23}"/>
                </a:ext>
              </a:extLst>
            </p:cNvPr>
            <p:cNvSpPr/>
            <p:nvPr/>
          </p:nvSpPr>
          <p:spPr>
            <a:xfrm>
              <a:off x="4750431" y="1220188"/>
              <a:ext cx="3633142" cy="2232312"/>
            </a:xfrm>
            <a:custGeom>
              <a:avLst/>
              <a:gdLst/>
              <a:ahLst/>
              <a:cxnLst/>
              <a:rect l="l" t="t" r="r" b="b"/>
              <a:pathLst>
                <a:path w="163895" h="100702" extrusionOk="0">
                  <a:moveTo>
                    <a:pt x="8116" y="0"/>
                  </a:moveTo>
                  <a:cubicBezTo>
                    <a:pt x="3557" y="0"/>
                    <a:pt x="0" y="3678"/>
                    <a:pt x="0" y="8238"/>
                  </a:cubicBezTo>
                  <a:lnTo>
                    <a:pt x="0" y="100701"/>
                  </a:lnTo>
                  <a:lnTo>
                    <a:pt x="163894" y="100701"/>
                  </a:lnTo>
                  <a:lnTo>
                    <a:pt x="163894" y="8238"/>
                  </a:lnTo>
                  <a:cubicBezTo>
                    <a:pt x="163894" y="3678"/>
                    <a:pt x="160338" y="0"/>
                    <a:pt x="15577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66">
              <a:extLst>
                <a:ext uri="{FF2B5EF4-FFF2-40B4-BE49-F238E27FC236}">
                  <a16:creationId xmlns:a16="http://schemas.microsoft.com/office/drawing/2014/main" id="{455FBA8F-A5BE-B35E-200D-2D55562860AB}"/>
                </a:ext>
              </a:extLst>
            </p:cNvPr>
            <p:cNvSpPr/>
            <p:nvPr/>
          </p:nvSpPr>
          <p:spPr>
            <a:xfrm>
              <a:off x="6510736" y="1305620"/>
              <a:ext cx="112544" cy="115249"/>
            </a:xfrm>
            <a:custGeom>
              <a:avLst/>
              <a:gdLst/>
              <a:ahLst/>
              <a:cxnLst/>
              <a:rect l="l" t="t" r="r" b="b"/>
              <a:pathLst>
                <a:path w="5077" h="5199" extrusionOk="0">
                  <a:moveTo>
                    <a:pt x="2523" y="244"/>
                  </a:moveTo>
                  <a:cubicBezTo>
                    <a:pt x="3800" y="244"/>
                    <a:pt x="4803" y="1277"/>
                    <a:pt x="4803" y="2524"/>
                  </a:cubicBezTo>
                  <a:cubicBezTo>
                    <a:pt x="4803" y="3800"/>
                    <a:pt x="3800" y="4955"/>
                    <a:pt x="2523" y="4955"/>
                  </a:cubicBezTo>
                  <a:cubicBezTo>
                    <a:pt x="1277" y="4955"/>
                    <a:pt x="244" y="3800"/>
                    <a:pt x="244" y="2524"/>
                  </a:cubicBezTo>
                  <a:cubicBezTo>
                    <a:pt x="244" y="1277"/>
                    <a:pt x="1277" y="244"/>
                    <a:pt x="2523" y="244"/>
                  </a:cubicBezTo>
                  <a:close/>
                  <a:moveTo>
                    <a:pt x="2523" y="1"/>
                  </a:moveTo>
                  <a:cubicBezTo>
                    <a:pt x="1125" y="1"/>
                    <a:pt x="0" y="1156"/>
                    <a:pt x="0" y="2524"/>
                  </a:cubicBezTo>
                  <a:cubicBezTo>
                    <a:pt x="0" y="3922"/>
                    <a:pt x="1125" y="5198"/>
                    <a:pt x="2523" y="5198"/>
                  </a:cubicBezTo>
                  <a:cubicBezTo>
                    <a:pt x="3921" y="5198"/>
                    <a:pt x="5076" y="3922"/>
                    <a:pt x="5076" y="2524"/>
                  </a:cubicBezTo>
                  <a:cubicBezTo>
                    <a:pt x="5076" y="1156"/>
                    <a:pt x="3921" y="1"/>
                    <a:pt x="252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66">
              <a:extLst>
                <a:ext uri="{FF2B5EF4-FFF2-40B4-BE49-F238E27FC236}">
                  <a16:creationId xmlns:a16="http://schemas.microsoft.com/office/drawing/2014/main" id="{229C3536-2D18-097A-7FB1-39918653D951}"/>
                </a:ext>
              </a:extLst>
            </p:cNvPr>
            <p:cNvSpPr/>
            <p:nvPr/>
          </p:nvSpPr>
          <p:spPr>
            <a:xfrm>
              <a:off x="4632525" y="3449703"/>
              <a:ext cx="3868960" cy="117931"/>
            </a:xfrm>
            <a:custGeom>
              <a:avLst/>
              <a:gdLst/>
              <a:ahLst/>
              <a:cxnLst/>
              <a:rect l="l" t="t" r="r" b="b"/>
              <a:pathLst>
                <a:path w="174533" h="5320" extrusionOk="0">
                  <a:moveTo>
                    <a:pt x="0" y="0"/>
                  </a:moveTo>
                  <a:lnTo>
                    <a:pt x="0" y="5320"/>
                  </a:lnTo>
                  <a:lnTo>
                    <a:pt x="174532" y="5320"/>
                  </a:lnTo>
                  <a:lnTo>
                    <a:pt x="17453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66">
              <a:extLst>
                <a:ext uri="{FF2B5EF4-FFF2-40B4-BE49-F238E27FC236}">
                  <a16:creationId xmlns:a16="http://schemas.microsoft.com/office/drawing/2014/main" id="{4EEDA548-BB6C-8C1A-84C3-358A415A2D13}"/>
                </a:ext>
              </a:extLst>
            </p:cNvPr>
            <p:cNvSpPr/>
            <p:nvPr/>
          </p:nvSpPr>
          <p:spPr>
            <a:xfrm>
              <a:off x="4632525" y="3449703"/>
              <a:ext cx="3868960" cy="117931"/>
            </a:xfrm>
            <a:custGeom>
              <a:avLst/>
              <a:gdLst/>
              <a:ahLst/>
              <a:cxnLst/>
              <a:rect l="l" t="t" r="r" b="b"/>
              <a:pathLst>
                <a:path w="174533" h="5320" extrusionOk="0">
                  <a:moveTo>
                    <a:pt x="0" y="0"/>
                  </a:moveTo>
                  <a:lnTo>
                    <a:pt x="0" y="5320"/>
                  </a:lnTo>
                  <a:lnTo>
                    <a:pt x="174532" y="5320"/>
                  </a:lnTo>
                  <a:lnTo>
                    <a:pt x="174532" y="0"/>
                  </a:lnTo>
                  <a:close/>
                </a:path>
              </a:pathLst>
            </a:custGeom>
            <a:solidFill>
              <a:schemeClr val="lt2"/>
            </a:solidFill>
            <a:ln w="60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66">
              <a:extLst>
                <a:ext uri="{FF2B5EF4-FFF2-40B4-BE49-F238E27FC236}">
                  <a16:creationId xmlns:a16="http://schemas.microsoft.com/office/drawing/2014/main" id="{1F14F1D7-1CC5-7C43-A88B-A403BC4C2E1B}"/>
                </a:ext>
              </a:extLst>
            </p:cNvPr>
            <p:cNvSpPr/>
            <p:nvPr/>
          </p:nvSpPr>
          <p:spPr>
            <a:xfrm>
              <a:off x="4632525" y="3567608"/>
              <a:ext cx="3868960" cy="148943"/>
            </a:xfrm>
            <a:custGeom>
              <a:avLst/>
              <a:gdLst/>
              <a:ahLst/>
              <a:cxnLst/>
              <a:rect l="l" t="t" r="r" b="b"/>
              <a:pathLst>
                <a:path w="174533" h="6719" extrusionOk="0">
                  <a:moveTo>
                    <a:pt x="0" y="1"/>
                  </a:moveTo>
                  <a:cubicBezTo>
                    <a:pt x="3040" y="4165"/>
                    <a:pt x="8876" y="6718"/>
                    <a:pt x="15350" y="6718"/>
                  </a:cubicBezTo>
                  <a:lnTo>
                    <a:pt x="159213" y="6718"/>
                  </a:lnTo>
                  <a:cubicBezTo>
                    <a:pt x="165657" y="6718"/>
                    <a:pt x="171493" y="4165"/>
                    <a:pt x="17453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12" name="Google Shape;4112;p66">
            <a:extLst>
              <a:ext uri="{FF2B5EF4-FFF2-40B4-BE49-F238E27FC236}">
                <a16:creationId xmlns:a16="http://schemas.microsoft.com/office/drawing/2014/main" id="{BCE5E85F-3D95-19E5-FF16-51862CB7A715}"/>
              </a:ext>
            </a:extLst>
          </p:cNvPr>
          <p:cNvGrpSpPr/>
          <p:nvPr/>
        </p:nvGrpSpPr>
        <p:grpSpPr>
          <a:xfrm>
            <a:off x="521737" y="3459681"/>
            <a:ext cx="2291884" cy="1321371"/>
            <a:chOff x="521737" y="3459681"/>
            <a:chExt cx="2291884" cy="1321371"/>
          </a:xfrm>
        </p:grpSpPr>
        <p:grpSp>
          <p:nvGrpSpPr>
            <p:cNvPr id="4113" name="Google Shape;4113;p66">
              <a:extLst>
                <a:ext uri="{FF2B5EF4-FFF2-40B4-BE49-F238E27FC236}">
                  <a16:creationId xmlns:a16="http://schemas.microsoft.com/office/drawing/2014/main" id="{C2379FE5-311C-BA99-2EA5-7EC3D3D25E1D}"/>
                </a:ext>
              </a:extLst>
            </p:cNvPr>
            <p:cNvGrpSpPr/>
            <p:nvPr/>
          </p:nvGrpSpPr>
          <p:grpSpPr>
            <a:xfrm>
              <a:off x="1533995" y="4015904"/>
              <a:ext cx="1279627" cy="631207"/>
              <a:chOff x="6539450" y="2236325"/>
              <a:chExt cx="834775" cy="411800"/>
            </a:xfrm>
          </p:grpSpPr>
          <p:sp>
            <p:nvSpPr>
              <p:cNvPr id="4114" name="Google Shape;4114;p66">
                <a:extLst>
                  <a:ext uri="{FF2B5EF4-FFF2-40B4-BE49-F238E27FC236}">
                    <a16:creationId xmlns:a16="http://schemas.microsoft.com/office/drawing/2014/main" id="{37293BEC-ED35-8729-51D5-E62334FA19CA}"/>
                  </a:ext>
                </a:extLst>
              </p:cNvPr>
              <p:cNvSpPr/>
              <p:nvPr/>
            </p:nvSpPr>
            <p:spPr>
              <a:xfrm>
                <a:off x="6883750" y="2260000"/>
                <a:ext cx="404550" cy="356125"/>
              </a:xfrm>
              <a:custGeom>
                <a:avLst/>
                <a:gdLst/>
                <a:ahLst/>
                <a:cxnLst/>
                <a:rect l="l" t="t" r="r" b="b"/>
                <a:pathLst>
                  <a:path w="16182" h="14245" extrusionOk="0">
                    <a:moveTo>
                      <a:pt x="368" y="0"/>
                    </a:moveTo>
                    <a:cubicBezTo>
                      <a:pt x="149" y="0"/>
                      <a:pt x="0" y="184"/>
                      <a:pt x="0" y="368"/>
                    </a:cubicBezTo>
                    <a:lnTo>
                      <a:pt x="0" y="13876"/>
                    </a:lnTo>
                    <a:cubicBezTo>
                      <a:pt x="0" y="14096"/>
                      <a:pt x="149" y="14245"/>
                      <a:pt x="368" y="14245"/>
                    </a:cubicBezTo>
                    <a:lnTo>
                      <a:pt x="14648" y="14245"/>
                    </a:lnTo>
                    <a:cubicBezTo>
                      <a:pt x="14797" y="14245"/>
                      <a:pt x="14937" y="14131"/>
                      <a:pt x="14972" y="14025"/>
                    </a:cubicBezTo>
                    <a:lnTo>
                      <a:pt x="16147" y="10808"/>
                    </a:lnTo>
                    <a:cubicBezTo>
                      <a:pt x="16182" y="10668"/>
                      <a:pt x="16147" y="10519"/>
                      <a:pt x="16033" y="10405"/>
                    </a:cubicBezTo>
                    <a:lnTo>
                      <a:pt x="5733" y="1937"/>
                    </a:lnTo>
                    <a:cubicBezTo>
                      <a:pt x="5663" y="1902"/>
                      <a:pt x="5628" y="1858"/>
                      <a:pt x="5628" y="1788"/>
                    </a:cubicBezTo>
                    <a:lnTo>
                      <a:pt x="5076" y="254"/>
                    </a:lnTo>
                    <a:cubicBezTo>
                      <a:pt x="5005" y="105"/>
                      <a:pt x="4892" y="0"/>
                      <a:pt x="47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66">
                <a:extLst>
                  <a:ext uri="{FF2B5EF4-FFF2-40B4-BE49-F238E27FC236}">
                    <a16:creationId xmlns:a16="http://schemas.microsoft.com/office/drawing/2014/main" id="{15023810-84FD-92A2-3916-0DE88A2E6590}"/>
                  </a:ext>
                </a:extLst>
              </p:cNvPr>
              <p:cNvSpPr/>
              <p:nvPr/>
            </p:nvSpPr>
            <p:spPr>
              <a:xfrm>
                <a:off x="6881100" y="2257150"/>
                <a:ext cx="410925" cy="361600"/>
              </a:xfrm>
              <a:custGeom>
                <a:avLst/>
                <a:gdLst/>
                <a:ahLst/>
                <a:cxnLst/>
                <a:rect l="l" t="t" r="r" b="b"/>
                <a:pathLst>
                  <a:path w="16437" h="14464" extrusionOk="0">
                    <a:moveTo>
                      <a:pt x="4822" y="219"/>
                    </a:moveTo>
                    <a:cubicBezTo>
                      <a:pt x="4927" y="219"/>
                      <a:pt x="5041" y="298"/>
                      <a:pt x="5076" y="403"/>
                    </a:cubicBezTo>
                    <a:lnTo>
                      <a:pt x="5620" y="1937"/>
                    </a:lnTo>
                    <a:cubicBezTo>
                      <a:pt x="5655" y="2016"/>
                      <a:pt x="5699" y="2086"/>
                      <a:pt x="5769" y="2157"/>
                    </a:cubicBezTo>
                    <a:lnTo>
                      <a:pt x="16069" y="10598"/>
                    </a:lnTo>
                    <a:cubicBezTo>
                      <a:pt x="16139" y="10668"/>
                      <a:pt x="16174" y="10782"/>
                      <a:pt x="16139" y="10887"/>
                    </a:cubicBezTo>
                    <a:lnTo>
                      <a:pt x="14973" y="14069"/>
                    </a:lnTo>
                    <a:cubicBezTo>
                      <a:pt x="14938" y="14174"/>
                      <a:pt x="14859" y="14245"/>
                      <a:pt x="14754" y="14245"/>
                    </a:cubicBezTo>
                    <a:lnTo>
                      <a:pt x="474" y="14245"/>
                    </a:lnTo>
                    <a:cubicBezTo>
                      <a:pt x="325" y="14245"/>
                      <a:pt x="220" y="14139"/>
                      <a:pt x="220" y="13990"/>
                    </a:cubicBezTo>
                    <a:lnTo>
                      <a:pt x="220" y="482"/>
                    </a:lnTo>
                    <a:cubicBezTo>
                      <a:pt x="220" y="333"/>
                      <a:pt x="325" y="219"/>
                      <a:pt x="474" y="219"/>
                    </a:cubicBezTo>
                    <a:close/>
                    <a:moveTo>
                      <a:pt x="474" y="0"/>
                    </a:moveTo>
                    <a:cubicBezTo>
                      <a:pt x="176" y="0"/>
                      <a:pt x="1" y="219"/>
                      <a:pt x="1" y="482"/>
                    </a:cubicBezTo>
                    <a:lnTo>
                      <a:pt x="1" y="13990"/>
                    </a:lnTo>
                    <a:cubicBezTo>
                      <a:pt x="1" y="14245"/>
                      <a:pt x="176" y="14464"/>
                      <a:pt x="474" y="14464"/>
                    </a:cubicBezTo>
                    <a:lnTo>
                      <a:pt x="14754" y="14464"/>
                    </a:lnTo>
                    <a:cubicBezTo>
                      <a:pt x="14938" y="14464"/>
                      <a:pt x="15122" y="14359"/>
                      <a:pt x="15192" y="14174"/>
                    </a:cubicBezTo>
                    <a:lnTo>
                      <a:pt x="16358" y="10957"/>
                    </a:lnTo>
                    <a:cubicBezTo>
                      <a:pt x="16437" y="10782"/>
                      <a:pt x="16358" y="10563"/>
                      <a:pt x="16218" y="10414"/>
                    </a:cubicBezTo>
                    <a:lnTo>
                      <a:pt x="5918" y="1972"/>
                    </a:lnTo>
                    <a:cubicBezTo>
                      <a:pt x="5874" y="1937"/>
                      <a:pt x="5839" y="1902"/>
                      <a:pt x="5839" y="1867"/>
                    </a:cubicBezTo>
                    <a:lnTo>
                      <a:pt x="5296" y="333"/>
                    </a:lnTo>
                    <a:cubicBezTo>
                      <a:pt x="5217" y="149"/>
                      <a:pt x="5041" y="0"/>
                      <a:pt x="48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66">
                <a:extLst>
                  <a:ext uri="{FF2B5EF4-FFF2-40B4-BE49-F238E27FC236}">
                    <a16:creationId xmlns:a16="http://schemas.microsoft.com/office/drawing/2014/main" id="{081A39E5-9B8F-18DE-52F8-73DA31A80300}"/>
                  </a:ext>
                </a:extLst>
              </p:cNvPr>
              <p:cNvSpPr/>
              <p:nvPr/>
            </p:nvSpPr>
            <p:spPr>
              <a:xfrm>
                <a:off x="6898425" y="2239825"/>
                <a:ext cx="357900" cy="355250"/>
              </a:xfrm>
              <a:custGeom>
                <a:avLst/>
                <a:gdLst/>
                <a:ahLst/>
                <a:cxnLst/>
                <a:rect l="l" t="t" r="r" b="b"/>
                <a:pathLst>
                  <a:path w="14316" h="14210" extrusionOk="0">
                    <a:moveTo>
                      <a:pt x="360" y="1"/>
                    </a:moveTo>
                    <a:cubicBezTo>
                      <a:pt x="185" y="1"/>
                      <a:pt x="0" y="150"/>
                      <a:pt x="0" y="334"/>
                    </a:cubicBezTo>
                    <a:lnTo>
                      <a:pt x="0" y="13886"/>
                    </a:lnTo>
                    <a:cubicBezTo>
                      <a:pt x="0" y="14061"/>
                      <a:pt x="185" y="14210"/>
                      <a:pt x="360" y="14210"/>
                    </a:cubicBezTo>
                    <a:lnTo>
                      <a:pt x="13947" y="14210"/>
                    </a:lnTo>
                    <a:cubicBezTo>
                      <a:pt x="14131" y="14210"/>
                      <a:pt x="14315" y="14061"/>
                      <a:pt x="14315" y="13886"/>
                    </a:cubicBezTo>
                    <a:lnTo>
                      <a:pt x="14315" y="2227"/>
                    </a:lnTo>
                    <a:cubicBezTo>
                      <a:pt x="14315" y="2008"/>
                      <a:pt x="14131" y="1868"/>
                      <a:pt x="13947" y="1868"/>
                    </a:cubicBezTo>
                    <a:lnTo>
                      <a:pt x="5917" y="1868"/>
                    </a:lnTo>
                    <a:cubicBezTo>
                      <a:pt x="5768" y="1868"/>
                      <a:pt x="5619" y="1754"/>
                      <a:pt x="5584" y="1614"/>
                    </a:cubicBezTo>
                    <a:lnTo>
                      <a:pt x="5076" y="220"/>
                    </a:lnTo>
                    <a:cubicBezTo>
                      <a:pt x="5041" y="80"/>
                      <a:pt x="4892" y="1"/>
                      <a:pt x="47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66">
                <a:extLst>
                  <a:ext uri="{FF2B5EF4-FFF2-40B4-BE49-F238E27FC236}">
                    <a16:creationId xmlns:a16="http://schemas.microsoft.com/office/drawing/2014/main" id="{A993D8B7-2F81-FDF4-75A5-7ECA553992F6}"/>
                  </a:ext>
                </a:extLst>
              </p:cNvPr>
              <p:cNvSpPr/>
              <p:nvPr/>
            </p:nvSpPr>
            <p:spPr>
              <a:xfrm>
                <a:off x="6895575" y="2236325"/>
                <a:ext cx="363600" cy="362500"/>
              </a:xfrm>
              <a:custGeom>
                <a:avLst/>
                <a:gdLst/>
                <a:ahLst/>
                <a:cxnLst/>
                <a:rect l="l" t="t" r="r" b="b"/>
                <a:pathLst>
                  <a:path w="14544" h="14500" extrusionOk="0">
                    <a:moveTo>
                      <a:pt x="4857" y="255"/>
                    </a:moveTo>
                    <a:cubicBezTo>
                      <a:pt x="4971" y="255"/>
                      <a:pt x="5041" y="325"/>
                      <a:pt x="5076" y="395"/>
                    </a:cubicBezTo>
                    <a:lnTo>
                      <a:pt x="5593" y="1824"/>
                    </a:lnTo>
                    <a:cubicBezTo>
                      <a:pt x="5663" y="2008"/>
                      <a:pt x="5847" y="2113"/>
                      <a:pt x="6031" y="2113"/>
                    </a:cubicBezTo>
                    <a:lnTo>
                      <a:pt x="14061" y="2113"/>
                    </a:lnTo>
                    <a:cubicBezTo>
                      <a:pt x="14210" y="2113"/>
                      <a:pt x="14324" y="2227"/>
                      <a:pt x="14324" y="2367"/>
                    </a:cubicBezTo>
                    <a:lnTo>
                      <a:pt x="14324" y="14026"/>
                    </a:lnTo>
                    <a:cubicBezTo>
                      <a:pt x="14324" y="14131"/>
                      <a:pt x="14210" y="14245"/>
                      <a:pt x="14061" y="14245"/>
                    </a:cubicBezTo>
                    <a:lnTo>
                      <a:pt x="474" y="14245"/>
                    </a:lnTo>
                    <a:cubicBezTo>
                      <a:pt x="334" y="14245"/>
                      <a:pt x="220" y="14131"/>
                      <a:pt x="220" y="14026"/>
                    </a:cubicBezTo>
                    <a:lnTo>
                      <a:pt x="220" y="474"/>
                    </a:lnTo>
                    <a:cubicBezTo>
                      <a:pt x="220" y="360"/>
                      <a:pt x="334" y="255"/>
                      <a:pt x="474" y="255"/>
                    </a:cubicBezTo>
                    <a:close/>
                    <a:moveTo>
                      <a:pt x="474" y="0"/>
                    </a:moveTo>
                    <a:cubicBezTo>
                      <a:pt x="220" y="0"/>
                      <a:pt x="1" y="220"/>
                      <a:pt x="1" y="474"/>
                    </a:cubicBezTo>
                    <a:lnTo>
                      <a:pt x="1" y="14026"/>
                    </a:lnTo>
                    <a:cubicBezTo>
                      <a:pt x="1" y="14280"/>
                      <a:pt x="220" y="14499"/>
                      <a:pt x="474" y="14499"/>
                    </a:cubicBezTo>
                    <a:lnTo>
                      <a:pt x="14061" y="14499"/>
                    </a:lnTo>
                    <a:cubicBezTo>
                      <a:pt x="14324" y="14499"/>
                      <a:pt x="14543" y="14280"/>
                      <a:pt x="14543" y="14026"/>
                    </a:cubicBezTo>
                    <a:lnTo>
                      <a:pt x="14543" y="2367"/>
                    </a:lnTo>
                    <a:cubicBezTo>
                      <a:pt x="14543" y="2113"/>
                      <a:pt x="14324" y="1894"/>
                      <a:pt x="14061" y="1894"/>
                    </a:cubicBezTo>
                    <a:lnTo>
                      <a:pt x="6031" y="1894"/>
                    </a:lnTo>
                    <a:cubicBezTo>
                      <a:pt x="5918" y="1894"/>
                      <a:pt x="5847" y="1824"/>
                      <a:pt x="5812" y="1710"/>
                    </a:cubicBezTo>
                    <a:lnTo>
                      <a:pt x="5295" y="325"/>
                    </a:lnTo>
                    <a:cubicBezTo>
                      <a:pt x="5225" y="141"/>
                      <a:pt x="5041" y="0"/>
                      <a:pt x="48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66">
                <a:extLst>
                  <a:ext uri="{FF2B5EF4-FFF2-40B4-BE49-F238E27FC236}">
                    <a16:creationId xmlns:a16="http://schemas.microsoft.com/office/drawing/2014/main" id="{06554011-82A8-3B37-63C4-DFEB88B38B02}"/>
                  </a:ext>
                </a:extLst>
              </p:cNvPr>
              <p:cNvSpPr/>
              <p:nvPr/>
            </p:nvSpPr>
            <p:spPr>
              <a:xfrm>
                <a:off x="6570575" y="2335825"/>
                <a:ext cx="394500" cy="126025"/>
              </a:xfrm>
              <a:custGeom>
                <a:avLst/>
                <a:gdLst/>
                <a:ahLst/>
                <a:cxnLst/>
                <a:rect l="l" t="t" r="r" b="b"/>
                <a:pathLst>
                  <a:path w="15780" h="5041" extrusionOk="0">
                    <a:moveTo>
                      <a:pt x="9713" y="0"/>
                    </a:moveTo>
                    <a:lnTo>
                      <a:pt x="4708" y="4707"/>
                    </a:lnTo>
                    <a:lnTo>
                      <a:pt x="220" y="70"/>
                    </a:lnTo>
                    <a:cubicBezTo>
                      <a:pt x="185" y="53"/>
                      <a:pt x="148" y="44"/>
                      <a:pt x="115" y="44"/>
                    </a:cubicBezTo>
                    <a:cubicBezTo>
                      <a:pt x="82" y="44"/>
                      <a:pt x="53" y="53"/>
                      <a:pt x="36" y="70"/>
                    </a:cubicBezTo>
                    <a:cubicBezTo>
                      <a:pt x="1" y="105"/>
                      <a:pt x="1" y="184"/>
                      <a:pt x="36" y="254"/>
                    </a:cubicBezTo>
                    <a:lnTo>
                      <a:pt x="4708" y="5040"/>
                    </a:lnTo>
                    <a:lnTo>
                      <a:pt x="9748" y="324"/>
                    </a:lnTo>
                    <a:lnTo>
                      <a:pt x="15560" y="4821"/>
                    </a:lnTo>
                    <a:cubicBezTo>
                      <a:pt x="15595" y="4839"/>
                      <a:pt x="15632" y="4848"/>
                      <a:pt x="15665" y="4848"/>
                    </a:cubicBezTo>
                    <a:cubicBezTo>
                      <a:pt x="15698" y="4848"/>
                      <a:pt x="15727" y="4839"/>
                      <a:pt x="15744" y="4821"/>
                    </a:cubicBezTo>
                    <a:cubicBezTo>
                      <a:pt x="15779" y="4742"/>
                      <a:pt x="15744" y="4672"/>
                      <a:pt x="15709" y="4637"/>
                    </a:cubicBezTo>
                    <a:lnTo>
                      <a:pt x="97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66">
                <a:extLst>
                  <a:ext uri="{FF2B5EF4-FFF2-40B4-BE49-F238E27FC236}">
                    <a16:creationId xmlns:a16="http://schemas.microsoft.com/office/drawing/2014/main" id="{5B3D3A43-8DE2-9EF6-1C20-EE907F0BEAF6}"/>
                  </a:ext>
                </a:extLst>
              </p:cNvPr>
              <p:cNvSpPr/>
              <p:nvPr/>
            </p:nvSpPr>
            <p:spPr>
              <a:xfrm>
                <a:off x="6542300" y="2308425"/>
                <a:ext cx="62925" cy="62925"/>
              </a:xfrm>
              <a:custGeom>
                <a:avLst/>
                <a:gdLst/>
                <a:ahLst/>
                <a:cxnLst/>
                <a:rect l="l" t="t" r="r" b="b"/>
                <a:pathLst>
                  <a:path w="2517" h="2517" extrusionOk="0">
                    <a:moveTo>
                      <a:pt x="1237" y="0"/>
                    </a:moveTo>
                    <a:cubicBezTo>
                      <a:pt x="544" y="0"/>
                      <a:pt x="1" y="544"/>
                      <a:pt x="1" y="1236"/>
                    </a:cubicBezTo>
                    <a:cubicBezTo>
                      <a:pt x="1" y="1938"/>
                      <a:pt x="544" y="2516"/>
                      <a:pt x="1237" y="2516"/>
                    </a:cubicBezTo>
                    <a:cubicBezTo>
                      <a:pt x="1938" y="2516"/>
                      <a:pt x="2517" y="1938"/>
                      <a:pt x="2517" y="1236"/>
                    </a:cubicBezTo>
                    <a:cubicBezTo>
                      <a:pt x="2517" y="544"/>
                      <a:pt x="1938" y="0"/>
                      <a:pt x="12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66">
                <a:extLst>
                  <a:ext uri="{FF2B5EF4-FFF2-40B4-BE49-F238E27FC236}">
                    <a16:creationId xmlns:a16="http://schemas.microsoft.com/office/drawing/2014/main" id="{7BF2F6C3-F2B4-E495-8E8D-A5190650CB62}"/>
                  </a:ext>
                </a:extLst>
              </p:cNvPr>
              <p:cNvSpPr/>
              <p:nvPr/>
            </p:nvSpPr>
            <p:spPr>
              <a:xfrm>
                <a:off x="6539450" y="2305575"/>
                <a:ext cx="68625" cy="68625"/>
              </a:xfrm>
              <a:custGeom>
                <a:avLst/>
                <a:gdLst/>
                <a:ahLst/>
                <a:cxnLst/>
                <a:rect l="l" t="t" r="r" b="b"/>
                <a:pathLst>
                  <a:path w="2745" h="2745" extrusionOk="0">
                    <a:moveTo>
                      <a:pt x="1351" y="220"/>
                    </a:moveTo>
                    <a:cubicBezTo>
                      <a:pt x="1973" y="220"/>
                      <a:pt x="2490" y="737"/>
                      <a:pt x="2490" y="1350"/>
                    </a:cubicBezTo>
                    <a:cubicBezTo>
                      <a:pt x="2490" y="2008"/>
                      <a:pt x="1973" y="2490"/>
                      <a:pt x="1351" y="2490"/>
                    </a:cubicBezTo>
                    <a:cubicBezTo>
                      <a:pt x="737" y="2490"/>
                      <a:pt x="220" y="2008"/>
                      <a:pt x="220" y="1350"/>
                    </a:cubicBezTo>
                    <a:cubicBezTo>
                      <a:pt x="220" y="737"/>
                      <a:pt x="737" y="220"/>
                      <a:pt x="1351" y="220"/>
                    </a:cubicBezTo>
                    <a:close/>
                    <a:moveTo>
                      <a:pt x="1351" y="0"/>
                    </a:moveTo>
                    <a:cubicBezTo>
                      <a:pt x="623" y="0"/>
                      <a:pt x="1" y="623"/>
                      <a:pt x="1" y="1350"/>
                    </a:cubicBezTo>
                    <a:cubicBezTo>
                      <a:pt x="1" y="2122"/>
                      <a:pt x="623" y="2744"/>
                      <a:pt x="1351" y="2744"/>
                    </a:cubicBezTo>
                    <a:cubicBezTo>
                      <a:pt x="2122" y="2744"/>
                      <a:pt x="2745" y="2122"/>
                      <a:pt x="2745" y="1350"/>
                    </a:cubicBezTo>
                    <a:cubicBezTo>
                      <a:pt x="2745" y="623"/>
                      <a:pt x="2122" y="0"/>
                      <a:pt x="13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66">
                <a:extLst>
                  <a:ext uri="{FF2B5EF4-FFF2-40B4-BE49-F238E27FC236}">
                    <a16:creationId xmlns:a16="http://schemas.microsoft.com/office/drawing/2014/main" id="{8A7B1F7D-EF86-1FDE-77FA-A4B6918B366C}"/>
                  </a:ext>
                </a:extLst>
              </p:cNvPr>
              <p:cNvSpPr/>
              <p:nvPr/>
            </p:nvSpPr>
            <p:spPr>
              <a:xfrm>
                <a:off x="6782500" y="2308425"/>
                <a:ext cx="62925" cy="62925"/>
              </a:xfrm>
              <a:custGeom>
                <a:avLst/>
                <a:gdLst/>
                <a:ahLst/>
                <a:cxnLst/>
                <a:rect l="l" t="t" r="r" b="b"/>
                <a:pathLst>
                  <a:path w="2517" h="2517" extrusionOk="0">
                    <a:moveTo>
                      <a:pt x="1236" y="0"/>
                    </a:moveTo>
                    <a:cubicBezTo>
                      <a:pt x="544" y="0"/>
                      <a:pt x="0" y="544"/>
                      <a:pt x="0" y="1236"/>
                    </a:cubicBezTo>
                    <a:cubicBezTo>
                      <a:pt x="0" y="1938"/>
                      <a:pt x="544" y="2516"/>
                      <a:pt x="1236" y="2516"/>
                    </a:cubicBezTo>
                    <a:cubicBezTo>
                      <a:pt x="1929" y="2516"/>
                      <a:pt x="2516" y="1938"/>
                      <a:pt x="2516" y="1236"/>
                    </a:cubicBezTo>
                    <a:cubicBezTo>
                      <a:pt x="2516" y="544"/>
                      <a:pt x="1929" y="0"/>
                      <a:pt x="12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66">
                <a:extLst>
                  <a:ext uri="{FF2B5EF4-FFF2-40B4-BE49-F238E27FC236}">
                    <a16:creationId xmlns:a16="http://schemas.microsoft.com/office/drawing/2014/main" id="{3CC7967D-49B3-1435-1DE6-E2DBDC16C935}"/>
                  </a:ext>
                </a:extLst>
              </p:cNvPr>
              <p:cNvSpPr/>
              <p:nvPr/>
            </p:nvSpPr>
            <p:spPr>
              <a:xfrm>
                <a:off x="6779650" y="2305575"/>
                <a:ext cx="68625" cy="68625"/>
              </a:xfrm>
              <a:custGeom>
                <a:avLst/>
                <a:gdLst/>
                <a:ahLst/>
                <a:cxnLst/>
                <a:rect l="l" t="t" r="r" b="b"/>
                <a:pathLst>
                  <a:path w="2745" h="2745" extrusionOk="0">
                    <a:moveTo>
                      <a:pt x="1350" y="220"/>
                    </a:moveTo>
                    <a:cubicBezTo>
                      <a:pt x="2008" y="220"/>
                      <a:pt x="2525" y="737"/>
                      <a:pt x="2525" y="1350"/>
                    </a:cubicBezTo>
                    <a:cubicBezTo>
                      <a:pt x="2525" y="2008"/>
                      <a:pt x="2008" y="2490"/>
                      <a:pt x="1350" y="2490"/>
                    </a:cubicBezTo>
                    <a:cubicBezTo>
                      <a:pt x="728" y="2490"/>
                      <a:pt x="220" y="2008"/>
                      <a:pt x="220" y="1350"/>
                    </a:cubicBezTo>
                    <a:cubicBezTo>
                      <a:pt x="220" y="737"/>
                      <a:pt x="728" y="220"/>
                      <a:pt x="1350" y="220"/>
                    </a:cubicBezTo>
                    <a:close/>
                    <a:moveTo>
                      <a:pt x="1350" y="0"/>
                    </a:moveTo>
                    <a:cubicBezTo>
                      <a:pt x="623" y="0"/>
                      <a:pt x="0" y="623"/>
                      <a:pt x="0" y="1350"/>
                    </a:cubicBezTo>
                    <a:cubicBezTo>
                      <a:pt x="0" y="2122"/>
                      <a:pt x="623" y="2744"/>
                      <a:pt x="1350" y="2744"/>
                    </a:cubicBezTo>
                    <a:cubicBezTo>
                      <a:pt x="2122" y="2744"/>
                      <a:pt x="2744" y="2122"/>
                      <a:pt x="2744" y="1350"/>
                    </a:cubicBezTo>
                    <a:cubicBezTo>
                      <a:pt x="2744" y="623"/>
                      <a:pt x="2122" y="0"/>
                      <a:pt x="13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66">
                <a:extLst>
                  <a:ext uri="{FF2B5EF4-FFF2-40B4-BE49-F238E27FC236}">
                    <a16:creationId xmlns:a16="http://schemas.microsoft.com/office/drawing/2014/main" id="{D884E67E-676C-7084-64E7-8EAFF6B02FC2}"/>
                  </a:ext>
                </a:extLst>
              </p:cNvPr>
              <p:cNvSpPr/>
              <p:nvPr/>
            </p:nvSpPr>
            <p:spPr>
              <a:xfrm>
                <a:off x="6656475" y="2422600"/>
                <a:ext cx="62925" cy="62925"/>
              </a:xfrm>
              <a:custGeom>
                <a:avLst/>
                <a:gdLst/>
                <a:ahLst/>
                <a:cxnLst/>
                <a:rect l="l" t="t" r="r" b="b"/>
                <a:pathLst>
                  <a:path w="2517" h="2517" extrusionOk="0">
                    <a:moveTo>
                      <a:pt x="1272" y="0"/>
                    </a:moveTo>
                    <a:cubicBezTo>
                      <a:pt x="580" y="0"/>
                      <a:pt x="1" y="579"/>
                      <a:pt x="1" y="1271"/>
                    </a:cubicBezTo>
                    <a:cubicBezTo>
                      <a:pt x="1" y="1973"/>
                      <a:pt x="580" y="2516"/>
                      <a:pt x="1272" y="2516"/>
                    </a:cubicBezTo>
                    <a:cubicBezTo>
                      <a:pt x="1973" y="2516"/>
                      <a:pt x="2517" y="1973"/>
                      <a:pt x="2517" y="1271"/>
                    </a:cubicBezTo>
                    <a:cubicBezTo>
                      <a:pt x="2517" y="579"/>
                      <a:pt x="1973" y="0"/>
                      <a:pt x="1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66">
                <a:extLst>
                  <a:ext uri="{FF2B5EF4-FFF2-40B4-BE49-F238E27FC236}">
                    <a16:creationId xmlns:a16="http://schemas.microsoft.com/office/drawing/2014/main" id="{F3B8FF80-7751-0A69-D0D2-F4E22E14D774}"/>
                  </a:ext>
                </a:extLst>
              </p:cNvPr>
              <p:cNvSpPr/>
              <p:nvPr/>
            </p:nvSpPr>
            <p:spPr>
              <a:xfrm>
                <a:off x="6653650" y="2419750"/>
                <a:ext cx="68600" cy="68625"/>
              </a:xfrm>
              <a:custGeom>
                <a:avLst/>
                <a:gdLst/>
                <a:ahLst/>
                <a:cxnLst/>
                <a:rect l="l" t="t" r="r" b="b"/>
                <a:pathLst>
                  <a:path w="2744" h="2745" extrusionOk="0">
                    <a:moveTo>
                      <a:pt x="1385" y="255"/>
                    </a:moveTo>
                    <a:cubicBezTo>
                      <a:pt x="2007" y="255"/>
                      <a:pt x="2525" y="772"/>
                      <a:pt x="2525" y="1385"/>
                    </a:cubicBezTo>
                    <a:cubicBezTo>
                      <a:pt x="2525" y="2008"/>
                      <a:pt x="2007" y="2525"/>
                      <a:pt x="1385" y="2525"/>
                    </a:cubicBezTo>
                    <a:cubicBezTo>
                      <a:pt x="728" y="2525"/>
                      <a:pt x="254" y="2008"/>
                      <a:pt x="254" y="1385"/>
                    </a:cubicBezTo>
                    <a:cubicBezTo>
                      <a:pt x="254" y="772"/>
                      <a:pt x="728" y="255"/>
                      <a:pt x="1385" y="255"/>
                    </a:cubicBezTo>
                    <a:close/>
                    <a:moveTo>
                      <a:pt x="1385" y="0"/>
                    </a:moveTo>
                    <a:cubicBezTo>
                      <a:pt x="622" y="0"/>
                      <a:pt x="0" y="623"/>
                      <a:pt x="0" y="1385"/>
                    </a:cubicBezTo>
                    <a:cubicBezTo>
                      <a:pt x="0" y="2122"/>
                      <a:pt x="622" y="2744"/>
                      <a:pt x="1385" y="2744"/>
                    </a:cubicBezTo>
                    <a:cubicBezTo>
                      <a:pt x="2121" y="2744"/>
                      <a:pt x="2744" y="2122"/>
                      <a:pt x="2744" y="1385"/>
                    </a:cubicBezTo>
                    <a:cubicBezTo>
                      <a:pt x="2744" y="623"/>
                      <a:pt x="2121" y="0"/>
                      <a:pt x="13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66">
                <a:extLst>
                  <a:ext uri="{FF2B5EF4-FFF2-40B4-BE49-F238E27FC236}">
                    <a16:creationId xmlns:a16="http://schemas.microsoft.com/office/drawing/2014/main" id="{082D1CA3-5CD6-6AAB-2B83-6F3B4311429B}"/>
                  </a:ext>
                </a:extLst>
              </p:cNvPr>
              <p:cNvSpPr/>
              <p:nvPr/>
            </p:nvSpPr>
            <p:spPr>
              <a:xfrm>
                <a:off x="6930425" y="2422600"/>
                <a:ext cx="62050" cy="62925"/>
              </a:xfrm>
              <a:custGeom>
                <a:avLst/>
                <a:gdLst/>
                <a:ahLst/>
                <a:cxnLst/>
                <a:rect l="l" t="t" r="r" b="b"/>
                <a:pathLst>
                  <a:path w="2482" h="2517" extrusionOk="0">
                    <a:moveTo>
                      <a:pt x="1236" y="0"/>
                    </a:moveTo>
                    <a:cubicBezTo>
                      <a:pt x="544" y="0"/>
                      <a:pt x="0" y="579"/>
                      <a:pt x="0" y="1271"/>
                    </a:cubicBezTo>
                    <a:cubicBezTo>
                      <a:pt x="0" y="1973"/>
                      <a:pt x="544" y="2516"/>
                      <a:pt x="1236" y="2516"/>
                    </a:cubicBezTo>
                    <a:cubicBezTo>
                      <a:pt x="1929" y="2516"/>
                      <a:pt x="2481" y="1973"/>
                      <a:pt x="2481" y="1271"/>
                    </a:cubicBezTo>
                    <a:cubicBezTo>
                      <a:pt x="2481" y="579"/>
                      <a:pt x="1929" y="0"/>
                      <a:pt x="12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66">
                <a:extLst>
                  <a:ext uri="{FF2B5EF4-FFF2-40B4-BE49-F238E27FC236}">
                    <a16:creationId xmlns:a16="http://schemas.microsoft.com/office/drawing/2014/main" id="{BADF2444-CC8C-4F79-65D4-E679E6D136BC}"/>
                  </a:ext>
                </a:extLst>
              </p:cNvPr>
              <p:cNvSpPr/>
              <p:nvPr/>
            </p:nvSpPr>
            <p:spPr>
              <a:xfrm>
                <a:off x="6927575" y="2419750"/>
                <a:ext cx="68625" cy="68625"/>
              </a:xfrm>
              <a:custGeom>
                <a:avLst/>
                <a:gdLst/>
                <a:ahLst/>
                <a:cxnLst/>
                <a:rect l="l" t="t" r="r" b="b"/>
                <a:pathLst>
                  <a:path w="2745" h="2745" extrusionOk="0">
                    <a:moveTo>
                      <a:pt x="1350" y="255"/>
                    </a:moveTo>
                    <a:cubicBezTo>
                      <a:pt x="1973" y="255"/>
                      <a:pt x="2481" y="772"/>
                      <a:pt x="2481" y="1385"/>
                    </a:cubicBezTo>
                    <a:cubicBezTo>
                      <a:pt x="2481" y="2008"/>
                      <a:pt x="1973" y="2525"/>
                      <a:pt x="1350" y="2525"/>
                    </a:cubicBezTo>
                    <a:cubicBezTo>
                      <a:pt x="728" y="2525"/>
                      <a:pt x="220" y="2008"/>
                      <a:pt x="220" y="1385"/>
                    </a:cubicBezTo>
                    <a:cubicBezTo>
                      <a:pt x="220" y="772"/>
                      <a:pt x="728" y="255"/>
                      <a:pt x="1350" y="255"/>
                    </a:cubicBezTo>
                    <a:close/>
                    <a:moveTo>
                      <a:pt x="1350" y="0"/>
                    </a:moveTo>
                    <a:cubicBezTo>
                      <a:pt x="588" y="0"/>
                      <a:pt x="0" y="623"/>
                      <a:pt x="0" y="1385"/>
                    </a:cubicBezTo>
                    <a:cubicBezTo>
                      <a:pt x="0" y="2122"/>
                      <a:pt x="588" y="2744"/>
                      <a:pt x="1350" y="2744"/>
                    </a:cubicBezTo>
                    <a:cubicBezTo>
                      <a:pt x="2122" y="2744"/>
                      <a:pt x="2744" y="2122"/>
                      <a:pt x="2744" y="1385"/>
                    </a:cubicBezTo>
                    <a:cubicBezTo>
                      <a:pt x="2744" y="623"/>
                      <a:pt x="2122" y="0"/>
                      <a:pt x="13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66">
                <a:extLst>
                  <a:ext uri="{FF2B5EF4-FFF2-40B4-BE49-F238E27FC236}">
                    <a16:creationId xmlns:a16="http://schemas.microsoft.com/office/drawing/2014/main" id="{F9D47498-6460-34CA-7F53-CE3F79902781}"/>
                  </a:ext>
                </a:extLst>
              </p:cNvPr>
              <p:cNvSpPr/>
              <p:nvPr/>
            </p:nvSpPr>
            <p:spPr>
              <a:xfrm>
                <a:off x="6901050" y="2380525"/>
                <a:ext cx="471200" cy="214550"/>
              </a:xfrm>
              <a:custGeom>
                <a:avLst/>
                <a:gdLst/>
                <a:ahLst/>
                <a:cxnLst/>
                <a:rect l="l" t="t" r="r" b="b"/>
                <a:pathLst>
                  <a:path w="18848" h="8582" extrusionOk="0">
                    <a:moveTo>
                      <a:pt x="3945" y="0"/>
                    </a:moveTo>
                    <a:cubicBezTo>
                      <a:pt x="3805" y="0"/>
                      <a:pt x="3656" y="70"/>
                      <a:pt x="3621" y="219"/>
                    </a:cubicBezTo>
                    <a:lnTo>
                      <a:pt x="115" y="8109"/>
                    </a:lnTo>
                    <a:cubicBezTo>
                      <a:pt x="1" y="8328"/>
                      <a:pt x="185" y="8582"/>
                      <a:pt x="439" y="8582"/>
                    </a:cubicBezTo>
                    <a:lnTo>
                      <a:pt x="14868" y="8582"/>
                    </a:lnTo>
                    <a:cubicBezTo>
                      <a:pt x="15017" y="8582"/>
                      <a:pt x="15122" y="8512"/>
                      <a:pt x="15201" y="8398"/>
                    </a:cubicBezTo>
                    <a:lnTo>
                      <a:pt x="18742" y="509"/>
                    </a:lnTo>
                    <a:cubicBezTo>
                      <a:pt x="18847" y="255"/>
                      <a:pt x="18663" y="0"/>
                      <a:pt x="184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66">
                <a:extLst>
                  <a:ext uri="{FF2B5EF4-FFF2-40B4-BE49-F238E27FC236}">
                    <a16:creationId xmlns:a16="http://schemas.microsoft.com/office/drawing/2014/main" id="{A7DB4F5E-5440-F2C9-5F18-A1221295CC00}"/>
                  </a:ext>
                </a:extLst>
              </p:cNvPr>
              <p:cNvSpPr/>
              <p:nvPr/>
            </p:nvSpPr>
            <p:spPr>
              <a:xfrm>
                <a:off x="6900175" y="2376800"/>
                <a:ext cx="474050" cy="222025"/>
              </a:xfrm>
              <a:custGeom>
                <a:avLst/>
                <a:gdLst/>
                <a:ahLst/>
                <a:cxnLst/>
                <a:rect l="l" t="t" r="r" b="b"/>
                <a:pathLst>
                  <a:path w="18962" h="8881" extrusionOk="0">
                    <a:moveTo>
                      <a:pt x="18444" y="255"/>
                    </a:moveTo>
                    <a:cubicBezTo>
                      <a:pt x="18523" y="255"/>
                      <a:pt x="18593" y="298"/>
                      <a:pt x="18663" y="368"/>
                    </a:cubicBezTo>
                    <a:cubicBezTo>
                      <a:pt x="18698" y="439"/>
                      <a:pt x="18698" y="517"/>
                      <a:pt x="18663" y="588"/>
                    </a:cubicBezTo>
                    <a:lnTo>
                      <a:pt x="15122" y="8477"/>
                    </a:lnTo>
                    <a:cubicBezTo>
                      <a:pt x="15087" y="8582"/>
                      <a:pt x="14973" y="8626"/>
                      <a:pt x="14903" y="8626"/>
                    </a:cubicBezTo>
                    <a:lnTo>
                      <a:pt x="474" y="8626"/>
                    </a:lnTo>
                    <a:cubicBezTo>
                      <a:pt x="404" y="8626"/>
                      <a:pt x="334" y="8582"/>
                      <a:pt x="290" y="8512"/>
                    </a:cubicBezTo>
                    <a:cubicBezTo>
                      <a:pt x="220" y="8442"/>
                      <a:pt x="220" y="8363"/>
                      <a:pt x="255" y="8293"/>
                    </a:cubicBezTo>
                    <a:lnTo>
                      <a:pt x="3761" y="404"/>
                    </a:lnTo>
                    <a:cubicBezTo>
                      <a:pt x="3796" y="298"/>
                      <a:pt x="3875" y="255"/>
                      <a:pt x="3980" y="255"/>
                    </a:cubicBezTo>
                    <a:close/>
                    <a:moveTo>
                      <a:pt x="3980" y="0"/>
                    </a:moveTo>
                    <a:cubicBezTo>
                      <a:pt x="3796" y="0"/>
                      <a:pt x="3621" y="149"/>
                      <a:pt x="3542" y="298"/>
                    </a:cubicBezTo>
                    <a:lnTo>
                      <a:pt x="36" y="8188"/>
                    </a:lnTo>
                    <a:cubicBezTo>
                      <a:pt x="1" y="8328"/>
                      <a:pt x="1" y="8512"/>
                      <a:pt x="71" y="8661"/>
                    </a:cubicBezTo>
                    <a:cubicBezTo>
                      <a:pt x="185" y="8766"/>
                      <a:pt x="334" y="8880"/>
                      <a:pt x="474" y="8880"/>
                    </a:cubicBezTo>
                    <a:lnTo>
                      <a:pt x="14903" y="8880"/>
                    </a:lnTo>
                    <a:cubicBezTo>
                      <a:pt x="15087" y="8880"/>
                      <a:pt x="15271" y="8766"/>
                      <a:pt x="15341" y="8582"/>
                    </a:cubicBezTo>
                    <a:lnTo>
                      <a:pt x="18882" y="693"/>
                    </a:lnTo>
                    <a:cubicBezTo>
                      <a:pt x="18961" y="553"/>
                      <a:pt x="18917" y="368"/>
                      <a:pt x="18847" y="219"/>
                    </a:cubicBezTo>
                    <a:cubicBezTo>
                      <a:pt x="18777" y="114"/>
                      <a:pt x="18593" y="0"/>
                      <a:pt x="184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66">
                <a:extLst>
                  <a:ext uri="{FF2B5EF4-FFF2-40B4-BE49-F238E27FC236}">
                    <a16:creationId xmlns:a16="http://schemas.microsoft.com/office/drawing/2014/main" id="{65D0AF9E-87BA-1BA9-E201-80D52AE35D52}"/>
                  </a:ext>
                </a:extLst>
              </p:cNvPr>
              <p:cNvSpPr/>
              <p:nvPr/>
            </p:nvSpPr>
            <p:spPr>
              <a:xfrm>
                <a:off x="7075500" y="2380525"/>
                <a:ext cx="216525" cy="263875"/>
              </a:xfrm>
              <a:custGeom>
                <a:avLst/>
                <a:gdLst/>
                <a:ahLst/>
                <a:cxnLst/>
                <a:rect l="l" t="t" r="r" b="b"/>
                <a:pathLst>
                  <a:path w="8661" h="10555" extrusionOk="0">
                    <a:moveTo>
                      <a:pt x="0" y="0"/>
                    </a:moveTo>
                    <a:cubicBezTo>
                      <a:pt x="658" y="70"/>
                      <a:pt x="1166" y="623"/>
                      <a:pt x="1245" y="1315"/>
                    </a:cubicBezTo>
                    <a:lnTo>
                      <a:pt x="1245" y="8617"/>
                    </a:lnTo>
                    <a:cubicBezTo>
                      <a:pt x="1245" y="9713"/>
                      <a:pt x="2087" y="10554"/>
                      <a:pt x="3182" y="10554"/>
                    </a:cubicBezTo>
                    <a:lnTo>
                      <a:pt x="8661" y="10554"/>
                    </a:lnTo>
                    <a:lnTo>
                      <a:pt x="8661" y="1938"/>
                    </a:lnTo>
                    <a:cubicBezTo>
                      <a:pt x="8661" y="1245"/>
                      <a:pt x="8293" y="623"/>
                      <a:pt x="7706" y="290"/>
                    </a:cubicBezTo>
                    <a:cubicBezTo>
                      <a:pt x="7486" y="106"/>
                      <a:pt x="7197" y="0"/>
                      <a:pt x="68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66">
                <a:extLst>
                  <a:ext uri="{FF2B5EF4-FFF2-40B4-BE49-F238E27FC236}">
                    <a16:creationId xmlns:a16="http://schemas.microsoft.com/office/drawing/2014/main" id="{382CC70A-9A05-B539-9298-20AD0076DAAC}"/>
                  </a:ext>
                </a:extLst>
              </p:cNvPr>
              <p:cNvSpPr/>
              <p:nvPr/>
            </p:nvSpPr>
            <p:spPr>
              <a:xfrm>
                <a:off x="7071775" y="2376800"/>
                <a:ext cx="222900" cy="271325"/>
              </a:xfrm>
              <a:custGeom>
                <a:avLst/>
                <a:gdLst/>
                <a:ahLst/>
                <a:cxnLst/>
                <a:rect l="l" t="t" r="r" b="b"/>
                <a:pathLst>
                  <a:path w="8916" h="10853" extrusionOk="0">
                    <a:moveTo>
                      <a:pt x="7013" y="255"/>
                    </a:moveTo>
                    <a:cubicBezTo>
                      <a:pt x="7311" y="255"/>
                      <a:pt x="7565" y="333"/>
                      <a:pt x="7784" y="517"/>
                    </a:cubicBezTo>
                    <a:lnTo>
                      <a:pt x="7819" y="517"/>
                    </a:lnTo>
                    <a:cubicBezTo>
                      <a:pt x="8372" y="877"/>
                      <a:pt x="8696" y="1429"/>
                      <a:pt x="8696" y="2087"/>
                    </a:cubicBezTo>
                    <a:lnTo>
                      <a:pt x="8696" y="10598"/>
                    </a:lnTo>
                    <a:lnTo>
                      <a:pt x="3331" y="10598"/>
                    </a:lnTo>
                    <a:cubicBezTo>
                      <a:pt x="2306" y="10598"/>
                      <a:pt x="1499" y="9792"/>
                      <a:pt x="1499" y="8766"/>
                    </a:cubicBezTo>
                    <a:lnTo>
                      <a:pt x="1499" y="1429"/>
                    </a:lnTo>
                    <a:cubicBezTo>
                      <a:pt x="1464" y="956"/>
                      <a:pt x="1175" y="517"/>
                      <a:pt x="772" y="255"/>
                    </a:cubicBezTo>
                    <a:close/>
                    <a:moveTo>
                      <a:pt x="7013" y="0"/>
                    </a:moveTo>
                    <a:lnTo>
                      <a:pt x="2674" y="35"/>
                    </a:lnTo>
                    <a:lnTo>
                      <a:pt x="114" y="35"/>
                    </a:lnTo>
                    <a:cubicBezTo>
                      <a:pt x="79" y="35"/>
                      <a:pt x="0" y="79"/>
                      <a:pt x="0" y="149"/>
                    </a:cubicBezTo>
                    <a:cubicBezTo>
                      <a:pt x="0" y="219"/>
                      <a:pt x="79" y="255"/>
                      <a:pt x="114" y="255"/>
                    </a:cubicBezTo>
                    <a:cubicBezTo>
                      <a:pt x="737" y="333"/>
                      <a:pt x="1210" y="842"/>
                      <a:pt x="1245" y="1464"/>
                    </a:cubicBezTo>
                    <a:lnTo>
                      <a:pt x="1245" y="8766"/>
                    </a:lnTo>
                    <a:cubicBezTo>
                      <a:pt x="1245" y="9897"/>
                      <a:pt x="2192" y="10852"/>
                      <a:pt x="3331" y="10852"/>
                    </a:cubicBezTo>
                    <a:lnTo>
                      <a:pt x="8810" y="10852"/>
                    </a:lnTo>
                    <a:cubicBezTo>
                      <a:pt x="8880" y="10852"/>
                      <a:pt x="8915" y="10773"/>
                      <a:pt x="8915" y="10703"/>
                    </a:cubicBezTo>
                    <a:lnTo>
                      <a:pt x="8915" y="2087"/>
                    </a:lnTo>
                    <a:cubicBezTo>
                      <a:pt x="8915" y="1350"/>
                      <a:pt x="8547" y="693"/>
                      <a:pt x="7933" y="333"/>
                    </a:cubicBezTo>
                    <a:cubicBezTo>
                      <a:pt x="7670" y="114"/>
                      <a:pt x="7346" y="0"/>
                      <a:pt x="70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66">
                <a:extLst>
                  <a:ext uri="{FF2B5EF4-FFF2-40B4-BE49-F238E27FC236}">
                    <a16:creationId xmlns:a16="http://schemas.microsoft.com/office/drawing/2014/main" id="{4C7A8E03-0F71-557D-3A44-2538FB9C370C}"/>
                  </a:ext>
                </a:extLst>
              </p:cNvPr>
              <p:cNvSpPr/>
              <p:nvPr/>
            </p:nvSpPr>
            <p:spPr>
              <a:xfrm>
                <a:off x="7150450" y="2588700"/>
                <a:ext cx="205350" cy="56575"/>
              </a:xfrm>
              <a:custGeom>
                <a:avLst/>
                <a:gdLst/>
                <a:ahLst/>
                <a:cxnLst/>
                <a:rect l="l" t="t" r="r" b="b"/>
                <a:pathLst>
                  <a:path w="8214" h="2263" extrusionOk="0">
                    <a:moveTo>
                      <a:pt x="1166" y="1"/>
                    </a:moveTo>
                    <a:lnTo>
                      <a:pt x="1166" y="807"/>
                    </a:lnTo>
                    <a:cubicBezTo>
                      <a:pt x="1166" y="1500"/>
                      <a:pt x="658" y="2122"/>
                      <a:pt x="0" y="2227"/>
                    </a:cubicBezTo>
                    <a:lnTo>
                      <a:pt x="360" y="2227"/>
                    </a:lnTo>
                    <a:lnTo>
                      <a:pt x="6794" y="2262"/>
                    </a:lnTo>
                    <a:cubicBezTo>
                      <a:pt x="7591" y="2227"/>
                      <a:pt x="8214" y="1605"/>
                      <a:pt x="8214" y="807"/>
                    </a:cubicBezTo>
                    <a:lnTo>
                      <a:pt x="821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66">
                <a:extLst>
                  <a:ext uri="{FF2B5EF4-FFF2-40B4-BE49-F238E27FC236}">
                    <a16:creationId xmlns:a16="http://schemas.microsoft.com/office/drawing/2014/main" id="{A30471A2-07E0-4E60-829F-0BEDBB828032}"/>
                  </a:ext>
                </a:extLst>
              </p:cNvPr>
              <p:cNvSpPr/>
              <p:nvPr/>
            </p:nvSpPr>
            <p:spPr>
              <a:xfrm>
                <a:off x="7147600" y="2585850"/>
                <a:ext cx="211050" cy="62275"/>
              </a:xfrm>
              <a:custGeom>
                <a:avLst/>
                <a:gdLst/>
                <a:ahLst/>
                <a:cxnLst/>
                <a:rect l="l" t="t" r="r" b="b"/>
                <a:pathLst>
                  <a:path w="8442" h="2491" extrusionOk="0">
                    <a:moveTo>
                      <a:pt x="8223" y="220"/>
                    </a:moveTo>
                    <a:lnTo>
                      <a:pt x="8223" y="921"/>
                    </a:lnTo>
                    <a:cubicBezTo>
                      <a:pt x="8223" y="1281"/>
                      <a:pt x="8074" y="1614"/>
                      <a:pt x="7819" y="1868"/>
                    </a:cubicBezTo>
                    <a:cubicBezTo>
                      <a:pt x="7600" y="2087"/>
                      <a:pt x="7267" y="2236"/>
                      <a:pt x="6908" y="2236"/>
                    </a:cubicBezTo>
                    <a:lnTo>
                      <a:pt x="693" y="2236"/>
                    </a:lnTo>
                    <a:cubicBezTo>
                      <a:pt x="1131" y="1938"/>
                      <a:pt x="1394" y="1465"/>
                      <a:pt x="1394" y="921"/>
                    </a:cubicBezTo>
                    <a:lnTo>
                      <a:pt x="1394" y="220"/>
                    </a:lnTo>
                    <a:close/>
                    <a:moveTo>
                      <a:pt x="1280" y="1"/>
                    </a:moveTo>
                    <a:cubicBezTo>
                      <a:pt x="1245" y="1"/>
                      <a:pt x="1210" y="1"/>
                      <a:pt x="1210" y="45"/>
                    </a:cubicBezTo>
                    <a:cubicBezTo>
                      <a:pt x="1175" y="45"/>
                      <a:pt x="1175" y="80"/>
                      <a:pt x="1175" y="115"/>
                    </a:cubicBezTo>
                    <a:lnTo>
                      <a:pt x="1175" y="921"/>
                    </a:lnTo>
                    <a:cubicBezTo>
                      <a:pt x="1175" y="1535"/>
                      <a:pt x="693" y="2122"/>
                      <a:pt x="79" y="2236"/>
                    </a:cubicBezTo>
                    <a:cubicBezTo>
                      <a:pt x="35" y="2236"/>
                      <a:pt x="0" y="2306"/>
                      <a:pt x="0" y="2341"/>
                    </a:cubicBezTo>
                    <a:cubicBezTo>
                      <a:pt x="0" y="2455"/>
                      <a:pt x="79" y="2455"/>
                      <a:pt x="219" y="2490"/>
                    </a:cubicBezTo>
                    <a:lnTo>
                      <a:pt x="6908" y="2490"/>
                    </a:lnTo>
                    <a:cubicBezTo>
                      <a:pt x="7749" y="2490"/>
                      <a:pt x="8442" y="1798"/>
                      <a:pt x="8442" y="921"/>
                    </a:cubicBezTo>
                    <a:lnTo>
                      <a:pt x="8442" y="115"/>
                    </a:lnTo>
                    <a:cubicBezTo>
                      <a:pt x="8442" y="45"/>
                      <a:pt x="8407" y="1"/>
                      <a:pt x="83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66">
                <a:extLst>
                  <a:ext uri="{FF2B5EF4-FFF2-40B4-BE49-F238E27FC236}">
                    <a16:creationId xmlns:a16="http://schemas.microsoft.com/office/drawing/2014/main" id="{E7B74F71-F4FE-6ACB-3E95-DD2BB531576E}"/>
                  </a:ext>
                </a:extLst>
              </p:cNvPr>
              <p:cNvSpPr/>
              <p:nvPr/>
            </p:nvSpPr>
            <p:spPr>
              <a:xfrm>
                <a:off x="7137525" y="2422600"/>
                <a:ext cx="1078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313" h="1" extrusionOk="0">
                    <a:moveTo>
                      <a:pt x="0" y="0"/>
                    </a:moveTo>
                    <a:lnTo>
                      <a:pt x="431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66">
                <a:extLst>
                  <a:ext uri="{FF2B5EF4-FFF2-40B4-BE49-F238E27FC236}">
                    <a16:creationId xmlns:a16="http://schemas.microsoft.com/office/drawing/2014/main" id="{D22CE389-A04C-6A72-24EE-F83D856CFAA1}"/>
                  </a:ext>
                </a:extLst>
              </p:cNvPr>
              <p:cNvSpPr/>
              <p:nvPr/>
            </p:nvSpPr>
            <p:spPr>
              <a:xfrm>
                <a:off x="7134000" y="2418875"/>
                <a:ext cx="114200" cy="6375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255" extrusionOk="0">
                    <a:moveTo>
                      <a:pt x="141" y="0"/>
                    </a:moveTo>
                    <a:cubicBezTo>
                      <a:pt x="71" y="0"/>
                      <a:pt x="1" y="70"/>
                      <a:pt x="1" y="149"/>
                    </a:cubicBezTo>
                    <a:cubicBezTo>
                      <a:pt x="1" y="184"/>
                      <a:pt x="71" y="255"/>
                      <a:pt x="141" y="255"/>
                    </a:cubicBezTo>
                    <a:lnTo>
                      <a:pt x="4454" y="255"/>
                    </a:lnTo>
                    <a:cubicBezTo>
                      <a:pt x="4524" y="255"/>
                      <a:pt x="4568" y="184"/>
                      <a:pt x="4568" y="149"/>
                    </a:cubicBezTo>
                    <a:cubicBezTo>
                      <a:pt x="4568" y="70"/>
                      <a:pt x="4524" y="0"/>
                      <a:pt x="44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66">
                <a:extLst>
                  <a:ext uri="{FF2B5EF4-FFF2-40B4-BE49-F238E27FC236}">
                    <a16:creationId xmlns:a16="http://schemas.microsoft.com/office/drawing/2014/main" id="{4BFC5D0F-55CD-3D11-531B-524DCAD207F7}"/>
                  </a:ext>
                </a:extLst>
              </p:cNvPr>
              <p:cNvSpPr/>
              <p:nvPr/>
            </p:nvSpPr>
            <p:spPr>
              <a:xfrm>
                <a:off x="7143000" y="2458975"/>
                <a:ext cx="1087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349" h="1" extrusionOk="0">
                    <a:moveTo>
                      <a:pt x="0" y="0"/>
                    </a:moveTo>
                    <a:lnTo>
                      <a:pt x="434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66">
                <a:extLst>
                  <a:ext uri="{FF2B5EF4-FFF2-40B4-BE49-F238E27FC236}">
                    <a16:creationId xmlns:a16="http://schemas.microsoft.com/office/drawing/2014/main" id="{83A74A95-C972-AD33-F972-5B7D28CF787B}"/>
                  </a:ext>
                </a:extLst>
              </p:cNvPr>
              <p:cNvSpPr/>
              <p:nvPr/>
            </p:nvSpPr>
            <p:spPr>
              <a:xfrm>
                <a:off x="7140375" y="2456350"/>
                <a:ext cx="114200" cy="5500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220" extrusionOk="0">
                    <a:moveTo>
                      <a:pt x="105" y="0"/>
                    </a:moveTo>
                    <a:cubicBezTo>
                      <a:pt x="70" y="0"/>
                      <a:pt x="0" y="35"/>
                      <a:pt x="0" y="105"/>
                    </a:cubicBezTo>
                    <a:cubicBezTo>
                      <a:pt x="0" y="184"/>
                      <a:pt x="70" y="219"/>
                      <a:pt x="105" y="219"/>
                    </a:cubicBezTo>
                    <a:lnTo>
                      <a:pt x="4453" y="219"/>
                    </a:lnTo>
                    <a:cubicBezTo>
                      <a:pt x="4532" y="219"/>
                      <a:pt x="4567" y="184"/>
                      <a:pt x="4567" y="105"/>
                    </a:cubicBezTo>
                    <a:cubicBezTo>
                      <a:pt x="4567" y="35"/>
                      <a:pt x="4532" y="0"/>
                      <a:pt x="44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4137;p66">
                <a:extLst>
                  <a:ext uri="{FF2B5EF4-FFF2-40B4-BE49-F238E27FC236}">
                    <a16:creationId xmlns:a16="http://schemas.microsoft.com/office/drawing/2014/main" id="{16BD235D-8DD6-826F-063E-0BC72FEE92CC}"/>
                  </a:ext>
                </a:extLst>
              </p:cNvPr>
              <p:cNvSpPr/>
              <p:nvPr/>
            </p:nvSpPr>
            <p:spPr>
              <a:xfrm>
                <a:off x="7144975" y="2498200"/>
                <a:ext cx="1087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1" extrusionOk="0">
                    <a:moveTo>
                      <a:pt x="0" y="1"/>
                    </a:moveTo>
                    <a:lnTo>
                      <a:pt x="434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4138;p66">
                <a:extLst>
                  <a:ext uri="{FF2B5EF4-FFF2-40B4-BE49-F238E27FC236}">
                    <a16:creationId xmlns:a16="http://schemas.microsoft.com/office/drawing/2014/main" id="{24916447-EAD0-88B0-47AC-EFFCB39FD221}"/>
                  </a:ext>
                </a:extLst>
              </p:cNvPr>
              <p:cNvSpPr/>
              <p:nvPr/>
            </p:nvSpPr>
            <p:spPr>
              <a:xfrm>
                <a:off x="7142125" y="2495575"/>
                <a:ext cx="114200" cy="5500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220" extrusionOk="0">
                    <a:moveTo>
                      <a:pt x="114" y="0"/>
                    </a:moveTo>
                    <a:cubicBezTo>
                      <a:pt x="35" y="0"/>
                      <a:pt x="0" y="35"/>
                      <a:pt x="0" y="106"/>
                    </a:cubicBezTo>
                    <a:cubicBezTo>
                      <a:pt x="0" y="184"/>
                      <a:pt x="35" y="219"/>
                      <a:pt x="114" y="219"/>
                    </a:cubicBezTo>
                    <a:lnTo>
                      <a:pt x="4462" y="219"/>
                    </a:lnTo>
                    <a:cubicBezTo>
                      <a:pt x="4497" y="219"/>
                      <a:pt x="4567" y="184"/>
                      <a:pt x="4567" y="106"/>
                    </a:cubicBezTo>
                    <a:cubicBezTo>
                      <a:pt x="4567" y="35"/>
                      <a:pt x="4497" y="0"/>
                      <a:pt x="44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9" name="Google Shape;4139;p66">
                <a:extLst>
                  <a:ext uri="{FF2B5EF4-FFF2-40B4-BE49-F238E27FC236}">
                    <a16:creationId xmlns:a16="http://schemas.microsoft.com/office/drawing/2014/main" id="{6C7AF2C0-F3F4-DE76-6120-1E961CEA7C40}"/>
                  </a:ext>
                </a:extLst>
              </p:cNvPr>
              <p:cNvSpPr/>
              <p:nvPr/>
            </p:nvSpPr>
            <p:spPr>
              <a:xfrm>
                <a:off x="7144100" y="2536550"/>
                <a:ext cx="108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340" h="1" extrusionOk="0">
                    <a:moveTo>
                      <a:pt x="0" y="1"/>
                    </a:moveTo>
                    <a:lnTo>
                      <a:pt x="433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0" name="Google Shape;4140;p66">
                <a:extLst>
                  <a:ext uri="{FF2B5EF4-FFF2-40B4-BE49-F238E27FC236}">
                    <a16:creationId xmlns:a16="http://schemas.microsoft.com/office/drawing/2014/main" id="{8F631E00-3908-20F7-D81B-FFE09E511960}"/>
                  </a:ext>
                </a:extLst>
              </p:cNvPr>
              <p:cNvSpPr/>
              <p:nvPr/>
            </p:nvSpPr>
            <p:spPr>
              <a:xfrm>
                <a:off x="7141250" y="2533925"/>
                <a:ext cx="114200" cy="6375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255" extrusionOk="0">
                    <a:moveTo>
                      <a:pt x="114" y="0"/>
                    </a:moveTo>
                    <a:cubicBezTo>
                      <a:pt x="35" y="0"/>
                      <a:pt x="0" y="70"/>
                      <a:pt x="0" y="106"/>
                    </a:cubicBezTo>
                    <a:cubicBezTo>
                      <a:pt x="0" y="184"/>
                      <a:pt x="35" y="255"/>
                      <a:pt x="114" y="255"/>
                    </a:cubicBezTo>
                    <a:lnTo>
                      <a:pt x="4453" y="255"/>
                    </a:lnTo>
                    <a:cubicBezTo>
                      <a:pt x="4532" y="255"/>
                      <a:pt x="4567" y="184"/>
                      <a:pt x="4567" y="106"/>
                    </a:cubicBezTo>
                    <a:cubicBezTo>
                      <a:pt x="4567" y="70"/>
                      <a:pt x="4532" y="0"/>
                      <a:pt x="44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1" name="Google Shape;4141;p66">
              <a:extLst>
                <a:ext uri="{FF2B5EF4-FFF2-40B4-BE49-F238E27FC236}">
                  <a16:creationId xmlns:a16="http://schemas.microsoft.com/office/drawing/2014/main" id="{A812E59A-74DD-43BA-3064-53F0041595E6}"/>
                </a:ext>
              </a:extLst>
            </p:cNvPr>
            <p:cNvGrpSpPr/>
            <p:nvPr/>
          </p:nvGrpSpPr>
          <p:grpSpPr>
            <a:xfrm>
              <a:off x="521737" y="3459681"/>
              <a:ext cx="928336" cy="731501"/>
              <a:chOff x="6281527" y="838138"/>
              <a:chExt cx="891859" cy="702758"/>
            </a:xfrm>
          </p:grpSpPr>
          <p:sp>
            <p:nvSpPr>
              <p:cNvPr id="4142" name="Google Shape;4142;p66">
                <a:extLst>
                  <a:ext uri="{FF2B5EF4-FFF2-40B4-BE49-F238E27FC236}">
                    <a16:creationId xmlns:a16="http://schemas.microsoft.com/office/drawing/2014/main" id="{6A9B8113-B54C-DD52-D40E-8598891553ED}"/>
                  </a:ext>
                </a:extLst>
              </p:cNvPr>
              <p:cNvSpPr/>
              <p:nvPr/>
            </p:nvSpPr>
            <p:spPr>
              <a:xfrm>
                <a:off x="6491674" y="994166"/>
                <a:ext cx="423780" cy="395296"/>
              </a:xfrm>
              <a:custGeom>
                <a:avLst/>
                <a:gdLst/>
                <a:ahLst/>
                <a:cxnLst/>
                <a:rect l="l" t="t" r="r" b="b"/>
                <a:pathLst>
                  <a:path w="5356" h="4996" extrusionOk="0">
                    <a:moveTo>
                      <a:pt x="2676" y="0"/>
                    </a:moveTo>
                    <a:cubicBezTo>
                      <a:pt x="1464" y="0"/>
                      <a:pt x="399" y="883"/>
                      <a:pt x="209" y="2118"/>
                    </a:cubicBezTo>
                    <a:cubicBezTo>
                      <a:pt x="1" y="3480"/>
                      <a:pt x="935" y="4757"/>
                      <a:pt x="2298" y="4966"/>
                    </a:cubicBezTo>
                    <a:cubicBezTo>
                      <a:pt x="2426" y="4986"/>
                      <a:pt x="2554" y="4995"/>
                      <a:pt x="2680" y="4995"/>
                    </a:cubicBezTo>
                    <a:cubicBezTo>
                      <a:pt x="3893" y="4995"/>
                      <a:pt x="4957" y="4112"/>
                      <a:pt x="5146" y="2878"/>
                    </a:cubicBezTo>
                    <a:cubicBezTo>
                      <a:pt x="5355" y="1515"/>
                      <a:pt x="4421" y="238"/>
                      <a:pt x="3058" y="29"/>
                    </a:cubicBezTo>
                    <a:cubicBezTo>
                      <a:pt x="2930" y="10"/>
                      <a:pt x="2802" y="0"/>
                      <a:pt x="26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66">
                <a:extLst>
                  <a:ext uri="{FF2B5EF4-FFF2-40B4-BE49-F238E27FC236}">
                    <a16:creationId xmlns:a16="http://schemas.microsoft.com/office/drawing/2014/main" id="{990C9690-1097-51C9-09D8-F139C3045A51}"/>
                  </a:ext>
                </a:extLst>
              </p:cNvPr>
              <p:cNvSpPr/>
              <p:nvPr/>
            </p:nvSpPr>
            <p:spPr>
              <a:xfrm>
                <a:off x="6494997" y="989023"/>
                <a:ext cx="417213" cy="405503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5125" extrusionOk="0">
                    <a:moveTo>
                      <a:pt x="2633" y="129"/>
                    </a:moveTo>
                    <a:cubicBezTo>
                      <a:pt x="2756" y="129"/>
                      <a:pt x="2882" y="142"/>
                      <a:pt x="3005" y="158"/>
                    </a:cubicBezTo>
                    <a:cubicBezTo>
                      <a:pt x="3648" y="257"/>
                      <a:pt x="4212" y="600"/>
                      <a:pt x="4595" y="1127"/>
                    </a:cubicBezTo>
                    <a:cubicBezTo>
                      <a:pt x="4978" y="1649"/>
                      <a:pt x="5139" y="2287"/>
                      <a:pt x="5040" y="2932"/>
                    </a:cubicBezTo>
                    <a:cubicBezTo>
                      <a:pt x="4857" y="4130"/>
                      <a:pt x="3815" y="4995"/>
                      <a:pt x="2637" y="4995"/>
                    </a:cubicBezTo>
                    <a:cubicBezTo>
                      <a:pt x="2515" y="4995"/>
                      <a:pt x="2392" y="4986"/>
                      <a:pt x="2268" y="4967"/>
                    </a:cubicBezTo>
                    <a:cubicBezTo>
                      <a:pt x="1624" y="4868"/>
                      <a:pt x="1061" y="4527"/>
                      <a:pt x="678" y="4005"/>
                    </a:cubicBezTo>
                    <a:cubicBezTo>
                      <a:pt x="290" y="3476"/>
                      <a:pt x="133" y="2838"/>
                      <a:pt x="232" y="2195"/>
                    </a:cubicBezTo>
                    <a:cubicBezTo>
                      <a:pt x="418" y="994"/>
                      <a:pt x="1455" y="129"/>
                      <a:pt x="2633" y="129"/>
                    </a:cubicBezTo>
                    <a:close/>
                    <a:moveTo>
                      <a:pt x="2633" y="0"/>
                    </a:moveTo>
                    <a:cubicBezTo>
                      <a:pt x="1393" y="0"/>
                      <a:pt x="299" y="910"/>
                      <a:pt x="105" y="2177"/>
                    </a:cubicBezTo>
                    <a:cubicBezTo>
                      <a:pt x="0" y="2849"/>
                      <a:pt x="167" y="3529"/>
                      <a:pt x="574" y="4080"/>
                    </a:cubicBezTo>
                    <a:cubicBezTo>
                      <a:pt x="975" y="4631"/>
                      <a:pt x="1572" y="4991"/>
                      <a:pt x="2250" y="5095"/>
                    </a:cubicBezTo>
                    <a:cubicBezTo>
                      <a:pt x="2378" y="5112"/>
                      <a:pt x="2512" y="5124"/>
                      <a:pt x="2639" y="5124"/>
                    </a:cubicBezTo>
                    <a:cubicBezTo>
                      <a:pt x="3880" y="5124"/>
                      <a:pt x="4971" y="4214"/>
                      <a:pt x="5168" y="2948"/>
                    </a:cubicBezTo>
                    <a:cubicBezTo>
                      <a:pt x="5273" y="2276"/>
                      <a:pt x="5104" y="1596"/>
                      <a:pt x="4699" y="1046"/>
                    </a:cubicBezTo>
                    <a:cubicBezTo>
                      <a:pt x="4298" y="495"/>
                      <a:pt x="3701" y="135"/>
                      <a:pt x="3021" y="30"/>
                    </a:cubicBezTo>
                    <a:cubicBezTo>
                      <a:pt x="2891" y="10"/>
                      <a:pt x="2761" y="0"/>
                      <a:pt x="26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66">
                <a:extLst>
                  <a:ext uri="{FF2B5EF4-FFF2-40B4-BE49-F238E27FC236}">
                    <a16:creationId xmlns:a16="http://schemas.microsoft.com/office/drawing/2014/main" id="{5E66B7A4-1475-93A5-E986-20FC3C3A88ED}"/>
                  </a:ext>
                </a:extLst>
              </p:cNvPr>
              <p:cNvSpPr/>
              <p:nvPr/>
            </p:nvSpPr>
            <p:spPr>
              <a:xfrm>
                <a:off x="6511929" y="982219"/>
                <a:ext cx="423226" cy="395296"/>
              </a:xfrm>
              <a:custGeom>
                <a:avLst/>
                <a:gdLst/>
                <a:ahLst/>
                <a:cxnLst/>
                <a:rect l="l" t="t" r="r" b="b"/>
                <a:pathLst>
                  <a:path w="5349" h="4996" extrusionOk="0">
                    <a:moveTo>
                      <a:pt x="2670" y="1"/>
                    </a:moveTo>
                    <a:cubicBezTo>
                      <a:pt x="1459" y="1"/>
                      <a:pt x="399" y="883"/>
                      <a:pt x="210" y="2118"/>
                    </a:cubicBezTo>
                    <a:cubicBezTo>
                      <a:pt x="1" y="3481"/>
                      <a:pt x="935" y="4758"/>
                      <a:pt x="2298" y="4967"/>
                    </a:cubicBezTo>
                    <a:cubicBezTo>
                      <a:pt x="2426" y="4986"/>
                      <a:pt x="2554" y="4996"/>
                      <a:pt x="2679" y="4996"/>
                    </a:cubicBezTo>
                    <a:cubicBezTo>
                      <a:pt x="3891" y="4996"/>
                      <a:pt x="4950" y="4113"/>
                      <a:pt x="5139" y="2878"/>
                    </a:cubicBezTo>
                    <a:cubicBezTo>
                      <a:pt x="5348" y="1515"/>
                      <a:pt x="4415" y="239"/>
                      <a:pt x="3051" y="30"/>
                    </a:cubicBezTo>
                    <a:cubicBezTo>
                      <a:pt x="2923" y="10"/>
                      <a:pt x="2795" y="1"/>
                      <a:pt x="26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66">
                <a:extLst>
                  <a:ext uri="{FF2B5EF4-FFF2-40B4-BE49-F238E27FC236}">
                    <a16:creationId xmlns:a16="http://schemas.microsoft.com/office/drawing/2014/main" id="{E5A665AF-25F4-456C-BB58-B2476E821115}"/>
                  </a:ext>
                </a:extLst>
              </p:cNvPr>
              <p:cNvSpPr/>
              <p:nvPr/>
            </p:nvSpPr>
            <p:spPr>
              <a:xfrm>
                <a:off x="6515173" y="977076"/>
                <a:ext cx="416738" cy="405424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5124" extrusionOk="0">
                    <a:moveTo>
                      <a:pt x="2627" y="130"/>
                    </a:moveTo>
                    <a:cubicBezTo>
                      <a:pt x="2750" y="130"/>
                      <a:pt x="2878" y="141"/>
                      <a:pt x="2999" y="159"/>
                    </a:cubicBezTo>
                    <a:cubicBezTo>
                      <a:pt x="3644" y="258"/>
                      <a:pt x="4206" y="599"/>
                      <a:pt x="4594" y="1128"/>
                    </a:cubicBezTo>
                    <a:cubicBezTo>
                      <a:pt x="4977" y="1650"/>
                      <a:pt x="5133" y="2288"/>
                      <a:pt x="5036" y="2931"/>
                    </a:cubicBezTo>
                    <a:cubicBezTo>
                      <a:pt x="4937" y="3575"/>
                      <a:pt x="4594" y="4138"/>
                      <a:pt x="4072" y="4521"/>
                    </a:cubicBezTo>
                    <a:cubicBezTo>
                      <a:pt x="3652" y="4833"/>
                      <a:pt x="3152" y="4996"/>
                      <a:pt x="2638" y="4996"/>
                    </a:cubicBezTo>
                    <a:cubicBezTo>
                      <a:pt x="2513" y="4996"/>
                      <a:pt x="2388" y="4987"/>
                      <a:pt x="2263" y="4968"/>
                    </a:cubicBezTo>
                    <a:cubicBezTo>
                      <a:pt x="1625" y="4869"/>
                      <a:pt x="1055" y="4526"/>
                      <a:pt x="673" y="4004"/>
                    </a:cubicBezTo>
                    <a:cubicBezTo>
                      <a:pt x="290" y="3476"/>
                      <a:pt x="134" y="2839"/>
                      <a:pt x="233" y="2194"/>
                    </a:cubicBezTo>
                    <a:cubicBezTo>
                      <a:pt x="330" y="1551"/>
                      <a:pt x="673" y="989"/>
                      <a:pt x="1195" y="606"/>
                    </a:cubicBezTo>
                    <a:cubicBezTo>
                      <a:pt x="1618" y="293"/>
                      <a:pt x="2112" y="130"/>
                      <a:pt x="2627" y="130"/>
                    </a:cubicBezTo>
                    <a:close/>
                    <a:moveTo>
                      <a:pt x="2629" y="1"/>
                    </a:moveTo>
                    <a:cubicBezTo>
                      <a:pt x="2087" y="1"/>
                      <a:pt x="1564" y="174"/>
                      <a:pt x="1120" y="501"/>
                    </a:cubicBezTo>
                    <a:cubicBezTo>
                      <a:pt x="568" y="901"/>
                      <a:pt x="203" y="1498"/>
                      <a:pt x="99" y="2178"/>
                    </a:cubicBezTo>
                    <a:cubicBezTo>
                      <a:pt x="0" y="2850"/>
                      <a:pt x="163" y="3529"/>
                      <a:pt x="568" y="4079"/>
                    </a:cubicBezTo>
                    <a:cubicBezTo>
                      <a:pt x="975" y="4631"/>
                      <a:pt x="1566" y="4991"/>
                      <a:pt x="2244" y="5096"/>
                    </a:cubicBezTo>
                    <a:cubicBezTo>
                      <a:pt x="2378" y="5112"/>
                      <a:pt x="2506" y="5123"/>
                      <a:pt x="2640" y="5123"/>
                    </a:cubicBezTo>
                    <a:cubicBezTo>
                      <a:pt x="3179" y="5123"/>
                      <a:pt x="3706" y="4956"/>
                      <a:pt x="4148" y="4625"/>
                    </a:cubicBezTo>
                    <a:cubicBezTo>
                      <a:pt x="4699" y="4225"/>
                      <a:pt x="5058" y="3627"/>
                      <a:pt x="5162" y="2949"/>
                    </a:cubicBezTo>
                    <a:cubicBezTo>
                      <a:pt x="5267" y="2276"/>
                      <a:pt x="5098" y="1597"/>
                      <a:pt x="4699" y="1046"/>
                    </a:cubicBezTo>
                    <a:cubicBezTo>
                      <a:pt x="4292" y="494"/>
                      <a:pt x="3695" y="135"/>
                      <a:pt x="3023" y="31"/>
                    </a:cubicBezTo>
                    <a:cubicBezTo>
                      <a:pt x="2891" y="11"/>
                      <a:pt x="2760" y="1"/>
                      <a:pt x="26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66">
                <a:extLst>
                  <a:ext uri="{FF2B5EF4-FFF2-40B4-BE49-F238E27FC236}">
                    <a16:creationId xmlns:a16="http://schemas.microsoft.com/office/drawing/2014/main" id="{2AAB85F2-AE49-E17A-1811-EC088630901D}"/>
                  </a:ext>
                </a:extLst>
              </p:cNvPr>
              <p:cNvSpPr/>
              <p:nvPr/>
            </p:nvSpPr>
            <p:spPr>
              <a:xfrm>
                <a:off x="6585353" y="1510830"/>
                <a:ext cx="28563" cy="25082"/>
              </a:xfrm>
              <a:custGeom>
                <a:avLst/>
                <a:gdLst/>
                <a:ahLst/>
                <a:cxnLst/>
                <a:rect l="l" t="t" r="r" b="b"/>
                <a:pathLst>
                  <a:path w="361" h="317" extrusionOk="0">
                    <a:moveTo>
                      <a:pt x="179" y="1"/>
                    </a:moveTo>
                    <a:cubicBezTo>
                      <a:pt x="147" y="1"/>
                      <a:pt x="115" y="11"/>
                      <a:pt x="88" y="31"/>
                    </a:cubicBezTo>
                    <a:cubicBezTo>
                      <a:pt x="18" y="83"/>
                      <a:pt x="0" y="182"/>
                      <a:pt x="53" y="251"/>
                    </a:cubicBezTo>
                    <a:cubicBezTo>
                      <a:pt x="84" y="294"/>
                      <a:pt x="133" y="317"/>
                      <a:pt x="182" y="317"/>
                    </a:cubicBezTo>
                    <a:cubicBezTo>
                      <a:pt x="214" y="317"/>
                      <a:pt x="245" y="307"/>
                      <a:pt x="273" y="286"/>
                    </a:cubicBezTo>
                    <a:cubicBezTo>
                      <a:pt x="348" y="235"/>
                      <a:pt x="361" y="136"/>
                      <a:pt x="308" y="66"/>
                    </a:cubicBezTo>
                    <a:cubicBezTo>
                      <a:pt x="276" y="24"/>
                      <a:pt x="228" y="1"/>
                      <a:pt x="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66">
                <a:extLst>
                  <a:ext uri="{FF2B5EF4-FFF2-40B4-BE49-F238E27FC236}">
                    <a16:creationId xmlns:a16="http://schemas.microsoft.com/office/drawing/2014/main" id="{7B5F9936-5656-5499-DC5D-DD5E44A2A152}"/>
                  </a:ext>
                </a:extLst>
              </p:cNvPr>
              <p:cNvSpPr/>
              <p:nvPr/>
            </p:nvSpPr>
            <p:spPr>
              <a:xfrm>
                <a:off x="6579815" y="1505608"/>
                <a:ext cx="40036" cy="35289"/>
              </a:xfrm>
              <a:custGeom>
                <a:avLst/>
                <a:gdLst/>
                <a:ahLst/>
                <a:cxnLst/>
                <a:rect l="l" t="t" r="r" b="b"/>
                <a:pathLst>
                  <a:path w="506" h="446" extrusionOk="0">
                    <a:moveTo>
                      <a:pt x="254" y="132"/>
                    </a:moveTo>
                    <a:cubicBezTo>
                      <a:pt x="282" y="132"/>
                      <a:pt x="309" y="143"/>
                      <a:pt x="326" y="167"/>
                    </a:cubicBezTo>
                    <a:cubicBezTo>
                      <a:pt x="361" y="213"/>
                      <a:pt x="348" y="271"/>
                      <a:pt x="308" y="301"/>
                    </a:cubicBezTo>
                    <a:cubicBezTo>
                      <a:pt x="292" y="312"/>
                      <a:pt x="273" y="318"/>
                      <a:pt x="254" y="318"/>
                    </a:cubicBezTo>
                    <a:cubicBezTo>
                      <a:pt x="225" y="318"/>
                      <a:pt x="195" y="305"/>
                      <a:pt x="174" y="277"/>
                    </a:cubicBezTo>
                    <a:cubicBezTo>
                      <a:pt x="147" y="237"/>
                      <a:pt x="158" y="178"/>
                      <a:pt x="198" y="149"/>
                    </a:cubicBezTo>
                    <a:cubicBezTo>
                      <a:pt x="215" y="137"/>
                      <a:pt x="235" y="132"/>
                      <a:pt x="254" y="132"/>
                    </a:cubicBezTo>
                    <a:close/>
                    <a:moveTo>
                      <a:pt x="254" y="0"/>
                    </a:moveTo>
                    <a:cubicBezTo>
                      <a:pt x="208" y="0"/>
                      <a:pt x="162" y="14"/>
                      <a:pt x="123" y="44"/>
                    </a:cubicBezTo>
                    <a:cubicBezTo>
                      <a:pt x="19" y="114"/>
                      <a:pt x="0" y="260"/>
                      <a:pt x="70" y="358"/>
                    </a:cubicBezTo>
                    <a:cubicBezTo>
                      <a:pt x="117" y="416"/>
                      <a:pt x="187" y="445"/>
                      <a:pt x="251" y="445"/>
                    </a:cubicBezTo>
                    <a:cubicBezTo>
                      <a:pt x="297" y="445"/>
                      <a:pt x="343" y="434"/>
                      <a:pt x="383" y="405"/>
                    </a:cubicBezTo>
                    <a:cubicBezTo>
                      <a:pt x="482" y="330"/>
                      <a:pt x="506" y="191"/>
                      <a:pt x="431" y="92"/>
                    </a:cubicBezTo>
                    <a:cubicBezTo>
                      <a:pt x="389" y="32"/>
                      <a:pt x="322" y="0"/>
                      <a:pt x="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66">
                <a:extLst>
                  <a:ext uri="{FF2B5EF4-FFF2-40B4-BE49-F238E27FC236}">
                    <a16:creationId xmlns:a16="http://schemas.microsoft.com/office/drawing/2014/main" id="{C96F82C8-92F3-209F-2334-D5E4D2E9E1F8}"/>
                  </a:ext>
                </a:extLst>
              </p:cNvPr>
              <p:cNvSpPr/>
              <p:nvPr/>
            </p:nvSpPr>
            <p:spPr>
              <a:xfrm>
                <a:off x="7008494" y="843202"/>
                <a:ext cx="62111" cy="54911"/>
              </a:xfrm>
              <a:custGeom>
                <a:avLst/>
                <a:gdLst/>
                <a:ahLst/>
                <a:cxnLst/>
                <a:rect l="l" t="t" r="r" b="b"/>
                <a:pathLst>
                  <a:path w="785" h="694" extrusionOk="0">
                    <a:moveTo>
                      <a:pt x="393" y="1"/>
                    </a:moveTo>
                    <a:cubicBezTo>
                      <a:pt x="321" y="1"/>
                      <a:pt x="249" y="23"/>
                      <a:pt x="186" y="70"/>
                    </a:cubicBezTo>
                    <a:cubicBezTo>
                      <a:pt x="36" y="180"/>
                      <a:pt x="1" y="400"/>
                      <a:pt x="111" y="551"/>
                    </a:cubicBezTo>
                    <a:cubicBezTo>
                      <a:pt x="181" y="645"/>
                      <a:pt x="286" y="693"/>
                      <a:pt x="392" y="693"/>
                    </a:cubicBezTo>
                    <a:cubicBezTo>
                      <a:pt x="463" y="693"/>
                      <a:pt x="535" y="671"/>
                      <a:pt x="598" y="627"/>
                    </a:cubicBezTo>
                    <a:cubicBezTo>
                      <a:pt x="750" y="510"/>
                      <a:pt x="785" y="296"/>
                      <a:pt x="673" y="145"/>
                    </a:cubicBezTo>
                    <a:cubicBezTo>
                      <a:pt x="604" y="51"/>
                      <a:pt x="499" y="1"/>
                      <a:pt x="3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66">
                <a:extLst>
                  <a:ext uri="{FF2B5EF4-FFF2-40B4-BE49-F238E27FC236}">
                    <a16:creationId xmlns:a16="http://schemas.microsoft.com/office/drawing/2014/main" id="{446472C1-1552-8BA1-9F9C-0FFA1565E3A2}"/>
                  </a:ext>
                </a:extLst>
              </p:cNvPr>
              <p:cNvSpPr/>
              <p:nvPr/>
            </p:nvSpPr>
            <p:spPr>
              <a:xfrm>
                <a:off x="7006200" y="838138"/>
                <a:ext cx="70340" cy="65197"/>
              </a:xfrm>
              <a:custGeom>
                <a:avLst/>
                <a:gdLst/>
                <a:ahLst/>
                <a:cxnLst/>
                <a:rect l="l" t="t" r="r" b="b"/>
                <a:pathLst>
                  <a:path w="889" h="824" extrusionOk="0">
                    <a:moveTo>
                      <a:pt x="418" y="127"/>
                    </a:moveTo>
                    <a:cubicBezTo>
                      <a:pt x="506" y="127"/>
                      <a:pt x="592" y="169"/>
                      <a:pt x="645" y="244"/>
                    </a:cubicBezTo>
                    <a:cubicBezTo>
                      <a:pt x="691" y="308"/>
                      <a:pt x="709" y="378"/>
                      <a:pt x="697" y="453"/>
                    </a:cubicBezTo>
                    <a:cubicBezTo>
                      <a:pt x="686" y="528"/>
                      <a:pt x="651" y="592"/>
                      <a:pt x="587" y="638"/>
                    </a:cubicBezTo>
                    <a:cubicBezTo>
                      <a:pt x="539" y="675"/>
                      <a:pt x="481" y="694"/>
                      <a:pt x="421" y="694"/>
                    </a:cubicBezTo>
                    <a:cubicBezTo>
                      <a:pt x="407" y="694"/>
                      <a:pt x="392" y="693"/>
                      <a:pt x="378" y="691"/>
                    </a:cubicBezTo>
                    <a:cubicBezTo>
                      <a:pt x="303" y="679"/>
                      <a:pt x="239" y="638"/>
                      <a:pt x="193" y="574"/>
                    </a:cubicBezTo>
                    <a:cubicBezTo>
                      <a:pt x="152" y="517"/>
                      <a:pt x="134" y="441"/>
                      <a:pt x="140" y="365"/>
                    </a:cubicBezTo>
                    <a:cubicBezTo>
                      <a:pt x="152" y="296"/>
                      <a:pt x="193" y="226"/>
                      <a:pt x="257" y="186"/>
                    </a:cubicBezTo>
                    <a:cubicBezTo>
                      <a:pt x="303" y="145"/>
                      <a:pt x="361" y="127"/>
                      <a:pt x="418" y="127"/>
                    </a:cubicBezTo>
                    <a:close/>
                    <a:moveTo>
                      <a:pt x="423" y="1"/>
                    </a:moveTo>
                    <a:cubicBezTo>
                      <a:pt x="337" y="1"/>
                      <a:pt x="250" y="27"/>
                      <a:pt x="175" y="81"/>
                    </a:cubicBezTo>
                    <a:cubicBezTo>
                      <a:pt x="88" y="145"/>
                      <a:pt x="30" y="239"/>
                      <a:pt x="13" y="349"/>
                    </a:cubicBezTo>
                    <a:cubicBezTo>
                      <a:pt x="1" y="459"/>
                      <a:pt x="24" y="563"/>
                      <a:pt x="88" y="656"/>
                    </a:cubicBezTo>
                    <a:cubicBezTo>
                      <a:pt x="158" y="743"/>
                      <a:pt x="250" y="801"/>
                      <a:pt x="361" y="818"/>
                    </a:cubicBezTo>
                    <a:cubicBezTo>
                      <a:pt x="378" y="818"/>
                      <a:pt x="402" y="823"/>
                      <a:pt x="424" y="823"/>
                    </a:cubicBezTo>
                    <a:cubicBezTo>
                      <a:pt x="512" y="823"/>
                      <a:pt x="592" y="796"/>
                      <a:pt x="662" y="743"/>
                    </a:cubicBezTo>
                    <a:cubicBezTo>
                      <a:pt x="848" y="609"/>
                      <a:pt x="889" y="349"/>
                      <a:pt x="755" y="169"/>
                    </a:cubicBezTo>
                    <a:cubicBezTo>
                      <a:pt x="672" y="58"/>
                      <a:pt x="549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66">
                <a:extLst>
                  <a:ext uri="{FF2B5EF4-FFF2-40B4-BE49-F238E27FC236}">
                    <a16:creationId xmlns:a16="http://schemas.microsoft.com/office/drawing/2014/main" id="{BD7ED8E7-C05F-DD1C-C8ED-1D1167B517CB}"/>
                  </a:ext>
                </a:extLst>
              </p:cNvPr>
              <p:cNvSpPr/>
              <p:nvPr/>
            </p:nvSpPr>
            <p:spPr>
              <a:xfrm>
                <a:off x="6950261" y="1118624"/>
                <a:ext cx="218062" cy="28009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354" extrusionOk="0">
                    <a:moveTo>
                      <a:pt x="0" y="0"/>
                    </a:moveTo>
                    <a:lnTo>
                      <a:pt x="0" y="354"/>
                    </a:lnTo>
                    <a:lnTo>
                      <a:pt x="2756" y="354"/>
                    </a:lnTo>
                    <a:lnTo>
                      <a:pt x="27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66">
                <a:extLst>
                  <a:ext uri="{FF2B5EF4-FFF2-40B4-BE49-F238E27FC236}">
                    <a16:creationId xmlns:a16="http://schemas.microsoft.com/office/drawing/2014/main" id="{B91F1C6F-3909-0E22-6E45-69CCAE9C86F2}"/>
                  </a:ext>
                </a:extLst>
              </p:cNvPr>
              <p:cNvSpPr/>
              <p:nvPr/>
            </p:nvSpPr>
            <p:spPr>
              <a:xfrm>
                <a:off x="6945197" y="1113561"/>
                <a:ext cx="228189" cy="38137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482" extrusionOk="0">
                    <a:moveTo>
                      <a:pt x="2755" y="127"/>
                    </a:moveTo>
                    <a:lnTo>
                      <a:pt x="2755" y="348"/>
                    </a:lnTo>
                    <a:lnTo>
                      <a:pt x="134" y="348"/>
                    </a:lnTo>
                    <a:lnTo>
                      <a:pt x="134" y="127"/>
                    </a:lnTo>
                    <a:close/>
                    <a:moveTo>
                      <a:pt x="64" y="0"/>
                    </a:moveTo>
                    <a:cubicBezTo>
                      <a:pt x="30" y="0"/>
                      <a:pt x="0" y="29"/>
                      <a:pt x="0" y="64"/>
                    </a:cubicBezTo>
                    <a:lnTo>
                      <a:pt x="0" y="418"/>
                    </a:lnTo>
                    <a:cubicBezTo>
                      <a:pt x="0" y="453"/>
                      <a:pt x="30" y="482"/>
                      <a:pt x="64" y="482"/>
                    </a:cubicBezTo>
                    <a:lnTo>
                      <a:pt x="2820" y="482"/>
                    </a:lnTo>
                    <a:cubicBezTo>
                      <a:pt x="2854" y="482"/>
                      <a:pt x="2884" y="453"/>
                      <a:pt x="2884" y="418"/>
                    </a:cubicBezTo>
                    <a:lnTo>
                      <a:pt x="2884" y="64"/>
                    </a:lnTo>
                    <a:cubicBezTo>
                      <a:pt x="2884" y="29"/>
                      <a:pt x="2854" y="0"/>
                      <a:pt x="28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66">
                <a:extLst>
                  <a:ext uri="{FF2B5EF4-FFF2-40B4-BE49-F238E27FC236}">
                    <a16:creationId xmlns:a16="http://schemas.microsoft.com/office/drawing/2014/main" id="{8ECD0180-6626-15AD-BF6C-F8ADD878F085}"/>
                  </a:ext>
                </a:extLst>
              </p:cNvPr>
              <p:cNvSpPr/>
              <p:nvPr/>
            </p:nvSpPr>
            <p:spPr>
              <a:xfrm>
                <a:off x="6950261" y="1180102"/>
                <a:ext cx="125330" cy="18436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233" extrusionOk="0">
                    <a:moveTo>
                      <a:pt x="0" y="0"/>
                    </a:moveTo>
                    <a:lnTo>
                      <a:pt x="0" y="233"/>
                    </a:lnTo>
                    <a:lnTo>
                      <a:pt x="1583" y="233"/>
                    </a:lnTo>
                    <a:lnTo>
                      <a:pt x="158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66">
                <a:extLst>
                  <a:ext uri="{FF2B5EF4-FFF2-40B4-BE49-F238E27FC236}">
                    <a16:creationId xmlns:a16="http://schemas.microsoft.com/office/drawing/2014/main" id="{CE2E2B25-399E-F838-C9F4-80A5BB2E77F6}"/>
                  </a:ext>
                </a:extLst>
              </p:cNvPr>
              <p:cNvSpPr/>
              <p:nvPr/>
            </p:nvSpPr>
            <p:spPr>
              <a:xfrm>
                <a:off x="6945197" y="1174959"/>
                <a:ext cx="135458" cy="28563"/>
              </a:xfrm>
              <a:custGeom>
                <a:avLst/>
                <a:gdLst/>
                <a:ahLst/>
                <a:cxnLst/>
                <a:rect l="l" t="t" r="r" b="b"/>
                <a:pathLst>
                  <a:path w="1712" h="361" extrusionOk="0">
                    <a:moveTo>
                      <a:pt x="1585" y="135"/>
                    </a:moveTo>
                    <a:lnTo>
                      <a:pt x="1585" y="233"/>
                    </a:lnTo>
                    <a:lnTo>
                      <a:pt x="134" y="233"/>
                    </a:lnTo>
                    <a:lnTo>
                      <a:pt x="134" y="135"/>
                    </a:lnTo>
                    <a:close/>
                    <a:moveTo>
                      <a:pt x="64" y="1"/>
                    </a:moveTo>
                    <a:cubicBezTo>
                      <a:pt x="30" y="1"/>
                      <a:pt x="0" y="30"/>
                      <a:pt x="0" y="65"/>
                    </a:cubicBezTo>
                    <a:lnTo>
                      <a:pt x="0" y="298"/>
                    </a:lnTo>
                    <a:cubicBezTo>
                      <a:pt x="0" y="332"/>
                      <a:pt x="30" y="360"/>
                      <a:pt x="64" y="360"/>
                    </a:cubicBezTo>
                    <a:lnTo>
                      <a:pt x="1647" y="360"/>
                    </a:lnTo>
                    <a:cubicBezTo>
                      <a:pt x="1682" y="360"/>
                      <a:pt x="1711" y="332"/>
                      <a:pt x="1711" y="298"/>
                    </a:cubicBezTo>
                    <a:lnTo>
                      <a:pt x="1711" y="65"/>
                    </a:lnTo>
                    <a:cubicBezTo>
                      <a:pt x="1711" y="30"/>
                      <a:pt x="1682" y="1"/>
                      <a:pt x="16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66">
                <a:extLst>
                  <a:ext uri="{FF2B5EF4-FFF2-40B4-BE49-F238E27FC236}">
                    <a16:creationId xmlns:a16="http://schemas.microsoft.com/office/drawing/2014/main" id="{697833A6-96D7-5386-56CF-D058077A68A0}"/>
                  </a:ext>
                </a:extLst>
              </p:cNvPr>
              <p:cNvSpPr/>
              <p:nvPr/>
            </p:nvSpPr>
            <p:spPr>
              <a:xfrm>
                <a:off x="6950261" y="1232401"/>
                <a:ext cx="125330" cy="17882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226" extrusionOk="0">
                    <a:moveTo>
                      <a:pt x="0" y="0"/>
                    </a:moveTo>
                    <a:lnTo>
                      <a:pt x="0" y="226"/>
                    </a:lnTo>
                    <a:lnTo>
                      <a:pt x="1583" y="226"/>
                    </a:lnTo>
                    <a:lnTo>
                      <a:pt x="158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66">
                <a:extLst>
                  <a:ext uri="{FF2B5EF4-FFF2-40B4-BE49-F238E27FC236}">
                    <a16:creationId xmlns:a16="http://schemas.microsoft.com/office/drawing/2014/main" id="{ED4A9353-DB54-E54B-FB95-212538B90EEA}"/>
                  </a:ext>
                </a:extLst>
              </p:cNvPr>
              <p:cNvSpPr/>
              <p:nvPr/>
            </p:nvSpPr>
            <p:spPr>
              <a:xfrm>
                <a:off x="6945197" y="1227337"/>
                <a:ext cx="135458" cy="28484"/>
              </a:xfrm>
              <a:custGeom>
                <a:avLst/>
                <a:gdLst/>
                <a:ahLst/>
                <a:cxnLst/>
                <a:rect l="l" t="t" r="r" b="b"/>
                <a:pathLst>
                  <a:path w="1712" h="360" extrusionOk="0">
                    <a:moveTo>
                      <a:pt x="1585" y="128"/>
                    </a:moveTo>
                    <a:lnTo>
                      <a:pt x="1585" y="227"/>
                    </a:lnTo>
                    <a:lnTo>
                      <a:pt x="134" y="227"/>
                    </a:lnTo>
                    <a:lnTo>
                      <a:pt x="134" y="128"/>
                    </a:lnTo>
                    <a:close/>
                    <a:moveTo>
                      <a:pt x="64" y="0"/>
                    </a:moveTo>
                    <a:cubicBezTo>
                      <a:pt x="30" y="0"/>
                      <a:pt x="0" y="29"/>
                      <a:pt x="0" y="64"/>
                    </a:cubicBezTo>
                    <a:lnTo>
                      <a:pt x="0" y="290"/>
                    </a:lnTo>
                    <a:cubicBezTo>
                      <a:pt x="0" y="332"/>
                      <a:pt x="30" y="359"/>
                      <a:pt x="64" y="359"/>
                    </a:cubicBezTo>
                    <a:lnTo>
                      <a:pt x="1647" y="359"/>
                    </a:lnTo>
                    <a:cubicBezTo>
                      <a:pt x="1682" y="359"/>
                      <a:pt x="1711" y="332"/>
                      <a:pt x="1711" y="290"/>
                    </a:cubicBezTo>
                    <a:lnTo>
                      <a:pt x="1711" y="64"/>
                    </a:lnTo>
                    <a:cubicBezTo>
                      <a:pt x="1711" y="29"/>
                      <a:pt x="1682" y="0"/>
                      <a:pt x="16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66">
                <a:extLst>
                  <a:ext uri="{FF2B5EF4-FFF2-40B4-BE49-F238E27FC236}">
                    <a16:creationId xmlns:a16="http://schemas.microsoft.com/office/drawing/2014/main" id="{C7F7118C-208B-176F-1F5E-1F839F7B55B9}"/>
                  </a:ext>
                </a:extLst>
              </p:cNvPr>
              <p:cNvSpPr/>
              <p:nvPr/>
            </p:nvSpPr>
            <p:spPr>
              <a:xfrm>
                <a:off x="6311831" y="1275602"/>
                <a:ext cx="211653" cy="90912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149" extrusionOk="0">
                    <a:moveTo>
                      <a:pt x="2675" y="0"/>
                    </a:moveTo>
                    <a:lnTo>
                      <a:pt x="0" y="1149"/>
                    </a:lnTo>
                    <a:close/>
                  </a:path>
                </a:pathLst>
              </a:custGeom>
              <a:solidFill>
                <a:srgbClr val="FF7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66">
                <a:extLst>
                  <a:ext uri="{FF2B5EF4-FFF2-40B4-BE49-F238E27FC236}">
                    <a16:creationId xmlns:a16="http://schemas.microsoft.com/office/drawing/2014/main" id="{399FBD2F-B710-953F-E9F9-029C5CBF4A9C}"/>
                  </a:ext>
                </a:extLst>
              </p:cNvPr>
              <p:cNvSpPr/>
              <p:nvPr/>
            </p:nvSpPr>
            <p:spPr>
              <a:xfrm>
                <a:off x="6305897" y="1270379"/>
                <a:ext cx="223125" cy="101672"/>
              </a:xfrm>
              <a:custGeom>
                <a:avLst/>
                <a:gdLst/>
                <a:ahLst/>
                <a:cxnLst/>
                <a:rect l="l" t="t" r="r" b="b"/>
                <a:pathLst>
                  <a:path w="2820" h="1285" extrusionOk="0">
                    <a:moveTo>
                      <a:pt x="2748" y="0"/>
                    </a:moveTo>
                    <a:cubicBezTo>
                      <a:pt x="2739" y="0"/>
                      <a:pt x="2730" y="3"/>
                      <a:pt x="2720" y="8"/>
                    </a:cubicBezTo>
                    <a:lnTo>
                      <a:pt x="52" y="1156"/>
                    </a:lnTo>
                    <a:cubicBezTo>
                      <a:pt x="17" y="1167"/>
                      <a:pt x="0" y="1208"/>
                      <a:pt x="17" y="1242"/>
                    </a:cubicBezTo>
                    <a:cubicBezTo>
                      <a:pt x="24" y="1266"/>
                      <a:pt x="52" y="1284"/>
                      <a:pt x="75" y="1284"/>
                    </a:cubicBezTo>
                    <a:cubicBezTo>
                      <a:pt x="81" y="1284"/>
                      <a:pt x="93" y="1277"/>
                      <a:pt x="99" y="1277"/>
                    </a:cubicBezTo>
                    <a:lnTo>
                      <a:pt x="2773" y="123"/>
                    </a:lnTo>
                    <a:cubicBezTo>
                      <a:pt x="2808" y="112"/>
                      <a:pt x="2819" y="72"/>
                      <a:pt x="2808" y="42"/>
                    </a:cubicBezTo>
                    <a:cubicBezTo>
                      <a:pt x="2795" y="17"/>
                      <a:pt x="2773" y="0"/>
                      <a:pt x="27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4158;p66">
                <a:extLst>
                  <a:ext uri="{FF2B5EF4-FFF2-40B4-BE49-F238E27FC236}">
                    <a16:creationId xmlns:a16="http://schemas.microsoft.com/office/drawing/2014/main" id="{1B027CA5-DF24-CD64-9779-ED478B9ED5BE}"/>
                  </a:ext>
                </a:extLst>
              </p:cNvPr>
              <p:cNvSpPr/>
              <p:nvPr/>
            </p:nvSpPr>
            <p:spPr>
              <a:xfrm>
                <a:off x="6287461" y="1352666"/>
                <a:ext cx="34577" cy="34418"/>
              </a:xfrm>
              <a:custGeom>
                <a:avLst/>
                <a:gdLst/>
                <a:ahLst/>
                <a:cxnLst/>
                <a:rect l="l" t="t" r="r" b="b"/>
                <a:pathLst>
                  <a:path w="437" h="435" extrusionOk="0">
                    <a:moveTo>
                      <a:pt x="117" y="1"/>
                    </a:moveTo>
                    <a:lnTo>
                      <a:pt x="1" y="325"/>
                    </a:lnTo>
                    <a:lnTo>
                      <a:pt x="319" y="435"/>
                    </a:lnTo>
                    <a:lnTo>
                      <a:pt x="436" y="11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4159;p66">
                <a:extLst>
                  <a:ext uri="{FF2B5EF4-FFF2-40B4-BE49-F238E27FC236}">
                    <a16:creationId xmlns:a16="http://schemas.microsoft.com/office/drawing/2014/main" id="{BDE2728E-25C3-DA36-6283-E89FD649A914}"/>
                  </a:ext>
                </a:extLst>
              </p:cNvPr>
              <p:cNvSpPr/>
              <p:nvPr/>
            </p:nvSpPr>
            <p:spPr>
              <a:xfrm>
                <a:off x="6281527" y="1347681"/>
                <a:ext cx="45970" cy="44942"/>
              </a:xfrm>
              <a:custGeom>
                <a:avLst/>
                <a:gdLst/>
                <a:ahLst/>
                <a:cxnLst/>
                <a:rect l="l" t="t" r="r" b="b"/>
                <a:pathLst>
                  <a:path w="581" h="568" extrusionOk="0">
                    <a:moveTo>
                      <a:pt x="233" y="150"/>
                    </a:moveTo>
                    <a:lnTo>
                      <a:pt x="429" y="219"/>
                    </a:lnTo>
                    <a:lnTo>
                      <a:pt x="354" y="417"/>
                    </a:lnTo>
                    <a:lnTo>
                      <a:pt x="158" y="348"/>
                    </a:lnTo>
                    <a:lnTo>
                      <a:pt x="233" y="150"/>
                    </a:lnTo>
                    <a:close/>
                    <a:moveTo>
                      <a:pt x="189" y="1"/>
                    </a:moveTo>
                    <a:cubicBezTo>
                      <a:pt x="180" y="1"/>
                      <a:pt x="172" y="2"/>
                      <a:pt x="163" y="5"/>
                    </a:cubicBezTo>
                    <a:cubicBezTo>
                      <a:pt x="151" y="16"/>
                      <a:pt x="140" y="29"/>
                      <a:pt x="134" y="45"/>
                    </a:cubicBezTo>
                    <a:lnTo>
                      <a:pt x="18" y="364"/>
                    </a:lnTo>
                    <a:cubicBezTo>
                      <a:pt x="0" y="399"/>
                      <a:pt x="18" y="434"/>
                      <a:pt x="53" y="446"/>
                    </a:cubicBezTo>
                    <a:lnTo>
                      <a:pt x="372" y="562"/>
                    </a:lnTo>
                    <a:cubicBezTo>
                      <a:pt x="383" y="562"/>
                      <a:pt x="389" y="568"/>
                      <a:pt x="394" y="568"/>
                    </a:cubicBezTo>
                    <a:cubicBezTo>
                      <a:pt x="424" y="568"/>
                      <a:pt x="447" y="551"/>
                      <a:pt x="458" y="522"/>
                    </a:cubicBezTo>
                    <a:lnTo>
                      <a:pt x="575" y="203"/>
                    </a:lnTo>
                    <a:cubicBezTo>
                      <a:pt x="581" y="185"/>
                      <a:pt x="581" y="168"/>
                      <a:pt x="568" y="155"/>
                    </a:cubicBezTo>
                    <a:cubicBezTo>
                      <a:pt x="563" y="139"/>
                      <a:pt x="552" y="126"/>
                      <a:pt x="534" y="121"/>
                    </a:cubicBezTo>
                    <a:lnTo>
                      <a:pt x="215" y="5"/>
                    </a:lnTo>
                    <a:cubicBezTo>
                      <a:pt x="206" y="2"/>
                      <a:pt x="198" y="1"/>
                      <a:pt x="1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4160;p66">
                <a:extLst>
                  <a:ext uri="{FF2B5EF4-FFF2-40B4-BE49-F238E27FC236}">
                    <a16:creationId xmlns:a16="http://schemas.microsoft.com/office/drawing/2014/main" id="{A8A2D81F-97D5-5917-A465-BD9057E76F98}"/>
                  </a:ext>
                </a:extLst>
              </p:cNvPr>
              <p:cNvSpPr/>
              <p:nvPr/>
            </p:nvSpPr>
            <p:spPr>
              <a:xfrm>
                <a:off x="6619375" y="1105411"/>
                <a:ext cx="196936" cy="142579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1802" extrusionOk="0">
                    <a:moveTo>
                      <a:pt x="966" y="0"/>
                    </a:moveTo>
                    <a:cubicBezTo>
                      <a:pt x="963" y="0"/>
                      <a:pt x="959" y="1"/>
                      <a:pt x="957" y="4"/>
                    </a:cubicBezTo>
                    <a:lnTo>
                      <a:pt x="0" y="891"/>
                    </a:lnTo>
                    <a:lnTo>
                      <a:pt x="0" y="909"/>
                    </a:lnTo>
                    <a:lnTo>
                      <a:pt x="957" y="1796"/>
                    </a:lnTo>
                    <a:cubicBezTo>
                      <a:pt x="959" y="1800"/>
                      <a:pt x="963" y="1801"/>
                      <a:pt x="966" y="1801"/>
                    </a:cubicBezTo>
                    <a:cubicBezTo>
                      <a:pt x="969" y="1801"/>
                      <a:pt x="972" y="1800"/>
                      <a:pt x="975" y="1796"/>
                    </a:cubicBezTo>
                    <a:lnTo>
                      <a:pt x="1328" y="1413"/>
                    </a:lnTo>
                    <a:lnTo>
                      <a:pt x="1328" y="1402"/>
                    </a:lnTo>
                    <a:lnTo>
                      <a:pt x="1096" y="1188"/>
                    </a:lnTo>
                    <a:cubicBezTo>
                      <a:pt x="1090" y="1182"/>
                      <a:pt x="1096" y="1170"/>
                      <a:pt x="1101" y="1170"/>
                    </a:cubicBezTo>
                    <a:lnTo>
                      <a:pt x="2175" y="1170"/>
                    </a:lnTo>
                    <a:cubicBezTo>
                      <a:pt x="2308" y="1170"/>
                      <a:pt x="2431" y="1083"/>
                      <a:pt x="2453" y="950"/>
                    </a:cubicBezTo>
                    <a:cubicBezTo>
                      <a:pt x="2488" y="781"/>
                      <a:pt x="2354" y="631"/>
                      <a:pt x="2193" y="631"/>
                    </a:cubicBezTo>
                    <a:lnTo>
                      <a:pt x="1101" y="631"/>
                    </a:lnTo>
                    <a:cubicBezTo>
                      <a:pt x="1096" y="631"/>
                      <a:pt x="1090" y="620"/>
                      <a:pt x="1096" y="613"/>
                    </a:cubicBezTo>
                    <a:lnTo>
                      <a:pt x="1328" y="398"/>
                    </a:lnTo>
                    <a:lnTo>
                      <a:pt x="1328" y="387"/>
                    </a:lnTo>
                    <a:lnTo>
                      <a:pt x="975" y="4"/>
                    </a:lnTo>
                    <a:cubicBezTo>
                      <a:pt x="972" y="1"/>
                      <a:pt x="969" y="0"/>
                      <a:pt x="9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66">
                <a:extLst>
                  <a:ext uri="{FF2B5EF4-FFF2-40B4-BE49-F238E27FC236}">
                    <a16:creationId xmlns:a16="http://schemas.microsoft.com/office/drawing/2014/main" id="{B85B11D4-BDBB-E115-905D-217029C45841}"/>
                  </a:ext>
                </a:extLst>
              </p:cNvPr>
              <p:cNvSpPr/>
              <p:nvPr/>
            </p:nvSpPr>
            <p:spPr>
              <a:xfrm>
                <a:off x="6614312" y="1100189"/>
                <a:ext cx="205718" cy="152865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932" extrusionOk="0">
                    <a:moveTo>
                      <a:pt x="1026" y="157"/>
                    </a:moveTo>
                    <a:lnTo>
                      <a:pt x="1305" y="453"/>
                    </a:lnTo>
                    <a:lnTo>
                      <a:pt x="1114" y="633"/>
                    </a:lnTo>
                    <a:cubicBezTo>
                      <a:pt x="1090" y="651"/>
                      <a:pt x="1085" y="686"/>
                      <a:pt x="1096" y="713"/>
                    </a:cubicBezTo>
                    <a:cubicBezTo>
                      <a:pt x="1108" y="737"/>
                      <a:pt x="1143" y="761"/>
                      <a:pt x="1165" y="761"/>
                    </a:cubicBezTo>
                    <a:lnTo>
                      <a:pt x="2257" y="761"/>
                    </a:lnTo>
                    <a:cubicBezTo>
                      <a:pt x="2314" y="761"/>
                      <a:pt x="2372" y="790"/>
                      <a:pt x="2413" y="836"/>
                    </a:cubicBezTo>
                    <a:cubicBezTo>
                      <a:pt x="2453" y="882"/>
                      <a:pt x="2466" y="940"/>
                      <a:pt x="2453" y="1004"/>
                    </a:cubicBezTo>
                    <a:cubicBezTo>
                      <a:pt x="2442" y="1096"/>
                      <a:pt x="2343" y="1173"/>
                      <a:pt x="2239" y="1173"/>
                    </a:cubicBezTo>
                    <a:lnTo>
                      <a:pt x="1165" y="1173"/>
                    </a:lnTo>
                    <a:cubicBezTo>
                      <a:pt x="1138" y="1173"/>
                      <a:pt x="1108" y="1190"/>
                      <a:pt x="1096" y="1219"/>
                    </a:cubicBezTo>
                    <a:cubicBezTo>
                      <a:pt x="1085" y="1243"/>
                      <a:pt x="1096" y="1283"/>
                      <a:pt x="1114" y="1300"/>
                    </a:cubicBezTo>
                    <a:lnTo>
                      <a:pt x="1305" y="1479"/>
                    </a:lnTo>
                    <a:lnTo>
                      <a:pt x="1026" y="1776"/>
                    </a:lnTo>
                    <a:lnTo>
                      <a:pt x="156" y="964"/>
                    </a:lnTo>
                    <a:lnTo>
                      <a:pt x="1026" y="157"/>
                    </a:lnTo>
                    <a:close/>
                    <a:moveTo>
                      <a:pt x="1033" y="1"/>
                    </a:moveTo>
                    <a:cubicBezTo>
                      <a:pt x="1015" y="1"/>
                      <a:pt x="991" y="12"/>
                      <a:pt x="980" y="24"/>
                    </a:cubicBezTo>
                    <a:lnTo>
                      <a:pt x="24" y="911"/>
                    </a:lnTo>
                    <a:cubicBezTo>
                      <a:pt x="6" y="922"/>
                      <a:pt x="0" y="946"/>
                      <a:pt x="0" y="964"/>
                    </a:cubicBezTo>
                    <a:cubicBezTo>
                      <a:pt x="0" y="986"/>
                      <a:pt x="11" y="1010"/>
                      <a:pt x="24" y="1021"/>
                    </a:cubicBezTo>
                    <a:lnTo>
                      <a:pt x="980" y="1909"/>
                    </a:lnTo>
                    <a:cubicBezTo>
                      <a:pt x="991" y="1920"/>
                      <a:pt x="1015" y="1932"/>
                      <a:pt x="1033" y="1932"/>
                    </a:cubicBezTo>
                    <a:cubicBezTo>
                      <a:pt x="1050" y="1926"/>
                      <a:pt x="1074" y="1920"/>
                      <a:pt x="1085" y="1904"/>
                    </a:cubicBezTo>
                    <a:lnTo>
                      <a:pt x="1438" y="1527"/>
                    </a:lnTo>
                    <a:cubicBezTo>
                      <a:pt x="1451" y="1514"/>
                      <a:pt x="1456" y="1492"/>
                      <a:pt x="1456" y="1474"/>
                    </a:cubicBezTo>
                    <a:cubicBezTo>
                      <a:pt x="1456" y="1457"/>
                      <a:pt x="1444" y="1433"/>
                      <a:pt x="1433" y="1422"/>
                    </a:cubicBezTo>
                    <a:lnTo>
                      <a:pt x="1305" y="1300"/>
                    </a:lnTo>
                    <a:lnTo>
                      <a:pt x="2239" y="1300"/>
                    </a:lnTo>
                    <a:cubicBezTo>
                      <a:pt x="2407" y="1300"/>
                      <a:pt x="2558" y="1184"/>
                      <a:pt x="2581" y="1027"/>
                    </a:cubicBezTo>
                    <a:cubicBezTo>
                      <a:pt x="2599" y="929"/>
                      <a:pt x="2576" y="830"/>
                      <a:pt x="2512" y="748"/>
                    </a:cubicBezTo>
                    <a:cubicBezTo>
                      <a:pt x="2448" y="673"/>
                      <a:pt x="2356" y="633"/>
                      <a:pt x="2257" y="633"/>
                    </a:cubicBezTo>
                    <a:lnTo>
                      <a:pt x="1305" y="633"/>
                    </a:lnTo>
                    <a:lnTo>
                      <a:pt x="1433" y="512"/>
                    </a:lnTo>
                    <a:cubicBezTo>
                      <a:pt x="1444" y="499"/>
                      <a:pt x="1456" y="477"/>
                      <a:pt x="1456" y="459"/>
                    </a:cubicBezTo>
                    <a:cubicBezTo>
                      <a:pt x="1456" y="442"/>
                      <a:pt x="1451" y="418"/>
                      <a:pt x="1438" y="407"/>
                    </a:cubicBezTo>
                    <a:lnTo>
                      <a:pt x="1085" y="30"/>
                    </a:lnTo>
                    <a:cubicBezTo>
                      <a:pt x="1074" y="12"/>
                      <a:pt x="1050" y="1"/>
                      <a:pt x="10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62" name="Google Shape;4162;p66">
              <a:extLst>
                <a:ext uri="{FF2B5EF4-FFF2-40B4-BE49-F238E27FC236}">
                  <a16:creationId xmlns:a16="http://schemas.microsoft.com/office/drawing/2014/main" id="{37BBCDAB-75F0-796E-AF83-A3022D76FE42}"/>
                </a:ext>
              </a:extLst>
            </p:cNvPr>
            <p:cNvGrpSpPr/>
            <p:nvPr/>
          </p:nvGrpSpPr>
          <p:grpSpPr>
            <a:xfrm>
              <a:off x="715212" y="4322139"/>
              <a:ext cx="580482" cy="458914"/>
              <a:chOff x="6806124" y="841326"/>
              <a:chExt cx="1441832" cy="1139875"/>
            </a:xfrm>
          </p:grpSpPr>
          <p:sp>
            <p:nvSpPr>
              <p:cNvPr id="4163" name="Google Shape;4163;p66">
                <a:extLst>
                  <a:ext uri="{FF2B5EF4-FFF2-40B4-BE49-F238E27FC236}">
                    <a16:creationId xmlns:a16="http://schemas.microsoft.com/office/drawing/2014/main" id="{8957207B-943C-9398-BCF7-059CC59219AB}"/>
                  </a:ext>
                </a:extLst>
              </p:cNvPr>
              <p:cNvSpPr/>
              <p:nvPr/>
            </p:nvSpPr>
            <p:spPr>
              <a:xfrm>
                <a:off x="6815144" y="851986"/>
                <a:ext cx="1419898" cy="1118350"/>
              </a:xfrm>
              <a:custGeom>
                <a:avLst/>
                <a:gdLst/>
                <a:ahLst/>
                <a:cxnLst/>
                <a:rect l="l" t="t" r="r" b="b"/>
                <a:pathLst>
                  <a:path w="13853" h="10911" extrusionOk="0">
                    <a:moveTo>
                      <a:pt x="13726" y="1"/>
                    </a:moveTo>
                    <a:lnTo>
                      <a:pt x="97" y="3732"/>
                    </a:lnTo>
                    <a:cubicBezTo>
                      <a:pt x="30" y="3761"/>
                      <a:pt x="1" y="3858"/>
                      <a:pt x="68" y="3887"/>
                    </a:cubicBezTo>
                    <a:lnTo>
                      <a:pt x="8359" y="10891"/>
                    </a:lnTo>
                    <a:cubicBezTo>
                      <a:pt x="8374" y="10903"/>
                      <a:pt x="8394" y="10910"/>
                      <a:pt x="8413" y="10910"/>
                    </a:cubicBezTo>
                    <a:cubicBezTo>
                      <a:pt x="8440" y="10910"/>
                      <a:pt x="8468" y="10896"/>
                      <a:pt x="8485" y="10861"/>
                    </a:cubicBezTo>
                    <a:lnTo>
                      <a:pt x="13823" y="127"/>
                    </a:lnTo>
                    <a:cubicBezTo>
                      <a:pt x="13852" y="60"/>
                      <a:pt x="13793" y="1"/>
                      <a:pt x="137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66">
                <a:extLst>
                  <a:ext uri="{FF2B5EF4-FFF2-40B4-BE49-F238E27FC236}">
                    <a16:creationId xmlns:a16="http://schemas.microsoft.com/office/drawing/2014/main" id="{291003A8-5CFC-F178-C6EC-B2570674A490}"/>
                  </a:ext>
                </a:extLst>
              </p:cNvPr>
              <p:cNvSpPr/>
              <p:nvPr/>
            </p:nvSpPr>
            <p:spPr>
              <a:xfrm>
                <a:off x="6806124" y="841326"/>
                <a:ext cx="1441832" cy="1139875"/>
              </a:xfrm>
              <a:custGeom>
                <a:avLst/>
                <a:gdLst/>
                <a:ahLst/>
                <a:cxnLst/>
                <a:rect l="l" t="t" r="r" b="b"/>
                <a:pathLst>
                  <a:path w="14067" h="11121" extrusionOk="0">
                    <a:moveTo>
                      <a:pt x="13785" y="231"/>
                    </a:moveTo>
                    <a:lnTo>
                      <a:pt x="8484" y="10898"/>
                    </a:lnTo>
                    <a:lnTo>
                      <a:pt x="244" y="3932"/>
                    </a:lnTo>
                    <a:lnTo>
                      <a:pt x="13785" y="231"/>
                    </a:lnTo>
                    <a:close/>
                    <a:moveTo>
                      <a:pt x="13857" y="1"/>
                    </a:moveTo>
                    <a:cubicBezTo>
                      <a:pt x="13835" y="1"/>
                      <a:pt x="13811" y="6"/>
                      <a:pt x="13785" y="16"/>
                    </a:cubicBezTo>
                    <a:lnTo>
                      <a:pt x="156" y="3747"/>
                    </a:lnTo>
                    <a:cubicBezTo>
                      <a:pt x="59" y="3777"/>
                      <a:pt x="30" y="3806"/>
                      <a:pt x="0" y="3902"/>
                    </a:cubicBezTo>
                    <a:cubicBezTo>
                      <a:pt x="0" y="3962"/>
                      <a:pt x="30" y="4021"/>
                      <a:pt x="59" y="4088"/>
                    </a:cubicBezTo>
                    <a:lnTo>
                      <a:pt x="8358" y="11083"/>
                    </a:lnTo>
                    <a:cubicBezTo>
                      <a:pt x="8418" y="11121"/>
                      <a:pt x="8447" y="11121"/>
                      <a:pt x="8484" y="11121"/>
                    </a:cubicBezTo>
                    <a:lnTo>
                      <a:pt x="8543" y="11121"/>
                    </a:lnTo>
                    <a:cubicBezTo>
                      <a:pt x="8603" y="11121"/>
                      <a:pt x="8632" y="11054"/>
                      <a:pt x="8669" y="11024"/>
                    </a:cubicBezTo>
                    <a:lnTo>
                      <a:pt x="14037" y="290"/>
                    </a:lnTo>
                    <a:cubicBezTo>
                      <a:pt x="14066" y="231"/>
                      <a:pt x="14037" y="134"/>
                      <a:pt x="14000" y="75"/>
                    </a:cubicBezTo>
                    <a:cubicBezTo>
                      <a:pt x="13957" y="32"/>
                      <a:pt x="13914" y="1"/>
                      <a:pt x="138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66">
                <a:extLst>
                  <a:ext uri="{FF2B5EF4-FFF2-40B4-BE49-F238E27FC236}">
                    <a16:creationId xmlns:a16="http://schemas.microsoft.com/office/drawing/2014/main" id="{B9985D31-1AAE-E9B3-1810-6996E14FAE3C}"/>
                  </a:ext>
                </a:extLst>
              </p:cNvPr>
              <p:cNvSpPr/>
              <p:nvPr/>
            </p:nvSpPr>
            <p:spPr>
              <a:xfrm>
                <a:off x="7026904" y="975700"/>
                <a:ext cx="1012368" cy="783901"/>
              </a:xfrm>
              <a:custGeom>
                <a:avLst/>
                <a:gdLst/>
                <a:ahLst/>
                <a:cxnLst/>
                <a:rect l="l" t="t" r="r" b="b"/>
                <a:pathLst>
                  <a:path w="9877" h="7648" extrusionOk="0">
                    <a:moveTo>
                      <a:pt x="9780" y="0"/>
                    </a:moveTo>
                    <a:lnTo>
                      <a:pt x="67" y="2621"/>
                    </a:lnTo>
                    <a:cubicBezTo>
                      <a:pt x="0" y="2621"/>
                      <a:pt x="0" y="2680"/>
                      <a:pt x="37" y="2710"/>
                    </a:cubicBezTo>
                    <a:lnTo>
                      <a:pt x="5960" y="7648"/>
                    </a:lnTo>
                    <a:lnTo>
                      <a:pt x="5990" y="7648"/>
                    </a:lnTo>
                    <a:cubicBezTo>
                      <a:pt x="6019" y="7648"/>
                      <a:pt x="6049" y="7648"/>
                      <a:pt x="6049" y="7618"/>
                    </a:cubicBezTo>
                    <a:lnTo>
                      <a:pt x="9876" y="89"/>
                    </a:lnTo>
                    <a:cubicBezTo>
                      <a:pt x="9876" y="30"/>
                      <a:pt x="9847" y="0"/>
                      <a:pt x="98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66">
                <a:extLst>
                  <a:ext uri="{FF2B5EF4-FFF2-40B4-BE49-F238E27FC236}">
                    <a16:creationId xmlns:a16="http://schemas.microsoft.com/office/drawing/2014/main" id="{4D7833FF-C5CB-3C83-4343-454B20F0A9AB}"/>
                  </a:ext>
                </a:extLst>
              </p:cNvPr>
              <p:cNvSpPr/>
              <p:nvPr/>
            </p:nvSpPr>
            <p:spPr>
              <a:xfrm>
                <a:off x="7175628" y="1556964"/>
                <a:ext cx="234514" cy="379446"/>
              </a:xfrm>
              <a:custGeom>
                <a:avLst/>
                <a:gdLst/>
                <a:ahLst/>
                <a:cxnLst/>
                <a:rect l="l" t="t" r="r" b="b"/>
                <a:pathLst>
                  <a:path w="2288" h="3702" extrusionOk="0">
                    <a:moveTo>
                      <a:pt x="0" y="0"/>
                    </a:moveTo>
                    <a:lnTo>
                      <a:pt x="0" y="3702"/>
                    </a:lnTo>
                    <a:lnTo>
                      <a:pt x="2288" y="19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66">
                <a:extLst>
                  <a:ext uri="{FF2B5EF4-FFF2-40B4-BE49-F238E27FC236}">
                    <a16:creationId xmlns:a16="http://schemas.microsoft.com/office/drawing/2014/main" id="{BF778695-6C4A-C979-0818-2D250DEB0150}"/>
                  </a:ext>
                </a:extLst>
              </p:cNvPr>
              <p:cNvSpPr/>
              <p:nvPr/>
            </p:nvSpPr>
            <p:spPr>
              <a:xfrm>
                <a:off x="7166506" y="1545586"/>
                <a:ext cx="255834" cy="400663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3909" extrusionOk="0">
                    <a:moveTo>
                      <a:pt x="215" y="363"/>
                    </a:moveTo>
                    <a:lnTo>
                      <a:pt x="2222" y="2088"/>
                    </a:lnTo>
                    <a:lnTo>
                      <a:pt x="215" y="3598"/>
                    </a:lnTo>
                    <a:lnTo>
                      <a:pt x="215" y="363"/>
                    </a:lnTo>
                    <a:close/>
                    <a:moveTo>
                      <a:pt x="123" y="0"/>
                    </a:moveTo>
                    <a:cubicBezTo>
                      <a:pt x="99" y="0"/>
                      <a:pt x="75" y="8"/>
                      <a:pt x="60" y="22"/>
                    </a:cubicBezTo>
                    <a:cubicBezTo>
                      <a:pt x="30" y="22"/>
                      <a:pt x="1" y="82"/>
                      <a:pt x="1" y="111"/>
                    </a:cubicBezTo>
                    <a:lnTo>
                      <a:pt x="1" y="3813"/>
                    </a:lnTo>
                    <a:cubicBezTo>
                      <a:pt x="1" y="3842"/>
                      <a:pt x="30" y="3879"/>
                      <a:pt x="60" y="3909"/>
                    </a:cubicBezTo>
                    <a:lnTo>
                      <a:pt x="186" y="3909"/>
                    </a:lnTo>
                    <a:lnTo>
                      <a:pt x="2436" y="2177"/>
                    </a:lnTo>
                    <a:cubicBezTo>
                      <a:pt x="2466" y="2177"/>
                      <a:pt x="2495" y="2147"/>
                      <a:pt x="2495" y="2117"/>
                    </a:cubicBezTo>
                    <a:cubicBezTo>
                      <a:pt x="2495" y="2058"/>
                      <a:pt x="2466" y="2029"/>
                      <a:pt x="2466" y="2029"/>
                    </a:cubicBezTo>
                    <a:lnTo>
                      <a:pt x="186" y="22"/>
                    </a:lnTo>
                    <a:cubicBezTo>
                      <a:pt x="171" y="8"/>
                      <a:pt x="147" y="0"/>
                      <a:pt x="1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66">
                <a:extLst>
                  <a:ext uri="{FF2B5EF4-FFF2-40B4-BE49-F238E27FC236}">
                    <a16:creationId xmlns:a16="http://schemas.microsoft.com/office/drawing/2014/main" id="{D7B6E7B0-B482-706A-1B0D-602CD261A16A}"/>
                  </a:ext>
                </a:extLst>
              </p:cNvPr>
              <p:cNvSpPr/>
              <p:nvPr/>
            </p:nvSpPr>
            <p:spPr>
              <a:xfrm>
                <a:off x="7201457" y="858033"/>
                <a:ext cx="1030510" cy="702005"/>
              </a:xfrm>
              <a:custGeom>
                <a:avLst/>
                <a:gdLst/>
                <a:ahLst/>
                <a:cxnLst/>
                <a:rect l="l" t="t" r="r" b="b"/>
                <a:pathLst>
                  <a:path w="10054" h="6849" extrusionOk="0">
                    <a:moveTo>
                      <a:pt x="10054" y="1"/>
                    </a:moveTo>
                    <a:lnTo>
                      <a:pt x="0" y="6849"/>
                    </a:lnTo>
                    <a:close/>
                  </a:path>
                </a:pathLst>
              </a:custGeom>
              <a:solidFill>
                <a:srgbClr val="CBDA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66">
                <a:extLst>
                  <a:ext uri="{FF2B5EF4-FFF2-40B4-BE49-F238E27FC236}">
                    <a16:creationId xmlns:a16="http://schemas.microsoft.com/office/drawing/2014/main" id="{4811A0AE-87CF-1455-0174-6FA01E47E593}"/>
                  </a:ext>
                </a:extLst>
              </p:cNvPr>
              <p:cNvSpPr/>
              <p:nvPr/>
            </p:nvSpPr>
            <p:spPr>
              <a:xfrm>
                <a:off x="7188543" y="846963"/>
                <a:ext cx="1056339" cy="722915"/>
              </a:xfrm>
              <a:custGeom>
                <a:avLst/>
                <a:gdLst/>
                <a:ahLst/>
                <a:cxnLst/>
                <a:rect l="l" t="t" r="r" b="b"/>
                <a:pathLst>
                  <a:path w="10306" h="7053" extrusionOk="0">
                    <a:moveTo>
                      <a:pt x="10192" y="1"/>
                    </a:moveTo>
                    <a:cubicBezTo>
                      <a:pt x="10170" y="1"/>
                      <a:pt x="10145" y="8"/>
                      <a:pt x="10120" y="20"/>
                    </a:cubicBezTo>
                    <a:lnTo>
                      <a:pt x="59" y="6868"/>
                    </a:lnTo>
                    <a:cubicBezTo>
                      <a:pt x="0" y="6898"/>
                      <a:pt x="0" y="6957"/>
                      <a:pt x="30" y="7023"/>
                    </a:cubicBezTo>
                    <a:cubicBezTo>
                      <a:pt x="30" y="7053"/>
                      <a:pt x="89" y="7053"/>
                      <a:pt x="126" y="7053"/>
                    </a:cubicBezTo>
                    <a:lnTo>
                      <a:pt x="185" y="7053"/>
                    </a:lnTo>
                    <a:lnTo>
                      <a:pt x="10239" y="205"/>
                    </a:lnTo>
                    <a:cubicBezTo>
                      <a:pt x="10306" y="176"/>
                      <a:pt x="10306" y="109"/>
                      <a:pt x="10269" y="50"/>
                    </a:cubicBezTo>
                    <a:cubicBezTo>
                      <a:pt x="10251" y="15"/>
                      <a:pt x="10224" y="1"/>
                      <a:pt x="101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2B2A229-4FFD-4EA7-692D-52216B133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449" y="1478056"/>
            <a:ext cx="4322694" cy="238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843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0" name="Google Shape;3090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Retention doesn't decay — and that tells us something</a:t>
            </a:r>
            <a:endParaRPr dirty="0"/>
          </a:p>
        </p:txBody>
      </p:sp>
      <p:pic>
        <p:nvPicPr>
          <p:cNvPr id="3092" name="Google Shape;3092;p5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7455" r="7446"/>
          <a:stretch/>
        </p:blipFill>
        <p:spPr>
          <a:xfrm>
            <a:off x="4151775" y="1798375"/>
            <a:ext cx="3825900" cy="2531100"/>
          </a:xfrm>
          <a:prstGeom prst="rect">
            <a:avLst/>
          </a:prstGeom>
        </p:spPr>
      </p:pic>
      <p:sp>
        <p:nvSpPr>
          <p:cNvPr id="4" name="Google Shape;1320;p43">
            <a:extLst>
              <a:ext uri="{FF2B5EF4-FFF2-40B4-BE49-F238E27FC236}">
                <a16:creationId xmlns:a16="http://schemas.microsoft.com/office/drawing/2014/main" id="{C380E0C5-CB86-95DD-671C-5F2174D3EA80}"/>
              </a:ext>
            </a:extLst>
          </p:cNvPr>
          <p:cNvSpPr txBox="1"/>
          <p:nvPr/>
        </p:nvSpPr>
        <p:spPr>
          <a:xfrm>
            <a:off x="328984" y="1726941"/>
            <a:ext cx="340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000" dirty="0">
                <a:solidFill>
                  <a:schemeClr val="accent4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What We Found</a:t>
            </a:r>
            <a:r>
              <a:rPr lang="en" sz="1000" dirty="0">
                <a:solidFill>
                  <a:schemeClr val="dk1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:</a:t>
            </a:r>
            <a:br>
              <a:rPr lang="en" sz="1000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-ID" sz="1000" dirty="0"/>
              <a:t>Repeat purchase rate holds between 8.1% and 12.6% from Month 1 through Month 12, with no downward slope (M1: 9.15%, M6: 10.32%, M12: 10.40%).</a:t>
            </a:r>
            <a:endParaRPr sz="1000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" name="Google Shape;1320;p43">
            <a:extLst>
              <a:ext uri="{FF2B5EF4-FFF2-40B4-BE49-F238E27FC236}">
                <a16:creationId xmlns:a16="http://schemas.microsoft.com/office/drawing/2014/main" id="{E111D98B-898D-0E44-6F4A-6BFCEFA4AA78}"/>
              </a:ext>
            </a:extLst>
          </p:cNvPr>
          <p:cNvSpPr txBox="1"/>
          <p:nvPr/>
        </p:nvSpPr>
        <p:spPr>
          <a:xfrm>
            <a:off x="328984" y="2493160"/>
            <a:ext cx="340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000" dirty="0">
                <a:solidFill>
                  <a:schemeClr val="accent4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Why It Matters</a:t>
            </a:r>
            <a:r>
              <a:rPr lang="en" sz="1000" dirty="0">
                <a:solidFill>
                  <a:schemeClr val="dk1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:</a:t>
            </a:r>
            <a:br>
              <a:rPr lang="en" sz="1000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-ID" sz="1000" dirty="0"/>
              <a:t>Real retention curves drop steeply in Month 1 then flatten. A flat line means tenure carries no information — the signature of independent random draws. This is a property of the synthetic data, not a business finding.</a:t>
            </a:r>
            <a:endParaRPr sz="1000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9FE05F-66EE-C4CB-3BF0-6E1B7253B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433" y="1726941"/>
            <a:ext cx="4851476" cy="30004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3">
          <a:extLst>
            <a:ext uri="{FF2B5EF4-FFF2-40B4-BE49-F238E27FC236}">
              <a16:creationId xmlns:a16="http://schemas.microsoft.com/office/drawing/2014/main" id="{A8FEBB43-7EF5-115C-9BC2-71851B1B2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C96714-7B0C-F8AE-C56F-BB7B4B68F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783" y="1039530"/>
            <a:ext cx="5628006" cy="3802434"/>
          </a:xfrm>
          <a:prstGeom prst="rect">
            <a:avLst/>
          </a:prstGeom>
        </p:spPr>
      </p:pic>
      <p:sp>
        <p:nvSpPr>
          <p:cNvPr id="4175" name="Google Shape;4175;p67">
            <a:extLst>
              <a:ext uri="{FF2B5EF4-FFF2-40B4-BE49-F238E27FC236}">
                <a16:creationId xmlns:a16="http://schemas.microsoft.com/office/drawing/2014/main" id="{7E736B52-3C18-9D14-DDDE-323540F130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8060" y="142941"/>
            <a:ext cx="730997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ID" sz="2000" dirty="0"/>
              <a:t>This growth is heavily concentrated in two dominant markets: </a:t>
            </a:r>
            <a:r>
              <a:rPr lang="en-ID" sz="2000" b="1" dirty="0"/>
              <a:t>Semarang (Rp77M)</a:t>
            </a:r>
            <a:r>
              <a:rPr lang="en-ID" sz="2000" dirty="0"/>
              <a:t> and </a:t>
            </a:r>
            <a:r>
              <a:rPr lang="en-ID" sz="2000" b="1" dirty="0"/>
              <a:t>Depok (Rp76M)</a:t>
            </a:r>
            <a:endParaRPr lang="en-ID" sz="2000" dirty="0"/>
          </a:p>
        </p:txBody>
      </p:sp>
      <p:grpSp>
        <p:nvGrpSpPr>
          <p:cNvPr id="4182" name="Google Shape;4182;p67">
            <a:extLst>
              <a:ext uri="{FF2B5EF4-FFF2-40B4-BE49-F238E27FC236}">
                <a16:creationId xmlns:a16="http://schemas.microsoft.com/office/drawing/2014/main" id="{4F5504B8-634A-E629-3F79-B80164F67CC6}"/>
              </a:ext>
            </a:extLst>
          </p:cNvPr>
          <p:cNvGrpSpPr/>
          <p:nvPr/>
        </p:nvGrpSpPr>
        <p:grpSpPr>
          <a:xfrm>
            <a:off x="6944639" y="3701707"/>
            <a:ext cx="3172730" cy="1354162"/>
            <a:chOff x="5464182" y="3382393"/>
            <a:chExt cx="3172730" cy="1354162"/>
          </a:xfrm>
        </p:grpSpPr>
        <p:grpSp>
          <p:nvGrpSpPr>
            <p:cNvPr id="4183" name="Google Shape;4183;p67">
              <a:extLst>
                <a:ext uri="{FF2B5EF4-FFF2-40B4-BE49-F238E27FC236}">
                  <a16:creationId xmlns:a16="http://schemas.microsoft.com/office/drawing/2014/main" id="{00B2C003-03AB-6949-F1B5-50B028AE7C0E}"/>
                </a:ext>
              </a:extLst>
            </p:cNvPr>
            <p:cNvGrpSpPr/>
            <p:nvPr/>
          </p:nvGrpSpPr>
          <p:grpSpPr>
            <a:xfrm rot="-769389">
              <a:off x="6833708" y="3560130"/>
              <a:ext cx="1713748" cy="998702"/>
              <a:chOff x="5680103" y="2421625"/>
              <a:chExt cx="2810295" cy="1637726"/>
            </a:xfrm>
          </p:grpSpPr>
          <p:sp>
            <p:nvSpPr>
              <p:cNvPr id="4184" name="Google Shape;4184;p67">
                <a:extLst>
                  <a:ext uri="{FF2B5EF4-FFF2-40B4-BE49-F238E27FC236}">
                    <a16:creationId xmlns:a16="http://schemas.microsoft.com/office/drawing/2014/main" id="{16ECCFA1-A5C1-8DF0-95E6-45D65EA0DAD9}"/>
                  </a:ext>
                </a:extLst>
              </p:cNvPr>
              <p:cNvSpPr/>
              <p:nvPr/>
            </p:nvSpPr>
            <p:spPr>
              <a:xfrm>
                <a:off x="5686735" y="2465534"/>
                <a:ext cx="2800462" cy="1587566"/>
              </a:xfrm>
              <a:custGeom>
                <a:avLst/>
                <a:gdLst/>
                <a:ahLst/>
                <a:cxnLst/>
                <a:rect l="l" t="t" r="r" b="b"/>
                <a:pathLst>
                  <a:path w="36737" h="20826" extrusionOk="0">
                    <a:moveTo>
                      <a:pt x="35456" y="1"/>
                    </a:moveTo>
                    <a:lnTo>
                      <a:pt x="30107" y="2083"/>
                    </a:lnTo>
                    <a:cubicBezTo>
                      <a:pt x="29713" y="2234"/>
                      <a:pt x="29515" y="2675"/>
                      <a:pt x="29671" y="3069"/>
                    </a:cubicBezTo>
                    <a:cubicBezTo>
                      <a:pt x="29788" y="3372"/>
                      <a:pt x="30074" y="3558"/>
                      <a:pt x="30379" y="3558"/>
                    </a:cubicBezTo>
                    <a:cubicBezTo>
                      <a:pt x="30472" y="3558"/>
                      <a:pt x="30566" y="3541"/>
                      <a:pt x="30658" y="3505"/>
                    </a:cubicBezTo>
                    <a:lnTo>
                      <a:pt x="33194" y="2519"/>
                    </a:lnTo>
                    <a:lnTo>
                      <a:pt x="31684" y="5256"/>
                    </a:lnTo>
                    <a:lnTo>
                      <a:pt x="29794" y="8720"/>
                    </a:lnTo>
                    <a:cubicBezTo>
                      <a:pt x="28535" y="11028"/>
                      <a:pt x="27264" y="13337"/>
                      <a:pt x="26011" y="15652"/>
                    </a:cubicBezTo>
                    <a:lnTo>
                      <a:pt x="25901" y="15861"/>
                    </a:lnTo>
                    <a:lnTo>
                      <a:pt x="24938" y="14498"/>
                    </a:lnTo>
                    <a:lnTo>
                      <a:pt x="22659" y="11272"/>
                    </a:lnTo>
                    <a:lnTo>
                      <a:pt x="20385" y="8046"/>
                    </a:lnTo>
                    <a:lnTo>
                      <a:pt x="19242" y="6440"/>
                    </a:lnTo>
                    <a:lnTo>
                      <a:pt x="18673" y="5634"/>
                    </a:lnTo>
                    <a:lnTo>
                      <a:pt x="18598" y="5535"/>
                    </a:lnTo>
                    <a:lnTo>
                      <a:pt x="18563" y="5483"/>
                    </a:lnTo>
                    <a:lnTo>
                      <a:pt x="18534" y="5443"/>
                    </a:lnTo>
                    <a:lnTo>
                      <a:pt x="18482" y="5379"/>
                    </a:lnTo>
                    <a:cubicBezTo>
                      <a:pt x="18354" y="5221"/>
                      <a:pt x="18175" y="5088"/>
                      <a:pt x="17977" y="5002"/>
                    </a:cubicBezTo>
                    <a:cubicBezTo>
                      <a:pt x="17801" y="4923"/>
                      <a:pt x="17612" y="4884"/>
                      <a:pt x="17422" y="4884"/>
                    </a:cubicBezTo>
                    <a:cubicBezTo>
                      <a:pt x="17194" y="4884"/>
                      <a:pt x="16965" y="4940"/>
                      <a:pt x="16759" y="5047"/>
                    </a:cubicBezTo>
                    <a:cubicBezTo>
                      <a:pt x="16574" y="5152"/>
                      <a:pt x="16405" y="5297"/>
                      <a:pt x="16290" y="5471"/>
                    </a:cubicBezTo>
                    <a:cubicBezTo>
                      <a:pt x="16255" y="5512"/>
                      <a:pt x="16231" y="5558"/>
                      <a:pt x="16202" y="5604"/>
                    </a:cubicBezTo>
                    <a:lnTo>
                      <a:pt x="16174" y="5663"/>
                    </a:lnTo>
                    <a:lnTo>
                      <a:pt x="16162" y="5692"/>
                    </a:lnTo>
                    <a:lnTo>
                      <a:pt x="16104" y="5802"/>
                    </a:lnTo>
                    <a:lnTo>
                      <a:pt x="15889" y="6243"/>
                    </a:lnTo>
                    <a:lnTo>
                      <a:pt x="15449" y="7125"/>
                    </a:lnTo>
                    <a:lnTo>
                      <a:pt x="14579" y="8900"/>
                    </a:lnTo>
                    <a:lnTo>
                      <a:pt x="12833" y="12439"/>
                    </a:lnTo>
                    <a:lnTo>
                      <a:pt x="11963" y="14207"/>
                    </a:lnTo>
                    <a:lnTo>
                      <a:pt x="11527" y="15095"/>
                    </a:lnTo>
                    <a:lnTo>
                      <a:pt x="11388" y="15384"/>
                    </a:lnTo>
                    <a:lnTo>
                      <a:pt x="10703" y="14747"/>
                    </a:lnTo>
                    <a:lnTo>
                      <a:pt x="9259" y="13401"/>
                    </a:lnTo>
                    <a:lnTo>
                      <a:pt x="6370" y="10709"/>
                    </a:lnTo>
                    <a:lnTo>
                      <a:pt x="6011" y="10373"/>
                    </a:lnTo>
                    <a:lnTo>
                      <a:pt x="5964" y="10332"/>
                    </a:lnTo>
                    <a:cubicBezTo>
                      <a:pt x="5923" y="10297"/>
                      <a:pt x="5889" y="10263"/>
                      <a:pt x="5848" y="10233"/>
                    </a:cubicBezTo>
                    <a:cubicBezTo>
                      <a:pt x="5760" y="10176"/>
                      <a:pt x="5674" y="10123"/>
                      <a:pt x="5575" y="10083"/>
                    </a:cubicBezTo>
                    <a:cubicBezTo>
                      <a:pt x="5426" y="10020"/>
                      <a:pt x="5261" y="9988"/>
                      <a:pt x="5099" y="9988"/>
                    </a:cubicBezTo>
                    <a:cubicBezTo>
                      <a:pt x="5055" y="9988"/>
                      <a:pt x="5011" y="9990"/>
                      <a:pt x="4967" y="9995"/>
                    </a:cubicBezTo>
                    <a:cubicBezTo>
                      <a:pt x="4764" y="10013"/>
                      <a:pt x="4566" y="10089"/>
                      <a:pt x="4392" y="10199"/>
                    </a:cubicBezTo>
                    <a:cubicBezTo>
                      <a:pt x="4218" y="10316"/>
                      <a:pt x="4079" y="10477"/>
                      <a:pt x="3980" y="10657"/>
                    </a:cubicBezTo>
                    <a:cubicBezTo>
                      <a:pt x="3923" y="10768"/>
                      <a:pt x="3923" y="10774"/>
                      <a:pt x="3905" y="10819"/>
                    </a:cubicBezTo>
                    <a:lnTo>
                      <a:pt x="3853" y="10935"/>
                    </a:lnTo>
                    <a:lnTo>
                      <a:pt x="3754" y="11162"/>
                    </a:lnTo>
                    <a:cubicBezTo>
                      <a:pt x="3493" y="11765"/>
                      <a:pt x="3227" y="12362"/>
                      <a:pt x="2976" y="12972"/>
                    </a:cubicBezTo>
                    <a:lnTo>
                      <a:pt x="2210" y="14793"/>
                    </a:lnTo>
                    <a:cubicBezTo>
                      <a:pt x="1961" y="15403"/>
                      <a:pt x="1712" y="16011"/>
                      <a:pt x="1468" y="16621"/>
                    </a:cubicBezTo>
                    <a:cubicBezTo>
                      <a:pt x="981" y="17844"/>
                      <a:pt x="505" y="19074"/>
                      <a:pt x="65" y="20316"/>
                    </a:cubicBezTo>
                    <a:cubicBezTo>
                      <a:pt x="1" y="20490"/>
                      <a:pt x="76" y="20687"/>
                      <a:pt x="239" y="20779"/>
                    </a:cubicBezTo>
                    <a:cubicBezTo>
                      <a:pt x="298" y="20810"/>
                      <a:pt x="361" y="20825"/>
                      <a:pt x="423" y="20825"/>
                    </a:cubicBezTo>
                    <a:cubicBezTo>
                      <a:pt x="558" y="20825"/>
                      <a:pt x="688" y="20755"/>
                      <a:pt x="756" y="20629"/>
                    </a:cubicBezTo>
                    <a:cubicBezTo>
                      <a:pt x="1393" y="19469"/>
                      <a:pt x="1990" y="18297"/>
                      <a:pt x="2582" y="17119"/>
                    </a:cubicBezTo>
                    <a:cubicBezTo>
                      <a:pt x="2879" y="16533"/>
                      <a:pt x="3163" y="15936"/>
                      <a:pt x="3452" y="15350"/>
                    </a:cubicBezTo>
                    <a:lnTo>
                      <a:pt x="4299" y="13563"/>
                    </a:lnTo>
                    <a:cubicBezTo>
                      <a:pt x="4584" y="12972"/>
                      <a:pt x="4856" y="12375"/>
                      <a:pt x="5134" y="11777"/>
                    </a:cubicBezTo>
                    <a:lnTo>
                      <a:pt x="5169" y="11695"/>
                    </a:lnTo>
                    <a:lnTo>
                      <a:pt x="5315" y="11834"/>
                    </a:lnTo>
                    <a:lnTo>
                      <a:pt x="8175" y="14549"/>
                    </a:lnTo>
                    <a:lnTo>
                      <a:pt x="9607" y="15912"/>
                    </a:lnTo>
                    <a:lnTo>
                      <a:pt x="10320" y="16592"/>
                    </a:lnTo>
                    <a:lnTo>
                      <a:pt x="10501" y="16760"/>
                    </a:lnTo>
                    <a:cubicBezTo>
                      <a:pt x="10506" y="16766"/>
                      <a:pt x="10552" y="16811"/>
                      <a:pt x="10587" y="16841"/>
                    </a:cubicBezTo>
                    <a:cubicBezTo>
                      <a:pt x="10628" y="16870"/>
                      <a:pt x="10662" y="16899"/>
                      <a:pt x="10710" y="16928"/>
                    </a:cubicBezTo>
                    <a:cubicBezTo>
                      <a:pt x="10790" y="16980"/>
                      <a:pt x="10877" y="17026"/>
                      <a:pt x="10970" y="17061"/>
                    </a:cubicBezTo>
                    <a:cubicBezTo>
                      <a:pt x="11130" y="17123"/>
                      <a:pt x="11297" y="17153"/>
                      <a:pt x="11464" y="17153"/>
                    </a:cubicBezTo>
                    <a:cubicBezTo>
                      <a:pt x="11692" y="17153"/>
                      <a:pt x="11918" y="17096"/>
                      <a:pt x="12119" y="16985"/>
                    </a:cubicBezTo>
                    <a:cubicBezTo>
                      <a:pt x="12298" y="16894"/>
                      <a:pt x="12450" y="16760"/>
                      <a:pt x="12571" y="16597"/>
                    </a:cubicBezTo>
                    <a:cubicBezTo>
                      <a:pt x="12600" y="16557"/>
                      <a:pt x="12630" y="16516"/>
                      <a:pt x="12652" y="16476"/>
                    </a:cubicBezTo>
                    <a:cubicBezTo>
                      <a:pt x="12675" y="16434"/>
                      <a:pt x="12705" y="16377"/>
                      <a:pt x="12710" y="16372"/>
                    </a:cubicBezTo>
                    <a:lnTo>
                      <a:pt x="12763" y="16260"/>
                    </a:lnTo>
                    <a:lnTo>
                      <a:pt x="12989" y="15820"/>
                    </a:lnTo>
                    <a:lnTo>
                      <a:pt x="13430" y="14938"/>
                    </a:lnTo>
                    <a:lnTo>
                      <a:pt x="14311" y="13175"/>
                    </a:lnTo>
                    <a:lnTo>
                      <a:pt x="16075" y="9642"/>
                    </a:lnTo>
                    <a:lnTo>
                      <a:pt x="16962" y="7879"/>
                    </a:lnTo>
                    <a:lnTo>
                      <a:pt x="17403" y="6991"/>
                    </a:lnTo>
                    <a:lnTo>
                      <a:pt x="17462" y="6870"/>
                    </a:lnTo>
                    <a:lnTo>
                      <a:pt x="17850" y="7420"/>
                    </a:lnTo>
                    <a:lnTo>
                      <a:pt x="18993" y="9033"/>
                    </a:lnTo>
                    <a:lnTo>
                      <a:pt x="21278" y="12252"/>
                    </a:lnTo>
                    <a:lnTo>
                      <a:pt x="23558" y="15472"/>
                    </a:lnTo>
                    <a:lnTo>
                      <a:pt x="24701" y="17084"/>
                    </a:lnTo>
                    <a:lnTo>
                      <a:pt x="24771" y="17183"/>
                    </a:lnTo>
                    <a:lnTo>
                      <a:pt x="24799" y="17224"/>
                    </a:lnTo>
                    <a:lnTo>
                      <a:pt x="24846" y="17282"/>
                    </a:lnTo>
                    <a:cubicBezTo>
                      <a:pt x="24881" y="17322"/>
                      <a:pt x="24910" y="17357"/>
                      <a:pt x="24950" y="17398"/>
                    </a:cubicBezTo>
                    <a:cubicBezTo>
                      <a:pt x="25095" y="17537"/>
                      <a:pt x="25280" y="17652"/>
                      <a:pt x="25472" y="17716"/>
                    </a:cubicBezTo>
                    <a:cubicBezTo>
                      <a:pt x="25622" y="17768"/>
                      <a:pt x="25778" y="17793"/>
                      <a:pt x="25933" y="17793"/>
                    </a:cubicBezTo>
                    <a:cubicBezTo>
                      <a:pt x="26183" y="17793"/>
                      <a:pt x="26432" y="17727"/>
                      <a:pt x="26650" y="17595"/>
                    </a:cubicBezTo>
                    <a:cubicBezTo>
                      <a:pt x="26830" y="17491"/>
                      <a:pt x="26986" y="17346"/>
                      <a:pt x="27096" y="17178"/>
                    </a:cubicBezTo>
                    <a:cubicBezTo>
                      <a:pt x="27125" y="17137"/>
                      <a:pt x="27154" y="17090"/>
                      <a:pt x="27178" y="17050"/>
                    </a:cubicBezTo>
                    <a:lnTo>
                      <a:pt x="27207" y="16998"/>
                    </a:lnTo>
                    <a:lnTo>
                      <a:pt x="27264" y="16887"/>
                    </a:lnTo>
                    <a:lnTo>
                      <a:pt x="27497" y="16452"/>
                    </a:lnTo>
                    <a:cubicBezTo>
                      <a:pt x="28755" y="14144"/>
                      <a:pt x="29985" y="11818"/>
                      <a:pt x="31226" y="9497"/>
                    </a:cubicBezTo>
                    <a:lnTo>
                      <a:pt x="33089" y="6016"/>
                    </a:lnTo>
                    <a:lnTo>
                      <a:pt x="34533" y="3291"/>
                    </a:lnTo>
                    <a:lnTo>
                      <a:pt x="35154" y="6498"/>
                    </a:lnTo>
                    <a:cubicBezTo>
                      <a:pt x="35223" y="6870"/>
                      <a:pt x="35542" y="7119"/>
                      <a:pt x="35901" y="7119"/>
                    </a:cubicBezTo>
                    <a:cubicBezTo>
                      <a:pt x="35954" y="7119"/>
                      <a:pt x="36000" y="7119"/>
                      <a:pt x="36048" y="7107"/>
                    </a:cubicBezTo>
                    <a:cubicBezTo>
                      <a:pt x="36465" y="7026"/>
                      <a:pt x="36737" y="6626"/>
                      <a:pt x="36656" y="6214"/>
                    </a:cubicBezTo>
                    <a:lnTo>
                      <a:pt x="354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67">
                <a:extLst>
                  <a:ext uri="{FF2B5EF4-FFF2-40B4-BE49-F238E27FC236}">
                    <a16:creationId xmlns:a16="http://schemas.microsoft.com/office/drawing/2014/main" id="{384DA7C7-01AD-377C-3387-48DECEA691CF}"/>
                  </a:ext>
                </a:extLst>
              </p:cNvPr>
              <p:cNvSpPr/>
              <p:nvPr/>
            </p:nvSpPr>
            <p:spPr>
              <a:xfrm>
                <a:off x="5680103" y="2459360"/>
                <a:ext cx="2810295" cy="1599991"/>
              </a:xfrm>
              <a:custGeom>
                <a:avLst/>
                <a:gdLst/>
                <a:ahLst/>
                <a:cxnLst/>
                <a:rect l="l" t="t" r="r" b="b"/>
                <a:pathLst>
                  <a:path w="36866" h="20989" extrusionOk="0">
                    <a:moveTo>
                      <a:pt x="35484" y="192"/>
                    </a:moveTo>
                    <a:lnTo>
                      <a:pt x="36662" y="6306"/>
                    </a:lnTo>
                    <a:cubicBezTo>
                      <a:pt x="36697" y="6486"/>
                      <a:pt x="36662" y="6672"/>
                      <a:pt x="36558" y="6823"/>
                    </a:cubicBezTo>
                    <a:cubicBezTo>
                      <a:pt x="36459" y="6973"/>
                      <a:pt x="36302" y="7072"/>
                      <a:pt x="36122" y="7107"/>
                    </a:cubicBezTo>
                    <a:cubicBezTo>
                      <a:pt x="36076" y="7118"/>
                      <a:pt x="36036" y="7125"/>
                      <a:pt x="35988" y="7125"/>
                    </a:cubicBezTo>
                    <a:cubicBezTo>
                      <a:pt x="35664" y="7125"/>
                      <a:pt x="35380" y="6887"/>
                      <a:pt x="35316" y="6568"/>
                    </a:cubicBezTo>
                    <a:lnTo>
                      <a:pt x="34701" y="3353"/>
                    </a:lnTo>
                    <a:cubicBezTo>
                      <a:pt x="34695" y="3319"/>
                      <a:pt x="34666" y="3296"/>
                      <a:pt x="34631" y="3289"/>
                    </a:cubicBezTo>
                    <a:cubicBezTo>
                      <a:pt x="34627" y="3289"/>
                      <a:pt x="34623" y="3288"/>
                      <a:pt x="34619" y="3288"/>
                    </a:cubicBezTo>
                    <a:cubicBezTo>
                      <a:pt x="34590" y="3288"/>
                      <a:pt x="34566" y="3305"/>
                      <a:pt x="34550" y="3331"/>
                    </a:cubicBezTo>
                    <a:lnTo>
                      <a:pt x="33107" y="6057"/>
                    </a:lnTo>
                    <a:lnTo>
                      <a:pt x="31244" y="9543"/>
                    </a:lnTo>
                    <a:cubicBezTo>
                      <a:pt x="30867" y="10245"/>
                      <a:pt x="30496" y="10946"/>
                      <a:pt x="30119" y="11649"/>
                    </a:cubicBezTo>
                    <a:cubicBezTo>
                      <a:pt x="29266" y="13238"/>
                      <a:pt x="28390" y="14886"/>
                      <a:pt x="27514" y="16498"/>
                    </a:cubicBezTo>
                    <a:lnTo>
                      <a:pt x="27195" y="17096"/>
                    </a:lnTo>
                    <a:cubicBezTo>
                      <a:pt x="27172" y="17131"/>
                      <a:pt x="27142" y="17176"/>
                      <a:pt x="27120" y="17211"/>
                    </a:cubicBezTo>
                    <a:cubicBezTo>
                      <a:pt x="27009" y="17374"/>
                      <a:pt x="26864" y="17513"/>
                      <a:pt x="26696" y="17612"/>
                    </a:cubicBezTo>
                    <a:cubicBezTo>
                      <a:pt x="26493" y="17734"/>
                      <a:pt x="26261" y="17796"/>
                      <a:pt x="26026" y="17796"/>
                    </a:cubicBezTo>
                    <a:cubicBezTo>
                      <a:pt x="25879" y="17796"/>
                      <a:pt x="25731" y="17772"/>
                      <a:pt x="25589" y="17722"/>
                    </a:cubicBezTo>
                    <a:cubicBezTo>
                      <a:pt x="25408" y="17664"/>
                      <a:pt x="25228" y="17554"/>
                      <a:pt x="25089" y="17415"/>
                    </a:cubicBezTo>
                    <a:cubicBezTo>
                      <a:pt x="25060" y="17385"/>
                      <a:pt x="25025" y="17351"/>
                      <a:pt x="24997" y="17316"/>
                    </a:cubicBezTo>
                    <a:lnTo>
                      <a:pt x="19143" y="9067"/>
                    </a:lnTo>
                    <a:lnTo>
                      <a:pt x="17611" y="6903"/>
                    </a:lnTo>
                    <a:cubicBezTo>
                      <a:pt x="17600" y="6881"/>
                      <a:pt x="17571" y="6869"/>
                      <a:pt x="17542" y="6869"/>
                    </a:cubicBezTo>
                    <a:cubicBezTo>
                      <a:pt x="17514" y="6874"/>
                      <a:pt x="17490" y="6892"/>
                      <a:pt x="17479" y="6916"/>
                    </a:cubicBezTo>
                    <a:lnTo>
                      <a:pt x="14329" y="13216"/>
                    </a:lnTo>
                    <a:lnTo>
                      <a:pt x="12722" y="16418"/>
                    </a:lnTo>
                    <a:cubicBezTo>
                      <a:pt x="12717" y="16429"/>
                      <a:pt x="12693" y="16480"/>
                      <a:pt x="12669" y="16515"/>
                    </a:cubicBezTo>
                    <a:cubicBezTo>
                      <a:pt x="12647" y="16557"/>
                      <a:pt x="12623" y="16592"/>
                      <a:pt x="12594" y="16632"/>
                    </a:cubicBezTo>
                    <a:cubicBezTo>
                      <a:pt x="12478" y="16782"/>
                      <a:pt x="12334" y="16911"/>
                      <a:pt x="12171" y="16997"/>
                    </a:cubicBezTo>
                    <a:cubicBezTo>
                      <a:pt x="11980" y="17101"/>
                      <a:pt x="11766" y="17154"/>
                      <a:pt x="11551" y="17154"/>
                    </a:cubicBezTo>
                    <a:cubicBezTo>
                      <a:pt x="11394" y="17154"/>
                      <a:pt x="11236" y="17125"/>
                      <a:pt x="11086" y="17066"/>
                    </a:cubicBezTo>
                    <a:cubicBezTo>
                      <a:pt x="10993" y="17032"/>
                      <a:pt x="10912" y="16991"/>
                      <a:pt x="10837" y="16940"/>
                    </a:cubicBezTo>
                    <a:cubicBezTo>
                      <a:pt x="10797" y="16916"/>
                      <a:pt x="10762" y="16887"/>
                      <a:pt x="10727" y="16858"/>
                    </a:cubicBezTo>
                    <a:cubicBezTo>
                      <a:pt x="10698" y="16835"/>
                      <a:pt x="10651" y="16801"/>
                      <a:pt x="10639" y="16782"/>
                    </a:cubicBezTo>
                    <a:lnTo>
                      <a:pt x="5314" y="11719"/>
                    </a:lnTo>
                    <a:cubicBezTo>
                      <a:pt x="5300" y="11704"/>
                      <a:pt x="5278" y="11694"/>
                      <a:pt x="5258" y="11694"/>
                    </a:cubicBezTo>
                    <a:cubicBezTo>
                      <a:pt x="5253" y="11694"/>
                      <a:pt x="5249" y="11694"/>
                      <a:pt x="5245" y="11695"/>
                    </a:cubicBezTo>
                    <a:cubicBezTo>
                      <a:pt x="5215" y="11701"/>
                      <a:pt x="5199" y="11719"/>
                      <a:pt x="5186" y="11741"/>
                    </a:cubicBezTo>
                    <a:lnTo>
                      <a:pt x="5146" y="11824"/>
                    </a:lnTo>
                    <a:cubicBezTo>
                      <a:pt x="5047" y="12038"/>
                      <a:pt x="4949" y="12252"/>
                      <a:pt x="4851" y="12461"/>
                    </a:cubicBezTo>
                    <a:cubicBezTo>
                      <a:pt x="4677" y="12850"/>
                      <a:pt x="4497" y="13232"/>
                      <a:pt x="4316" y="13610"/>
                    </a:cubicBezTo>
                    <a:lnTo>
                      <a:pt x="3464" y="15390"/>
                    </a:lnTo>
                    <a:cubicBezTo>
                      <a:pt x="3365" y="15599"/>
                      <a:pt x="3261" y="15814"/>
                      <a:pt x="3162" y="16022"/>
                    </a:cubicBezTo>
                    <a:cubicBezTo>
                      <a:pt x="2971" y="16400"/>
                      <a:pt x="2785" y="16782"/>
                      <a:pt x="2594" y="17165"/>
                    </a:cubicBezTo>
                    <a:cubicBezTo>
                      <a:pt x="1887" y="18581"/>
                      <a:pt x="1330" y="19660"/>
                      <a:pt x="773" y="20669"/>
                    </a:cubicBezTo>
                    <a:cubicBezTo>
                      <a:pt x="720" y="20769"/>
                      <a:pt x="616" y="20828"/>
                      <a:pt x="509" y="20828"/>
                    </a:cubicBezTo>
                    <a:cubicBezTo>
                      <a:pt x="460" y="20828"/>
                      <a:pt x="411" y="20816"/>
                      <a:pt x="366" y="20791"/>
                    </a:cubicBezTo>
                    <a:cubicBezTo>
                      <a:pt x="233" y="20721"/>
                      <a:pt x="174" y="20565"/>
                      <a:pt x="227" y="20426"/>
                    </a:cubicBezTo>
                    <a:cubicBezTo>
                      <a:pt x="610" y="19341"/>
                      <a:pt x="1044" y="18204"/>
                      <a:pt x="1631" y="16731"/>
                    </a:cubicBezTo>
                    <a:cubicBezTo>
                      <a:pt x="1788" y="16336"/>
                      <a:pt x="1949" y="15942"/>
                      <a:pt x="2107" y="15548"/>
                    </a:cubicBezTo>
                    <a:cubicBezTo>
                      <a:pt x="2200" y="15332"/>
                      <a:pt x="2286" y="15117"/>
                      <a:pt x="2374" y="14903"/>
                    </a:cubicBezTo>
                    <a:lnTo>
                      <a:pt x="3133" y="13082"/>
                    </a:lnTo>
                    <a:cubicBezTo>
                      <a:pt x="3296" y="12694"/>
                      <a:pt x="3470" y="12304"/>
                      <a:pt x="3638" y="11915"/>
                    </a:cubicBezTo>
                    <a:cubicBezTo>
                      <a:pt x="3731" y="11701"/>
                      <a:pt x="3823" y="11487"/>
                      <a:pt x="3916" y="11272"/>
                    </a:cubicBezTo>
                    <a:lnTo>
                      <a:pt x="4061" y="10935"/>
                    </a:lnTo>
                    <a:cubicBezTo>
                      <a:pt x="4067" y="10919"/>
                      <a:pt x="4072" y="10906"/>
                      <a:pt x="4079" y="10895"/>
                    </a:cubicBezTo>
                    <a:cubicBezTo>
                      <a:pt x="4091" y="10871"/>
                      <a:pt x="4096" y="10849"/>
                      <a:pt x="4136" y="10772"/>
                    </a:cubicBezTo>
                    <a:cubicBezTo>
                      <a:pt x="4230" y="10605"/>
                      <a:pt x="4363" y="10454"/>
                      <a:pt x="4525" y="10349"/>
                    </a:cubicBezTo>
                    <a:cubicBezTo>
                      <a:pt x="4682" y="10239"/>
                      <a:pt x="4873" y="10175"/>
                      <a:pt x="5059" y="10158"/>
                    </a:cubicBezTo>
                    <a:cubicBezTo>
                      <a:pt x="5105" y="10153"/>
                      <a:pt x="5146" y="10146"/>
                      <a:pt x="5186" y="10146"/>
                    </a:cubicBezTo>
                    <a:cubicBezTo>
                      <a:pt x="5338" y="10146"/>
                      <a:pt x="5488" y="10181"/>
                      <a:pt x="5633" y="10239"/>
                    </a:cubicBezTo>
                    <a:cubicBezTo>
                      <a:pt x="5721" y="10274"/>
                      <a:pt x="5807" y="10320"/>
                      <a:pt x="5882" y="10378"/>
                    </a:cubicBezTo>
                    <a:cubicBezTo>
                      <a:pt x="5924" y="10408"/>
                      <a:pt x="5964" y="10437"/>
                      <a:pt x="5999" y="10472"/>
                    </a:cubicBezTo>
                    <a:lnTo>
                      <a:pt x="11416" y="15524"/>
                    </a:lnTo>
                    <a:cubicBezTo>
                      <a:pt x="11434" y="15541"/>
                      <a:pt x="11464" y="15548"/>
                      <a:pt x="11486" y="15548"/>
                    </a:cubicBezTo>
                    <a:cubicBezTo>
                      <a:pt x="11509" y="15541"/>
                      <a:pt x="11533" y="15524"/>
                      <a:pt x="11544" y="15500"/>
                    </a:cubicBezTo>
                    <a:lnTo>
                      <a:pt x="16267" y="5918"/>
                    </a:lnTo>
                    <a:lnTo>
                      <a:pt x="16371" y="5703"/>
                    </a:lnTo>
                    <a:cubicBezTo>
                      <a:pt x="16393" y="5669"/>
                      <a:pt x="16411" y="5634"/>
                      <a:pt x="16441" y="5599"/>
                    </a:cubicBezTo>
                    <a:cubicBezTo>
                      <a:pt x="16551" y="5436"/>
                      <a:pt x="16707" y="5297"/>
                      <a:pt x="16888" y="5204"/>
                    </a:cubicBezTo>
                    <a:cubicBezTo>
                      <a:pt x="17082" y="5099"/>
                      <a:pt x="17299" y="5046"/>
                      <a:pt x="17516" y="5046"/>
                    </a:cubicBezTo>
                    <a:cubicBezTo>
                      <a:pt x="17694" y="5046"/>
                      <a:pt x="17871" y="5081"/>
                      <a:pt x="18036" y="5152"/>
                    </a:cubicBezTo>
                    <a:cubicBezTo>
                      <a:pt x="18216" y="5233"/>
                      <a:pt x="18384" y="5361"/>
                      <a:pt x="18511" y="5511"/>
                    </a:cubicBezTo>
                    <a:lnTo>
                      <a:pt x="25924" y="15982"/>
                    </a:lnTo>
                    <a:cubicBezTo>
                      <a:pt x="25940" y="16003"/>
                      <a:pt x="25959" y="16018"/>
                      <a:pt x="25983" y="16018"/>
                    </a:cubicBezTo>
                    <a:cubicBezTo>
                      <a:pt x="25986" y="16018"/>
                      <a:pt x="25990" y="16018"/>
                      <a:pt x="25994" y="16017"/>
                    </a:cubicBezTo>
                    <a:cubicBezTo>
                      <a:pt x="26023" y="16017"/>
                      <a:pt x="26047" y="16000"/>
                      <a:pt x="26058" y="15976"/>
                    </a:cubicBezTo>
                    <a:lnTo>
                      <a:pt x="26173" y="15773"/>
                    </a:lnTo>
                    <a:cubicBezTo>
                      <a:pt x="27038" y="14155"/>
                      <a:pt x="27937" y="12525"/>
                      <a:pt x="28802" y="10941"/>
                    </a:cubicBezTo>
                    <a:cubicBezTo>
                      <a:pt x="29185" y="10239"/>
                      <a:pt x="29568" y="9543"/>
                      <a:pt x="29950" y="8841"/>
                    </a:cubicBezTo>
                    <a:lnTo>
                      <a:pt x="31841" y="5378"/>
                    </a:lnTo>
                    <a:lnTo>
                      <a:pt x="33350" y="2641"/>
                    </a:lnTo>
                    <a:cubicBezTo>
                      <a:pt x="33367" y="2611"/>
                      <a:pt x="33367" y="2577"/>
                      <a:pt x="33343" y="2547"/>
                    </a:cubicBezTo>
                    <a:cubicBezTo>
                      <a:pt x="33327" y="2530"/>
                      <a:pt x="33304" y="2519"/>
                      <a:pt x="33279" y="2519"/>
                    </a:cubicBezTo>
                    <a:cubicBezTo>
                      <a:pt x="33270" y="2519"/>
                      <a:pt x="33261" y="2521"/>
                      <a:pt x="33251" y="2524"/>
                    </a:cubicBezTo>
                    <a:lnTo>
                      <a:pt x="30716" y="3516"/>
                    </a:lnTo>
                    <a:cubicBezTo>
                      <a:pt x="30637" y="3547"/>
                      <a:pt x="30555" y="3561"/>
                      <a:pt x="30474" y="3561"/>
                    </a:cubicBezTo>
                    <a:cubicBezTo>
                      <a:pt x="30199" y="3561"/>
                      <a:pt x="29935" y="3395"/>
                      <a:pt x="29828" y="3122"/>
                    </a:cubicBezTo>
                    <a:cubicBezTo>
                      <a:pt x="29765" y="2954"/>
                      <a:pt x="29771" y="2767"/>
                      <a:pt x="29840" y="2600"/>
                    </a:cubicBezTo>
                    <a:cubicBezTo>
                      <a:pt x="29916" y="2432"/>
                      <a:pt x="30049" y="2304"/>
                      <a:pt x="30223" y="2234"/>
                    </a:cubicBezTo>
                    <a:lnTo>
                      <a:pt x="35484" y="192"/>
                    </a:lnTo>
                    <a:close/>
                    <a:moveTo>
                      <a:pt x="35540" y="1"/>
                    </a:moveTo>
                    <a:cubicBezTo>
                      <a:pt x="35531" y="1"/>
                      <a:pt x="35522" y="2"/>
                      <a:pt x="35514" y="7"/>
                    </a:cubicBezTo>
                    <a:lnTo>
                      <a:pt x="30165" y="2089"/>
                    </a:lnTo>
                    <a:cubicBezTo>
                      <a:pt x="29730" y="2258"/>
                      <a:pt x="29515" y="2745"/>
                      <a:pt x="29683" y="3179"/>
                    </a:cubicBezTo>
                    <a:cubicBezTo>
                      <a:pt x="29813" y="3514"/>
                      <a:pt x="30131" y="3719"/>
                      <a:pt x="30469" y="3719"/>
                    </a:cubicBezTo>
                    <a:cubicBezTo>
                      <a:pt x="30570" y="3719"/>
                      <a:pt x="30674" y="3700"/>
                      <a:pt x="30775" y="3661"/>
                    </a:cubicBezTo>
                    <a:lnTo>
                      <a:pt x="33107" y="2756"/>
                    </a:lnTo>
                    <a:lnTo>
                      <a:pt x="31702" y="5302"/>
                    </a:lnTo>
                    <a:lnTo>
                      <a:pt x="29811" y="8766"/>
                    </a:lnTo>
                    <a:cubicBezTo>
                      <a:pt x="29428" y="9462"/>
                      <a:pt x="29046" y="10164"/>
                      <a:pt x="28663" y="10866"/>
                    </a:cubicBezTo>
                    <a:cubicBezTo>
                      <a:pt x="27798" y="12443"/>
                      <a:pt x="26899" y="14079"/>
                      <a:pt x="26029" y="15698"/>
                    </a:cubicBezTo>
                    <a:lnTo>
                      <a:pt x="25983" y="15784"/>
                    </a:lnTo>
                    <a:lnTo>
                      <a:pt x="20535" y="8081"/>
                    </a:lnTo>
                    <a:lnTo>
                      <a:pt x="18824" y="5669"/>
                    </a:lnTo>
                    <a:lnTo>
                      <a:pt x="18633" y="5407"/>
                    </a:lnTo>
                    <a:cubicBezTo>
                      <a:pt x="18489" y="5238"/>
                      <a:pt x="18302" y="5094"/>
                      <a:pt x="18099" y="5007"/>
                    </a:cubicBezTo>
                    <a:cubicBezTo>
                      <a:pt x="17913" y="4926"/>
                      <a:pt x="17712" y="4886"/>
                      <a:pt x="17512" y="4886"/>
                    </a:cubicBezTo>
                    <a:cubicBezTo>
                      <a:pt x="17270" y="4886"/>
                      <a:pt x="17027" y="4945"/>
                      <a:pt x="16811" y="5059"/>
                    </a:cubicBezTo>
                    <a:cubicBezTo>
                      <a:pt x="16609" y="5169"/>
                      <a:pt x="16435" y="5326"/>
                      <a:pt x="16307" y="5506"/>
                    </a:cubicBezTo>
                    <a:cubicBezTo>
                      <a:pt x="16283" y="5541"/>
                      <a:pt x="16254" y="5581"/>
                      <a:pt x="16232" y="5628"/>
                    </a:cubicBezTo>
                    <a:lnTo>
                      <a:pt x="12850" y="12485"/>
                    </a:lnTo>
                    <a:lnTo>
                      <a:pt x="11445" y="15332"/>
                    </a:lnTo>
                    <a:lnTo>
                      <a:pt x="6516" y="10732"/>
                    </a:lnTo>
                    <a:lnTo>
                      <a:pt x="6104" y="10349"/>
                    </a:lnTo>
                    <a:cubicBezTo>
                      <a:pt x="6063" y="10314"/>
                      <a:pt x="6021" y="10285"/>
                      <a:pt x="5981" y="10250"/>
                    </a:cubicBezTo>
                    <a:cubicBezTo>
                      <a:pt x="5889" y="10188"/>
                      <a:pt x="5796" y="10129"/>
                      <a:pt x="5692" y="10089"/>
                    </a:cubicBezTo>
                    <a:cubicBezTo>
                      <a:pt x="5530" y="10024"/>
                      <a:pt x="5358" y="9988"/>
                      <a:pt x="5184" y="9988"/>
                    </a:cubicBezTo>
                    <a:cubicBezTo>
                      <a:pt x="5138" y="9988"/>
                      <a:pt x="5093" y="9991"/>
                      <a:pt x="5047" y="9996"/>
                    </a:cubicBezTo>
                    <a:cubicBezTo>
                      <a:pt x="4827" y="10019"/>
                      <a:pt x="4618" y="10094"/>
                      <a:pt x="4439" y="10216"/>
                    </a:cubicBezTo>
                    <a:cubicBezTo>
                      <a:pt x="4253" y="10338"/>
                      <a:pt x="4102" y="10506"/>
                      <a:pt x="3997" y="10697"/>
                    </a:cubicBezTo>
                    <a:cubicBezTo>
                      <a:pt x="3951" y="10785"/>
                      <a:pt x="3940" y="10814"/>
                      <a:pt x="3933" y="10836"/>
                    </a:cubicBezTo>
                    <a:lnTo>
                      <a:pt x="3772" y="11208"/>
                    </a:lnTo>
                    <a:cubicBezTo>
                      <a:pt x="3678" y="11423"/>
                      <a:pt x="3585" y="11637"/>
                      <a:pt x="3493" y="11851"/>
                    </a:cubicBezTo>
                    <a:cubicBezTo>
                      <a:pt x="3319" y="12241"/>
                      <a:pt x="3151" y="12630"/>
                      <a:pt x="2988" y="13024"/>
                    </a:cubicBezTo>
                    <a:lnTo>
                      <a:pt x="2222" y="14845"/>
                    </a:lnTo>
                    <a:cubicBezTo>
                      <a:pt x="2136" y="15060"/>
                      <a:pt x="2048" y="15275"/>
                      <a:pt x="1962" y="15489"/>
                    </a:cubicBezTo>
                    <a:cubicBezTo>
                      <a:pt x="1799" y="15883"/>
                      <a:pt x="1636" y="16279"/>
                      <a:pt x="1480" y="16673"/>
                    </a:cubicBezTo>
                    <a:cubicBezTo>
                      <a:pt x="894" y="18145"/>
                      <a:pt x="460" y="19288"/>
                      <a:pt x="77" y="20373"/>
                    </a:cubicBezTo>
                    <a:cubicBezTo>
                      <a:pt x="0" y="20587"/>
                      <a:pt x="88" y="20820"/>
                      <a:pt x="291" y="20930"/>
                    </a:cubicBezTo>
                    <a:cubicBezTo>
                      <a:pt x="361" y="20970"/>
                      <a:pt x="436" y="20988"/>
                      <a:pt x="511" y="20988"/>
                    </a:cubicBezTo>
                    <a:cubicBezTo>
                      <a:pt x="674" y="20988"/>
                      <a:pt x="830" y="20901"/>
                      <a:pt x="912" y="20750"/>
                    </a:cubicBezTo>
                    <a:cubicBezTo>
                      <a:pt x="1469" y="19735"/>
                      <a:pt x="2031" y="18656"/>
                      <a:pt x="2739" y="17235"/>
                    </a:cubicBezTo>
                    <a:cubicBezTo>
                      <a:pt x="2931" y="16858"/>
                      <a:pt x="3116" y="16475"/>
                      <a:pt x="3301" y="16092"/>
                    </a:cubicBezTo>
                    <a:cubicBezTo>
                      <a:pt x="3406" y="15883"/>
                      <a:pt x="3504" y="15674"/>
                      <a:pt x="3609" y="15460"/>
                    </a:cubicBezTo>
                    <a:lnTo>
                      <a:pt x="4462" y="13679"/>
                    </a:lnTo>
                    <a:cubicBezTo>
                      <a:pt x="4642" y="13296"/>
                      <a:pt x="4821" y="12914"/>
                      <a:pt x="4995" y="12531"/>
                    </a:cubicBezTo>
                    <a:cubicBezTo>
                      <a:pt x="5094" y="12322"/>
                      <a:pt x="5186" y="12119"/>
                      <a:pt x="5285" y="11910"/>
                    </a:cubicBezTo>
                    <a:lnTo>
                      <a:pt x="10529" y="16892"/>
                    </a:lnTo>
                    <a:cubicBezTo>
                      <a:pt x="10541" y="16911"/>
                      <a:pt x="10599" y="16962"/>
                      <a:pt x="10623" y="16980"/>
                    </a:cubicBezTo>
                    <a:cubicBezTo>
                      <a:pt x="10663" y="17015"/>
                      <a:pt x="10703" y="17044"/>
                      <a:pt x="10749" y="17072"/>
                    </a:cubicBezTo>
                    <a:cubicBezTo>
                      <a:pt x="10831" y="17131"/>
                      <a:pt x="10929" y="17176"/>
                      <a:pt x="11033" y="17218"/>
                    </a:cubicBezTo>
                    <a:cubicBezTo>
                      <a:pt x="11198" y="17282"/>
                      <a:pt x="11374" y="17313"/>
                      <a:pt x="11550" y="17313"/>
                    </a:cubicBezTo>
                    <a:cubicBezTo>
                      <a:pt x="11793" y="17313"/>
                      <a:pt x="12035" y="17254"/>
                      <a:pt x="12246" y="17136"/>
                    </a:cubicBezTo>
                    <a:cubicBezTo>
                      <a:pt x="12433" y="17037"/>
                      <a:pt x="12594" y="16892"/>
                      <a:pt x="12722" y="16724"/>
                    </a:cubicBezTo>
                    <a:cubicBezTo>
                      <a:pt x="12757" y="16684"/>
                      <a:pt x="12786" y="16638"/>
                      <a:pt x="12808" y="16597"/>
                    </a:cubicBezTo>
                    <a:cubicBezTo>
                      <a:pt x="12832" y="16550"/>
                      <a:pt x="12867" y="16493"/>
                      <a:pt x="12867" y="16487"/>
                    </a:cubicBezTo>
                    <a:lnTo>
                      <a:pt x="17119" y="7995"/>
                    </a:lnTo>
                    <a:lnTo>
                      <a:pt x="17560" y="7107"/>
                    </a:lnTo>
                    <a:lnTo>
                      <a:pt x="24719" y="17211"/>
                    </a:lnTo>
                    <a:lnTo>
                      <a:pt x="24875" y="17415"/>
                    </a:lnTo>
                    <a:cubicBezTo>
                      <a:pt x="24909" y="17462"/>
                      <a:pt x="24944" y="17497"/>
                      <a:pt x="24979" y="17531"/>
                    </a:cubicBezTo>
                    <a:cubicBezTo>
                      <a:pt x="25136" y="17687"/>
                      <a:pt x="25327" y="17803"/>
                      <a:pt x="25536" y="17873"/>
                    </a:cubicBezTo>
                    <a:cubicBezTo>
                      <a:pt x="25696" y="17929"/>
                      <a:pt x="25861" y="17956"/>
                      <a:pt x="26025" y="17956"/>
                    </a:cubicBezTo>
                    <a:cubicBezTo>
                      <a:pt x="26289" y="17956"/>
                      <a:pt x="26549" y="17885"/>
                      <a:pt x="26778" y="17746"/>
                    </a:cubicBezTo>
                    <a:cubicBezTo>
                      <a:pt x="26963" y="17636"/>
                      <a:pt x="27131" y="17484"/>
                      <a:pt x="27252" y="17305"/>
                    </a:cubicBezTo>
                    <a:cubicBezTo>
                      <a:pt x="27282" y="17259"/>
                      <a:pt x="27311" y="17211"/>
                      <a:pt x="27335" y="17171"/>
                    </a:cubicBezTo>
                    <a:lnTo>
                      <a:pt x="27659" y="16574"/>
                    </a:lnTo>
                    <a:cubicBezTo>
                      <a:pt x="28529" y="14962"/>
                      <a:pt x="29410" y="13313"/>
                      <a:pt x="30258" y="11725"/>
                    </a:cubicBezTo>
                    <a:cubicBezTo>
                      <a:pt x="30635" y="11023"/>
                      <a:pt x="31011" y="10320"/>
                      <a:pt x="31383" y="9618"/>
                    </a:cubicBezTo>
                    <a:lnTo>
                      <a:pt x="33246" y="6132"/>
                    </a:lnTo>
                    <a:lnTo>
                      <a:pt x="34585" y="3610"/>
                    </a:lnTo>
                    <a:lnTo>
                      <a:pt x="35160" y="6596"/>
                    </a:lnTo>
                    <a:cubicBezTo>
                      <a:pt x="35241" y="6991"/>
                      <a:pt x="35589" y="7281"/>
                      <a:pt x="35988" y="7281"/>
                    </a:cubicBezTo>
                    <a:cubicBezTo>
                      <a:pt x="36041" y="7281"/>
                      <a:pt x="36100" y="7275"/>
                      <a:pt x="36151" y="7264"/>
                    </a:cubicBezTo>
                    <a:cubicBezTo>
                      <a:pt x="36371" y="7222"/>
                      <a:pt x="36563" y="7096"/>
                      <a:pt x="36691" y="6909"/>
                    </a:cubicBezTo>
                    <a:cubicBezTo>
                      <a:pt x="36818" y="6724"/>
                      <a:pt x="36865" y="6498"/>
                      <a:pt x="36818" y="6277"/>
                    </a:cubicBezTo>
                    <a:lnTo>
                      <a:pt x="35624" y="65"/>
                    </a:lnTo>
                    <a:cubicBezTo>
                      <a:pt x="35618" y="41"/>
                      <a:pt x="35606" y="25"/>
                      <a:pt x="35583" y="12"/>
                    </a:cubicBezTo>
                    <a:cubicBezTo>
                      <a:pt x="35569" y="5"/>
                      <a:pt x="35554" y="1"/>
                      <a:pt x="35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67">
                <a:extLst>
                  <a:ext uri="{FF2B5EF4-FFF2-40B4-BE49-F238E27FC236}">
                    <a16:creationId xmlns:a16="http://schemas.microsoft.com/office/drawing/2014/main" id="{078E5A73-BDA4-861C-393B-A0EC740E8A16}"/>
                  </a:ext>
                </a:extLst>
              </p:cNvPr>
              <p:cNvSpPr/>
              <p:nvPr/>
            </p:nvSpPr>
            <p:spPr>
              <a:xfrm>
                <a:off x="5686735" y="2427571"/>
                <a:ext cx="2800462" cy="1587871"/>
              </a:xfrm>
              <a:custGeom>
                <a:avLst/>
                <a:gdLst/>
                <a:ahLst/>
                <a:cxnLst/>
                <a:rect l="l" t="t" r="r" b="b"/>
                <a:pathLst>
                  <a:path w="36737" h="20830" extrusionOk="0">
                    <a:moveTo>
                      <a:pt x="35456" y="0"/>
                    </a:moveTo>
                    <a:lnTo>
                      <a:pt x="30107" y="2083"/>
                    </a:lnTo>
                    <a:cubicBezTo>
                      <a:pt x="29713" y="2239"/>
                      <a:pt x="29515" y="2680"/>
                      <a:pt x="29671" y="3074"/>
                    </a:cubicBezTo>
                    <a:cubicBezTo>
                      <a:pt x="29788" y="3378"/>
                      <a:pt x="30075" y="3561"/>
                      <a:pt x="30381" y="3561"/>
                    </a:cubicBezTo>
                    <a:cubicBezTo>
                      <a:pt x="30473" y="3561"/>
                      <a:pt x="30567" y="3545"/>
                      <a:pt x="30658" y="3510"/>
                    </a:cubicBezTo>
                    <a:lnTo>
                      <a:pt x="33194" y="2523"/>
                    </a:lnTo>
                    <a:lnTo>
                      <a:pt x="33194" y="2523"/>
                    </a:lnTo>
                    <a:lnTo>
                      <a:pt x="31684" y="5261"/>
                    </a:lnTo>
                    <a:lnTo>
                      <a:pt x="29794" y="8725"/>
                    </a:lnTo>
                    <a:cubicBezTo>
                      <a:pt x="28535" y="11033"/>
                      <a:pt x="27264" y="13336"/>
                      <a:pt x="26011" y="15657"/>
                    </a:cubicBezTo>
                    <a:lnTo>
                      <a:pt x="25901" y="15860"/>
                    </a:lnTo>
                    <a:lnTo>
                      <a:pt x="24938" y="14496"/>
                    </a:lnTo>
                    <a:lnTo>
                      <a:pt x="22659" y="11277"/>
                    </a:lnTo>
                    <a:lnTo>
                      <a:pt x="20385" y="8051"/>
                    </a:lnTo>
                    <a:lnTo>
                      <a:pt x="19242" y="6439"/>
                    </a:lnTo>
                    <a:lnTo>
                      <a:pt x="18673" y="5639"/>
                    </a:lnTo>
                    <a:lnTo>
                      <a:pt x="18598" y="5534"/>
                    </a:lnTo>
                    <a:lnTo>
                      <a:pt x="18563" y="5488"/>
                    </a:lnTo>
                    <a:lnTo>
                      <a:pt x="18534" y="5441"/>
                    </a:lnTo>
                    <a:lnTo>
                      <a:pt x="18482" y="5384"/>
                    </a:lnTo>
                    <a:cubicBezTo>
                      <a:pt x="18354" y="5227"/>
                      <a:pt x="18175" y="5087"/>
                      <a:pt x="17977" y="5001"/>
                    </a:cubicBezTo>
                    <a:cubicBezTo>
                      <a:pt x="17801" y="4925"/>
                      <a:pt x="17611" y="4886"/>
                      <a:pt x="17421" y="4886"/>
                    </a:cubicBezTo>
                    <a:cubicBezTo>
                      <a:pt x="17193" y="4886"/>
                      <a:pt x="16965" y="4942"/>
                      <a:pt x="16759" y="5053"/>
                    </a:cubicBezTo>
                    <a:cubicBezTo>
                      <a:pt x="16574" y="5151"/>
                      <a:pt x="16405" y="5302"/>
                      <a:pt x="16290" y="5470"/>
                    </a:cubicBezTo>
                    <a:cubicBezTo>
                      <a:pt x="16255" y="5516"/>
                      <a:pt x="16231" y="5564"/>
                      <a:pt x="16202" y="5604"/>
                    </a:cubicBezTo>
                    <a:lnTo>
                      <a:pt x="16174" y="5668"/>
                    </a:lnTo>
                    <a:lnTo>
                      <a:pt x="16162" y="5690"/>
                    </a:lnTo>
                    <a:lnTo>
                      <a:pt x="16104" y="5802"/>
                    </a:lnTo>
                    <a:lnTo>
                      <a:pt x="15889" y="6247"/>
                    </a:lnTo>
                    <a:lnTo>
                      <a:pt x="15449" y="7130"/>
                    </a:lnTo>
                    <a:lnTo>
                      <a:pt x="14579" y="8899"/>
                    </a:lnTo>
                    <a:lnTo>
                      <a:pt x="12833" y="12442"/>
                    </a:lnTo>
                    <a:lnTo>
                      <a:pt x="11963" y="14212"/>
                    </a:lnTo>
                    <a:lnTo>
                      <a:pt x="11527" y="15100"/>
                    </a:lnTo>
                    <a:lnTo>
                      <a:pt x="11388" y="15390"/>
                    </a:lnTo>
                    <a:lnTo>
                      <a:pt x="10703" y="14752"/>
                    </a:lnTo>
                    <a:lnTo>
                      <a:pt x="9259" y="13406"/>
                    </a:lnTo>
                    <a:lnTo>
                      <a:pt x="6370" y="10715"/>
                    </a:lnTo>
                    <a:lnTo>
                      <a:pt x="6011" y="10378"/>
                    </a:lnTo>
                    <a:lnTo>
                      <a:pt x="5964" y="10332"/>
                    </a:lnTo>
                    <a:cubicBezTo>
                      <a:pt x="5923" y="10303"/>
                      <a:pt x="5889" y="10268"/>
                      <a:pt x="5848" y="10239"/>
                    </a:cubicBezTo>
                    <a:cubicBezTo>
                      <a:pt x="5760" y="10174"/>
                      <a:pt x="5674" y="10123"/>
                      <a:pt x="5575" y="10088"/>
                    </a:cubicBezTo>
                    <a:cubicBezTo>
                      <a:pt x="5427" y="10024"/>
                      <a:pt x="5263" y="9993"/>
                      <a:pt x="5102" y="9993"/>
                    </a:cubicBezTo>
                    <a:cubicBezTo>
                      <a:pt x="5056" y="9993"/>
                      <a:pt x="5011" y="9996"/>
                      <a:pt x="4967" y="10000"/>
                    </a:cubicBezTo>
                    <a:cubicBezTo>
                      <a:pt x="4764" y="10019"/>
                      <a:pt x="4566" y="10088"/>
                      <a:pt x="4392" y="10204"/>
                    </a:cubicBezTo>
                    <a:cubicBezTo>
                      <a:pt x="4218" y="10319"/>
                      <a:pt x="4079" y="10477"/>
                      <a:pt x="3980" y="10656"/>
                    </a:cubicBezTo>
                    <a:cubicBezTo>
                      <a:pt x="3923" y="10772"/>
                      <a:pt x="3923" y="10779"/>
                      <a:pt x="3905" y="10825"/>
                    </a:cubicBezTo>
                    <a:lnTo>
                      <a:pt x="3853" y="10935"/>
                    </a:lnTo>
                    <a:lnTo>
                      <a:pt x="3754" y="11162"/>
                    </a:lnTo>
                    <a:cubicBezTo>
                      <a:pt x="3493" y="11764"/>
                      <a:pt x="3227" y="12367"/>
                      <a:pt x="2976" y="12977"/>
                    </a:cubicBezTo>
                    <a:lnTo>
                      <a:pt x="2210" y="14798"/>
                    </a:lnTo>
                    <a:cubicBezTo>
                      <a:pt x="1961" y="15408"/>
                      <a:pt x="1712" y="16011"/>
                      <a:pt x="1468" y="16626"/>
                    </a:cubicBezTo>
                    <a:cubicBezTo>
                      <a:pt x="981" y="17850"/>
                      <a:pt x="505" y="19079"/>
                      <a:pt x="65" y="20321"/>
                    </a:cubicBezTo>
                    <a:cubicBezTo>
                      <a:pt x="1" y="20495"/>
                      <a:pt x="76" y="20691"/>
                      <a:pt x="239" y="20784"/>
                    </a:cubicBezTo>
                    <a:cubicBezTo>
                      <a:pt x="296" y="20815"/>
                      <a:pt x="358" y="20829"/>
                      <a:pt x="420" y="20829"/>
                    </a:cubicBezTo>
                    <a:cubicBezTo>
                      <a:pt x="556" y="20829"/>
                      <a:pt x="687" y="20758"/>
                      <a:pt x="756" y="20634"/>
                    </a:cubicBezTo>
                    <a:cubicBezTo>
                      <a:pt x="1393" y="19473"/>
                      <a:pt x="1990" y="18302"/>
                      <a:pt x="2582" y="17124"/>
                    </a:cubicBezTo>
                    <a:cubicBezTo>
                      <a:pt x="2879" y="16533"/>
                      <a:pt x="3163" y="15941"/>
                      <a:pt x="3452" y="15349"/>
                    </a:cubicBezTo>
                    <a:lnTo>
                      <a:pt x="4299" y="13569"/>
                    </a:lnTo>
                    <a:cubicBezTo>
                      <a:pt x="4584" y="12977"/>
                      <a:pt x="4856" y="12373"/>
                      <a:pt x="5134" y="11781"/>
                    </a:cubicBezTo>
                    <a:lnTo>
                      <a:pt x="5169" y="11695"/>
                    </a:lnTo>
                    <a:lnTo>
                      <a:pt x="5315" y="11834"/>
                    </a:lnTo>
                    <a:lnTo>
                      <a:pt x="8175" y="14554"/>
                    </a:lnTo>
                    <a:lnTo>
                      <a:pt x="9607" y="15917"/>
                    </a:lnTo>
                    <a:lnTo>
                      <a:pt x="10320" y="16597"/>
                    </a:lnTo>
                    <a:lnTo>
                      <a:pt x="10501" y="16765"/>
                    </a:lnTo>
                    <a:cubicBezTo>
                      <a:pt x="10506" y="16771"/>
                      <a:pt x="10552" y="16817"/>
                      <a:pt x="10587" y="16846"/>
                    </a:cubicBezTo>
                    <a:cubicBezTo>
                      <a:pt x="10628" y="16875"/>
                      <a:pt x="10662" y="16904"/>
                      <a:pt x="10710" y="16932"/>
                    </a:cubicBezTo>
                    <a:cubicBezTo>
                      <a:pt x="10790" y="16985"/>
                      <a:pt x="10877" y="17031"/>
                      <a:pt x="10970" y="17066"/>
                    </a:cubicBezTo>
                    <a:cubicBezTo>
                      <a:pt x="11130" y="17127"/>
                      <a:pt x="11298" y="17158"/>
                      <a:pt x="11465" y="17158"/>
                    </a:cubicBezTo>
                    <a:cubicBezTo>
                      <a:pt x="11692" y="17158"/>
                      <a:pt x="11918" y="17101"/>
                      <a:pt x="12119" y="16991"/>
                    </a:cubicBezTo>
                    <a:cubicBezTo>
                      <a:pt x="12298" y="16897"/>
                      <a:pt x="12450" y="16758"/>
                      <a:pt x="12571" y="16602"/>
                    </a:cubicBezTo>
                    <a:cubicBezTo>
                      <a:pt x="12600" y="16562"/>
                      <a:pt x="12630" y="16521"/>
                      <a:pt x="12652" y="16474"/>
                    </a:cubicBezTo>
                    <a:cubicBezTo>
                      <a:pt x="12675" y="16439"/>
                      <a:pt x="12705" y="16382"/>
                      <a:pt x="12710" y="16375"/>
                    </a:cubicBezTo>
                    <a:lnTo>
                      <a:pt x="12763" y="16265"/>
                    </a:lnTo>
                    <a:lnTo>
                      <a:pt x="12989" y="15825"/>
                    </a:lnTo>
                    <a:lnTo>
                      <a:pt x="13430" y="14943"/>
                    </a:lnTo>
                    <a:lnTo>
                      <a:pt x="14311" y="13173"/>
                    </a:lnTo>
                    <a:lnTo>
                      <a:pt x="16075" y="9647"/>
                    </a:lnTo>
                    <a:lnTo>
                      <a:pt x="16962" y="7877"/>
                    </a:lnTo>
                    <a:lnTo>
                      <a:pt x="17403" y="6996"/>
                    </a:lnTo>
                    <a:lnTo>
                      <a:pt x="17462" y="6874"/>
                    </a:lnTo>
                    <a:lnTo>
                      <a:pt x="17850" y="7425"/>
                    </a:lnTo>
                    <a:lnTo>
                      <a:pt x="18993" y="9038"/>
                    </a:lnTo>
                    <a:lnTo>
                      <a:pt x="21278" y="12257"/>
                    </a:lnTo>
                    <a:lnTo>
                      <a:pt x="23558" y="15477"/>
                    </a:lnTo>
                    <a:lnTo>
                      <a:pt x="24701" y="17090"/>
                    </a:lnTo>
                    <a:lnTo>
                      <a:pt x="24771" y="17188"/>
                    </a:lnTo>
                    <a:lnTo>
                      <a:pt x="24799" y="17229"/>
                    </a:lnTo>
                    <a:lnTo>
                      <a:pt x="24846" y="17287"/>
                    </a:lnTo>
                    <a:cubicBezTo>
                      <a:pt x="24881" y="17328"/>
                      <a:pt x="24910" y="17362"/>
                      <a:pt x="24950" y="17397"/>
                    </a:cubicBezTo>
                    <a:cubicBezTo>
                      <a:pt x="25095" y="17542"/>
                      <a:pt x="25280" y="17658"/>
                      <a:pt x="25472" y="17722"/>
                    </a:cubicBezTo>
                    <a:cubicBezTo>
                      <a:pt x="25622" y="17773"/>
                      <a:pt x="25778" y="17799"/>
                      <a:pt x="25933" y="17799"/>
                    </a:cubicBezTo>
                    <a:cubicBezTo>
                      <a:pt x="26183" y="17799"/>
                      <a:pt x="26432" y="17733"/>
                      <a:pt x="26650" y="17600"/>
                    </a:cubicBezTo>
                    <a:cubicBezTo>
                      <a:pt x="26830" y="17496"/>
                      <a:pt x="26986" y="17350"/>
                      <a:pt x="27096" y="17183"/>
                    </a:cubicBezTo>
                    <a:cubicBezTo>
                      <a:pt x="27125" y="17141"/>
                      <a:pt x="27154" y="17095"/>
                      <a:pt x="27178" y="17055"/>
                    </a:cubicBezTo>
                    <a:lnTo>
                      <a:pt x="27207" y="17002"/>
                    </a:lnTo>
                    <a:lnTo>
                      <a:pt x="27264" y="16892"/>
                    </a:lnTo>
                    <a:lnTo>
                      <a:pt x="27497" y="16457"/>
                    </a:lnTo>
                    <a:cubicBezTo>
                      <a:pt x="28755" y="14142"/>
                      <a:pt x="29985" y="11823"/>
                      <a:pt x="31226" y="9502"/>
                    </a:cubicBezTo>
                    <a:lnTo>
                      <a:pt x="33089" y="6022"/>
                    </a:lnTo>
                    <a:lnTo>
                      <a:pt x="34533" y="3296"/>
                    </a:lnTo>
                    <a:lnTo>
                      <a:pt x="35154" y="6503"/>
                    </a:lnTo>
                    <a:cubicBezTo>
                      <a:pt x="35223" y="6868"/>
                      <a:pt x="35542" y="7124"/>
                      <a:pt x="35901" y="7124"/>
                    </a:cubicBezTo>
                    <a:cubicBezTo>
                      <a:pt x="35954" y="7124"/>
                      <a:pt x="36000" y="7117"/>
                      <a:pt x="36048" y="7112"/>
                    </a:cubicBezTo>
                    <a:cubicBezTo>
                      <a:pt x="36465" y="7031"/>
                      <a:pt x="36737" y="6630"/>
                      <a:pt x="36656" y="6212"/>
                    </a:cubicBezTo>
                    <a:lnTo>
                      <a:pt x="3545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67">
                <a:extLst>
                  <a:ext uri="{FF2B5EF4-FFF2-40B4-BE49-F238E27FC236}">
                    <a16:creationId xmlns:a16="http://schemas.microsoft.com/office/drawing/2014/main" id="{3C9CC448-2061-3535-0D8E-B931E61A3C33}"/>
                  </a:ext>
                </a:extLst>
              </p:cNvPr>
              <p:cNvSpPr/>
              <p:nvPr/>
            </p:nvSpPr>
            <p:spPr>
              <a:xfrm>
                <a:off x="5680103" y="2421625"/>
                <a:ext cx="2810295" cy="1600144"/>
              </a:xfrm>
              <a:custGeom>
                <a:avLst/>
                <a:gdLst/>
                <a:ahLst/>
                <a:cxnLst/>
                <a:rect l="l" t="t" r="r" b="b"/>
                <a:pathLst>
                  <a:path w="36866" h="20991" extrusionOk="0">
                    <a:moveTo>
                      <a:pt x="35484" y="188"/>
                    </a:moveTo>
                    <a:lnTo>
                      <a:pt x="36662" y="6308"/>
                    </a:lnTo>
                    <a:cubicBezTo>
                      <a:pt x="36697" y="6488"/>
                      <a:pt x="36662" y="6668"/>
                      <a:pt x="36558" y="6819"/>
                    </a:cubicBezTo>
                    <a:cubicBezTo>
                      <a:pt x="36459" y="6975"/>
                      <a:pt x="36302" y="7074"/>
                      <a:pt x="36122" y="7109"/>
                    </a:cubicBezTo>
                    <a:cubicBezTo>
                      <a:pt x="36076" y="7120"/>
                      <a:pt x="36036" y="7120"/>
                      <a:pt x="35988" y="7120"/>
                    </a:cubicBezTo>
                    <a:cubicBezTo>
                      <a:pt x="35664" y="7120"/>
                      <a:pt x="35380" y="6889"/>
                      <a:pt x="35316" y="6569"/>
                    </a:cubicBezTo>
                    <a:lnTo>
                      <a:pt x="34701" y="3356"/>
                    </a:lnTo>
                    <a:cubicBezTo>
                      <a:pt x="34695" y="3321"/>
                      <a:pt x="34666" y="3297"/>
                      <a:pt x="34631" y="3292"/>
                    </a:cubicBezTo>
                    <a:cubicBezTo>
                      <a:pt x="34627" y="3291"/>
                      <a:pt x="34623" y="3291"/>
                      <a:pt x="34619" y="3291"/>
                    </a:cubicBezTo>
                    <a:cubicBezTo>
                      <a:pt x="34590" y="3291"/>
                      <a:pt x="34566" y="3307"/>
                      <a:pt x="34550" y="3332"/>
                    </a:cubicBezTo>
                    <a:lnTo>
                      <a:pt x="33107" y="6059"/>
                    </a:lnTo>
                    <a:lnTo>
                      <a:pt x="31244" y="9540"/>
                    </a:lnTo>
                    <a:cubicBezTo>
                      <a:pt x="30867" y="10241"/>
                      <a:pt x="30496" y="10949"/>
                      <a:pt x="30119" y="11650"/>
                    </a:cubicBezTo>
                    <a:cubicBezTo>
                      <a:pt x="29266" y="13240"/>
                      <a:pt x="28390" y="14887"/>
                      <a:pt x="27514" y="16501"/>
                    </a:cubicBezTo>
                    <a:lnTo>
                      <a:pt x="27195" y="17092"/>
                    </a:lnTo>
                    <a:cubicBezTo>
                      <a:pt x="27172" y="17133"/>
                      <a:pt x="27142" y="17179"/>
                      <a:pt x="27120" y="17213"/>
                    </a:cubicBezTo>
                    <a:cubicBezTo>
                      <a:pt x="27009" y="17376"/>
                      <a:pt x="26864" y="17516"/>
                      <a:pt x="26696" y="17609"/>
                    </a:cubicBezTo>
                    <a:cubicBezTo>
                      <a:pt x="26491" y="17734"/>
                      <a:pt x="26258" y="17797"/>
                      <a:pt x="26022" y="17797"/>
                    </a:cubicBezTo>
                    <a:cubicBezTo>
                      <a:pt x="25876" y="17797"/>
                      <a:pt x="25730" y="17773"/>
                      <a:pt x="25589" y="17724"/>
                    </a:cubicBezTo>
                    <a:cubicBezTo>
                      <a:pt x="25408" y="17660"/>
                      <a:pt x="25228" y="17556"/>
                      <a:pt x="25089" y="17417"/>
                    </a:cubicBezTo>
                    <a:cubicBezTo>
                      <a:pt x="25060" y="17387"/>
                      <a:pt x="25025" y="17353"/>
                      <a:pt x="24997" y="17312"/>
                    </a:cubicBezTo>
                    <a:lnTo>
                      <a:pt x="19143" y="9069"/>
                    </a:lnTo>
                    <a:lnTo>
                      <a:pt x="17611" y="6906"/>
                    </a:lnTo>
                    <a:cubicBezTo>
                      <a:pt x="17600" y="6882"/>
                      <a:pt x="17571" y="6871"/>
                      <a:pt x="17542" y="6871"/>
                    </a:cubicBezTo>
                    <a:cubicBezTo>
                      <a:pt x="17514" y="6871"/>
                      <a:pt x="17490" y="6889"/>
                      <a:pt x="17479" y="6917"/>
                    </a:cubicBezTo>
                    <a:lnTo>
                      <a:pt x="12722" y="16419"/>
                    </a:lnTo>
                    <a:cubicBezTo>
                      <a:pt x="12717" y="16431"/>
                      <a:pt x="12693" y="16477"/>
                      <a:pt x="12669" y="16517"/>
                    </a:cubicBezTo>
                    <a:cubicBezTo>
                      <a:pt x="12647" y="16552"/>
                      <a:pt x="12623" y="16593"/>
                      <a:pt x="12594" y="16634"/>
                    </a:cubicBezTo>
                    <a:cubicBezTo>
                      <a:pt x="12478" y="16785"/>
                      <a:pt x="12334" y="16906"/>
                      <a:pt x="12171" y="16999"/>
                    </a:cubicBezTo>
                    <a:cubicBezTo>
                      <a:pt x="11981" y="17102"/>
                      <a:pt x="11768" y="17154"/>
                      <a:pt x="11554" y="17154"/>
                    </a:cubicBezTo>
                    <a:cubicBezTo>
                      <a:pt x="11396" y="17154"/>
                      <a:pt x="11237" y="17126"/>
                      <a:pt x="11086" y="17069"/>
                    </a:cubicBezTo>
                    <a:cubicBezTo>
                      <a:pt x="10993" y="17034"/>
                      <a:pt x="10912" y="16993"/>
                      <a:pt x="10837" y="16941"/>
                    </a:cubicBezTo>
                    <a:cubicBezTo>
                      <a:pt x="10797" y="16918"/>
                      <a:pt x="10762" y="16889"/>
                      <a:pt x="10727" y="16860"/>
                    </a:cubicBezTo>
                    <a:cubicBezTo>
                      <a:pt x="10698" y="16836"/>
                      <a:pt x="10651" y="16796"/>
                      <a:pt x="10639" y="16785"/>
                    </a:cubicBezTo>
                    <a:lnTo>
                      <a:pt x="5314" y="11720"/>
                    </a:lnTo>
                    <a:cubicBezTo>
                      <a:pt x="5301" y="11703"/>
                      <a:pt x="5281" y="11696"/>
                      <a:pt x="5262" y="11696"/>
                    </a:cubicBezTo>
                    <a:cubicBezTo>
                      <a:pt x="5256" y="11696"/>
                      <a:pt x="5250" y="11696"/>
                      <a:pt x="5245" y="11698"/>
                    </a:cubicBezTo>
                    <a:cubicBezTo>
                      <a:pt x="5215" y="11703"/>
                      <a:pt x="5199" y="11720"/>
                      <a:pt x="5186" y="11744"/>
                    </a:cubicBezTo>
                    <a:lnTo>
                      <a:pt x="5146" y="11824"/>
                    </a:lnTo>
                    <a:cubicBezTo>
                      <a:pt x="5047" y="12033"/>
                      <a:pt x="4949" y="12249"/>
                      <a:pt x="4851" y="12463"/>
                    </a:cubicBezTo>
                    <a:cubicBezTo>
                      <a:pt x="4677" y="12846"/>
                      <a:pt x="4497" y="13229"/>
                      <a:pt x="4316" y="13612"/>
                    </a:cubicBezTo>
                    <a:lnTo>
                      <a:pt x="3464" y="15392"/>
                    </a:lnTo>
                    <a:cubicBezTo>
                      <a:pt x="3365" y="15601"/>
                      <a:pt x="3261" y="15810"/>
                      <a:pt x="3162" y="16019"/>
                    </a:cubicBezTo>
                    <a:cubicBezTo>
                      <a:pt x="2971" y="16402"/>
                      <a:pt x="2785" y="16785"/>
                      <a:pt x="2594" y="17168"/>
                    </a:cubicBezTo>
                    <a:cubicBezTo>
                      <a:pt x="1887" y="18583"/>
                      <a:pt x="1330" y="19662"/>
                      <a:pt x="773" y="20672"/>
                    </a:cubicBezTo>
                    <a:cubicBezTo>
                      <a:pt x="738" y="20741"/>
                      <a:pt x="674" y="20793"/>
                      <a:pt x="592" y="20816"/>
                    </a:cubicBezTo>
                    <a:cubicBezTo>
                      <a:pt x="566" y="20824"/>
                      <a:pt x="538" y="20828"/>
                      <a:pt x="511" y="20828"/>
                    </a:cubicBezTo>
                    <a:cubicBezTo>
                      <a:pt x="461" y="20828"/>
                      <a:pt x="412" y="20815"/>
                      <a:pt x="366" y="20793"/>
                    </a:cubicBezTo>
                    <a:cubicBezTo>
                      <a:pt x="233" y="20718"/>
                      <a:pt x="174" y="20567"/>
                      <a:pt x="227" y="20428"/>
                    </a:cubicBezTo>
                    <a:cubicBezTo>
                      <a:pt x="610" y="19342"/>
                      <a:pt x="1044" y="18201"/>
                      <a:pt x="1631" y="16732"/>
                    </a:cubicBezTo>
                    <a:cubicBezTo>
                      <a:pt x="1788" y="16338"/>
                      <a:pt x="1949" y="15944"/>
                      <a:pt x="2107" y="15548"/>
                    </a:cubicBezTo>
                    <a:cubicBezTo>
                      <a:pt x="2200" y="15334"/>
                      <a:pt x="2286" y="15120"/>
                      <a:pt x="2374" y="14905"/>
                    </a:cubicBezTo>
                    <a:lnTo>
                      <a:pt x="3133" y="13084"/>
                    </a:lnTo>
                    <a:cubicBezTo>
                      <a:pt x="3296" y="12694"/>
                      <a:pt x="3470" y="12306"/>
                      <a:pt x="3638" y="11912"/>
                    </a:cubicBezTo>
                    <a:cubicBezTo>
                      <a:pt x="3731" y="11703"/>
                      <a:pt x="3823" y="11489"/>
                      <a:pt x="3916" y="11274"/>
                    </a:cubicBezTo>
                    <a:lnTo>
                      <a:pt x="4061" y="10937"/>
                    </a:lnTo>
                    <a:cubicBezTo>
                      <a:pt x="4067" y="10919"/>
                      <a:pt x="4072" y="10908"/>
                      <a:pt x="4079" y="10897"/>
                    </a:cubicBezTo>
                    <a:cubicBezTo>
                      <a:pt x="4091" y="10873"/>
                      <a:pt x="4096" y="10850"/>
                      <a:pt x="4136" y="10775"/>
                    </a:cubicBezTo>
                    <a:cubicBezTo>
                      <a:pt x="4230" y="10606"/>
                      <a:pt x="4363" y="10456"/>
                      <a:pt x="4525" y="10351"/>
                    </a:cubicBezTo>
                    <a:cubicBezTo>
                      <a:pt x="4682" y="10241"/>
                      <a:pt x="4873" y="10177"/>
                      <a:pt x="5065" y="10154"/>
                    </a:cubicBezTo>
                    <a:cubicBezTo>
                      <a:pt x="5105" y="10154"/>
                      <a:pt x="5146" y="10148"/>
                      <a:pt x="5186" y="10148"/>
                    </a:cubicBezTo>
                    <a:cubicBezTo>
                      <a:pt x="5338" y="10148"/>
                      <a:pt x="5488" y="10177"/>
                      <a:pt x="5633" y="10236"/>
                    </a:cubicBezTo>
                    <a:cubicBezTo>
                      <a:pt x="5721" y="10276"/>
                      <a:pt x="5807" y="10322"/>
                      <a:pt x="5882" y="10381"/>
                    </a:cubicBezTo>
                    <a:cubicBezTo>
                      <a:pt x="5924" y="10410"/>
                      <a:pt x="5964" y="10439"/>
                      <a:pt x="5999" y="10474"/>
                    </a:cubicBezTo>
                    <a:lnTo>
                      <a:pt x="11416" y="15526"/>
                    </a:lnTo>
                    <a:cubicBezTo>
                      <a:pt x="11430" y="15539"/>
                      <a:pt x="11450" y="15545"/>
                      <a:pt x="11468" y="15545"/>
                    </a:cubicBezTo>
                    <a:cubicBezTo>
                      <a:pt x="11474" y="15545"/>
                      <a:pt x="11480" y="15544"/>
                      <a:pt x="11486" y="15543"/>
                    </a:cubicBezTo>
                    <a:cubicBezTo>
                      <a:pt x="11509" y="15537"/>
                      <a:pt x="11533" y="15526"/>
                      <a:pt x="11544" y="15502"/>
                    </a:cubicBezTo>
                    <a:lnTo>
                      <a:pt x="16318" y="5803"/>
                    </a:lnTo>
                    <a:lnTo>
                      <a:pt x="16371" y="5706"/>
                    </a:lnTo>
                    <a:cubicBezTo>
                      <a:pt x="16393" y="5671"/>
                      <a:pt x="16411" y="5636"/>
                      <a:pt x="16441" y="5594"/>
                    </a:cubicBezTo>
                    <a:cubicBezTo>
                      <a:pt x="16551" y="5438"/>
                      <a:pt x="16707" y="5299"/>
                      <a:pt x="16888" y="5200"/>
                    </a:cubicBezTo>
                    <a:cubicBezTo>
                      <a:pt x="17082" y="5098"/>
                      <a:pt x="17299" y="5045"/>
                      <a:pt x="17516" y="5045"/>
                    </a:cubicBezTo>
                    <a:cubicBezTo>
                      <a:pt x="17694" y="5045"/>
                      <a:pt x="17871" y="5081"/>
                      <a:pt x="18036" y="5154"/>
                    </a:cubicBezTo>
                    <a:cubicBezTo>
                      <a:pt x="18216" y="5235"/>
                      <a:pt x="18384" y="5363"/>
                      <a:pt x="18511" y="5513"/>
                    </a:cubicBezTo>
                    <a:lnTo>
                      <a:pt x="25924" y="15984"/>
                    </a:lnTo>
                    <a:cubicBezTo>
                      <a:pt x="25942" y="16008"/>
                      <a:pt x="25965" y="16019"/>
                      <a:pt x="25994" y="16019"/>
                    </a:cubicBezTo>
                    <a:cubicBezTo>
                      <a:pt x="26023" y="16019"/>
                      <a:pt x="26047" y="16001"/>
                      <a:pt x="26058" y="15979"/>
                    </a:cubicBezTo>
                    <a:lnTo>
                      <a:pt x="26173" y="15770"/>
                    </a:lnTo>
                    <a:cubicBezTo>
                      <a:pt x="27038" y="14156"/>
                      <a:pt x="27932" y="12527"/>
                      <a:pt x="28796" y="10949"/>
                    </a:cubicBezTo>
                    <a:cubicBezTo>
                      <a:pt x="29185" y="10247"/>
                      <a:pt x="29568" y="9545"/>
                      <a:pt x="29950" y="8844"/>
                    </a:cubicBezTo>
                    <a:lnTo>
                      <a:pt x="31841" y="5380"/>
                    </a:lnTo>
                    <a:lnTo>
                      <a:pt x="33350" y="2643"/>
                    </a:lnTo>
                    <a:cubicBezTo>
                      <a:pt x="33367" y="2614"/>
                      <a:pt x="33367" y="2573"/>
                      <a:pt x="33343" y="2549"/>
                    </a:cubicBezTo>
                    <a:cubicBezTo>
                      <a:pt x="33327" y="2532"/>
                      <a:pt x="33304" y="2521"/>
                      <a:pt x="33279" y="2521"/>
                    </a:cubicBezTo>
                    <a:cubicBezTo>
                      <a:pt x="33270" y="2521"/>
                      <a:pt x="33261" y="2523"/>
                      <a:pt x="33251" y="2526"/>
                    </a:cubicBezTo>
                    <a:lnTo>
                      <a:pt x="30716" y="3513"/>
                    </a:lnTo>
                    <a:cubicBezTo>
                      <a:pt x="30635" y="3545"/>
                      <a:pt x="30551" y="3561"/>
                      <a:pt x="30467" y="3561"/>
                    </a:cubicBezTo>
                    <a:cubicBezTo>
                      <a:pt x="30195" y="3561"/>
                      <a:pt x="29935" y="3395"/>
                      <a:pt x="29828" y="3123"/>
                    </a:cubicBezTo>
                    <a:cubicBezTo>
                      <a:pt x="29765" y="2956"/>
                      <a:pt x="29771" y="2769"/>
                      <a:pt x="29840" y="2601"/>
                    </a:cubicBezTo>
                    <a:cubicBezTo>
                      <a:pt x="29916" y="2434"/>
                      <a:pt x="30049" y="2306"/>
                      <a:pt x="30223" y="2236"/>
                    </a:cubicBezTo>
                    <a:lnTo>
                      <a:pt x="35484" y="188"/>
                    </a:lnTo>
                    <a:close/>
                    <a:moveTo>
                      <a:pt x="35548" y="0"/>
                    </a:moveTo>
                    <a:cubicBezTo>
                      <a:pt x="35536" y="0"/>
                      <a:pt x="35525" y="3"/>
                      <a:pt x="35514" y="9"/>
                    </a:cubicBezTo>
                    <a:lnTo>
                      <a:pt x="30165" y="2091"/>
                    </a:lnTo>
                    <a:cubicBezTo>
                      <a:pt x="29950" y="2172"/>
                      <a:pt x="29788" y="2330"/>
                      <a:pt x="29696" y="2538"/>
                    </a:cubicBezTo>
                    <a:cubicBezTo>
                      <a:pt x="29608" y="2740"/>
                      <a:pt x="29602" y="2973"/>
                      <a:pt x="29683" y="3182"/>
                    </a:cubicBezTo>
                    <a:cubicBezTo>
                      <a:pt x="29813" y="3517"/>
                      <a:pt x="30131" y="3721"/>
                      <a:pt x="30469" y="3721"/>
                    </a:cubicBezTo>
                    <a:cubicBezTo>
                      <a:pt x="30570" y="3721"/>
                      <a:pt x="30674" y="3702"/>
                      <a:pt x="30775" y="3663"/>
                    </a:cubicBezTo>
                    <a:lnTo>
                      <a:pt x="33107" y="2758"/>
                    </a:lnTo>
                    <a:lnTo>
                      <a:pt x="33107" y="2758"/>
                    </a:lnTo>
                    <a:lnTo>
                      <a:pt x="31702" y="5299"/>
                    </a:lnTo>
                    <a:lnTo>
                      <a:pt x="29811" y="8761"/>
                    </a:lnTo>
                    <a:cubicBezTo>
                      <a:pt x="29428" y="9465"/>
                      <a:pt x="29040" y="10166"/>
                      <a:pt x="28657" y="10868"/>
                    </a:cubicBezTo>
                    <a:cubicBezTo>
                      <a:pt x="27793" y="12451"/>
                      <a:pt x="26899" y="14081"/>
                      <a:pt x="26029" y="15695"/>
                    </a:cubicBezTo>
                    <a:lnTo>
                      <a:pt x="25983" y="15786"/>
                    </a:lnTo>
                    <a:lnTo>
                      <a:pt x="20535" y="8083"/>
                    </a:lnTo>
                    <a:lnTo>
                      <a:pt x="18824" y="5671"/>
                    </a:lnTo>
                    <a:lnTo>
                      <a:pt x="18633" y="5409"/>
                    </a:lnTo>
                    <a:cubicBezTo>
                      <a:pt x="18489" y="5241"/>
                      <a:pt x="18302" y="5096"/>
                      <a:pt x="18099" y="5009"/>
                    </a:cubicBezTo>
                    <a:cubicBezTo>
                      <a:pt x="17911" y="4927"/>
                      <a:pt x="17709" y="4886"/>
                      <a:pt x="17508" y="4886"/>
                    </a:cubicBezTo>
                    <a:cubicBezTo>
                      <a:pt x="17267" y="4886"/>
                      <a:pt x="17026" y="4944"/>
                      <a:pt x="16811" y="5061"/>
                    </a:cubicBezTo>
                    <a:cubicBezTo>
                      <a:pt x="16609" y="5165"/>
                      <a:pt x="16435" y="5328"/>
                      <a:pt x="16307" y="5502"/>
                    </a:cubicBezTo>
                    <a:cubicBezTo>
                      <a:pt x="16283" y="5543"/>
                      <a:pt x="16261" y="5583"/>
                      <a:pt x="16232" y="5623"/>
                    </a:cubicBezTo>
                    <a:lnTo>
                      <a:pt x="12850" y="12486"/>
                    </a:lnTo>
                    <a:lnTo>
                      <a:pt x="11445" y="15334"/>
                    </a:lnTo>
                    <a:lnTo>
                      <a:pt x="6516" y="10734"/>
                    </a:lnTo>
                    <a:lnTo>
                      <a:pt x="6104" y="10351"/>
                    </a:lnTo>
                    <a:cubicBezTo>
                      <a:pt x="6063" y="10317"/>
                      <a:pt x="6021" y="10282"/>
                      <a:pt x="5981" y="10247"/>
                    </a:cubicBezTo>
                    <a:cubicBezTo>
                      <a:pt x="5889" y="10183"/>
                      <a:pt x="5796" y="10131"/>
                      <a:pt x="5692" y="10091"/>
                    </a:cubicBezTo>
                    <a:cubicBezTo>
                      <a:pt x="5533" y="10023"/>
                      <a:pt x="5365" y="9990"/>
                      <a:pt x="5193" y="9990"/>
                    </a:cubicBezTo>
                    <a:cubicBezTo>
                      <a:pt x="5145" y="9990"/>
                      <a:pt x="5096" y="9992"/>
                      <a:pt x="5047" y="9998"/>
                    </a:cubicBezTo>
                    <a:cubicBezTo>
                      <a:pt x="4827" y="10021"/>
                      <a:pt x="4618" y="10097"/>
                      <a:pt x="4439" y="10218"/>
                    </a:cubicBezTo>
                    <a:cubicBezTo>
                      <a:pt x="4253" y="10335"/>
                      <a:pt x="4102" y="10509"/>
                      <a:pt x="3997" y="10699"/>
                    </a:cubicBezTo>
                    <a:cubicBezTo>
                      <a:pt x="3951" y="10780"/>
                      <a:pt x="3940" y="10809"/>
                      <a:pt x="3933" y="10839"/>
                    </a:cubicBezTo>
                    <a:lnTo>
                      <a:pt x="3772" y="11210"/>
                    </a:lnTo>
                    <a:cubicBezTo>
                      <a:pt x="3678" y="11425"/>
                      <a:pt x="3585" y="11639"/>
                      <a:pt x="3493" y="11848"/>
                    </a:cubicBezTo>
                    <a:cubicBezTo>
                      <a:pt x="3319" y="12242"/>
                      <a:pt x="3151" y="12632"/>
                      <a:pt x="2988" y="13020"/>
                    </a:cubicBezTo>
                    <a:lnTo>
                      <a:pt x="2222" y="14841"/>
                    </a:lnTo>
                    <a:cubicBezTo>
                      <a:pt x="2136" y="15056"/>
                      <a:pt x="2048" y="15270"/>
                      <a:pt x="1962" y="15486"/>
                    </a:cubicBezTo>
                    <a:cubicBezTo>
                      <a:pt x="1799" y="15880"/>
                      <a:pt x="1636" y="16274"/>
                      <a:pt x="1480" y="16675"/>
                    </a:cubicBezTo>
                    <a:cubicBezTo>
                      <a:pt x="894" y="18148"/>
                      <a:pt x="460" y="19285"/>
                      <a:pt x="77" y="20375"/>
                    </a:cubicBezTo>
                    <a:cubicBezTo>
                      <a:pt x="0" y="20584"/>
                      <a:pt x="88" y="20822"/>
                      <a:pt x="291" y="20932"/>
                    </a:cubicBezTo>
                    <a:cubicBezTo>
                      <a:pt x="361" y="20967"/>
                      <a:pt x="436" y="20990"/>
                      <a:pt x="511" y="20990"/>
                    </a:cubicBezTo>
                    <a:cubicBezTo>
                      <a:pt x="552" y="20990"/>
                      <a:pt x="599" y="20978"/>
                      <a:pt x="639" y="20967"/>
                    </a:cubicBezTo>
                    <a:cubicBezTo>
                      <a:pt x="755" y="20932"/>
                      <a:pt x="854" y="20857"/>
                      <a:pt x="912" y="20747"/>
                    </a:cubicBezTo>
                    <a:cubicBezTo>
                      <a:pt x="1469" y="19737"/>
                      <a:pt x="2031" y="18653"/>
                      <a:pt x="2739" y="17237"/>
                    </a:cubicBezTo>
                    <a:cubicBezTo>
                      <a:pt x="2931" y="16854"/>
                      <a:pt x="3116" y="16471"/>
                      <a:pt x="3301" y="16089"/>
                    </a:cubicBezTo>
                    <a:cubicBezTo>
                      <a:pt x="3406" y="15880"/>
                      <a:pt x="3504" y="15671"/>
                      <a:pt x="3609" y="15462"/>
                    </a:cubicBezTo>
                    <a:lnTo>
                      <a:pt x="4462" y="13681"/>
                    </a:lnTo>
                    <a:cubicBezTo>
                      <a:pt x="4642" y="13299"/>
                      <a:pt x="4821" y="12916"/>
                      <a:pt x="4995" y="12527"/>
                    </a:cubicBezTo>
                    <a:cubicBezTo>
                      <a:pt x="5094" y="12324"/>
                      <a:pt x="5186" y="12115"/>
                      <a:pt x="5285" y="11912"/>
                    </a:cubicBezTo>
                    <a:lnTo>
                      <a:pt x="10529" y="16895"/>
                    </a:lnTo>
                    <a:cubicBezTo>
                      <a:pt x="10541" y="16913"/>
                      <a:pt x="10599" y="16959"/>
                      <a:pt x="10623" y="16982"/>
                    </a:cubicBezTo>
                    <a:cubicBezTo>
                      <a:pt x="10663" y="17017"/>
                      <a:pt x="10703" y="17045"/>
                      <a:pt x="10749" y="17074"/>
                    </a:cubicBezTo>
                    <a:cubicBezTo>
                      <a:pt x="10831" y="17133"/>
                      <a:pt x="10929" y="17179"/>
                      <a:pt x="11033" y="17219"/>
                    </a:cubicBezTo>
                    <a:cubicBezTo>
                      <a:pt x="11198" y="17283"/>
                      <a:pt x="11375" y="17315"/>
                      <a:pt x="11552" y="17315"/>
                    </a:cubicBezTo>
                    <a:cubicBezTo>
                      <a:pt x="11794" y="17315"/>
                      <a:pt x="12035" y="17256"/>
                      <a:pt x="12246" y="17138"/>
                    </a:cubicBezTo>
                    <a:cubicBezTo>
                      <a:pt x="12433" y="17039"/>
                      <a:pt x="12594" y="16895"/>
                      <a:pt x="12722" y="16726"/>
                    </a:cubicBezTo>
                    <a:cubicBezTo>
                      <a:pt x="12751" y="16686"/>
                      <a:pt x="12786" y="16640"/>
                      <a:pt x="12808" y="16593"/>
                    </a:cubicBezTo>
                    <a:cubicBezTo>
                      <a:pt x="12832" y="16552"/>
                      <a:pt x="12867" y="16488"/>
                      <a:pt x="12867" y="16488"/>
                    </a:cubicBezTo>
                    <a:lnTo>
                      <a:pt x="17560" y="7109"/>
                    </a:lnTo>
                    <a:lnTo>
                      <a:pt x="24719" y="17208"/>
                    </a:lnTo>
                    <a:lnTo>
                      <a:pt x="24875" y="17417"/>
                    </a:lnTo>
                    <a:cubicBezTo>
                      <a:pt x="24909" y="17457"/>
                      <a:pt x="24944" y="17497"/>
                      <a:pt x="24979" y="17532"/>
                    </a:cubicBezTo>
                    <a:cubicBezTo>
                      <a:pt x="25136" y="17690"/>
                      <a:pt x="25327" y="17805"/>
                      <a:pt x="25536" y="17875"/>
                    </a:cubicBezTo>
                    <a:cubicBezTo>
                      <a:pt x="25695" y="17928"/>
                      <a:pt x="25859" y="17954"/>
                      <a:pt x="26021" y="17954"/>
                    </a:cubicBezTo>
                    <a:cubicBezTo>
                      <a:pt x="26286" y="17954"/>
                      <a:pt x="26547" y="17884"/>
                      <a:pt x="26778" y="17748"/>
                    </a:cubicBezTo>
                    <a:cubicBezTo>
                      <a:pt x="26963" y="17637"/>
                      <a:pt x="27131" y="17486"/>
                      <a:pt x="27252" y="17307"/>
                    </a:cubicBezTo>
                    <a:cubicBezTo>
                      <a:pt x="27282" y="17261"/>
                      <a:pt x="27311" y="17213"/>
                      <a:pt x="27335" y="17173"/>
                    </a:cubicBezTo>
                    <a:lnTo>
                      <a:pt x="27659" y="16576"/>
                    </a:lnTo>
                    <a:cubicBezTo>
                      <a:pt x="28529" y="14964"/>
                      <a:pt x="29410" y="13315"/>
                      <a:pt x="30258" y="11727"/>
                    </a:cubicBezTo>
                    <a:cubicBezTo>
                      <a:pt x="30635" y="11024"/>
                      <a:pt x="31011" y="10317"/>
                      <a:pt x="31383" y="9615"/>
                    </a:cubicBezTo>
                    <a:lnTo>
                      <a:pt x="33246" y="6134"/>
                    </a:lnTo>
                    <a:lnTo>
                      <a:pt x="34585" y="3605"/>
                    </a:lnTo>
                    <a:lnTo>
                      <a:pt x="35160" y="6598"/>
                    </a:lnTo>
                    <a:cubicBezTo>
                      <a:pt x="35241" y="6993"/>
                      <a:pt x="35589" y="7283"/>
                      <a:pt x="35988" y="7283"/>
                    </a:cubicBezTo>
                    <a:cubicBezTo>
                      <a:pt x="36041" y="7283"/>
                      <a:pt x="36100" y="7277"/>
                      <a:pt x="36151" y="7265"/>
                    </a:cubicBezTo>
                    <a:cubicBezTo>
                      <a:pt x="36371" y="7224"/>
                      <a:pt x="36563" y="7098"/>
                      <a:pt x="36691" y="6911"/>
                    </a:cubicBezTo>
                    <a:cubicBezTo>
                      <a:pt x="36818" y="6726"/>
                      <a:pt x="36865" y="6499"/>
                      <a:pt x="36818" y="6279"/>
                    </a:cubicBezTo>
                    <a:lnTo>
                      <a:pt x="35624" y="67"/>
                    </a:lnTo>
                    <a:cubicBezTo>
                      <a:pt x="35618" y="44"/>
                      <a:pt x="35606" y="20"/>
                      <a:pt x="35583" y="9"/>
                    </a:cubicBezTo>
                    <a:cubicBezTo>
                      <a:pt x="35571" y="3"/>
                      <a:pt x="35560" y="0"/>
                      <a:pt x="35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88" name="Google Shape;4188;p67">
              <a:extLst>
                <a:ext uri="{FF2B5EF4-FFF2-40B4-BE49-F238E27FC236}">
                  <a16:creationId xmlns:a16="http://schemas.microsoft.com/office/drawing/2014/main" id="{709B339F-1ABA-6CF3-CCF2-C8AD2B375B12}"/>
                </a:ext>
              </a:extLst>
            </p:cNvPr>
            <p:cNvGrpSpPr/>
            <p:nvPr/>
          </p:nvGrpSpPr>
          <p:grpSpPr>
            <a:xfrm>
              <a:off x="5464182" y="3764121"/>
              <a:ext cx="953368" cy="761662"/>
              <a:chOff x="5626500" y="1191075"/>
              <a:chExt cx="798800" cy="638175"/>
            </a:xfrm>
          </p:grpSpPr>
          <p:sp>
            <p:nvSpPr>
              <p:cNvPr id="4189" name="Google Shape;4189;p67">
                <a:extLst>
                  <a:ext uri="{FF2B5EF4-FFF2-40B4-BE49-F238E27FC236}">
                    <a16:creationId xmlns:a16="http://schemas.microsoft.com/office/drawing/2014/main" id="{0CC202AC-E7A5-F4C2-904A-C4ED44783898}"/>
                  </a:ext>
                </a:extLst>
              </p:cNvPr>
              <p:cNvSpPr/>
              <p:nvPr/>
            </p:nvSpPr>
            <p:spPr>
              <a:xfrm>
                <a:off x="5629125" y="1271525"/>
                <a:ext cx="776250" cy="555100"/>
              </a:xfrm>
              <a:custGeom>
                <a:avLst/>
                <a:gdLst/>
                <a:ahLst/>
                <a:cxnLst/>
                <a:rect l="l" t="t" r="r" b="b"/>
                <a:pathLst>
                  <a:path w="31050" h="22204" extrusionOk="0">
                    <a:moveTo>
                      <a:pt x="1" y="0"/>
                    </a:moveTo>
                    <a:lnTo>
                      <a:pt x="1" y="22204"/>
                    </a:lnTo>
                    <a:lnTo>
                      <a:pt x="31049" y="22204"/>
                    </a:lnTo>
                    <a:lnTo>
                      <a:pt x="310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67">
                <a:extLst>
                  <a:ext uri="{FF2B5EF4-FFF2-40B4-BE49-F238E27FC236}">
                    <a16:creationId xmlns:a16="http://schemas.microsoft.com/office/drawing/2014/main" id="{A5A9C0FA-1CA8-52AD-FEE8-3E0C020BBA8D}"/>
                  </a:ext>
                </a:extLst>
              </p:cNvPr>
              <p:cNvSpPr/>
              <p:nvPr/>
            </p:nvSpPr>
            <p:spPr>
              <a:xfrm>
                <a:off x="5626500" y="1268675"/>
                <a:ext cx="781500" cy="560575"/>
              </a:xfrm>
              <a:custGeom>
                <a:avLst/>
                <a:gdLst/>
                <a:ahLst/>
                <a:cxnLst/>
                <a:rect l="l" t="t" r="r" b="b"/>
                <a:pathLst>
                  <a:path w="31260" h="22423" extrusionOk="0">
                    <a:moveTo>
                      <a:pt x="31040" y="254"/>
                    </a:moveTo>
                    <a:lnTo>
                      <a:pt x="31040" y="22204"/>
                    </a:lnTo>
                    <a:lnTo>
                      <a:pt x="219" y="22204"/>
                    </a:lnTo>
                    <a:lnTo>
                      <a:pt x="219" y="254"/>
                    </a:lnTo>
                    <a:close/>
                    <a:moveTo>
                      <a:pt x="106" y="0"/>
                    </a:moveTo>
                    <a:cubicBezTo>
                      <a:pt x="35" y="0"/>
                      <a:pt x="0" y="70"/>
                      <a:pt x="0" y="114"/>
                    </a:cubicBezTo>
                    <a:lnTo>
                      <a:pt x="0" y="22318"/>
                    </a:lnTo>
                    <a:cubicBezTo>
                      <a:pt x="0" y="22388"/>
                      <a:pt x="35" y="22423"/>
                      <a:pt x="106" y="22423"/>
                    </a:cubicBezTo>
                    <a:lnTo>
                      <a:pt x="31154" y="22423"/>
                    </a:lnTo>
                    <a:cubicBezTo>
                      <a:pt x="31224" y="22423"/>
                      <a:pt x="31259" y="22388"/>
                      <a:pt x="31259" y="22318"/>
                    </a:cubicBezTo>
                    <a:lnTo>
                      <a:pt x="31259" y="114"/>
                    </a:lnTo>
                    <a:cubicBezTo>
                      <a:pt x="31259" y="70"/>
                      <a:pt x="31224" y="0"/>
                      <a:pt x="31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67">
                <a:extLst>
                  <a:ext uri="{FF2B5EF4-FFF2-40B4-BE49-F238E27FC236}">
                    <a16:creationId xmlns:a16="http://schemas.microsoft.com/office/drawing/2014/main" id="{9C9015A4-ACCB-5E64-DB45-4006179BD950}"/>
                  </a:ext>
                </a:extLst>
              </p:cNvPr>
              <p:cNvSpPr/>
              <p:nvPr/>
            </p:nvSpPr>
            <p:spPr>
              <a:xfrm>
                <a:off x="5646450" y="1253975"/>
                <a:ext cx="776225" cy="554475"/>
              </a:xfrm>
              <a:custGeom>
                <a:avLst/>
                <a:gdLst/>
                <a:ahLst/>
                <a:cxnLst/>
                <a:rect l="l" t="t" r="r" b="b"/>
                <a:pathLst>
                  <a:path w="31049" h="22179" extrusionOk="0">
                    <a:moveTo>
                      <a:pt x="0" y="1"/>
                    </a:moveTo>
                    <a:lnTo>
                      <a:pt x="0" y="22178"/>
                    </a:lnTo>
                    <a:lnTo>
                      <a:pt x="31049" y="22178"/>
                    </a:lnTo>
                    <a:lnTo>
                      <a:pt x="3104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67">
                <a:extLst>
                  <a:ext uri="{FF2B5EF4-FFF2-40B4-BE49-F238E27FC236}">
                    <a16:creationId xmlns:a16="http://schemas.microsoft.com/office/drawing/2014/main" id="{F49CD8DE-3B56-20A7-9BAD-4C69B86DBED3}"/>
                  </a:ext>
                </a:extLst>
              </p:cNvPr>
              <p:cNvSpPr/>
              <p:nvPr/>
            </p:nvSpPr>
            <p:spPr>
              <a:xfrm>
                <a:off x="5643800" y="1250475"/>
                <a:ext cx="781500" cy="560600"/>
              </a:xfrm>
              <a:custGeom>
                <a:avLst/>
                <a:gdLst/>
                <a:ahLst/>
                <a:cxnLst/>
                <a:rect l="l" t="t" r="r" b="b"/>
                <a:pathLst>
                  <a:path w="31260" h="22424" extrusionOk="0">
                    <a:moveTo>
                      <a:pt x="31006" y="255"/>
                    </a:moveTo>
                    <a:lnTo>
                      <a:pt x="31006" y="22204"/>
                    </a:lnTo>
                    <a:lnTo>
                      <a:pt x="220" y="22204"/>
                    </a:lnTo>
                    <a:lnTo>
                      <a:pt x="220" y="255"/>
                    </a:lnTo>
                    <a:close/>
                    <a:moveTo>
                      <a:pt x="106" y="1"/>
                    </a:moveTo>
                    <a:cubicBezTo>
                      <a:pt x="36" y="1"/>
                      <a:pt x="1" y="71"/>
                      <a:pt x="1" y="141"/>
                    </a:cubicBezTo>
                    <a:lnTo>
                      <a:pt x="1" y="22318"/>
                    </a:lnTo>
                    <a:cubicBezTo>
                      <a:pt x="1" y="22388"/>
                      <a:pt x="36" y="22423"/>
                      <a:pt x="106" y="22423"/>
                    </a:cubicBezTo>
                    <a:lnTo>
                      <a:pt x="31155" y="22423"/>
                    </a:lnTo>
                    <a:cubicBezTo>
                      <a:pt x="31190" y="22423"/>
                      <a:pt x="31260" y="22388"/>
                      <a:pt x="31260" y="22318"/>
                    </a:cubicBezTo>
                    <a:lnTo>
                      <a:pt x="31260" y="141"/>
                    </a:lnTo>
                    <a:cubicBezTo>
                      <a:pt x="31260" y="71"/>
                      <a:pt x="31190" y="1"/>
                      <a:pt x="31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67">
                <a:extLst>
                  <a:ext uri="{FF2B5EF4-FFF2-40B4-BE49-F238E27FC236}">
                    <a16:creationId xmlns:a16="http://schemas.microsoft.com/office/drawing/2014/main" id="{23EC82EA-1E42-E899-3F77-4DED28A2BDD3}"/>
                  </a:ext>
                </a:extLst>
              </p:cNvPr>
              <p:cNvSpPr/>
              <p:nvPr/>
            </p:nvSpPr>
            <p:spPr>
              <a:xfrm>
                <a:off x="5646450" y="1253975"/>
                <a:ext cx="776225" cy="61400"/>
              </a:xfrm>
              <a:custGeom>
                <a:avLst/>
                <a:gdLst/>
                <a:ahLst/>
                <a:cxnLst/>
                <a:rect l="l" t="t" r="r" b="b"/>
                <a:pathLst>
                  <a:path w="31049" h="2456" extrusionOk="0">
                    <a:moveTo>
                      <a:pt x="0" y="1"/>
                    </a:moveTo>
                    <a:lnTo>
                      <a:pt x="0" y="2455"/>
                    </a:lnTo>
                    <a:lnTo>
                      <a:pt x="31049" y="2455"/>
                    </a:lnTo>
                    <a:lnTo>
                      <a:pt x="310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67">
                <a:extLst>
                  <a:ext uri="{FF2B5EF4-FFF2-40B4-BE49-F238E27FC236}">
                    <a16:creationId xmlns:a16="http://schemas.microsoft.com/office/drawing/2014/main" id="{E04D3EA8-B3A8-2B16-60CE-C17B328AD8E6}"/>
                  </a:ext>
                </a:extLst>
              </p:cNvPr>
              <p:cNvSpPr/>
              <p:nvPr/>
            </p:nvSpPr>
            <p:spPr>
              <a:xfrm>
                <a:off x="5643800" y="1250475"/>
                <a:ext cx="7815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31260" h="2736" extrusionOk="0">
                    <a:moveTo>
                      <a:pt x="31006" y="255"/>
                    </a:moveTo>
                    <a:lnTo>
                      <a:pt x="31006" y="2481"/>
                    </a:lnTo>
                    <a:lnTo>
                      <a:pt x="220" y="2481"/>
                    </a:lnTo>
                    <a:lnTo>
                      <a:pt x="220" y="255"/>
                    </a:lnTo>
                    <a:close/>
                    <a:moveTo>
                      <a:pt x="106" y="1"/>
                    </a:moveTo>
                    <a:cubicBezTo>
                      <a:pt x="36" y="1"/>
                      <a:pt x="1" y="71"/>
                      <a:pt x="1" y="141"/>
                    </a:cubicBezTo>
                    <a:lnTo>
                      <a:pt x="1" y="2595"/>
                    </a:lnTo>
                    <a:cubicBezTo>
                      <a:pt x="1" y="2665"/>
                      <a:pt x="36" y="2735"/>
                      <a:pt x="106" y="2735"/>
                    </a:cubicBezTo>
                    <a:lnTo>
                      <a:pt x="31155" y="2735"/>
                    </a:lnTo>
                    <a:cubicBezTo>
                      <a:pt x="31190" y="2735"/>
                      <a:pt x="31260" y="2665"/>
                      <a:pt x="31260" y="2595"/>
                    </a:cubicBezTo>
                    <a:lnTo>
                      <a:pt x="31260" y="141"/>
                    </a:lnTo>
                    <a:cubicBezTo>
                      <a:pt x="31260" y="71"/>
                      <a:pt x="31190" y="1"/>
                      <a:pt x="31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67">
                <a:extLst>
                  <a:ext uri="{FF2B5EF4-FFF2-40B4-BE49-F238E27FC236}">
                    <a16:creationId xmlns:a16="http://schemas.microsoft.com/office/drawing/2014/main" id="{CA382EAB-F138-FC16-EEF0-F98CB1498C3B}"/>
                  </a:ext>
                </a:extLst>
              </p:cNvPr>
              <p:cNvSpPr/>
              <p:nvPr/>
            </p:nvSpPr>
            <p:spPr>
              <a:xfrm>
                <a:off x="6091100" y="1470500"/>
                <a:ext cx="241075" cy="6375"/>
              </a:xfrm>
              <a:custGeom>
                <a:avLst/>
                <a:gdLst/>
                <a:ahLst/>
                <a:cxnLst/>
                <a:rect l="l" t="t" r="r" b="b"/>
                <a:pathLst>
                  <a:path w="9643" h="255" extrusionOk="0">
                    <a:moveTo>
                      <a:pt x="114" y="0"/>
                    </a:moveTo>
                    <a:cubicBezTo>
                      <a:pt x="44" y="0"/>
                      <a:pt x="0" y="70"/>
                      <a:pt x="0" y="149"/>
                    </a:cubicBezTo>
                    <a:cubicBezTo>
                      <a:pt x="0" y="184"/>
                      <a:pt x="44" y="255"/>
                      <a:pt x="114" y="255"/>
                    </a:cubicBezTo>
                    <a:lnTo>
                      <a:pt x="9537" y="255"/>
                    </a:lnTo>
                    <a:cubicBezTo>
                      <a:pt x="9607" y="255"/>
                      <a:pt x="9642" y="184"/>
                      <a:pt x="9642" y="149"/>
                    </a:cubicBezTo>
                    <a:cubicBezTo>
                      <a:pt x="9642" y="70"/>
                      <a:pt x="9607" y="0"/>
                      <a:pt x="9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6" name="Google Shape;4196;p67">
                <a:extLst>
                  <a:ext uri="{FF2B5EF4-FFF2-40B4-BE49-F238E27FC236}">
                    <a16:creationId xmlns:a16="http://schemas.microsoft.com/office/drawing/2014/main" id="{AD7D1A54-CC96-5821-6437-92D15E16F69C}"/>
                  </a:ext>
                </a:extLst>
              </p:cNvPr>
              <p:cNvSpPr/>
              <p:nvPr/>
            </p:nvSpPr>
            <p:spPr>
              <a:xfrm>
                <a:off x="6091100" y="1583800"/>
                <a:ext cx="123400" cy="6375"/>
              </a:xfrm>
              <a:custGeom>
                <a:avLst/>
                <a:gdLst/>
                <a:ahLst/>
                <a:cxnLst/>
                <a:rect l="l" t="t" r="r" b="b"/>
                <a:pathLst>
                  <a:path w="4936" h="255" extrusionOk="0">
                    <a:moveTo>
                      <a:pt x="114" y="0"/>
                    </a:moveTo>
                    <a:cubicBezTo>
                      <a:pt x="44" y="0"/>
                      <a:pt x="0" y="70"/>
                      <a:pt x="0" y="140"/>
                    </a:cubicBezTo>
                    <a:cubicBezTo>
                      <a:pt x="0" y="176"/>
                      <a:pt x="44" y="254"/>
                      <a:pt x="114" y="254"/>
                    </a:cubicBezTo>
                    <a:lnTo>
                      <a:pt x="4821" y="254"/>
                    </a:lnTo>
                    <a:cubicBezTo>
                      <a:pt x="4900" y="254"/>
                      <a:pt x="4935" y="176"/>
                      <a:pt x="4935" y="140"/>
                    </a:cubicBezTo>
                    <a:cubicBezTo>
                      <a:pt x="4935" y="70"/>
                      <a:pt x="4900" y="0"/>
                      <a:pt x="48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7" name="Google Shape;4197;p67">
                <a:extLst>
                  <a:ext uri="{FF2B5EF4-FFF2-40B4-BE49-F238E27FC236}">
                    <a16:creationId xmlns:a16="http://schemas.microsoft.com/office/drawing/2014/main" id="{1244C8B2-B178-FD17-8BF0-9CB03EC51460}"/>
                  </a:ext>
                </a:extLst>
              </p:cNvPr>
              <p:cNvSpPr/>
              <p:nvPr/>
            </p:nvSpPr>
            <p:spPr>
              <a:xfrm>
                <a:off x="6091100" y="1527900"/>
                <a:ext cx="94250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3770" h="264" extrusionOk="0">
                    <a:moveTo>
                      <a:pt x="114" y="1"/>
                    </a:moveTo>
                    <a:cubicBezTo>
                      <a:pt x="44" y="1"/>
                      <a:pt x="0" y="80"/>
                      <a:pt x="0" y="150"/>
                    </a:cubicBezTo>
                    <a:cubicBezTo>
                      <a:pt x="0" y="185"/>
                      <a:pt x="44" y="264"/>
                      <a:pt x="114" y="264"/>
                    </a:cubicBezTo>
                    <a:lnTo>
                      <a:pt x="3620" y="264"/>
                    </a:lnTo>
                    <a:cubicBezTo>
                      <a:pt x="3690" y="264"/>
                      <a:pt x="3769" y="185"/>
                      <a:pt x="3769" y="150"/>
                    </a:cubicBezTo>
                    <a:cubicBezTo>
                      <a:pt x="3769" y="80"/>
                      <a:pt x="3690" y="1"/>
                      <a:pt x="3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8" name="Google Shape;4198;p67">
                <a:extLst>
                  <a:ext uri="{FF2B5EF4-FFF2-40B4-BE49-F238E27FC236}">
                    <a16:creationId xmlns:a16="http://schemas.microsoft.com/office/drawing/2014/main" id="{DDE18492-A7E7-0F76-DB42-54169C419DE3}"/>
                  </a:ext>
                </a:extLst>
              </p:cNvPr>
              <p:cNvSpPr/>
              <p:nvPr/>
            </p:nvSpPr>
            <p:spPr>
              <a:xfrm>
                <a:off x="5720500" y="1347125"/>
                <a:ext cx="80250" cy="344300"/>
              </a:xfrm>
              <a:custGeom>
                <a:avLst/>
                <a:gdLst/>
                <a:ahLst/>
                <a:cxnLst/>
                <a:rect l="l" t="t" r="r" b="b"/>
                <a:pathLst>
                  <a:path w="3210" h="13772" extrusionOk="0">
                    <a:moveTo>
                      <a:pt x="1" y="0"/>
                    </a:moveTo>
                    <a:lnTo>
                      <a:pt x="1" y="13771"/>
                    </a:lnTo>
                    <a:lnTo>
                      <a:pt x="3209" y="13771"/>
                    </a:lnTo>
                    <a:lnTo>
                      <a:pt x="32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9" name="Google Shape;4199;p67">
                <a:extLst>
                  <a:ext uri="{FF2B5EF4-FFF2-40B4-BE49-F238E27FC236}">
                    <a16:creationId xmlns:a16="http://schemas.microsoft.com/office/drawing/2014/main" id="{E2829F6D-1AD0-1E71-9752-D47AE2C2512E}"/>
                  </a:ext>
                </a:extLst>
              </p:cNvPr>
              <p:cNvSpPr/>
              <p:nvPr/>
            </p:nvSpPr>
            <p:spPr>
              <a:xfrm>
                <a:off x="5717650" y="1344500"/>
                <a:ext cx="85950" cy="350650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14026" extrusionOk="0">
                    <a:moveTo>
                      <a:pt x="3218" y="219"/>
                    </a:moveTo>
                    <a:lnTo>
                      <a:pt x="3218" y="13771"/>
                    </a:lnTo>
                    <a:lnTo>
                      <a:pt x="220" y="13771"/>
                    </a:lnTo>
                    <a:lnTo>
                      <a:pt x="220" y="219"/>
                    </a:lnTo>
                    <a:close/>
                    <a:moveTo>
                      <a:pt x="115" y="0"/>
                    </a:moveTo>
                    <a:cubicBezTo>
                      <a:pt x="36" y="0"/>
                      <a:pt x="1" y="35"/>
                      <a:pt x="1" y="105"/>
                    </a:cubicBezTo>
                    <a:lnTo>
                      <a:pt x="1" y="13876"/>
                    </a:lnTo>
                    <a:cubicBezTo>
                      <a:pt x="1" y="13955"/>
                      <a:pt x="36" y="14025"/>
                      <a:pt x="115" y="14025"/>
                    </a:cubicBezTo>
                    <a:lnTo>
                      <a:pt x="3323" y="14025"/>
                    </a:lnTo>
                    <a:cubicBezTo>
                      <a:pt x="3402" y="14025"/>
                      <a:pt x="3437" y="13955"/>
                      <a:pt x="3437" y="13876"/>
                    </a:cubicBezTo>
                    <a:lnTo>
                      <a:pt x="3437" y="105"/>
                    </a:lnTo>
                    <a:cubicBezTo>
                      <a:pt x="3437" y="35"/>
                      <a:pt x="3402" y="0"/>
                      <a:pt x="33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0" name="Google Shape;4200;p67">
                <a:extLst>
                  <a:ext uri="{FF2B5EF4-FFF2-40B4-BE49-F238E27FC236}">
                    <a16:creationId xmlns:a16="http://schemas.microsoft.com/office/drawing/2014/main" id="{C271D7B8-14E6-6E37-5918-27188EDB6C97}"/>
                  </a:ext>
                </a:extLst>
              </p:cNvPr>
              <p:cNvSpPr/>
              <p:nvPr/>
            </p:nvSpPr>
            <p:spPr>
              <a:xfrm>
                <a:off x="5850025" y="1193725"/>
                <a:ext cx="80450" cy="497700"/>
              </a:xfrm>
              <a:custGeom>
                <a:avLst/>
                <a:gdLst/>
                <a:ahLst/>
                <a:cxnLst/>
                <a:rect l="l" t="t" r="r" b="b"/>
                <a:pathLst>
                  <a:path w="3218" h="19908" extrusionOk="0">
                    <a:moveTo>
                      <a:pt x="1" y="0"/>
                    </a:moveTo>
                    <a:lnTo>
                      <a:pt x="1" y="19907"/>
                    </a:lnTo>
                    <a:lnTo>
                      <a:pt x="3218" y="19907"/>
                    </a:lnTo>
                    <a:lnTo>
                      <a:pt x="321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1" name="Google Shape;4201;p67">
                <a:extLst>
                  <a:ext uri="{FF2B5EF4-FFF2-40B4-BE49-F238E27FC236}">
                    <a16:creationId xmlns:a16="http://schemas.microsoft.com/office/drawing/2014/main" id="{BACB183E-BEFC-8E1D-A0E2-54F4F48BD782}"/>
                  </a:ext>
                </a:extLst>
              </p:cNvPr>
              <p:cNvSpPr/>
              <p:nvPr/>
            </p:nvSpPr>
            <p:spPr>
              <a:xfrm>
                <a:off x="5847400" y="1191075"/>
                <a:ext cx="85925" cy="504075"/>
              </a:xfrm>
              <a:custGeom>
                <a:avLst/>
                <a:gdLst/>
                <a:ahLst/>
                <a:cxnLst/>
                <a:rect l="l" t="t" r="r" b="b"/>
                <a:pathLst>
                  <a:path w="3437" h="20163" extrusionOk="0">
                    <a:moveTo>
                      <a:pt x="3217" y="255"/>
                    </a:moveTo>
                    <a:lnTo>
                      <a:pt x="3217" y="19908"/>
                    </a:lnTo>
                    <a:lnTo>
                      <a:pt x="219" y="19908"/>
                    </a:lnTo>
                    <a:lnTo>
                      <a:pt x="219" y="255"/>
                    </a:lnTo>
                    <a:close/>
                    <a:moveTo>
                      <a:pt x="106" y="1"/>
                    </a:moveTo>
                    <a:cubicBezTo>
                      <a:pt x="35" y="1"/>
                      <a:pt x="0" y="71"/>
                      <a:pt x="0" y="106"/>
                    </a:cubicBezTo>
                    <a:lnTo>
                      <a:pt x="0" y="20013"/>
                    </a:lnTo>
                    <a:cubicBezTo>
                      <a:pt x="0" y="20092"/>
                      <a:pt x="35" y="20162"/>
                      <a:pt x="106" y="20162"/>
                    </a:cubicBezTo>
                    <a:lnTo>
                      <a:pt x="3323" y="20162"/>
                    </a:lnTo>
                    <a:cubicBezTo>
                      <a:pt x="3393" y="20162"/>
                      <a:pt x="3437" y="20092"/>
                      <a:pt x="3437" y="20013"/>
                    </a:cubicBezTo>
                    <a:lnTo>
                      <a:pt x="3437" y="106"/>
                    </a:lnTo>
                    <a:cubicBezTo>
                      <a:pt x="3437" y="71"/>
                      <a:pt x="3393" y="1"/>
                      <a:pt x="33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2" name="Google Shape;4202;p67">
                <a:extLst>
                  <a:ext uri="{FF2B5EF4-FFF2-40B4-BE49-F238E27FC236}">
                    <a16:creationId xmlns:a16="http://schemas.microsoft.com/office/drawing/2014/main" id="{5DC8D33D-056C-53B3-095B-B0EB37E44582}"/>
                  </a:ext>
                </a:extLst>
              </p:cNvPr>
              <p:cNvSpPr/>
              <p:nvPr/>
            </p:nvSpPr>
            <p:spPr>
              <a:xfrm>
                <a:off x="5967050" y="1404750"/>
                <a:ext cx="80225" cy="286675"/>
              </a:xfrm>
              <a:custGeom>
                <a:avLst/>
                <a:gdLst/>
                <a:ahLst/>
                <a:cxnLst/>
                <a:rect l="l" t="t" r="r" b="b"/>
                <a:pathLst>
                  <a:path w="3209" h="11467" extrusionOk="0">
                    <a:moveTo>
                      <a:pt x="1" y="1"/>
                    </a:moveTo>
                    <a:lnTo>
                      <a:pt x="1" y="11466"/>
                    </a:lnTo>
                    <a:lnTo>
                      <a:pt x="3209" y="11466"/>
                    </a:lnTo>
                    <a:lnTo>
                      <a:pt x="32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3" name="Google Shape;4203;p67">
                <a:extLst>
                  <a:ext uri="{FF2B5EF4-FFF2-40B4-BE49-F238E27FC236}">
                    <a16:creationId xmlns:a16="http://schemas.microsoft.com/office/drawing/2014/main" id="{21EA3D8C-34CA-2F57-06CB-C85C467115C9}"/>
                  </a:ext>
                </a:extLst>
              </p:cNvPr>
              <p:cNvSpPr/>
              <p:nvPr/>
            </p:nvSpPr>
            <p:spPr>
              <a:xfrm>
                <a:off x="5964200" y="1401900"/>
                <a:ext cx="85925" cy="293250"/>
              </a:xfrm>
              <a:custGeom>
                <a:avLst/>
                <a:gdLst/>
                <a:ahLst/>
                <a:cxnLst/>
                <a:rect l="l" t="t" r="r" b="b"/>
                <a:pathLst>
                  <a:path w="3437" h="11730" extrusionOk="0">
                    <a:moveTo>
                      <a:pt x="3218" y="264"/>
                    </a:moveTo>
                    <a:lnTo>
                      <a:pt x="3218" y="11475"/>
                    </a:lnTo>
                    <a:lnTo>
                      <a:pt x="220" y="11475"/>
                    </a:lnTo>
                    <a:lnTo>
                      <a:pt x="220" y="264"/>
                    </a:lnTo>
                    <a:close/>
                    <a:moveTo>
                      <a:pt x="115" y="1"/>
                    </a:moveTo>
                    <a:cubicBezTo>
                      <a:pt x="36" y="1"/>
                      <a:pt x="1" y="80"/>
                      <a:pt x="1" y="115"/>
                    </a:cubicBezTo>
                    <a:lnTo>
                      <a:pt x="1" y="11580"/>
                    </a:lnTo>
                    <a:cubicBezTo>
                      <a:pt x="1" y="11659"/>
                      <a:pt x="36" y="11729"/>
                      <a:pt x="115" y="11729"/>
                    </a:cubicBezTo>
                    <a:lnTo>
                      <a:pt x="3323" y="11729"/>
                    </a:lnTo>
                    <a:cubicBezTo>
                      <a:pt x="3402" y="11729"/>
                      <a:pt x="3437" y="11659"/>
                      <a:pt x="3437" y="11580"/>
                    </a:cubicBezTo>
                    <a:lnTo>
                      <a:pt x="3437" y="115"/>
                    </a:lnTo>
                    <a:cubicBezTo>
                      <a:pt x="3437" y="80"/>
                      <a:pt x="3402" y="1"/>
                      <a:pt x="33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04" name="Google Shape;4204;p67">
              <a:extLst>
                <a:ext uri="{FF2B5EF4-FFF2-40B4-BE49-F238E27FC236}">
                  <a16:creationId xmlns:a16="http://schemas.microsoft.com/office/drawing/2014/main" id="{34BE686F-F0EE-E7D7-0C48-E244B85910E0}"/>
                </a:ext>
              </a:extLst>
            </p:cNvPr>
            <p:cNvSpPr/>
            <p:nvPr/>
          </p:nvSpPr>
          <p:spPr>
            <a:xfrm rot="-1752184">
              <a:off x="6383246" y="3570696"/>
              <a:ext cx="85148" cy="78762"/>
            </a:xfrm>
            <a:custGeom>
              <a:avLst/>
              <a:gdLst/>
              <a:ahLst/>
              <a:cxnLst/>
              <a:rect l="l" t="t" r="r" b="b"/>
              <a:pathLst>
                <a:path w="1040" h="962" extrusionOk="0">
                  <a:moveTo>
                    <a:pt x="598" y="133"/>
                  </a:moveTo>
                  <a:cubicBezTo>
                    <a:pt x="691" y="150"/>
                    <a:pt x="772" y="196"/>
                    <a:pt x="830" y="273"/>
                  </a:cubicBezTo>
                  <a:cubicBezTo>
                    <a:pt x="882" y="348"/>
                    <a:pt x="905" y="440"/>
                    <a:pt x="894" y="533"/>
                  </a:cubicBezTo>
                  <a:cubicBezTo>
                    <a:pt x="876" y="626"/>
                    <a:pt x="830" y="707"/>
                    <a:pt x="755" y="765"/>
                  </a:cubicBezTo>
                  <a:cubicBezTo>
                    <a:pt x="692" y="812"/>
                    <a:pt x="619" y="834"/>
                    <a:pt x="547" y="834"/>
                  </a:cubicBezTo>
                  <a:cubicBezTo>
                    <a:pt x="439" y="834"/>
                    <a:pt x="332" y="784"/>
                    <a:pt x="262" y="690"/>
                  </a:cubicBezTo>
                  <a:cubicBezTo>
                    <a:pt x="204" y="614"/>
                    <a:pt x="180" y="522"/>
                    <a:pt x="198" y="428"/>
                  </a:cubicBezTo>
                  <a:cubicBezTo>
                    <a:pt x="209" y="335"/>
                    <a:pt x="262" y="254"/>
                    <a:pt x="337" y="196"/>
                  </a:cubicBezTo>
                  <a:cubicBezTo>
                    <a:pt x="394" y="156"/>
                    <a:pt x="471" y="133"/>
                    <a:pt x="546" y="133"/>
                  </a:cubicBezTo>
                  <a:close/>
                  <a:moveTo>
                    <a:pt x="543" y="0"/>
                  </a:moveTo>
                  <a:cubicBezTo>
                    <a:pt x="442" y="0"/>
                    <a:pt x="347" y="31"/>
                    <a:pt x="262" y="92"/>
                  </a:cubicBezTo>
                  <a:cubicBezTo>
                    <a:pt x="46" y="249"/>
                    <a:pt x="0" y="551"/>
                    <a:pt x="158" y="765"/>
                  </a:cubicBezTo>
                  <a:cubicBezTo>
                    <a:pt x="250" y="892"/>
                    <a:pt x="394" y="962"/>
                    <a:pt x="546" y="962"/>
                  </a:cubicBezTo>
                  <a:cubicBezTo>
                    <a:pt x="645" y="962"/>
                    <a:pt x="742" y="934"/>
                    <a:pt x="830" y="870"/>
                  </a:cubicBezTo>
                  <a:cubicBezTo>
                    <a:pt x="935" y="795"/>
                    <a:pt x="999" y="683"/>
                    <a:pt x="1021" y="557"/>
                  </a:cubicBezTo>
                  <a:cubicBezTo>
                    <a:pt x="1039" y="428"/>
                    <a:pt x="1010" y="300"/>
                    <a:pt x="935" y="196"/>
                  </a:cubicBezTo>
                  <a:cubicBezTo>
                    <a:pt x="859" y="92"/>
                    <a:pt x="742" y="29"/>
                    <a:pt x="616" y="5"/>
                  </a:cubicBezTo>
                  <a:cubicBezTo>
                    <a:pt x="591" y="2"/>
                    <a:pt x="567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05" name="Google Shape;4205;p67">
              <a:extLst>
                <a:ext uri="{FF2B5EF4-FFF2-40B4-BE49-F238E27FC236}">
                  <a16:creationId xmlns:a16="http://schemas.microsoft.com/office/drawing/2014/main" id="{A311B74D-4D76-B474-16D6-0EFD0F67683C}"/>
                </a:ext>
              </a:extLst>
            </p:cNvPr>
            <p:cNvGrpSpPr/>
            <p:nvPr/>
          </p:nvGrpSpPr>
          <p:grpSpPr>
            <a:xfrm rot="-1751942">
              <a:off x="7760378" y="3542390"/>
              <a:ext cx="144502" cy="135338"/>
              <a:chOff x="-1622839" y="4549431"/>
              <a:chExt cx="141542" cy="132566"/>
            </a:xfrm>
          </p:grpSpPr>
          <p:sp>
            <p:nvSpPr>
              <p:cNvPr id="4206" name="Google Shape;4206;p67">
                <a:extLst>
                  <a:ext uri="{FF2B5EF4-FFF2-40B4-BE49-F238E27FC236}">
                    <a16:creationId xmlns:a16="http://schemas.microsoft.com/office/drawing/2014/main" id="{A88A7AAF-C70B-B272-81E4-8F2D688C83C8}"/>
                  </a:ext>
                </a:extLst>
              </p:cNvPr>
              <p:cNvSpPr/>
              <p:nvPr/>
            </p:nvSpPr>
            <p:spPr>
              <a:xfrm>
                <a:off x="-1616225" y="4555572"/>
                <a:ext cx="132188" cy="120377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274" extrusionOk="0">
                    <a:moveTo>
                      <a:pt x="709" y="1"/>
                    </a:moveTo>
                    <a:cubicBezTo>
                      <a:pt x="657" y="1"/>
                      <a:pt x="604" y="7"/>
                      <a:pt x="552" y="21"/>
                    </a:cubicBezTo>
                    <a:cubicBezTo>
                      <a:pt x="209" y="102"/>
                      <a:pt x="1" y="444"/>
                      <a:pt x="81" y="787"/>
                    </a:cubicBezTo>
                    <a:cubicBezTo>
                      <a:pt x="150" y="1079"/>
                      <a:pt x="414" y="1274"/>
                      <a:pt x="699" y="1274"/>
                    </a:cubicBezTo>
                    <a:cubicBezTo>
                      <a:pt x="748" y="1274"/>
                      <a:pt x="797" y="1268"/>
                      <a:pt x="847" y="1256"/>
                    </a:cubicBezTo>
                    <a:cubicBezTo>
                      <a:pt x="1189" y="1169"/>
                      <a:pt x="1398" y="827"/>
                      <a:pt x="1318" y="485"/>
                    </a:cubicBezTo>
                    <a:cubicBezTo>
                      <a:pt x="1248" y="195"/>
                      <a:pt x="992" y="1"/>
                      <a:pt x="7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7" name="Google Shape;4207;p67">
                <a:extLst>
                  <a:ext uri="{FF2B5EF4-FFF2-40B4-BE49-F238E27FC236}">
                    <a16:creationId xmlns:a16="http://schemas.microsoft.com/office/drawing/2014/main" id="{0F11A3C6-86B5-E408-1FD8-344984FB917E}"/>
                  </a:ext>
                </a:extLst>
              </p:cNvPr>
              <p:cNvSpPr/>
              <p:nvPr/>
            </p:nvSpPr>
            <p:spPr>
              <a:xfrm>
                <a:off x="-1622839" y="4549431"/>
                <a:ext cx="141542" cy="132566"/>
              </a:xfrm>
              <a:custGeom>
                <a:avLst/>
                <a:gdLst/>
                <a:ahLst/>
                <a:cxnLst/>
                <a:rect l="l" t="t" r="r" b="b"/>
                <a:pathLst>
                  <a:path w="1498" h="1403" extrusionOk="0">
                    <a:moveTo>
                      <a:pt x="772" y="132"/>
                    </a:moveTo>
                    <a:cubicBezTo>
                      <a:pt x="877" y="132"/>
                      <a:pt x="975" y="161"/>
                      <a:pt x="1067" y="213"/>
                    </a:cubicBezTo>
                    <a:cubicBezTo>
                      <a:pt x="1195" y="295"/>
                      <a:pt x="1289" y="416"/>
                      <a:pt x="1323" y="568"/>
                    </a:cubicBezTo>
                    <a:cubicBezTo>
                      <a:pt x="1364" y="712"/>
                      <a:pt x="1335" y="868"/>
                      <a:pt x="1259" y="996"/>
                    </a:cubicBezTo>
                    <a:cubicBezTo>
                      <a:pt x="1179" y="1130"/>
                      <a:pt x="1051" y="1222"/>
                      <a:pt x="906" y="1257"/>
                    </a:cubicBezTo>
                    <a:cubicBezTo>
                      <a:pt x="860" y="1268"/>
                      <a:pt x="814" y="1274"/>
                      <a:pt x="769" y="1274"/>
                    </a:cubicBezTo>
                    <a:cubicBezTo>
                      <a:pt x="512" y="1274"/>
                      <a:pt x="279" y="1095"/>
                      <a:pt x="215" y="834"/>
                    </a:cubicBezTo>
                    <a:cubicBezTo>
                      <a:pt x="140" y="533"/>
                      <a:pt x="331" y="220"/>
                      <a:pt x="633" y="143"/>
                    </a:cubicBezTo>
                    <a:cubicBezTo>
                      <a:pt x="679" y="137"/>
                      <a:pt x="726" y="132"/>
                      <a:pt x="772" y="132"/>
                    </a:cubicBezTo>
                    <a:close/>
                    <a:moveTo>
                      <a:pt x="777" y="0"/>
                    </a:moveTo>
                    <a:cubicBezTo>
                      <a:pt x="720" y="0"/>
                      <a:pt x="662" y="7"/>
                      <a:pt x="604" y="22"/>
                    </a:cubicBezTo>
                    <a:cubicBezTo>
                      <a:pt x="226" y="108"/>
                      <a:pt x="1" y="491"/>
                      <a:pt x="87" y="868"/>
                    </a:cubicBezTo>
                    <a:cubicBezTo>
                      <a:pt x="169" y="1187"/>
                      <a:pt x="453" y="1403"/>
                      <a:pt x="772" y="1403"/>
                    </a:cubicBezTo>
                    <a:cubicBezTo>
                      <a:pt x="824" y="1403"/>
                      <a:pt x="882" y="1396"/>
                      <a:pt x="935" y="1385"/>
                    </a:cubicBezTo>
                    <a:cubicBezTo>
                      <a:pt x="1115" y="1339"/>
                      <a:pt x="1271" y="1229"/>
                      <a:pt x="1369" y="1066"/>
                    </a:cubicBezTo>
                    <a:cubicBezTo>
                      <a:pt x="1468" y="903"/>
                      <a:pt x="1497" y="718"/>
                      <a:pt x="1450" y="538"/>
                    </a:cubicBezTo>
                    <a:cubicBezTo>
                      <a:pt x="1404" y="352"/>
                      <a:pt x="1294" y="201"/>
                      <a:pt x="1137" y="103"/>
                    </a:cubicBezTo>
                    <a:cubicBezTo>
                      <a:pt x="1026" y="35"/>
                      <a:pt x="903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08" name="Google Shape;4208;p67">
              <a:extLst>
                <a:ext uri="{FF2B5EF4-FFF2-40B4-BE49-F238E27FC236}">
                  <a16:creationId xmlns:a16="http://schemas.microsoft.com/office/drawing/2014/main" id="{B4C28526-A95E-475A-DD97-8518A8653B59}"/>
                </a:ext>
              </a:extLst>
            </p:cNvPr>
            <p:cNvGrpSpPr/>
            <p:nvPr/>
          </p:nvGrpSpPr>
          <p:grpSpPr>
            <a:xfrm>
              <a:off x="6783914" y="3382393"/>
              <a:ext cx="650920" cy="648414"/>
              <a:chOff x="1899384" y="2835470"/>
              <a:chExt cx="2512235" cy="2502562"/>
            </a:xfrm>
          </p:grpSpPr>
          <p:sp>
            <p:nvSpPr>
              <p:cNvPr id="4209" name="Google Shape;4209;p67">
                <a:extLst>
                  <a:ext uri="{FF2B5EF4-FFF2-40B4-BE49-F238E27FC236}">
                    <a16:creationId xmlns:a16="http://schemas.microsoft.com/office/drawing/2014/main" id="{A0065C2C-D36F-025D-E255-2CDF6CF99A68}"/>
                  </a:ext>
                </a:extLst>
              </p:cNvPr>
              <p:cNvSpPr/>
              <p:nvPr/>
            </p:nvSpPr>
            <p:spPr>
              <a:xfrm>
                <a:off x="1899384" y="2835470"/>
                <a:ext cx="2512235" cy="2502562"/>
              </a:xfrm>
              <a:custGeom>
                <a:avLst/>
                <a:gdLst/>
                <a:ahLst/>
                <a:cxnLst/>
                <a:rect l="l" t="t" r="r" b="b"/>
                <a:pathLst>
                  <a:path w="12564" h="12515" extrusionOk="0">
                    <a:moveTo>
                      <a:pt x="6282" y="3929"/>
                    </a:moveTo>
                    <a:cubicBezTo>
                      <a:pt x="6523" y="3929"/>
                      <a:pt x="6763" y="3975"/>
                      <a:pt x="7000" y="4051"/>
                    </a:cubicBezTo>
                    <a:cubicBezTo>
                      <a:pt x="8213" y="4453"/>
                      <a:pt x="8885" y="5770"/>
                      <a:pt x="8483" y="6980"/>
                    </a:cubicBezTo>
                    <a:cubicBezTo>
                      <a:pt x="8289" y="7565"/>
                      <a:pt x="7883" y="8056"/>
                      <a:pt x="7330" y="8326"/>
                    </a:cubicBezTo>
                    <a:cubicBezTo>
                      <a:pt x="7001" y="8495"/>
                      <a:pt x="6645" y="8579"/>
                      <a:pt x="6284" y="8579"/>
                    </a:cubicBezTo>
                    <a:cubicBezTo>
                      <a:pt x="6039" y="8579"/>
                      <a:pt x="5792" y="8540"/>
                      <a:pt x="5550" y="8462"/>
                    </a:cubicBezTo>
                    <a:cubicBezTo>
                      <a:pt x="4340" y="8071"/>
                      <a:pt x="3665" y="6757"/>
                      <a:pt x="4071" y="5529"/>
                    </a:cubicBezTo>
                    <a:cubicBezTo>
                      <a:pt x="4383" y="4557"/>
                      <a:pt x="5295" y="3929"/>
                      <a:pt x="6282" y="3929"/>
                    </a:cubicBezTo>
                    <a:close/>
                    <a:moveTo>
                      <a:pt x="6286" y="3714"/>
                    </a:moveTo>
                    <a:cubicBezTo>
                      <a:pt x="5208" y="3714"/>
                      <a:pt x="4209" y="4399"/>
                      <a:pt x="3859" y="5468"/>
                    </a:cubicBezTo>
                    <a:cubicBezTo>
                      <a:pt x="3429" y="6800"/>
                      <a:pt x="4161" y="8236"/>
                      <a:pt x="5493" y="8670"/>
                    </a:cubicBezTo>
                    <a:cubicBezTo>
                      <a:pt x="5744" y="8760"/>
                      <a:pt x="6013" y="8807"/>
                      <a:pt x="6282" y="8807"/>
                    </a:cubicBezTo>
                    <a:cubicBezTo>
                      <a:pt x="6673" y="8807"/>
                      <a:pt x="7061" y="8717"/>
                      <a:pt x="7434" y="8537"/>
                    </a:cubicBezTo>
                    <a:cubicBezTo>
                      <a:pt x="8034" y="8222"/>
                      <a:pt x="8483" y="7697"/>
                      <a:pt x="8691" y="7055"/>
                    </a:cubicBezTo>
                    <a:cubicBezTo>
                      <a:pt x="9139" y="5709"/>
                      <a:pt x="8407" y="4273"/>
                      <a:pt x="7075" y="3839"/>
                    </a:cubicBezTo>
                    <a:cubicBezTo>
                      <a:pt x="6813" y="3754"/>
                      <a:pt x="6547" y="3714"/>
                      <a:pt x="6286" y="3714"/>
                    </a:cubicBezTo>
                    <a:close/>
                    <a:moveTo>
                      <a:pt x="7673" y="216"/>
                    </a:moveTo>
                    <a:cubicBezTo>
                      <a:pt x="7708" y="216"/>
                      <a:pt x="7744" y="222"/>
                      <a:pt x="7779" y="235"/>
                    </a:cubicBezTo>
                    <a:lnTo>
                      <a:pt x="8633" y="519"/>
                    </a:lnTo>
                    <a:cubicBezTo>
                      <a:pt x="8795" y="565"/>
                      <a:pt x="8885" y="745"/>
                      <a:pt x="8827" y="910"/>
                    </a:cubicBezTo>
                    <a:lnTo>
                      <a:pt x="8454" y="2076"/>
                    </a:lnTo>
                    <a:cubicBezTo>
                      <a:pt x="8436" y="2119"/>
                      <a:pt x="8454" y="2180"/>
                      <a:pt x="8497" y="2195"/>
                    </a:cubicBezTo>
                    <a:cubicBezTo>
                      <a:pt x="9064" y="2507"/>
                      <a:pt x="9559" y="2927"/>
                      <a:pt x="9947" y="3451"/>
                    </a:cubicBezTo>
                    <a:cubicBezTo>
                      <a:pt x="9971" y="3472"/>
                      <a:pt x="10008" y="3485"/>
                      <a:pt x="10050" y="3485"/>
                    </a:cubicBezTo>
                    <a:cubicBezTo>
                      <a:pt x="10065" y="3485"/>
                      <a:pt x="10081" y="3484"/>
                      <a:pt x="10098" y="3480"/>
                    </a:cubicBezTo>
                    <a:lnTo>
                      <a:pt x="11189" y="2927"/>
                    </a:lnTo>
                    <a:cubicBezTo>
                      <a:pt x="11234" y="2901"/>
                      <a:pt x="11281" y="2888"/>
                      <a:pt x="11327" y="2888"/>
                    </a:cubicBezTo>
                    <a:cubicBezTo>
                      <a:pt x="11437" y="2888"/>
                      <a:pt x="11542" y="2957"/>
                      <a:pt x="11595" y="3063"/>
                    </a:cubicBezTo>
                    <a:lnTo>
                      <a:pt x="12011" y="3853"/>
                    </a:lnTo>
                    <a:cubicBezTo>
                      <a:pt x="12086" y="4004"/>
                      <a:pt x="12025" y="4198"/>
                      <a:pt x="11878" y="4273"/>
                    </a:cubicBezTo>
                    <a:lnTo>
                      <a:pt x="10769" y="4826"/>
                    </a:lnTo>
                    <a:cubicBezTo>
                      <a:pt x="10726" y="4858"/>
                      <a:pt x="10712" y="4901"/>
                      <a:pt x="10726" y="4962"/>
                    </a:cubicBezTo>
                    <a:cubicBezTo>
                      <a:pt x="10905" y="5576"/>
                      <a:pt x="10949" y="6219"/>
                      <a:pt x="10859" y="6861"/>
                    </a:cubicBezTo>
                    <a:cubicBezTo>
                      <a:pt x="10859" y="6922"/>
                      <a:pt x="10891" y="6965"/>
                      <a:pt x="10934" y="6980"/>
                    </a:cubicBezTo>
                    <a:lnTo>
                      <a:pt x="12101" y="7371"/>
                    </a:lnTo>
                    <a:cubicBezTo>
                      <a:pt x="12191" y="7400"/>
                      <a:pt x="12252" y="7443"/>
                      <a:pt x="12280" y="7518"/>
                    </a:cubicBezTo>
                    <a:cubicBezTo>
                      <a:pt x="12327" y="7593"/>
                      <a:pt x="12327" y="7683"/>
                      <a:pt x="12313" y="7759"/>
                    </a:cubicBezTo>
                    <a:lnTo>
                      <a:pt x="12025" y="8609"/>
                    </a:lnTo>
                    <a:cubicBezTo>
                      <a:pt x="11997" y="8685"/>
                      <a:pt x="11936" y="8760"/>
                      <a:pt x="11878" y="8789"/>
                    </a:cubicBezTo>
                    <a:cubicBezTo>
                      <a:pt x="11836" y="8815"/>
                      <a:pt x="11789" y="8826"/>
                      <a:pt x="11743" y="8826"/>
                    </a:cubicBezTo>
                    <a:cubicBezTo>
                      <a:pt x="11707" y="8826"/>
                      <a:pt x="11671" y="8819"/>
                      <a:pt x="11638" y="8807"/>
                    </a:cubicBezTo>
                    <a:lnTo>
                      <a:pt x="10471" y="8430"/>
                    </a:lnTo>
                    <a:cubicBezTo>
                      <a:pt x="10461" y="8426"/>
                      <a:pt x="10449" y="8424"/>
                      <a:pt x="10437" y="8424"/>
                    </a:cubicBezTo>
                    <a:cubicBezTo>
                      <a:pt x="10400" y="8424"/>
                      <a:pt x="10360" y="8441"/>
                      <a:pt x="10338" y="8476"/>
                    </a:cubicBezTo>
                    <a:cubicBezTo>
                      <a:pt x="10022" y="9044"/>
                      <a:pt x="9602" y="9539"/>
                      <a:pt x="9096" y="9927"/>
                    </a:cubicBezTo>
                    <a:cubicBezTo>
                      <a:pt x="9050" y="9955"/>
                      <a:pt x="9035" y="10016"/>
                      <a:pt x="9064" y="10077"/>
                    </a:cubicBezTo>
                    <a:lnTo>
                      <a:pt x="9620" y="11169"/>
                    </a:lnTo>
                    <a:cubicBezTo>
                      <a:pt x="9649" y="11244"/>
                      <a:pt x="9664" y="11319"/>
                      <a:pt x="9635" y="11391"/>
                    </a:cubicBezTo>
                    <a:cubicBezTo>
                      <a:pt x="9602" y="11481"/>
                      <a:pt x="9559" y="11542"/>
                      <a:pt x="9484" y="11571"/>
                    </a:cubicBezTo>
                    <a:lnTo>
                      <a:pt x="8676" y="11991"/>
                    </a:lnTo>
                    <a:cubicBezTo>
                      <a:pt x="8632" y="12013"/>
                      <a:pt x="8586" y="12023"/>
                      <a:pt x="8540" y="12023"/>
                    </a:cubicBezTo>
                    <a:cubicBezTo>
                      <a:pt x="8428" y="12023"/>
                      <a:pt x="8320" y="11962"/>
                      <a:pt x="8256" y="11858"/>
                    </a:cubicBezTo>
                    <a:lnTo>
                      <a:pt x="7704" y="10749"/>
                    </a:lnTo>
                    <a:cubicBezTo>
                      <a:pt x="7693" y="10716"/>
                      <a:pt x="7656" y="10700"/>
                      <a:pt x="7620" y="10700"/>
                    </a:cubicBezTo>
                    <a:cubicBezTo>
                      <a:pt x="7608" y="10700"/>
                      <a:pt x="7596" y="10702"/>
                      <a:pt x="7585" y="10705"/>
                    </a:cubicBezTo>
                    <a:cubicBezTo>
                      <a:pt x="7168" y="10825"/>
                      <a:pt x="6745" y="10884"/>
                      <a:pt x="6320" y="10884"/>
                    </a:cubicBezTo>
                    <a:cubicBezTo>
                      <a:pt x="6104" y="10884"/>
                      <a:pt x="5888" y="10868"/>
                      <a:pt x="5672" y="10838"/>
                    </a:cubicBezTo>
                    <a:cubicBezTo>
                      <a:pt x="5611" y="10838"/>
                      <a:pt x="5564" y="10871"/>
                      <a:pt x="5550" y="10914"/>
                    </a:cubicBezTo>
                    <a:lnTo>
                      <a:pt x="5177" y="12080"/>
                    </a:lnTo>
                    <a:cubicBezTo>
                      <a:pt x="5126" y="12216"/>
                      <a:pt x="4996" y="12301"/>
                      <a:pt x="4870" y="12301"/>
                    </a:cubicBezTo>
                    <a:cubicBezTo>
                      <a:pt x="4842" y="12301"/>
                      <a:pt x="4815" y="12297"/>
                      <a:pt x="4789" y="12288"/>
                    </a:cubicBezTo>
                    <a:lnTo>
                      <a:pt x="3920" y="12005"/>
                    </a:lnTo>
                    <a:cubicBezTo>
                      <a:pt x="3845" y="11976"/>
                      <a:pt x="3787" y="11915"/>
                      <a:pt x="3741" y="11858"/>
                    </a:cubicBezTo>
                    <a:cubicBezTo>
                      <a:pt x="3712" y="11782"/>
                      <a:pt x="3698" y="11693"/>
                      <a:pt x="3726" y="11617"/>
                    </a:cubicBezTo>
                    <a:lnTo>
                      <a:pt x="4114" y="10451"/>
                    </a:lnTo>
                    <a:cubicBezTo>
                      <a:pt x="4128" y="10390"/>
                      <a:pt x="4100" y="10347"/>
                      <a:pt x="4057" y="10314"/>
                    </a:cubicBezTo>
                    <a:cubicBezTo>
                      <a:pt x="3486" y="10002"/>
                      <a:pt x="3009" y="9582"/>
                      <a:pt x="2603" y="9076"/>
                    </a:cubicBezTo>
                    <a:cubicBezTo>
                      <a:pt x="2589" y="9044"/>
                      <a:pt x="2560" y="9029"/>
                      <a:pt x="2513" y="9029"/>
                    </a:cubicBezTo>
                    <a:cubicBezTo>
                      <a:pt x="2499" y="9029"/>
                      <a:pt x="2484" y="9029"/>
                      <a:pt x="2470" y="9044"/>
                    </a:cubicBezTo>
                    <a:lnTo>
                      <a:pt x="1379" y="9596"/>
                    </a:lnTo>
                    <a:cubicBezTo>
                      <a:pt x="1332" y="9617"/>
                      <a:pt x="1279" y="9630"/>
                      <a:pt x="1228" y="9630"/>
                    </a:cubicBezTo>
                    <a:cubicBezTo>
                      <a:pt x="1197" y="9630"/>
                      <a:pt x="1167" y="9625"/>
                      <a:pt x="1138" y="9614"/>
                    </a:cubicBezTo>
                    <a:cubicBezTo>
                      <a:pt x="1063" y="9582"/>
                      <a:pt x="1006" y="9539"/>
                      <a:pt x="959" y="9464"/>
                    </a:cubicBezTo>
                    <a:lnTo>
                      <a:pt x="557" y="8656"/>
                    </a:lnTo>
                    <a:cubicBezTo>
                      <a:pt x="510" y="8581"/>
                      <a:pt x="510" y="8505"/>
                      <a:pt x="539" y="8415"/>
                    </a:cubicBezTo>
                    <a:cubicBezTo>
                      <a:pt x="557" y="8340"/>
                      <a:pt x="614" y="8283"/>
                      <a:pt x="690" y="8236"/>
                    </a:cubicBezTo>
                    <a:lnTo>
                      <a:pt x="1781" y="7683"/>
                    </a:lnTo>
                    <a:cubicBezTo>
                      <a:pt x="1828" y="7669"/>
                      <a:pt x="1856" y="7608"/>
                      <a:pt x="1842" y="7565"/>
                    </a:cubicBezTo>
                    <a:cubicBezTo>
                      <a:pt x="1662" y="6937"/>
                      <a:pt x="1601" y="6294"/>
                      <a:pt x="1691" y="5648"/>
                    </a:cubicBezTo>
                    <a:cubicBezTo>
                      <a:pt x="1706" y="5605"/>
                      <a:pt x="1662" y="5544"/>
                      <a:pt x="1616" y="5529"/>
                    </a:cubicBezTo>
                    <a:lnTo>
                      <a:pt x="449" y="5156"/>
                    </a:lnTo>
                    <a:cubicBezTo>
                      <a:pt x="288" y="5095"/>
                      <a:pt x="198" y="4916"/>
                      <a:pt x="255" y="4768"/>
                    </a:cubicBezTo>
                    <a:lnTo>
                      <a:pt x="539" y="3900"/>
                    </a:lnTo>
                    <a:cubicBezTo>
                      <a:pt x="557" y="3824"/>
                      <a:pt x="614" y="3763"/>
                      <a:pt x="690" y="3720"/>
                    </a:cubicBezTo>
                    <a:cubicBezTo>
                      <a:pt x="737" y="3702"/>
                      <a:pt x="784" y="3689"/>
                      <a:pt x="834" y="3689"/>
                    </a:cubicBezTo>
                    <a:cubicBezTo>
                      <a:pt x="865" y="3689"/>
                      <a:pt x="896" y="3694"/>
                      <a:pt x="930" y="3706"/>
                    </a:cubicBezTo>
                    <a:lnTo>
                      <a:pt x="2097" y="4094"/>
                    </a:lnTo>
                    <a:cubicBezTo>
                      <a:pt x="2104" y="4096"/>
                      <a:pt x="2113" y="4097"/>
                      <a:pt x="2121" y="4097"/>
                    </a:cubicBezTo>
                    <a:cubicBezTo>
                      <a:pt x="2160" y="4097"/>
                      <a:pt x="2203" y="4071"/>
                      <a:pt x="2215" y="4033"/>
                    </a:cubicBezTo>
                    <a:cubicBezTo>
                      <a:pt x="2531" y="3465"/>
                      <a:pt x="2948" y="2974"/>
                      <a:pt x="3472" y="2582"/>
                    </a:cubicBezTo>
                    <a:cubicBezTo>
                      <a:pt x="3500" y="2554"/>
                      <a:pt x="3518" y="2493"/>
                      <a:pt x="3500" y="2450"/>
                    </a:cubicBezTo>
                    <a:lnTo>
                      <a:pt x="2948" y="1358"/>
                    </a:lnTo>
                    <a:cubicBezTo>
                      <a:pt x="2858" y="1208"/>
                      <a:pt x="2933" y="1014"/>
                      <a:pt x="3084" y="938"/>
                    </a:cubicBezTo>
                    <a:lnTo>
                      <a:pt x="3877" y="533"/>
                    </a:lnTo>
                    <a:cubicBezTo>
                      <a:pt x="3917" y="509"/>
                      <a:pt x="3962" y="499"/>
                      <a:pt x="4007" y="499"/>
                    </a:cubicBezTo>
                    <a:cubicBezTo>
                      <a:pt x="4043" y="499"/>
                      <a:pt x="4080" y="506"/>
                      <a:pt x="4114" y="519"/>
                    </a:cubicBezTo>
                    <a:cubicBezTo>
                      <a:pt x="4190" y="533"/>
                      <a:pt x="4265" y="594"/>
                      <a:pt x="4294" y="669"/>
                    </a:cubicBezTo>
                    <a:lnTo>
                      <a:pt x="4846" y="1760"/>
                    </a:lnTo>
                    <a:cubicBezTo>
                      <a:pt x="4873" y="1799"/>
                      <a:pt x="4907" y="1825"/>
                      <a:pt x="4952" y="1825"/>
                    </a:cubicBezTo>
                    <a:cubicBezTo>
                      <a:pt x="4962" y="1825"/>
                      <a:pt x="4972" y="1824"/>
                      <a:pt x="4983" y="1822"/>
                    </a:cubicBezTo>
                    <a:cubicBezTo>
                      <a:pt x="5408" y="1697"/>
                      <a:pt x="5846" y="1630"/>
                      <a:pt x="6289" y="1630"/>
                    </a:cubicBezTo>
                    <a:cubicBezTo>
                      <a:pt x="6486" y="1630"/>
                      <a:pt x="6684" y="1643"/>
                      <a:pt x="6882" y="1671"/>
                    </a:cubicBezTo>
                    <a:cubicBezTo>
                      <a:pt x="6890" y="1673"/>
                      <a:pt x="6898" y="1674"/>
                      <a:pt x="6905" y="1674"/>
                    </a:cubicBezTo>
                    <a:cubicBezTo>
                      <a:pt x="6954" y="1674"/>
                      <a:pt x="6988" y="1636"/>
                      <a:pt x="7000" y="1595"/>
                    </a:cubicBezTo>
                    <a:lnTo>
                      <a:pt x="7391" y="429"/>
                    </a:lnTo>
                    <a:cubicBezTo>
                      <a:pt x="7425" y="299"/>
                      <a:pt x="7543" y="216"/>
                      <a:pt x="7673" y="216"/>
                    </a:cubicBezTo>
                    <a:close/>
                    <a:moveTo>
                      <a:pt x="7677" y="0"/>
                    </a:moveTo>
                    <a:cubicBezTo>
                      <a:pt x="7459" y="0"/>
                      <a:pt x="7251" y="138"/>
                      <a:pt x="7180" y="353"/>
                    </a:cubicBezTo>
                    <a:lnTo>
                      <a:pt x="6821" y="1448"/>
                    </a:lnTo>
                    <a:cubicBezTo>
                      <a:pt x="6627" y="1424"/>
                      <a:pt x="6434" y="1412"/>
                      <a:pt x="6241" y="1412"/>
                    </a:cubicBezTo>
                    <a:cubicBezTo>
                      <a:pt x="5825" y="1412"/>
                      <a:pt x="5411" y="1468"/>
                      <a:pt x="5012" y="1581"/>
                    </a:cubicBezTo>
                    <a:lnTo>
                      <a:pt x="4487" y="565"/>
                    </a:lnTo>
                    <a:cubicBezTo>
                      <a:pt x="4430" y="443"/>
                      <a:pt x="4326" y="353"/>
                      <a:pt x="4190" y="310"/>
                    </a:cubicBezTo>
                    <a:cubicBezTo>
                      <a:pt x="4131" y="290"/>
                      <a:pt x="4069" y="278"/>
                      <a:pt x="4008" y="278"/>
                    </a:cubicBezTo>
                    <a:cubicBezTo>
                      <a:pt x="3930" y="278"/>
                      <a:pt x="3854" y="297"/>
                      <a:pt x="3787" y="339"/>
                    </a:cubicBezTo>
                    <a:lnTo>
                      <a:pt x="2980" y="745"/>
                    </a:lnTo>
                    <a:cubicBezTo>
                      <a:pt x="2725" y="877"/>
                      <a:pt x="2621" y="1193"/>
                      <a:pt x="2739" y="1448"/>
                    </a:cubicBezTo>
                    <a:lnTo>
                      <a:pt x="3263" y="2464"/>
                    </a:lnTo>
                    <a:cubicBezTo>
                      <a:pt x="2768" y="2852"/>
                      <a:pt x="2380" y="3315"/>
                      <a:pt x="2065" y="3853"/>
                    </a:cubicBezTo>
                    <a:lnTo>
                      <a:pt x="988" y="3494"/>
                    </a:lnTo>
                    <a:cubicBezTo>
                      <a:pt x="936" y="3477"/>
                      <a:pt x="884" y="3469"/>
                      <a:pt x="831" y="3469"/>
                    </a:cubicBezTo>
                    <a:cubicBezTo>
                      <a:pt x="749" y="3469"/>
                      <a:pt x="667" y="3489"/>
                      <a:pt x="586" y="3527"/>
                    </a:cubicBezTo>
                    <a:cubicBezTo>
                      <a:pt x="467" y="3584"/>
                      <a:pt x="360" y="3706"/>
                      <a:pt x="331" y="3839"/>
                    </a:cubicBezTo>
                    <a:lnTo>
                      <a:pt x="47" y="4693"/>
                    </a:lnTo>
                    <a:cubicBezTo>
                      <a:pt x="1" y="4826"/>
                      <a:pt x="19" y="4977"/>
                      <a:pt x="76" y="5095"/>
                    </a:cubicBezTo>
                    <a:cubicBezTo>
                      <a:pt x="137" y="5217"/>
                      <a:pt x="241" y="5321"/>
                      <a:pt x="377" y="5364"/>
                    </a:cubicBezTo>
                    <a:lnTo>
                      <a:pt x="1469" y="5709"/>
                    </a:lnTo>
                    <a:cubicBezTo>
                      <a:pt x="1393" y="6323"/>
                      <a:pt x="1436" y="6937"/>
                      <a:pt x="1601" y="7532"/>
                    </a:cubicBezTo>
                    <a:lnTo>
                      <a:pt x="586" y="8042"/>
                    </a:lnTo>
                    <a:cubicBezTo>
                      <a:pt x="467" y="8103"/>
                      <a:pt x="377" y="8222"/>
                      <a:pt x="331" y="8358"/>
                    </a:cubicBezTo>
                    <a:cubicBezTo>
                      <a:pt x="288" y="8491"/>
                      <a:pt x="288" y="8627"/>
                      <a:pt x="360" y="8760"/>
                    </a:cubicBezTo>
                    <a:lnTo>
                      <a:pt x="765" y="9553"/>
                    </a:lnTo>
                    <a:cubicBezTo>
                      <a:pt x="826" y="9686"/>
                      <a:pt x="930" y="9776"/>
                      <a:pt x="1063" y="9822"/>
                    </a:cubicBezTo>
                    <a:cubicBezTo>
                      <a:pt x="1117" y="9839"/>
                      <a:pt x="1172" y="9848"/>
                      <a:pt x="1227" y="9848"/>
                    </a:cubicBezTo>
                    <a:cubicBezTo>
                      <a:pt x="1312" y="9848"/>
                      <a:pt x="1395" y="9829"/>
                      <a:pt x="1469" y="9794"/>
                    </a:cubicBezTo>
                    <a:lnTo>
                      <a:pt x="2484" y="9284"/>
                    </a:lnTo>
                    <a:cubicBezTo>
                      <a:pt x="2872" y="9761"/>
                      <a:pt x="3339" y="10167"/>
                      <a:pt x="3877" y="10465"/>
                    </a:cubicBezTo>
                    <a:lnTo>
                      <a:pt x="3518" y="11542"/>
                    </a:lnTo>
                    <a:cubicBezTo>
                      <a:pt x="3472" y="11678"/>
                      <a:pt x="3486" y="11825"/>
                      <a:pt x="3547" y="11947"/>
                    </a:cubicBezTo>
                    <a:cubicBezTo>
                      <a:pt x="3608" y="12080"/>
                      <a:pt x="3726" y="12170"/>
                      <a:pt x="3859" y="12217"/>
                    </a:cubicBezTo>
                    <a:lnTo>
                      <a:pt x="4714" y="12500"/>
                    </a:lnTo>
                    <a:cubicBezTo>
                      <a:pt x="4775" y="12515"/>
                      <a:pt x="4818" y="12515"/>
                      <a:pt x="4879" y="12515"/>
                    </a:cubicBezTo>
                    <a:cubicBezTo>
                      <a:pt x="4968" y="12515"/>
                      <a:pt x="5044" y="12500"/>
                      <a:pt x="5116" y="12468"/>
                    </a:cubicBezTo>
                    <a:cubicBezTo>
                      <a:pt x="5238" y="12396"/>
                      <a:pt x="5342" y="12288"/>
                      <a:pt x="5385" y="12156"/>
                    </a:cubicBezTo>
                    <a:lnTo>
                      <a:pt x="5729" y="11079"/>
                    </a:lnTo>
                    <a:cubicBezTo>
                      <a:pt x="5908" y="11101"/>
                      <a:pt x="6086" y="11111"/>
                      <a:pt x="6265" y="11111"/>
                    </a:cubicBezTo>
                    <a:cubicBezTo>
                      <a:pt x="6699" y="11111"/>
                      <a:pt x="7131" y="11049"/>
                      <a:pt x="7556" y="10942"/>
                    </a:cubicBezTo>
                    <a:lnTo>
                      <a:pt x="8063" y="11947"/>
                    </a:lnTo>
                    <a:cubicBezTo>
                      <a:pt x="8158" y="12137"/>
                      <a:pt x="8341" y="12244"/>
                      <a:pt x="8535" y="12244"/>
                    </a:cubicBezTo>
                    <a:cubicBezTo>
                      <a:pt x="8617" y="12244"/>
                      <a:pt x="8700" y="12225"/>
                      <a:pt x="8780" y="12184"/>
                    </a:cubicBezTo>
                    <a:lnTo>
                      <a:pt x="9574" y="11782"/>
                    </a:lnTo>
                    <a:cubicBezTo>
                      <a:pt x="9710" y="11707"/>
                      <a:pt x="9800" y="11603"/>
                      <a:pt x="9843" y="11466"/>
                    </a:cubicBezTo>
                    <a:cubicBezTo>
                      <a:pt x="9890" y="11334"/>
                      <a:pt x="9872" y="11183"/>
                      <a:pt x="9814" y="11064"/>
                    </a:cubicBezTo>
                    <a:lnTo>
                      <a:pt x="9305" y="10045"/>
                    </a:lnTo>
                    <a:cubicBezTo>
                      <a:pt x="9782" y="9672"/>
                      <a:pt x="10188" y="9209"/>
                      <a:pt x="10486" y="8670"/>
                    </a:cubicBezTo>
                    <a:lnTo>
                      <a:pt x="11562" y="9015"/>
                    </a:lnTo>
                    <a:cubicBezTo>
                      <a:pt x="11622" y="9034"/>
                      <a:pt x="11683" y="9044"/>
                      <a:pt x="11744" y="9044"/>
                    </a:cubicBezTo>
                    <a:cubicBezTo>
                      <a:pt x="11822" y="9044"/>
                      <a:pt x="11899" y="9027"/>
                      <a:pt x="11968" y="8986"/>
                    </a:cubicBezTo>
                    <a:cubicBezTo>
                      <a:pt x="12101" y="8925"/>
                      <a:pt x="12191" y="8821"/>
                      <a:pt x="12237" y="8685"/>
                    </a:cubicBezTo>
                    <a:lnTo>
                      <a:pt x="12521" y="7820"/>
                    </a:lnTo>
                    <a:cubicBezTo>
                      <a:pt x="12564" y="7683"/>
                      <a:pt x="12549" y="7550"/>
                      <a:pt x="12492" y="7414"/>
                    </a:cubicBezTo>
                    <a:cubicBezTo>
                      <a:pt x="12417" y="7295"/>
                      <a:pt x="12313" y="7206"/>
                      <a:pt x="12176" y="7159"/>
                    </a:cubicBezTo>
                    <a:lnTo>
                      <a:pt x="11099" y="6800"/>
                    </a:lnTo>
                    <a:cubicBezTo>
                      <a:pt x="11175" y="6186"/>
                      <a:pt x="11114" y="5576"/>
                      <a:pt x="10967" y="4991"/>
                    </a:cubicBezTo>
                    <a:lnTo>
                      <a:pt x="11968" y="4467"/>
                    </a:lnTo>
                    <a:cubicBezTo>
                      <a:pt x="12237" y="4334"/>
                      <a:pt x="12341" y="4018"/>
                      <a:pt x="12205" y="3763"/>
                    </a:cubicBezTo>
                    <a:lnTo>
                      <a:pt x="11803" y="2956"/>
                    </a:lnTo>
                    <a:cubicBezTo>
                      <a:pt x="11705" y="2775"/>
                      <a:pt x="11508" y="2669"/>
                      <a:pt x="11310" y="2669"/>
                    </a:cubicBezTo>
                    <a:cubicBezTo>
                      <a:pt x="11234" y="2669"/>
                      <a:pt x="11156" y="2685"/>
                      <a:pt x="11085" y="2719"/>
                    </a:cubicBezTo>
                    <a:lnTo>
                      <a:pt x="10069" y="3243"/>
                    </a:lnTo>
                    <a:cubicBezTo>
                      <a:pt x="9692" y="2748"/>
                      <a:pt x="9229" y="2360"/>
                      <a:pt x="8691" y="2044"/>
                    </a:cubicBezTo>
                    <a:lnTo>
                      <a:pt x="9035" y="967"/>
                    </a:lnTo>
                    <a:cubicBezTo>
                      <a:pt x="9125" y="698"/>
                      <a:pt x="8974" y="400"/>
                      <a:pt x="8705" y="310"/>
                    </a:cubicBezTo>
                    <a:lnTo>
                      <a:pt x="7840" y="27"/>
                    </a:lnTo>
                    <a:cubicBezTo>
                      <a:pt x="7786" y="9"/>
                      <a:pt x="7732" y="0"/>
                      <a:pt x="76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0" name="Google Shape;4210;p67">
                <a:extLst>
                  <a:ext uri="{FF2B5EF4-FFF2-40B4-BE49-F238E27FC236}">
                    <a16:creationId xmlns:a16="http://schemas.microsoft.com/office/drawing/2014/main" id="{A878BFD2-E868-C274-7359-CDD50FA38419}"/>
                  </a:ext>
                </a:extLst>
              </p:cNvPr>
              <p:cNvSpPr/>
              <p:nvPr/>
            </p:nvSpPr>
            <p:spPr>
              <a:xfrm>
                <a:off x="1980167" y="2898060"/>
                <a:ext cx="2350671" cy="2377384"/>
              </a:xfrm>
              <a:custGeom>
                <a:avLst/>
                <a:gdLst/>
                <a:ahLst/>
                <a:cxnLst/>
                <a:rect l="l" t="t" r="r" b="b"/>
                <a:pathLst>
                  <a:path w="11756" h="11889" extrusionOk="0">
                    <a:moveTo>
                      <a:pt x="6056" y="3321"/>
                    </a:moveTo>
                    <a:cubicBezTo>
                      <a:pt x="6325" y="3321"/>
                      <a:pt x="6580" y="3350"/>
                      <a:pt x="6849" y="3439"/>
                    </a:cubicBezTo>
                    <a:cubicBezTo>
                      <a:pt x="7492" y="3651"/>
                      <a:pt x="8016" y="4100"/>
                      <a:pt x="8332" y="4710"/>
                    </a:cubicBezTo>
                    <a:cubicBezTo>
                      <a:pt x="8629" y="5324"/>
                      <a:pt x="8690" y="6013"/>
                      <a:pt x="8479" y="6656"/>
                    </a:cubicBezTo>
                    <a:cubicBezTo>
                      <a:pt x="8271" y="7298"/>
                      <a:pt x="7807" y="7822"/>
                      <a:pt x="7208" y="8138"/>
                    </a:cubicBezTo>
                    <a:cubicBezTo>
                      <a:pt x="7147" y="8167"/>
                      <a:pt x="7090" y="8181"/>
                      <a:pt x="7029" y="8210"/>
                    </a:cubicBezTo>
                    <a:cubicBezTo>
                      <a:pt x="6968" y="8242"/>
                      <a:pt x="6924" y="8285"/>
                      <a:pt x="6863" y="8317"/>
                    </a:cubicBezTo>
                    <a:cubicBezTo>
                      <a:pt x="6490" y="8497"/>
                      <a:pt x="6102" y="8587"/>
                      <a:pt x="5711" y="8587"/>
                    </a:cubicBezTo>
                    <a:cubicBezTo>
                      <a:pt x="5442" y="8587"/>
                      <a:pt x="5173" y="8540"/>
                      <a:pt x="4922" y="8450"/>
                    </a:cubicBezTo>
                    <a:cubicBezTo>
                      <a:pt x="3590" y="8016"/>
                      <a:pt x="2858" y="6580"/>
                      <a:pt x="3288" y="5248"/>
                    </a:cubicBezTo>
                    <a:cubicBezTo>
                      <a:pt x="3529" y="4516"/>
                      <a:pt x="4067" y="3963"/>
                      <a:pt x="4742" y="3694"/>
                    </a:cubicBezTo>
                    <a:cubicBezTo>
                      <a:pt x="5130" y="3454"/>
                      <a:pt x="5593" y="3321"/>
                      <a:pt x="6056" y="3321"/>
                    </a:cubicBezTo>
                    <a:close/>
                    <a:moveTo>
                      <a:pt x="7179" y="1"/>
                    </a:moveTo>
                    <a:cubicBezTo>
                      <a:pt x="7179" y="15"/>
                      <a:pt x="7165" y="29"/>
                      <a:pt x="7165" y="29"/>
                    </a:cubicBezTo>
                    <a:lnTo>
                      <a:pt x="6788" y="1196"/>
                    </a:lnTo>
                    <a:cubicBezTo>
                      <a:pt x="6774" y="1243"/>
                      <a:pt x="6731" y="1271"/>
                      <a:pt x="6684" y="1271"/>
                    </a:cubicBezTo>
                    <a:lnTo>
                      <a:pt x="6670" y="1271"/>
                    </a:lnTo>
                    <a:cubicBezTo>
                      <a:pt x="6594" y="1271"/>
                      <a:pt x="6537" y="1257"/>
                      <a:pt x="6476" y="1257"/>
                    </a:cubicBezTo>
                    <a:lnTo>
                      <a:pt x="6429" y="1375"/>
                    </a:lnTo>
                    <a:cubicBezTo>
                      <a:pt x="6415" y="1422"/>
                      <a:pt x="6386" y="1451"/>
                      <a:pt x="6325" y="1451"/>
                    </a:cubicBezTo>
                    <a:lnTo>
                      <a:pt x="6311" y="1451"/>
                    </a:lnTo>
                    <a:cubicBezTo>
                      <a:pt x="6117" y="1422"/>
                      <a:pt x="5909" y="1408"/>
                      <a:pt x="5697" y="1408"/>
                    </a:cubicBezTo>
                    <a:cubicBezTo>
                      <a:pt x="5263" y="1408"/>
                      <a:pt x="4832" y="1479"/>
                      <a:pt x="4412" y="1602"/>
                    </a:cubicBezTo>
                    <a:lnTo>
                      <a:pt x="4383" y="1602"/>
                    </a:lnTo>
                    <a:cubicBezTo>
                      <a:pt x="4336" y="1602"/>
                      <a:pt x="4293" y="1587"/>
                      <a:pt x="4275" y="1540"/>
                    </a:cubicBezTo>
                    <a:lnTo>
                      <a:pt x="3723" y="449"/>
                    </a:lnTo>
                    <a:cubicBezTo>
                      <a:pt x="3694" y="374"/>
                      <a:pt x="3619" y="313"/>
                      <a:pt x="3543" y="299"/>
                    </a:cubicBezTo>
                    <a:cubicBezTo>
                      <a:pt x="3514" y="284"/>
                      <a:pt x="3486" y="284"/>
                      <a:pt x="3453" y="284"/>
                    </a:cubicBezTo>
                    <a:cubicBezTo>
                      <a:pt x="3396" y="284"/>
                      <a:pt x="3349" y="284"/>
                      <a:pt x="3306" y="313"/>
                    </a:cubicBezTo>
                    <a:lnTo>
                      <a:pt x="3260" y="331"/>
                    </a:lnTo>
                    <a:lnTo>
                      <a:pt x="2858" y="539"/>
                    </a:lnTo>
                    <a:cubicBezTo>
                      <a:pt x="2782" y="582"/>
                      <a:pt x="2721" y="643"/>
                      <a:pt x="2707" y="718"/>
                    </a:cubicBezTo>
                    <a:cubicBezTo>
                      <a:pt x="2678" y="808"/>
                      <a:pt x="2678" y="884"/>
                      <a:pt x="2721" y="959"/>
                    </a:cubicBezTo>
                    <a:lnTo>
                      <a:pt x="3274" y="2050"/>
                    </a:lnTo>
                    <a:cubicBezTo>
                      <a:pt x="3306" y="2093"/>
                      <a:pt x="3288" y="2154"/>
                      <a:pt x="3245" y="2183"/>
                    </a:cubicBezTo>
                    <a:cubicBezTo>
                      <a:pt x="2721" y="2589"/>
                      <a:pt x="2301" y="3066"/>
                      <a:pt x="2003" y="3633"/>
                    </a:cubicBezTo>
                    <a:cubicBezTo>
                      <a:pt x="1975" y="3680"/>
                      <a:pt x="1942" y="3694"/>
                      <a:pt x="1899" y="3694"/>
                    </a:cubicBezTo>
                    <a:lnTo>
                      <a:pt x="1870" y="3694"/>
                    </a:lnTo>
                    <a:lnTo>
                      <a:pt x="1748" y="3651"/>
                    </a:lnTo>
                    <a:cubicBezTo>
                      <a:pt x="1705" y="3709"/>
                      <a:pt x="1673" y="3755"/>
                      <a:pt x="1644" y="3813"/>
                    </a:cubicBezTo>
                    <a:cubicBezTo>
                      <a:pt x="1630" y="3859"/>
                      <a:pt x="1583" y="3874"/>
                      <a:pt x="1555" y="3874"/>
                    </a:cubicBezTo>
                    <a:lnTo>
                      <a:pt x="1526" y="3874"/>
                    </a:lnTo>
                    <a:lnTo>
                      <a:pt x="359" y="3486"/>
                    </a:lnTo>
                    <a:lnTo>
                      <a:pt x="327" y="3486"/>
                    </a:lnTo>
                    <a:cubicBezTo>
                      <a:pt x="313" y="3486"/>
                      <a:pt x="313" y="3500"/>
                      <a:pt x="313" y="3515"/>
                    </a:cubicBezTo>
                    <a:lnTo>
                      <a:pt x="29" y="4369"/>
                    </a:lnTo>
                    <a:cubicBezTo>
                      <a:pt x="0" y="4441"/>
                      <a:pt x="15" y="4531"/>
                      <a:pt x="43" y="4606"/>
                    </a:cubicBezTo>
                    <a:cubicBezTo>
                      <a:pt x="90" y="4667"/>
                      <a:pt x="147" y="4728"/>
                      <a:pt x="223" y="4757"/>
                    </a:cubicBezTo>
                    <a:lnTo>
                      <a:pt x="1389" y="5130"/>
                    </a:lnTo>
                    <a:cubicBezTo>
                      <a:pt x="1450" y="5144"/>
                      <a:pt x="1479" y="5205"/>
                      <a:pt x="1465" y="5248"/>
                    </a:cubicBezTo>
                    <a:cubicBezTo>
                      <a:pt x="1389" y="5895"/>
                      <a:pt x="1436" y="6537"/>
                      <a:pt x="1616" y="7165"/>
                    </a:cubicBezTo>
                    <a:cubicBezTo>
                      <a:pt x="1630" y="7208"/>
                      <a:pt x="1616" y="7269"/>
                      <a:pt x="1555" y="7284"/>
                    </a:cubicBezTo>
                    <a:lnTo>
                      <a:pt x="1135" y="7510"/>
                    </a:lnTo>
                    <a:lnTo>
                      <a:pt x="463" y="7851"/>
                    </a:lnTo>
                    <a:cubicBezTo>
                      <a:pt x="388" y="7883"/>
                      <a:pt x="345" y="7941"/>
                      <a:pt x="313" y="8030"/>
                    </a:cubicBezTo>
                    <a:cubicBezTo>
                      <a:pt x="284" y="8106"/>
                      <a:pt x="298" y="8181"/>
                      <a:pt x="327" y="8256"/>
                    </a:cubicBezTo>
                    <a:lnTo>
                      <a:pt x="733" y="9064"/>
                    </a:lnTo>
                    <a:cubicBezTo>
                      <a:pt x="794" y="9168"/>
                      <a:pt x="898" y="9229"/>
                      <a:pt x="1016" y="9229"/>
                    </a:cubicBezTo>
                    <a:cubicBezTo>
                      <a:pt x="1063" y="9229"/>
                      <a:pt x="1106" y="9229"/>
                      <a:pt x="1153" y="9197"/>
                    </a:cubicBezTo>
                    <a:lnTo>
                      <a:pt x="1899" y="8824"/>
                    </a:lnTo>
                    <a:lnTo>
                      <a:pt x="2244" y="8644"/>
                    </a:lnTo>
                    <a:cubicBezTo>
                      <a:pt x="2258" y="8630"/>
                      <a:pt x="2272" y="8630"/>
                      <a:pt x="2301" y="8630"/>
                    </a:cubicBezTo>
                    <a:cubicBezTo>
                      <a:pt x="2333" y="8630"/>
                      <a:pt x="2362" y="8644"/>
                      <a:pt x="2377" y="8676"/>
                    </a:cubicBezTo>
                    <a:cubicBezTo>
                      <a:pt x="2782" y="9197"/>
                      <a:pt x="3260" y="9617"/>
                      <a:pt x="3827" y="9915"/>
                    </a:cubicBezTo>
                    <a:cubicBezTo>
                      <a:pt x="3888" y="9947"/>
                      <a:pt x="3902" y="10004"/>
                      <a:pt x="3888" y="10051"/>
                    </a:cubicBezTo>
                    <a:lnTo>
                      <a:pt x="3500" y="11218"/>
                    </a:lnTo>
                    <a:cubicBezTo>
                      <a:pt x="3486" y="11293"/>
                      <a:pt x="3486" y="11383"/>
                      <a:pt x="3529" y="11458"/>
                    </a:cubicBezTo>
                    <a:cubicBezTo>
                      <a:pt x="3557" y="11530"/>
                      <a:pt x="3619" y="11577"/>
                      <a:pt x="3708" y="11605"/>
                    </a:cubicBezTo>
                    <a:lnTo>
                      <a:pt x="4563" y="11889"/>
                    </a:lnTo>
                    <a:lnTo>
                      <a:pt x="4591" y="11889"/>
                    </a:lnTo>
                    <a:cubicBezTo>
                      <a:pt x="4591" y="11889"/>
                      <a:pt x="4591" y="11875"/>
                      <a:pt x="4606" y="11860"/>
                    </a:cubicBezTo>
                    <a:lnTo>
                      <a:pt x="4979" y="10694"/>
                    </a:lnTo>
                    <a:cubicBezTo>
                      <a:pt x="4993" y="10651"/>
                      <a:pt x="5040" y="10618"/>
                      <a:pt x="5083" y="10618"/>
                    </a:cubicBezTo>
                    <a:lnTo>
                      <a:pt x="5101" y="10618"/>
                    </a:lnTo>
                    <a:cubicBezTo>
                      <a:pt x="5158" y="10633"/>
                      <a:pt x="5234" y="10633"/>
                      <a:pt x="5295" y="10651"/>
                    </a:cubicBezTo>
                    <a:lnTo>
                      <a:pt x="5324" y="10529"/>
                    </a:lnTo>
                    <a:cubicBezTo>
                      <a:pt x="5338" y="10485"/>
                      <a:pt x="5385" y="10453"/>
                      <a:pt x="5428" y="10453"/>
                    </a:cubicBezTo>
                    <a:lnTo>
                      <a:pt x="5442" y="10453"/>
                    </a:lnTo>
                    <a:cubicBezTo>
                      <a:pt x="5654" y="10471"/>
                      <a:pt x="5862" y="10485"/>
                      <a:pt x="6056" y="10485"/>
                    </a:cubicBezTo>
                    <a:cubicBezTo>
                      <a:pt x="6504" y="10485"/>
                      <a:pt x="6939" y="10424"/>
                      <a:pt x="7359" y="10306"/>
                    </a:cubicBezTo>
                    <a:lnTo>
                      <a:pt x="7387" y="10306"/>
                    </a:lnTo>
                    <a:cubicBezTo>
                      <a:pt x="7434" y="10306"/>
                      <a:pt x="7463" y="10320"/>
                      <a:pt x="7492" y="10363"/>
                    </a:cubicBezTo>
                    <a:lnTo>
                      <a:pt x="8044" y="11458"/>
                    </a:lnTo>
                    <a:cubicBezTo>
                      <a:pt x="8077" y="11530"/>
                      <a:pt x="8134" y="11577"/>
                      <a:pt x="8224" y="11605"/>
                    </a:cubicBezTo>
                    <a:cubicBezTo>
                      <a:pt x="8256" y="11620"/>
                      <a:pt x="8285" y="11620"/>
                      <a:pt x="8314" y="11620"/>
                    </a:cubicBezTo>
                    <a:cubicBezTo>
                      <a:pt x="8360" y="11620"/>
                      <a:pt x="8403" y="11605"/>
                      <a:pt x="8450" y="11591"/>
                    </a:cubicBezTo>
                    <a:lnTo>
                      <a:pt x="8913" y="11351"/>
                    </a:lnTo>
                    <a:cubicBezTo>
                      <a:pt x="8988" y="11322"/>
                      <a:pt x="9031" y="11261"/>
                      <a:pt x="9064" y="11171"/>
                    </a:cubicBezTo>
                    <a:cubicBezTo>
                      <a:pt x="9093" y="11099"/>
                      <a:pt x="9078" y="11024"/>
                      <a:pt x="9049" y="10949"/>
                    </a:cubicBezTo>
                    <a:lnTo>
                      <a:pt x="8493" y="9857"/>
                    </a:lnTo>
                    <a:cubicBezTo>
                      <a:pt x="8464" y="9796"/>
                      <a:pt x="8479" y="9735"/>
                      <a:pt x="8525" y="9707"/>
                    </a:cubicBezTo>
                    <a:cubicBezTo>
                      <a:pt x="9031" y="9319"/>
                      <a:pt x="9451" y="8824"/>
                      <a:pt x="9767" y="8256"/>
                    </a:cubicBezTo>
                    <a:cubicBezTo>
                      <a:pt x="9782" y="8228"/>
                      <a:pt x="9825" y="8195"/>
                      <a:pt x="9871" y="8195"/>
                    </a:cubicBezTo>
                    <a:cubicBezTo>
                      <a:pt x="9871" y="8195"/>
                      <a:pt x="9886" y="8210"/>
                      <a:pt x="9900" y="8210"/>
                    </a:cubicBezTo>
                    <a:lnTo>
                      <a:pt x="10019" y="8242"/>
                    </a:lnTo>
                    <a:cubicBezTo>
                      <a:pt x="10051" y="8195"/>
                      <a:pt x="10080" y="8138"/>
                      <a:pt x="10108" y="8077"/>
                    </a:cubicBezTo>
                    <a:cubicBezTo>
                      <a:pt x="10141" y="8048"/>
                      <a:pt x="10169" y="8030"/>
                      <a:pt x="10216" y="8030"/>
                    </a:cubicBezTo>
                    <a:lnTo>
                      <a:pt x="10245" y="8030"/>
                    </a:lnTo>
                    <a:lnTo>
                      <a:pt x="11411" y="8407"/>
                    </a:lnTo>
                    <a:cubicBezTo>
                      <a:pt x="11426" y="8422"/>
                      <a:pt x="11426" y="8422"/>
                      <a:pt x="11440" y="8422"/>
                    </a:cubicBezTo>
                    <a:cubicBezTo>
                      <a:pt x="11440" y="8407"/>
                      <a:pt x="11454" y="8407"/>
                      <a:pt x="11454" y="8389"/>
                    </a:cubicBezTo>
                    <a:lnTo>
                      <a:pt x="11742" y="7539"/>
                    </a:lnTo>
                    <a:cubicBezTo>
                      <a:pt x="11756" y="7463"/>
                      <a:pt x="11756" y="7373"/>
                      <a:pt x="11709" y="7298"/>
                    </a:cubicBezTo>
                    <a:cubicBezTo>
                      <a:pt x="11681" y="7223"/>
                      <a:pt x="11620" y="7180"/>
                      <a:pt x="11530" y="7151"/>
                    </a:cubicBezTo>
                    <a:lnTo>
                      <a:pt x="10363" y="6760"/>
                    </a:lnTo>
                    <a:cubicBezTo>
                      <a:pt x="10320" y="6745"/>
                      <a:pt x="10288" y="6702"/>
                      <a:pt x="10288" y="6641"/>
                    </a:cubicBezTo>
                    <a:cubicBezTo>
                      <a:pt x="10378" y="5999"/>
                      <a:pt x="10334" y="5356"/>
                      <a:pt x="10155" y="4742"/>
                    </a:cubicBezTo>
                    <a:cubicBezTo>
                      <a:pt x="10141" y="4681"/>
                      <a:pt x="10155" y="4638"/>
                      <a:pt x="10198" y="4606"/>
                    </a:cubicBezTo>
                    <a:lnTo>
                      <a:pt x="10812" y="4308"/>
                    </a:lnTo>
                    <a:lnTo>
                      <a:pt x="11307" y="4053"/>
                    </a:lnTo>
                    <a:cubicBezTo>
                      <a:pt x="11454" y="3978"/>
                      <a:pt x="11515" y="3784"/>
                      <a:pt x="11440" y="3633"/>
                    </a:cubicBezTo>
                    <a:lnTo>
                      <a:pt x="11024" y="2843"/>
                    </a:lnTo>
                    <a:cubicBezTo>
                      <a:pt x="10977" y="2736"/>
                      <a:pt x="10859" y="2664"/>
                      <a:pt x="10754" y="2664"/>
                    </a:cubicBezTo>
                    <a:cubicBezTo>
                      <a:pt x="10708" y="2664"/>
                      <a:pt x="10665" y="2678"/>
                      <a:pt x="10618" y="2693"/>
                    </a:cubicBezTo>
                    <a:lnTo>
                      <a:pt x="9871" y="3080"/>
                    </a:lnTo>
                    <a:lnTo>
                      <a:pt x="9527" y="3260"/>
                    </a:lnTo>
                    <a:lnTo>
                      <a:pt x="9466" y="3260"/>
                    </a:lnTo>
                    <a:cubicBezTo>
                      <a:pt x="9437" y="3260"/>
                      <a:pt x="9408" y="3245"/>
                      <a:pt x="9376" y="3231"/>
                    </a:cubicBezTo>
                    <a:cubicBezTo>
                      <a:pt x="8988" y="2707"/>
                      <a:pt x="8493" y="2287"/>
                      <a:pt x="7926" y="1975"/>
                    </a:cubicBezTo>
                    <a:cubicBezTo>
                      <a:pt x="7883" y="1960"/>
                      <a:pt x="7865" y="1899"/>
                      <a:pt x="7883" y="1856"/>
                    </a:cubicBezTo>
                    <a:lnTo>
                      <a:pt x="8256" y="690"/>
                    </a:lnTo>
                    <a:cubicBezTo>
                      <a:pt x="8314" y="525"/>
                      <a:pt x="8224" y="345"/>
                      <a:pt x="8062" y="299"/>
                    </a:cubicBezTo>
                    <a:lnTo>
                      <a:pt x="7208" y="15"/>
                    </a:lnTo>
                    <a:cubicBezTo>
                      <a:pt x="7194" y="15"/>
                      <a:pt x="7194" y="1"/>
                      <a:pt x="71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53116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7">
          <a:extLst>
            <a:ext uri="{FF2B5EF4-FFF2-40B4-BE49-F238E27FC236}">
              <a16:creationId xmlns:a16="http://schemas.microsoft.com/office/drawing/2014/main" id="{5DBD9C09-6A0B-41E2-1A06-84F58651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8" name="Google Shape;3918;p64">
            <a:extLst>
              <a:ext uri="{FF2B5EF4-FFF2-40B4-BE49-F238E27FC236}">
                <a16:creationId xmlns:a16="http://schemas.microsoft.com/office/drawing/2014/main" id="{FBD502B4-B369-D774-2A97-155EA4B429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8191" y="14405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ID" sz="2000" dirty="0"/>
              <a:t>Rp31.4M in discounts, zero basket lift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3921" name="Google Shape;3921;p64">
            <a:extLst>
              <a:ext uri="{FF2B5EF4-FFF2-40B4-BE49-F238E27FC236}">
                <a16:creationId xmlns:a16="http://schemas.microsoft.com/office/drawing/2014/main" id="{A906F74C-0569-D2FC-75D4-59294A6554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3352882"/>
            <a:ext cx="3287486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n-ID" dirty="0"/>
              <a:t>Transition to "Minimum Spend" thresholds (e.g., "Save Rp50K on orders over Rp600K") so the discount structurally requires a larger basket to unlock.</a:t>
            </a:r>
            <a:endParaRPr dirty="0"/>
          </a:p>
        </p:txBody>
      </p:sp>
      <p:sp>
        <p:nvSpPr>
          <p:cNvPr id="3923" name="Google Shape;3923;p64">
            <a:extLst>
              <a:ext uri="{FF2B5EF4-FFF2-40B4-BE49-F238E27FC236}">
                <a16:creationId xmlns:a16="http://schemas.microsoft.com/office/drawing/2014/main" id="{E3C80137-B62C-1063-7DEA-C97C6CAE955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1920041"/>
            <a:ext cx="3287486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n-ID" dirty="0"/>
              <a:t>Promo orders average Rp. 515K per cart versus Rp. 514K for organic orders  statistically identical. The Rp31.4M spent on discounts bought no incremental spending.</a:t>
            </a:r>
          </a:p>
        </p:txBody>
      </p:sp>
      <p:sp>
        <p:nvSpPr>
          <p:cNvPr id="3926" name="Google Shape;3926;p64">
            <a:extLst>
              <a:ext uri="{FF2B5EF4-FFF2-40B4-BE49-F238E27FC236}">
                <a16:creationId xmlns:a16="http://schemas.microsoft.com/office/drawing/2014/main" id="{D0843C27-9039-B631-CE67-48E46B9C1B50}"/>
              </a:ext>
            </a:extLst>
          </p:cNvPr>
          <p:cNvSpPr txBox="1"/>
          <p:nvPr/>
        </p:nvSpPr>
        <p:spPr>
          <a:xfrm>
            <a:off x="4572000" y="3139408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chemeClr val="dk2"/>
                </a:solidFill>
                <a:latin typeface="Fredoka One"/>
                <a:ea typeface="Fredoka One"/>
                <a:cs typeface="Fredoka One"/>
                <a:sym typeface="Fredoka One"/>
              </a:rPr>
              <a:t>The Fix</a:t>
            </a:r>
            <a:endParaRPr sz="1900" dirty="0">
              <a:solidFill>
                <a:schemeClr val="dk2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928" name="Google Shape;3928;p64">
            <a:extLst>
              <a:ext uri="{FF2B5EF4-FFF2-40B4-BE49-F238E27FC236}">
                <a16:creationId xmlns:a16="http://schemas.microsoft.com/office/drawing/2014/main" id="{CEDFC5A3-F9DD-47A0-3997-C6100CA7F3DE}"/>
              </a:ext>
            </a:extLst>
          </p:cNvPr>
          <p:cNvSpPr txBox="1"/>
          <p:nvPr/>
        </p:nvSpPr>
        <p:spPr>
          <a:xfrm>
            <a:off x="4560335" y="1693584"/>
            <a:ext cx="2021894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chemeClr val="accent2"/>
                </a:solidFill>
                <a:latin typeface="Fredoka One"/>
                <a:ea typeface="Fredoka One"/>
                <a:cs typeface="Fredoka One"/>
                <a:sym typeface="Fredoka One"/>
              </a:rPr>
              <a:t>What we found</a:t>
            </a:r>
            <a:endParaRPr sz="1900" dirty="0">
              <a:solidFill>
                <a:schemeClr val="accent2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grpSp>
        <p:nvGrpSpPr>
          <p:cNvPr id="3929" name="Google Shape;3929;p64">
            <a:extLst>
              <a:ext uri="{FF2B5EF4-FFF2-40B4-BE49-F238E27FC236}">
                <a16:creationId xmlns:a16="http://schemas.microsoft.com/office/drawing/2014/main" id="{42C86D11-8534-6032-488F-02B4FB7130F4}"/>
              </a:ext>
            </a:extLst>
          </p:cNvPr>
          <p:cNvGrpSpPr/>
          <p:nvPr/>
        </p:nvGrpSpPr>
        <p:grpSpPr>
          <a:xfrm>
            <a:off x="334676" y="233106"/>
            <a:ext cx="1207386" cy="1059216"/>
            <a:chOff x="334676" y="233106"/>
            <a:chExt cx="1207386" cy="1059216"/>
          </a:xfrm>
        </p:grpSpPr>
        <p:grpSp>
          <p:nvGrpSpPr>
            <p:cNvPr id="3930" name="Google Shape;3930;p64">
              <a:extLst>
                <a:ext uri="{FF2B5EF4-FFF2-40B4-BE49-F238E27FC236}">
                  <a16:creationId xmlns:a16="http://schemas.microsoft.com/office/drawing/2014/main" id="{D59E01B0-1E13-2F19-40F7-57F853F03BC5}"/>
                </a:ext>
              </a:extLst>
            </p:cNvPr>
            <p:cNvGrpSpPr/>
            <p:nvPr/>
          </p:nvGrpSpPr>
          <p:grpSpPr>
            <a:xfrm rot="-1226361">
              <a:off x="370095" y="775668"/>
              <a:ext cx="916887" cy="368147"/>
              <a:chOff x="5632718" y="2107339"/>
              <a:chExt cx="916928" cy="368163"/>
            </a:xfrm>
          </p:grpSpPr>
          <p:sp>
            <p:nvSpPr>
              <p:cNvPr id="3931" name="Google Shape;3931;p64">
                <a:extLst>
                  <a:ext uri="{FF2B5EF4-FFF2-40B4-BE49-F238E27FC236}">
                    <a16:creationId xmlns:a16="http://schemas.microsoft.com/office/drawing/2014/main" id="{240AFD9B-BACB-5BAD-0993-0C473F1F06E5}"/>
                  </a:ext>
                </a:extLst>
              </p:cNvPr>
              <p:cNvSpPr/>
              <p:nvPr/>
            </p:nvSpPr>
            <p:spPr>
              <a:xfrm>
                <a:off x="5695022" y="2168249"/>
                <a:ext cx="792395" cy="254540"/>
              </a:xfrm>
              <a:custGeom>
                <a:avLst/>
                <a:gdLst/>
                <a:ahLst/>
                <a:cxnLst/>
                <a:rect l="l" t="t" r="r" b="b"/>
                <a:pathLst>
                  <a:path w="9666" h="3105" extrusionOk="0">
                    <a:moveTo>
                      <a:pt x="5958" y="1"/>
                    </a:moveTo>
                    <a:lnTo>
                      <a:pt x="2890" y="2877"/>
                    </a:lnTo>
                    <a:lnTo>
                      <a:pt x="146" y="47"/>
                    </a:lnTo>
                    <a:cubicBezTo>
                      <a:pt x="131" y="32"/>
                      <a:pt x="111" y="25"/>
                      <a:pt x="90" y="25"/>
                    </a:cubicBezTo>
                    <a:cubicBezTo>
                      <a:pt x="69" y="25"/>
                      <a:pt x="47" y="32"/>
                      <a:pt x="30" y="47"/>
                    </a:cubicBezTo>
                    <a:cubicBezTo>
                      <a:pt x="1" y="76"/>
                      <a:pt x="1" y="128"/>
                      <a:pt x="30" y="157"/>
                    </a:cubicBezTo>
                    <a:lnTo>
                      <a:pt x="2884" y="3104"/>
                    </a:lnTo>
                    <a:lnTo>
                      <a:pt x="5969" y="210"/>
                    </a:lnTo>
                    <a:lnTo>
                      <a:pt x="9526" y="2965"/>
                    </a:lnTo>
                    <a:cubicBezTo>
                      <a:pt x="9541" y="2977"/>
                      <a:pt x="9559" y="2983"/>
                      <a:pt x="9577" y="2983"/>
                    </a:cubicBezTo>
                    <a:cubicBezTo>
                      <a:pt x="9601" y="2983"/>
                      <a:pt x="9625" y="2972"/>
                      <a:pt x="9642" y="2952"/>
                    </a:cubicBezTo>
                    <a:cubicBezTo>
                      <a:pt x="9665" y="2917"/>
                      <a:pt x="9658" y="2866"/>
                      <a:pt x="9624" y="2837"/>
                    </a:cubicBezTo>
                    <a:lnTo>
                      <a:pt x="59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2" name="Google Shape;3932;p64">
                <a:extLst>
                  <a:ext uri="{FF2B5EF4-FFF2-40B4-BE49-F238E27FC236}">
                    <a16:creationId xmlns:a16="http://schemas.microsoft.com/office/drawing/2014/main" id="{3A215853-1760-FEDF-5406-565809816C8E}"/>
                  </a:ext>
                </a:extLst>
              </p:cNvPr>
              <p:cNvSpPr/>
              <p:nvPr/>
            </p:nvSpPr>
            <p:spPr>
              <a:xfrm>
                <a:off x="5639359" y="2114061"/>
                <a:ext cx="125590" cy="125590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1532" extrusionOk="0">
                    <a:moveTo>
                      <a:pt x="766" y="1"/>
                    </a:moveTo>
                    <a:cubicBezTo>
                      <a:pt x="343" y="1"/>
                      <a:pt x="0" y="342"/>
                      <a:pt x="0" y="766"/>
                    </a:cubicBezTo>
                    <a:cubicBezTo>
                      <a:pt x="0" y="1189"/>
                      <a:pt x="343" y="1532"/>
                      <a:pt x="766" y="1532"/>
                    </a:cubicBezTo>
                    <a:cubicBezTo>
                      <a:pt x="1191" y="1532"/>
                      <a:pt x="1532" y="1189"/>
                      <a:pt x="1532" y="766"/>
                    </a:cubicBezTo>
                    <a:cubicBezTo>
                      <a:pt x="1532" y="342"/>
                      <a:pt x="1191" y="1"/>
                      <a:pt x="7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3" name="Google Shape;3933;p64">
                <a:extLst>
                  <a:ext uri="{FF2B5EF4-FFF2-40B4-BE49-F238E27FC236}">
                    <a16:creationId xmlns:a16="http://schemas.microsoft.com/office/drawing/2014/main" id="{D53187CD-9465-B8A9-1D92-33B9963C2C87}"/>
                  </a:ext>
                </a:extLst>
              </p:cNvPr>
              <p:cNvSpPr/>
              <p:nvPr/>
            </p:nvSpPr>
            <p:spPr>
              <a:xfrm>
                <a:off x="5632718" y="2107339"/>
                <a:ext cx="139034" cy="138952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695" extrusionOk="0">
                    <a:moveTo>
                      <a:pt x="847" y="158"/>
                    </a:moveTo>
                    <a:cubicBezTo>
                      <a:pt x="1224" y="158"/>
                      <a:pt x="1532" y="465"/>
                      <a:pt x="1532" y="848"/>
                    </a:cubicBezTo>
                    <a:cubicBezTo>
                      <a:pt x="1532" y="1224"/>
                      <a:pt x="1224" y="1532"/>
                      <a:pt x="847" y="1532"/>
                    </a:cubicBezTo>
                    <a:cubicBezTo>
                      <a:pt x="471" y="1532"/>
                      <a:pt x="164" y="1224"/>
                      <a:pt x="164" y="848"/>
                    </a:cubicBezTo>
                    <a:cubicBezTo>
                      <a:pt x="164" y="465"/>
                      <a:pt x="471" y="158"/>
                      <a:pt x="847" y="158"/>
                    </a:cubicBezTo>
                    <a:close/>
                    <a:moveTo>
                      <a:pt x="847" y="0"/>
                    </a:moveTo>
                    <a:cubicBezTo>
                      <a:pt x="378" y="0"/>
                      <a:pt x="1" y="378"/>
                      <a:pt x="1" y="848"/>
                    </a:cubicBezTo>
                    <a:cubicBezTo>
                      <a:pt x="1" y="1312"/>
                      <a:pt x="378" y="1695"/>
                      <a:pt x="847" y="1695"/>
                    </a:cubicBezTo>
                    <a:cubicBezTo>
                      <a:pt x="1312" y="1695"/>
                      <a:pt x="1695" y="1312"/>
                      <a:pt x="1695" y="848"/>
                    </a:cubicBezTo>
                    <a:cubicBezTo>
                      <a:pt x="1695" y="378"/>
                      <a:pt x="1312" y="0"/>
                      <a:pt x="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4" name="Google Shape;3934;p64">
                <a:extLst>
                  <a:ext uri="{FF2B5EF4-FFF2-40B4-BE49-F238E27FC236}">
                    <a16:creationId xmlns:a16="http://schemas.microsoft.com/office/drawing/2014/main" id="{BD072CE9-C2A3-AFF3-C8CC-B278A854C0C1}"/>
                  </a:ext>
                </a:extLst>
              </p:cNvPr>
              <p:cNvSpPr/>
              <p:nvPr/>
            </p:nvSpPr>
            <p:spPr>
              <a:xfrm>
                <a:off x="6121064" y="2114061"/>
                <a:ext cx="125672" cy="125590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532" extrusionOk="0">
                    <a:moveTo>
                      <a:pt x="767" y="1"/>
                    </a:moveTo>
                    <a:cubicBezTo>
                      <a:pt x="343" y="1"/>
                      <a:pt x="1" y="342"/>
                      <a:pt x="1" y="766"/>
                    </a:cubicBezTo>
                    <a:cubicBezTo>
                      <a:pt x="1" y="1189"/>
                      <a:pt x="343" y="1532"/>
                      <a:pt x="767" y="1532"/>
                    </a:cubicBezTo>
                    <a:cubicBezTo>
                      <a:pt x="1190" y="1532"/>
                      <a:pt x="1532" y="1189"/>
                      <a:pt x="1532" y="766"/>
                    </a:cubicBezTo>
                    <a:cubicBezTo>
                      <a:pt x="1532" y="342"/>
                      <a:pt x="1190" y="1"/>
                      <a:pt x="7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5" name="Google Shape;3935;p64">
                <a:extLst>
                  <a:ext uri="{FF2B5EF4-FFF2-40B4-BE49-F238E27FC236}">
                    <a16:creationId xmlns:a16="http://schemas.microsoft.com/office/drawing/2014/main" id="{82A0167E-445A-9ED6-E8E7-9F82350F6332}"/>
                  </a:ext>
                </a:extLst>
              </p:cNvPr>
              <p:cNvSpPr/>
              <p:nvPr/>
            </p:nvSpPr>
            <p:spPr>
              <a:xfrm>
                <a:off x="6114506" y="2107339"/>
                <a:ext cx="138952" cy="138952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695" extrusionOk="0">
                    <a:moveTo>
                      <a:pt x="847" y="158"/>
                    </a:moveTo>
                    <a:cubicBezTo>
                      <a:pt x="1229" y="158"/>
                      <a:pt x="1537" y="465"/>
                      <a:pt x="1537" y="848"/>
                    </a:cubicBezTo>
                    <a:cubicBezTo>
                      <a:pt x="1537" y="1224"/>
                      <a:pt x="1229" y="1532"/>
                      <a:pt x="847" y="1532"/>
                    </a:cubicBezTo>
                    <a:cubicBezTo>
                      <a:pt x="469" y="1532"/>
                      <a:pt x="163" y="1224"/>
                      <a:pt x="163" y="848"/>
                    </a:cubicBezTo>
                    <a:cubicBezTo>
                      <a:pt x="163" y="465"/>
                      <a:pt x="469" y="158"/>
                      <a:pt x="847" y="158"/>
                    </a:cubicBezTo>
                    <a:close/>
                    <a:moveTo>
                      <a:pt x="847" y="0"/>
                    </a:moveTo>
                    <a:cubicBezTo>
                      <a:pt x="383" y="0"/>
                      <a:pt x="0" y="378"/>
                      <a:pt x="0" y="848"/>
                    </a:cubicBezTo>
                    <a:cubicBezTo>
                      <a:pt x="0" y="1312"/>
                      <a:pt x="383" y="1695"/>
                      <a:pt x="847" y="1695"/>
                    </a:cubicBezTo>
                    <a:cubicBezTo>
                      <a:pt x="1317" y="1695"/>
                      <a:pt x="1694" y="1312"/>
                      <a:pt x="1694" y="848"/>
                    </a:cubicBezTo>
                    <a:cubicBezTo>
                      <a:pt x="1694" y="378"/>
                      <a:pt x="1317" y="0"/>
                      <a:pt x="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6" name="Google Shape;3936;p64">
                <a:extLst>
                  <a:ext uri="{FF2B5EF4-FFF2-40B4-BE49-F238E27FC236}">
                    <a16:creationId xmlns:a16="http://schemas.microsoft.com/office/drawing/2014/main" id="{CA5780ED-9F88-9AE2-33D2-909EA232765C}"/>
                  </a:ext>
                </a:extLst>
              </p:cNvPr>
              <p:cNvSpPr/>
              <p:nvPr/>
            </p:nvSpPr>
            <p:spPr>
              <a:xfrm>
                <a:off x="5868653" y="2343273"/>
                <a:ext cx="126081" cy="126081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538" extrusionOk="0">
                    <a:moveTo>
                      <a:pt x="772" y="0"/>
                    </a:moveTo>
                    <a:cubicBezTo>
                      <a:pt x="348" y="0"/>
                      <a:pt x="0" y="343"/>
                      <a:pt x="0" y="766"/>
                    </a:cubicBezTo>
                    <a:cubicBezTo>
                      <a:pt x="0" y="1189"/>
                      <a:pt x="348" y="1537"/>
                      <a:pt x="772" y="1537"/>
                    </a:cubicBezTo>
                    <a:cubicBezTo>
                      <a:pt x="1195" y="1537"/>
                      <a:pt x="1537" y="1189"/>
                      <a:pt x="1537" y="766"/>
                    </a:cubicBezTo>
                    <a:cubicBezTo>
                      <a:pt x="1537" y="343"/>
                      <a:pt x="1195" y="0"/>
                      <a:pt x="7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7" name="Google Shape;3937;p64">
                <a:extLst>
                  <a:ext uri="{FF2B5EF4-FFF2-40B4-BE49-F238E27FC236}">
                    <a16:creationId xmlns:a16="http://schemas.microsoft.com/office/drawing/2014/main" id="{AAA9B836-2D4D-3D5A-B48C-96BA633EF25D}"/>
                  </a:ext>
                </a:extLst>
              </p:cNvPr>
              <p:cNvSpPr/>
              <p:nvPr/>
            </p:nvSpPr>
            <p:spPr>
              <a:xfrm>
                <a:off x="5862504" y="2336632"/>
                <a:ext cx="138378" cy="138870"/>
              </a:xfrm>
              <a:custGeom>
                <a:avLst/>
                <a:gdLst/>
                <a:ahLst/>
                <a:cxnLst/>
                <a:rect l="l" t="t" r="r" b="b"/>
                <a:pathLst>
                  <a:path w="1688" h="1694" extrusionOk="0">
                    <a:moveTo>
                      <a:pt x="847" y="162"/>
                    </a:moveTo>
                    <a:cubicBezTo>
                      <a:pt x="1224" y="162"/>
                      <a:pt x="1532" y="469"/>
                      <a:pt x="1532" y="847"/>
                    </a:cubicBezTo>
                    <a:cubicBezTo>
                      <a:pt x="1532" y="1230"/>
                      <a:pt x="1224" y="1537"/>
                      <a:pt x="847" y="1537"/>
                    </a:cubicBezTo>
                    <a:cubicBezTo>
                      <a:pt x="464" y="1537"/>
                      <a:pt x="156" y="1230"/>
                      <a:pt x="156" y="847"/>
                    </a:cubicBezTo>
                    <a:cubicBezTo>
                      <a:pt x="156" y="469"/>
                      <a:pt x="464" y="162"/>
                      <a:pt x="847" y="162"/>
                    </a:cubicBezTo>
                    <a:close/>
                    <a:moveTo>
                      <a:pt x="847" y="0"/>
                    </a:moveTo>
                    <a:cubicBezTo>
                      <a:pt x="376" y="0"/>
                      <a:pt x="0" y="383"/>
                      <a:pt x="0" y="847"/>
                    </a:cubicBezTo>
                    <a:cubicBezTo>
                      <a:pt x="0" y="1316"/>
                      <a:pt x="376" y="1693"/>
                      <a:pt x="847" y="1693"/>
                    </a:cubicBezTo>
                    <a:cubicBezTo>
                      <a:pt x="1310" y="1693"/>
                      <a:pt x="1688" y="1316"/>
                      <a:pt x="1688" y="847"/>
                    </a:cubicBezTo>
                    <a:cubicBezTo>
                      <a:pt x="1688" y="383"/>
                      <a:pt x="1310" y="0"/>
                      <a:pt x="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8" name="Google Shape;3938;p64">
                <a:extLst>
                  <a:ext uri="{FF2B5EF4-FFF2-40B4-BE49-F238E27FC236}">
                    <a16:creationId xmlns:a16="http://schemas.microsoft.com/office/drawing/2014/main" id="{6955E254-C895-8F54-1F6C-902C705CAC7A}"/>
                  </a:ext>
                </a:extLst>
              </p:cNvPr>
              <p:cNvSpPr/>
              <p:nvPr/>
            </p:nvSpPr>
            <p:spPr>
              <a:xfrm>
                <a:off x="6416925" y="2343273"/>
                <a:ext cx="126081" cy="126081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538" extrusionOk="0">
                    <a:moveTo>
                      <a:pt x="772" y="0"/>
                    </a:moveTo>
                    <a:cubicBezTo>
                      <a:pt x="349" y="0"/>
                      <a:pt x="0" y="343"/>
                      <a:pt x="0" y="766"/>
                    </a:cubicBezTo>
                    <a:cubicBezTo>
                      <a:pt x="0" y="1189"/>
                      <a:pt x="349" y="1537"/>
                      <a:pt x="772" y="1537"/>
                    </a:cubicBezTo>
                    <a:cubicBezTo>
                      <a:pt x="1195" y="1537"/>
                      <a:pt x="1537" y="1189"/>
                      <a:pt x="1537" y="766"/>
                    </a:cubicBezTo>
                    <a:cubicBezTo>
                      <a:pt x="1537" y="343"/>
                      <a:pt x="1195" y="0"/>
                      <a:pt x="7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9" name="Google Shape;3939;p64">
                <a:extLst>
                  <a:ext uri="{FF2B5EF4-FFF2-40B4-BE49-F238E27FC236}">
                    <a16:creationId xmlns:a16="http://schemas.microsoft.com/office/drawing/2014/main" id="{F8283C1D-892A-C4EE-C8D3-421975569D97}"/>
                  </a:ext>
                </a:extLst>
              </p:cNvPr>
              <p:cNvSpPr/>
              <p:nvPr/>
            </p:nvSpPr>
            <p:spPr>
              <a:xfrm>
                <a:off x="6410777" y="2336632"/>
                <a:ext cx="138870" cy="138870"/>
              </a:xfrm>
              <a:custGeom>
                <a:avLst/>
                <a:gdLst/>
                <a:ahLst/>
                <a:cxnLst/>
                <a:rect l="l" t="t" r="r" b="b"/>
                <a:pathLst>
                  <a:path w="1694" h="1694" extrusionOk="0">
                    <a:moveTo>
                      <a:pt x="847" y="162"/>
                    </a:moveTo>
                    <a:cubicBezTo>
                      <a:pt x="1224" y="162"/>
                      <a:pt x="1532" y="469"/>
                      <a:pt x="1532" y="847"/>
                    </a:cubicBezTo>
                    <a:cubicBezTo>
                      <a:pt x="1532" y="1230"/>
                      <a:pt x="1224" y="1537"/>
                      <a:pt x="847" y="1537"/>
                    </a:cubicBezTo>
                    <a:cubicBezTo>
                      <a:pt x="464" y="1537"/>
                      <a:pt x="156" y="1230"/>
                      <a:pt x="156" y="847"/>
                    </a:cubicBezTo>
                    <a:cubicBezTo>
                      <a:pt x="156" y="469"/>
                      <a:pt x="464" y="162"/>
                      <a:pt x="847" y="162"/>
                    </a:cubicBezTo>
                    <a:close/>
                    <a:moveTo>
                      <a:pt x="847" y="0"/>
                    </a:moveTo>
                    <a:cubicBezTo>
                      <a:pt x="378" y="0"/>
                      <a:pt x="0" y="383"/>
                      <a:pt x="0" y="847"/>
                    </a:cubicBezTo>
                    <a:cubicBezTo>
                      <a:pt x="0" y="1316"/>
                      <a:pt x="378" y="1693"/>
                      <a:pt x="847" y="1693"/>
                    </a:cubicBezTo>
                    <a:cubicBezTo>
                      <a:pt x="1310" y="1693"/>
                      <a:pt x="1693" y="1316"/>
                      <a:pt x="1693" y="847"/>
                    </a:cubicBezTo>
                    <a:cubicBezTo>
                      <a:pt x="1693" y="383"/>
                      <a:pt x="1310" y="0"/>
                      <a:pt x="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40" name="Google Shape;3940;p64">
              <a:extLst>
                <a:ext uri="{FF2B5EF4-FFF2-40B4-BE49-F238E27FC236}">
                  <a16:creationId xmlns:a16="http://schemas.microsoft.com/office/drawing/2014/main" id="{624D38CE-4877-EECC-790B-12EC0CCCD175}"/>
                </a:ext>
              </a:extLst>
            </p:cNvPr>
            <p:cNvGrpSpPr/>
            <p:nvPr/>
          </p:nvGrpSpPr>
          <p:grpSpPr>
            <a:xfrm>
              <a:off x="508354" y="233106"/>
              <a:ext cx="413492" cy="477893"/>
              <a:chOff x="8193917" y="2850456"/>
              <a:chExt cx="413492" cy="477893"/>
            </a:xfrm>
          </p:grpSpPr>
          <p:sp>
            <p:nvSpPr>
              <p:cNvPr id="3941" name="Google Shape;3941;p64">
                <a:extLst>
                  <a:ext uri="{FF2B5EF4-FFF2-40B4-BE49-F238E27FC236}">
                    <a16:creationId xmlns:a16="http://schemas.microsoft.com/office/drawing/2014/main" id="{B1309B57-96B7-B0FF-3867-B95E7DF09390}"/>
                  </a:ext>
                </a:extLst>
              </p:cNvPr>
              <p:cNvSpPr/>
              <p:nvPr/>
            </p:nvSpPr>
            <p:spPr>
              <a:xfrm>
                <a:off x="8197915" y="2878818"/>
                <a:ext cx="406988" cy="445426"/>
              </a:xfrm>
              <a:custGeom>
                <a:avLst/>
                <a:gdLst/>
                <a:ahLst/>
                <a:cxnLst/>
                <a:rect l="l" t="t" r="r" b="b"/>
                <a:pathLst>
                  <a:path w="7634" h="8355" extrusionOk="0">
                    <a:moveTo>
                      <a:pt x="3809" y="0"/>
                    </a:moveTo>
                    <a:cubicBezTo>
                      <a:pt x="1775" y="0"/>
                      <a:pt x="98" y="1616"/>
                      <a:pt x="35" y="3663"/>
                    </a:cubicBezTo>
                    <a:cubicBezTo>
                      <a:pt x="0" y="4875"/>
                      <a:pt x="546" y="5977"/>
                      <a:pt x="1416" y="6691"/>
                    </a:cubicBezTo>
                    <a:lnTo>
                      <a:pt x="1010" y="8355"/>
                    </a:lnTo>
                    <a:lnTo>
                      <a:pt x="1010" y="8355"/>
                    </a:lnTo>
                    <a:lnTo>
                      <a:pt x="2814" y="7410"/>
                    </a:lnTo>
                    <a:cubicBezTo>
                      <a:pt x="3092" y="7485"/>
                      <a:pt x="3387" y="7532"/>
                      <a:pt x="3690" y="7538"/>
                    </a:cubicBezTo>
                    <a:cubicBezTo>
                      <a:pt x="3729" y="7539"/>
                      <a:pt x="3768" y="7540"/>
                      <a:pt x="3808" y="7540"/>
                    </a:cubicBezTo>
                    <a:cubicBezTo>
                      <a:pt x="5838" y="7540"/>
                      <a:pt x="7514" y="5926"/>
                      <a:pt x="7570" y="3883"/>
                    </a:cubicBezTo>
                    <a:cubicBezTo>
                      <a:pt x="7634" y="1801"/>
                      <a:pt x="5992" y="66"/>
                      <a:pt x="3915" y="2"/>
                    </a:cubicBezTo>
                    <a:cubicBezTo>
                      <a:pt x="3880" y="1"/>
                      <a:pt x="3845" y="0"/>
                      <a:pt x="38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2" name="Google Shape;3942;p64">
                <a:extLst>
                  <a:ext uri="{FF2B5EF4-FFF2-40B4-BE49-F238E27FC236}">
                    <a16:creationId xmlns:a16="http://schemas.microsoft.com/office/drawing/2014/main" id="{8282BF4C-16ED-8F0E-2E84-E06083D85B4A}"/>
                  </a:ext>
                </a:extLst>
              </p:cNvPr>
              <p:cNvSpPr/>
              <p:nvPr/>
            </p:nvSpPr>
            <p:spPr>
              <a:xfrm>
                <a:off x="8193917" y="2874766"/>
                <a:ext cx="413492" cy="453583"/>
              </a:xfrm>
              <a:custGeom>
                <a:avLst/>
                <a:gdLst/>
                <a:ahLst/>
                <a:cxnLst/>
                <a:rect l="l" t="t" r="r" b="b"/>
                <a:pathLst>
                  <a:path w="7756" h="8508" extrusionOk="0">
                    <a:moveTo>
                      <a:pt x="3875" y="154"/>
                    </a:moveTo>
                    <a:cubicBezTo>
                      <a:pt x="3915" y="154"/>
                      <a:pt x="3950" y="154"/>
                      <a:pt x="3985" y="160"/>
                    </a:cubicBezTo>
                    <a:cubicBezTo>
                      <a:pt x="4972" y="189"/>
                      <a:pt x="5888" y="594"/>
                      <a:pt x="6566" y="1314"/>
                    </a:cubicBezTo>
                    <a:cubicBezTo>
                      <a:pt x="7239" y="2034"/>
                      <a:pt x="7599" y="2974"/>
                      <a:pt x="7569" y="3954"/>
                    </a:cubicBezTo>
                    <a:cubicBezTo>
                      <a:pt x="7540" y="4939"/>
                      <a:pt x="7129" y="5855"/>
                      <a:pt x="6410" y="6535"/>
                    </a:cubicBezTo>
                    <a:cubicBezTo>
                      <a:pt x="5711" y="7187"/>
                      <a:pt x="4811" y="7540"/>
                      <a:pt x="3858" y="7540"/>
                    </a:cubicBezTo>
                    <a:cubicBezTo>
                      <a:pt x="3829" y="7540"/>
                      <a:pt x="3799" y="7539"/>
                      <a:pt x="3770" y="7539"/>
                    </a:cubicBezTo>
                    <a:cubicBezTo>
                      <a:pt x="3475" y="7526"/>
                      <a:pt x="3184" y="7486"/>
                      <a:pt x="2906" y="7411"/>
                    </a:cubicBezTo>
                    <a:cubicBezTo>
                      <a:pt x="2899" y="7408"/>
                      <a:pt x="2891" y="7407"/>
                      <a:pt x="2882" y="7407"/>
                    </a:cubicBezTo>
                    <a:cubicBezTo>
                      <a:pt x="2870" y="7407"/>
                      <a:pt x="2858" y="7410"/>
                      <a:pt x="2848" y="7416"/>
                    </a:cubicBezTo>
                    <a:lnTo>
                      <a:pt x="1200" y="8281"/>
                    </a:lnTo>
                    <a:lnTo>
                      <a:pt x="1566" y="6784"/>
                    </a:lnTo>
                    <a:cubicBezTo>
                      <a:pt x="1577" y="6755"/>
                      <a:pt x="1566" y="6726"/>
                      <a:pt x="1543" y="6703"/>
                    </a:cubicBezTo>
                    <a:cubicBezTo>
                      <a:pt x="649" y="5972"/>
                      <a:pt x="156" y="4893"/>
                      <a:pt x="185" y="3739"/>
                    </a:cubicBezTo>
                    <a:cubicBezTo>
                      <a:pt x="249" y="1743"/>
                      <a:pt x="1891" y="154"/>
                      <a:pt x="3875" y="154"/>
                    </a:cubicBezTo>
                    <a:close/>
                    <a:moveTo>
                      <a:pt x="3873" y="1"/>
                    </a:moveTo>
                    <a:cubicBezTo>
                      <a:pt x="1802" y="1"/>
                      <a:pt x="91" y="1655"/>
                      <a:pt x="35" y="3732"/>
                    </a:cubicBezTo>
                    <a:cubicBezTo>
                      <a:pt x="0" y="4923"/>
                      <a:pt x="498" y="6029"/>
                      <a:pt x="1403" y="6795"/>
                    </a:cubicBezTo>
                    <a:lnTo>
                      <a:pt x="1009" y="8409"/>
                    </a:lnTo>
                    <a:cubicBezTo>
                      <a:pt x="997" y="8444"/>
                      <a:pt x="1009" y="8473"/>
                      <a:pt x="1032" y="8489"/>
                    </a:cubicBezTo>
                    <a:cubicBezTo>
                      <a:pt x="1050" y="8501"/>
                      <a:pt x="1066" y="8508"/>
                      <a:pt x="1085" y="8508"/>
                    </a:cubicBezTo>
                    <a:cubicBezTo>
                      <a:pt x="1096" y="8508"/>
                      <a:pt x="1108" y="8508"/>
                      <a:pt x="1119" y="8501"/>
                    </a:cubicBezTo>
                    <a:lnTo>
                      <a:pt x="2894" y="7568"/>
                    </a:lnTo>
                    <a:cubicBezTo>
                      <a:pt x="3178" y="7643"/>
                      <a:pt x="3468" y="7683"/>
                      <a:pt x="3765" y="7695"/>
                    </a:cubicBezTo>
                    <a:cubicBezTo>
                      <a:pt x="3802" y="7696"/>
                      <a:pt x="3840" y="7696"/>
                      <a:pt x="3877" y="7696"/>
                    </a:cubicBezTo>
                    <a:cubicBezTo>
                      <a:pt x="4862" y="7696"/>
                      <a:pt x="5799" y="7326"/>
                      <a:pt x="6520" y="6645"/>
                    </a:cubicBezTo>
                    <a:cubicBezTo>
                      <a:pt x="7269" y="5943"/>
                      <a:pt x="7692" y="4985"/>
                      <a:pt x="7727" y="3959"/>
                    </a:cubicBezTo>
                    <a:cubicBezTo>
                      <a:pt x="7756" y="2932"/>
                      <a:pt x="7384" y="1957"/>
                      <a:pt x="6677" y="1210"/>
                    </a:cubicBezTo>
                    <a:cubicBezTo>
                      <a:pt x="5974" y="461"/>
                      <a:pt x="5018" y="32"/>
                      <a:pt x="3990" y="3"/>
                    </a:cubicBezTo>
                    <a:cubicBezTo>
                      <a:pt x="3951" y="1"/>
                      <a:pt x="3912" y="1"/>
                      <a:pt x="38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3" name="Google Shape;3943;p64">
                <a:extLst>
                  <a:ext uri="{FF2B5EF4-FFF2-40B4-BE49-F238E27FC236}">
                    <a16:creationId xmlns:a16="http://schemas.microsoft.com/office/drawing/2014/main" id="{4916D424-0BFC-CAC7-7351-D2FE54B1BD01}"/>
                  </a:ext>
                </a:extLst>
              </p:cNvPr>
              <p:cNvSpPr/>
              <p:nvPr/>
            </p:nvSpPr>
            <p:spPr>
              <a:xfrm>
                <a:off x="8198768" y="2854454"/>
                <a:ext cx="402136" cy="449798"/>
              </a:xfrm>
              <a:custGeom>
                <a:avLst/>
                <a:gdLst/>
                <a:ahLst/>
                <a:cxnLst/>
                <a:rect l="l" t="t" r="r" b="b"/>
                <a:pathLst>
                  <a:path w="7543" h="8437" extrusionOk="0">
                    <a:moveTo>
                      <a:pt x="3772" y="1"/>
                    </a:moveTo>
                    <a:cubicBezTo>
                      <a:pt x="1690" y="1"/>
                      <a:pt x="1" y="1690"/>
                      <a:pt x="1" y="3772"/>
                    </a:cubicBezTo>
                    <a:cubicBezTo>
                      <a:pt x="1" y="4990"/>
                      <a:pt x="581" y="6069"/>
                      <a:pt x="1475" y="6759"/>
                    </a:cubicBezTo>
                    <a:lnTo>
                      <a:pt x="1115" y="8436"/>
                    </a:lnTo>
                    <a:lnTo>
                      <a:pt x="2890" y="7438"/>
                    </a:lnTo>
                    <a:cubicBezTo>
                      <a:pt x="3175" y="7508"/>
                      <a:pt x="3470" y="7542"/>
                      <a:pt x="3772" y="7542"/>
                    </a:cubicBezTo>
                    <a:cubicBezTo>
                      <a:pt x="5855" y="7542"/>
                      <a:pt x="7542" y="5854"/>
                      <a:pt x="7542" y="3772"/>
                    </a:cubicBezTo>
                    <a:cubicBezTo>
                      <a:pt x="7542" y="1690"/>
                      <a:pt x="5855" y="1"/>
                      <a:pt x="37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4" name="Google Shape;3944;p64">
                <a:extLst>
                  <a:ext uri="{FF2B5EF4-FFF2-40B4-BE49-F238E27FC236}">
                    <a16:creationId xmlns:a16="http://schemas.microsoft.com/office/drawing/2014/main" id="{AA7E5DE4-7F6A-FC62-8865-311AD8515879}"/>
                  </a:ext>
                </a:extLst>
              </p:cNvPr>
              <p:cNvSpPr/>
              <p:nvPr/>
            </p:nvSpPr>
            <p:spPr>
              <a:xfrm>
                <a:off x="8194770" y="2850456"/>
                <a:ext cx="410453" cy="457794"/>
              </a:xfrm>
              <a:custGeom>
                <a:avLst/>
                <a:gdLst/>
                <a:ahLst/>
                <a:cxnLst/>
                <a:rect l="l" t="t" r="r" b="b"/>
                <a:pathLst>
                  <a:path w="7699" h="8587" extrusionOk="0">
                    <a:moveTo>
                      <a:pt x="3847" y="158"/>
                    </a:moveTo>
                    <a:cubicBezTo>
                      <a:pt x="5883" y="158"/>
                      <a:pt x="7542" y="1810"/>
                      <a:pt x="7542" y="3847"/>
                    </a:cubicBezTo>
                    <a:cubicBezTo>
                      <a:pt x="7542" y="5883"/>
                      <a:pt x="5883" y="7542"/>
                      <a:pt x="3847" y="7542"/>
                    </a:cubicBezTo>
                    <a:cubicBezTo>
                      <a:pt x="3556" y="7542"/>
                      <a:pt x="3267" y="7507"/>
                      <a:pt x="2983" y="7438"/>
                    </a:cubicBezTo>
                    <a:cubicBezTo>
                      <a:pt x="2978" y="7436"/>
                      <a:pt x="2972" y="7435"/>
                      <a:pt x="2966" y="7435"/>
                    </a:cubicBezTo>
                    <a:cubicBezTo>
                      <a:pt x="2952" y="7435"/>
                      <a:pt x="2937" y="7439"/>
                      <a:pt x="2924" y="7443"/>
                    </a:cubicBezTo>
                    <a:lnTo>
                      <a:pt x="1301" y="8359"/>
                    </a:lnTo>
                    <a:lnTo>
                      <a:pt x="1625" y="6852"/>
                    </a:lnTo>
                    <a:cubicBezTo>
                      <a:pt x="1631" y="6822"/>
                      <a:pt x="1620" y="6793"/>
                      <a:pt x="1596" y="6776"/>
                    </a:cubicBezTo>
                    <a:cubicBezTo>
                      <a:pt x="680" y="6068"/>
                      <a:pt x="158" y="5001"/>
                      <a:pt x="158" y="3847"/>
                    </a:cubicBezTo>
                    <a:cubicBezTo>
                      <a:pt x="158" y="1810"/>
                      <a:pt x="1811" y="158"/>
                      <a:pt x="3847" y="158"/>
                    </a:cubicBezTo>
                    <a:close/>
                    <a:moveTo>
                      <a:pt x="3847" y="1"/>
                    </a:moveTo>
                    <a:cubicBezTo>
                      <a:pt x="1730" y="1"/>
                      <a:pt x="1" y="1724"/>
                      <a:pt x="1" y="3847"/>
                    </a:cubicBezTo>
                    <a:cubicBezTo>
                      <a:pt x="1" y="5036"/>
                      <a:pt x="535" y="6132"/>
                      <a:pt x="1463" y="6868"/>
                    </a:cubicBezTo>
                    <a:lnTo>
                      <a:pt x="1115" y="8493"/>
                    </a:lnTo>
                    <a:cubicBezTo>
                      <a:pt x="1109" y="8522"/>
                      <a:pt x="1120" y="8557"/>
                      <a:pt x="1144" y="8574"/>
                    </a:cubicBezTo>
                    <a:cubicBezTo>
                      <a:pt x="1155" y="8581"/>
                      <a:pt x="1173" y="8586"/>
                      <a:pt x="1190" y="8586"/>
                    </a:cubicBezTo>
                    <a:cubicBezTo>
                      <a:pt x="1202" y="8586"/>
                      <a:pt x="1219" y="8586"/>
                      <a:pt x="1231" y="8581"/>
                    </a:cubicBezTo>
                    <a:lnTo>
                      <a:pt x="2977" y="7594"/>
                    </a:lnTo>
                    <a:cubicBezTo>
                      <a:pt x="3261" y="7663"/>
                      <a:pt x="3551" y="7698"/>
                      <a:pt x="3847" y="7698"/>
                    </a:cubicBezTo>
                    <a:cubicBezTo>
                      <a:pt x="5970" y="7698"/>
                      <a:pt x="7698" y="5970"/>
                      <a:pt x="7698" y="3847"/>
                    </a:cubicBezTo>
                    <a:cubicBezTo>
                      <a:pt x="7698" y="1724"/>
                      <a:pt x="5970" y="1"/>
                      <a:pt x="3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5" name="Google Shape;3945;p64">
                <a:extLst>
                  <a:ext uri="{FF2B5EF4-FFF2-40B4-BE49-F238E27FC236}">
                    <a16:creationId xmlns:a16="http://schemas.microsoft.com/office/drawing/2014/main" id="{B76AA1F7-E740-885F-5B9B-15FD96E1EE7B}"/>
                  </a:ext>
                </a:extLst>
              </p:cNvPr>
              <p:cNvSpPr/>
              <p:nvPr/>
            </p:nvSpPr>
            <p:spPr>
              <a:xfrm>
                <a:off x="8298409" y="3035129"/>
                <a:ext cx="36839" cy="3715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697" extrusionOk="0">
                    <a:moveTo>
                      <a:pt x="348" y="0"/>
                    </a:moveTo>
                    <a:cubicBezTo>
                      <a:pt x="158" y="0"/>
                      <a:pt x="0" y="156"/>
                      <a:pt x="0" y="348"/>
                    </a:cubicBezTo>
                    <a:cubicBezTo>
                      <a:pt x="0" y="539"/>
                      <a:pt x="158" y="697"/>
                      <a:pt x="348" y="697"/>
                    </a:cubicBezTo>
                    <a:cubicBezTo>
                      <a:pt x="540" y="697"/>
                      <a:pt x="691" y="539"/>
                      <a:pt x="691" y="348"/>
                    </a:cubicBezTo>
                    <a:cubicBezTo>
                      <a:pt x="691" y="156"/>
                      <a:pt x="540" y="0"/>
                      <a:pt x="3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6" name="Google Shape;3946;p64">
                <a:extLst>
                  <a:ext uri="{FF2B5EF4-FFF2-40B4-BE49-F238E27FC236}">
                    <a16:creationId xmlns:a16="http://schemas.microsoft.com/office/drawing/2014/main" id="{AD0ECEEF-5E28-C0EF-B512-465E46A6FE3B}"/>
                  </a:ext>
                </a:extLst>
              </p:cNvPr>
              <p:cNvSpPr/>
              <p:nvPr/>
            </p:nvSpPr>
            <p:spPr>
              <a:xfrm>
                <a:off x="8294410" y="3031024"/>
                <a:ext cx="45156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847" h="849" extrusionOk="0">
                    <a:moveTo>
                      <a:pt x="423" y="158"/>
                    </a:moveTo>
                    <a:cubicBezTo>
                      <a:pt x="568" y="158"/>
                      <a:pt x="691" y="274"/>
                      <a:pt x="691" y="425"/>
                    </a:cubicBezTo>
                    <a:cubicBezTo>
                      <a:pt x="691" y="570"/>
                      <a:pt x="568" y="691"/>
                      <a:pt x="423" y="691"/>
                    </a:cubicBezTo>
                    <a:cubicBezTo>
                      <a:pt x="273" y="691"/>
                      <a:pt x="156" y="570"/>
                      <a:pt x="156" y="425"/>
                    </a:cubicBezTo>
                    <a:cubicBezTo>
                      <a:pt x="156" y="274"/>
                      <a:pt x="273" y="158"/>
                      <a:pt x="423" y="158"/>
                    </a:cubicBezTo>
                    <a:close/>
                    <a:moveTo>
                      <a:pt x="423" y="1"/>
                    </a:moveTo>
                    <a:cubicBezTo>
                      <a:pt x="185" y="1"/>
                      <a:pt x="0" y="193"/>
                      <a:pt x="0" y="425"/>
                    </a:cubicBezTo>
                    <a:cubicBezTo>
                      <a:pt x="0" y="657"/>
                      <a:pt x="185" y="849"/>
                      <a:pt x="423" y="849"/>
                    </a:cubicBezTo>
                    <a:cubicBezTo>
                      <a:pt x="656" y="849"/>
                      <a:pt x="847" y="657"/>
                      <a:pt x="847" y="425"/>
                    </a:cubicBezTo>
                    <a:cubicBezTo>
                      <a:pt x="847" y="193"/>
                      <a:pt x="656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7" name="Google Shape;3947;p64">
                <a:extLst>
                  <a:ext uri="{FF2B5EF4-FFF2-40B4-BE49-F238E27FC236}">
                    <a16:creationId xmlns:a16="http://schemas.microsoft.com/office/drawing/2014/main" id="{AD759279-3A08-9C2A-45B5-78775842FA8D}"/>
                  </a:ext>
                </a:extLst>
              </p:cNvPr>
              <p:cNvSpPr/>
              <p:nvPr/>
            </p:nvSpPr>
            <p:spPr>
              <a:xfrm>
                <a:off x="8383442" y="3035129"/>
                <a:ext cx="36892" cy="37159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97" extrusionOk="0">
                    <a:moveTo>
                      <a:pt x="349" y="0"/>
                    </a:moveTo>
                    <a:cubicBezTo>
                      <a:pt x="157" y="0"/>
                      <a:pt x="1" y="156"/>
                      <a:pt x="1" y="348"/>
                    </a:cubicBezTo>
                    <a:cubicBezTo>
                      <a:pt x="1" y="539"/>
                      <a:pt x="157" y="697"/>
                      <a:pt x="349" y="697"/>
                    </a:cubicBezTo>
                    <a:cubicBezTo>
                      <a:pt x="539" y="697"/>
                      <a:pt x="691" y="539"/>
                      <a:pt x="691" y="348"/>
                    </a:cubicBezTo>
                    <a:cubicBezTo>
                      <a:pt x="691" y="156"/>
                      <a:pt x="539" y="0"/>
                      <a:pt x="3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8" name="Google Shape;3948;p64">
                <a:extLst>
                  <a:ext uri="{FF2B5EF4-FFF2-40B4-BE49-F238E27FC236}">
                    <a16:creationId xmlns:a16="http://schemas.microsoft.com/office/drawing/2014/main" id="{D6069EEE-BECF-B175-B546-A7DC89C8C130}"/>
                  </a:ext>
                </a:extLst>
              </p:cNvPr>
              <p:cNvSpPr/>
              <p:nvPr/>
            </p:nvSpPr>
            <p:spPr>
              <a:xfrm>
                <a:off x="8379123" y="3031024"/>
                <a:ext cx="45476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853" h="849" extrusionOk="0">
                    <a:moveTo>
                      <a:pt x="430" y="158"/>
                    </a:moveTo>
                    <a:cubicBezTo>
                      <a:pt x="575" y="158"/>
                      <a:pt x="697" y="274"/>
                      <a:pt x="697" y="425"/>
                    </a:cubicBezTo>
                    <a:cubicBezTo>
                      <a:pt x="697" y="570"/>
                      <a:pt x="575" y="691"/>
                      <a:pt x="430" y="691"/>
                    </a:cubicBezTo>
                    <a:cubicBezTo>
                      <a:pt x="279" y="691"/>
                      <a:pt x="157" y="570"/>
                      <a:pt x="157" y="425"/>
                    </a:cubicBezTo>
                    <a:cubicBezTo>
                      <a:pt x="157" y="274"/>
                      <a:pt x="279" y="158"/>
                      <a:pt x="430" y="158"/>
                    </a:cubicBezTo>
                    <a:close/>
                    <a:moveTo>
                      <a:pt x="430" y="1"/>
                    </a:moveTo>
                    <a:cubicBezTo>
                      <a:pt x="192" y="1"/>
                      <a:pt x="1" y="193"/>
                      <a:pt x="1" y="425"/>
                    </a:cubicBezTo>
                    <a:cubicBezTo>
                      <a:pt x="1" y="657"/>
                      <a:pt x="192" y="849"/>
                      <a:pt x="430" y="849"/>
                    </a:cubicBezTo>
                    <a:cubicBezTo>
                      <a:pt x="662" y="849"/>
                      <a:pt x="853" y="657"/>
                      <a:pt x="853" y="425"/>
                    </a:cubicBezTo>
                    <a:cubicBezTo>
                      <a:pt x="853" y="193"/>
                      <a:pt x="662" y="1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9" name="Google Shape;3949;p64">
                <a:extLst>
                  <a:ext uri="{FF2B5EF4-FFF2-40B4-BE49-F238E27FC236}">
                    <a16:creationId xmlns:a16="http://schemas.microsoft.com/office/drawing/2014/main" id="{8805BA42-318A-0996-B759-0CD6873508C1}"/>
                  </a:ext>
                </a:extLst>
              </p:cNvPr>
              <p:cNvSpPr/>
              <p:nvPr/>
            </p:nvSpPr>
            <p:spPr>
              <a:xfrm>
                <a:off x="8468528" y="3035129"/>
                <a:ext cx="36839" cy="3715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697" extrusionOk="0">
                    <a:moveTo>
                      <a:pt x="343" y="0"/>
                    </a:moveTo>
                    <a:cubicBezTo>
                      <a:pt x="156" y="0"/>
                      <a:pt x="0" y="156"/>
                      <a:pt x="0" y="348"/>
                    </a:cubicBezTo>
                    <a:cubicBezTo>
                      <a:pt x="0" y="539"/>
                      <a:pt x="156" y="697"/>
                      <a:pt x="343" y="697"/>
                    </a:cubicBezTo>
                    <a:cubicBezTo>
                      <a:pt x="533" y="697"/>
                      <a:pt x="691" y="539"/>
                      <a:pt x="691" y="348"/>
                    </a:cubicBezTo>
                    <a:cubicBezTo>
                      <a:pt x="691" y="156"/>
                      <a:pt x="533" y="0"/>
                      <a:pt x="3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0" name="Google Shape;3950;p64">
                <a:extLst>
                  <a:ext uri="{FF2B5EF4-FFF2-40B4-BE49-F238E27FC236}">
                    <a16:creationId xmlns:a16="http://schemas.microsoft.com/office/drawing/2014/main" id="{EBDBBC5D-DFAB-4D01-7884-85DC81BCD406}"/>
                  </a:ext>
                </a:extLst>
              </p:cNvPr>
              <p:cNvSpPr/>
              <p:nvPr/>
            </p:nvSpPr>
            <p:spPr>
              <a:xfrm>
                <a:off x="8464156" y="3031024"/>
                <a:ext cx="45529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854" h="849" extrusionOk="0">
                    <a:moveTo>
                      <a:pt x="425" y="158"/>
                    </a:moveTo>
                    <a:cubicBezTo>
                      <a:pt x="575" y="158"/>
                      <a:pt x="696" y="274"/>
                      <a:pt x="696" y="425"/>
                    </a:cubicBezTo>
                    <a:cubicBezTo>
                      <a:pt x="696" y="570"/>
                      <a:pt x="575" y="691"/>
                      <a:pt x="425" y="691"/>
                    </a:cubicBezTo>
                    <a:cubicBezTo>
                      <a:pt x="278" y="691"/>
                      <a:pt x="157" y="570"/>
                      <a:pt x="157" y="425"/>
                    </a:cubicBezTo>
                    <a:cubicBezTo>
                      <a:pt x="157" y="274"/>
                      <a:pt x="278" y="158"/>
                      <a:pt x="425" y="158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0" y="193"/>
                      <a:pt x="0" y="425"/>
                    </a:cubicBezTo>
                    <a:cubicBezTo>
                      <a:pt x="0" y="657"/>
                      <a:pt x="192" y="849"/>
                      <a:pt x="425" y="849"/>
                    </a:cubicBezTo>
                    <a:cubicBezTo>
                      <a:pt x="661" y="849"/>
                      <a:pt x="853" y="657"/>
                      <a:pt x="853" y="425"/>
                    </a:cubicBezTo>
                    <a:cubicBezTo>
                      <a:pt x="853" y="193"/>
                      <a:pt x="661" y="1"/>
                      <a:pt x="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1" name="Google Shape;3951;p64">
              <a:extLst>
                <a:ext uri="{FF2B5EF4-FFF2-40B4-BE49-F238E27FC236}">
                  <a16:creationId xmlns:a16="http://schemas.microsoft.com/office/drawing/2014/main" id="{F46E58D8-7AE1-F7CB-F46F-F2E68178D8F5}"/>
                </a:ext>
              </a:extLst>
            </p:cNvPr>
            <p:cNvGrpSpPr/>
            <p:nvPr/>
          </p:nvGrpSpPr>
          <p:grpSpPr>
            <a:xfrm>
              <a:off x="1442029" y="350211"/>
              <a:ext cx="100034" cy="95227"/>
              <a:chOff x="2363375" y="2639225"/>
              <a:chExt cx="72625" cy="69125"/>
            </a:xfrm>
          </p:grpSpPr>
          <p:sp>
            <p:nvSpPr>
              <p:cNvPr id="3952" name="Google Shape;3952;p64">
                <a:extLst>
                  <a:ext uri="{FF2B5EF4-FFF2-40B4-BE49-F238E27FC236}">
                    <a16:creationId xmlns:a16="http://schemas.microsoft.com/office/drawing/2014/main" id="{4F1CB359-F912-D566-3367-80BFC7D2B94D}"/>
                  </a:ext>
                </a:extLst>
              </p:cNvPr>
              <p:cNvSpPr/>
              <p:nvPr/>
            </p:nvSpPr>
            <p:spPr>
              <a:xfrm>
                <a:off x="2364900" y="2642200"/>
                <a:ext cx="68050" cy="63200"/>
              </a:xfrm>
              <a:custGeom>
                <a:avLst/>
                <a:gdLst/>
                <a:ahLst/>
                <a:cxnLst/>
                <a:rect l="l" t="t" r="r" b="b"/>
                <a:pathLst>
                  <a:path w="2722" h="2528" extrusionOk="0">
                    <a:moveTo>
                      <a:pt x="1358" y="0"/>
                    </a:moveTo>
                    <a:cubicBezTo>
                      <a:pt x="738" y="0"/>
                      <a:pt x="199" y="440"/>
                      <a:pt x="104" y="1077"/>
                    </a:cubicBezTo>
                    <a:cubicBezTo>
                      <a:pt x="0" y="1763"/>
                      <a:pt x="478" y="2409"/>
                      <a:pt x="1167" y="2513"/>
                    </a:cubicBezTo>
                    <a:cubicBezTo>
                      <a:pt x="1232" y="2523"/>
                      <a:pt x="1297" y="2528"/>
                      <a:pt x="1360" y="2528"/>
                    </a:cubicBezTo>
                    <a:cubicBezTo>
                      <a:pt x="1973" y="2528"/>
                      <a:pt x="2508" y="2088"/>
                      <a:pt x="2603" y="1450"/>
                    </a:cubicBezTo>
                    <a:cubicBezTo>
                      <a:pt x="2721" y="761"/>
                      <a:pt x="2244" y="119"/>
                      <a:pt x="1555" y="15"/>
                    </a:cubicBezTo>
                    <a:cubicBezTo>
                      <a:pt x="1489" y="5"/>
                      <a:pt x="1423" y="0"/>
                      <a:pt x="13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64">
                <a:extLst>
                  <a:ext uri="{FF2B5EF4-FFF2-40B4-BE49-F238E27FC236}">
                    <a16:creationId xmlns:a16="http://schemas.microsoft.com/office/drawing/2014/main" id="{C60CBE0B-73C6-AC2E-4983-C208CDB53D3B}"/>
                  </a:ext>
                </a:extLst>
              </p:cNvPr>
              <p:cNvSpPr/>
              <p:nvPr/>
            </p:nvSpPr>
            <p:spPr>
              <a:xfrm>
                <a:off x="2363375" y="2639225"/>
                <a:ext cx="72625" cy="69125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765" extrusionOk="0">
                    <a:moveTo>
                      <a:pt x="1422" y="223"/>
                    </a:moveTo>
                    <a:cubicBezTo>
                      <a:pt x="1483" y="223"/>
                      <a:pt x="1526" y="223"/>
                      <a:pt x="1587" y="238"/>
                    </a:cubicBezTo>
                    <a:cubicBezTo>
                      <a:pt x="2229" y="342"/>
                      <a:pt x="2664" y="927"/>
                      <a:pt x="2560" y="1555"/>
                    </a:cubicBezTo>
                    <a:cubicBezTo>
                      <a:pt x="2478" y="2128"/>
                      <a:pt x="1972" y="2540"/>
                      <a:pt x="1407" y="2540"/>
                    </a:cubicBezTo>
                    <a:cubicBezTo>
                      <a:pt x="1353" y="2540"/>
                      <a:pt x="1298" y="2536"/>
                      <a:pt x="1242" y="2528"/>
                    </a:cubicBezTo>
                    <a:cubicBezTo>
                      <a:pt x="944" y="2481"/>
                      <a:pt x="675" y="2316"/>
                      <a:pt x="481" y="2061"/>
                    </a:cubicBezTo>
                    <a:cubicBezTo>
                      <a:pt x="302" y="1824"/>
                      <a:pt x="226" y="1508"/>
                      <a:pt x="270" y="1211"/>
                    </a:cubicBezTo>
                    <a:cubicBezTo>
                      <a:pt x="316" y="895"/>
                      <a:pt x="481" y="625"/>
                      <a:pt x="736" y="446"/>
                    </a:cubicBezTo>
                    <a:cubicBezTo>
                      <a:pt x="930" y="299"/>
                      <a:pt x="1167" y="223"/>
                      <a:pt x="1422" y="223"/>
                    </a:cubicBezTo>
                    <a:close/>
                    <a:moveTo>
                      <a:pt x="1430" y="1"/>
                    </a:moveTo>
                    <a:cubicBezTo>
                      <a:pt x="748" y="1"/>
                      <a:pt x="156" y="486"/>
                      <a:pt x="61" y="1182"/>
                    </a:cubicBezTo>
                    <a:cubicBezTo>
                      <a:pt x="0" y="1541"/>
                      <a:pt x="90" y="1900"/>
                      <a:pt x="302" y="2198"/>
                    </a:cubicBezTo>
                    <a:cubicBezTo>
                      <a:pt x="524" y="2496"/>
                      <a:pt x="840" y="2689"/>
                      <a:pt x="1214" y="2750"/>
                    </a:cubicBezTo>
                    <a:cubicBezTo>
                      <a:pt x="1275" y="2750"/>
                      <a:pt x="1346" y="2765"/>
                      <a:pt x="1422" y="2765"/>
                    </a:cubicBezTo>
                    <a:cubicBezTo>
                      <a:pt x="2082" y="2765"/>
                      <a:pt x="2678" y="2273"/>
                      <a:pt x="2782" y="1584"/>
                    </a:cubicBezTo>
                    <a:cubicBezTo>
                      <a:pt x="2904" y="837"/>
                      <a:pt x="2380" y="134"/>
                      <a:pt x="1634" y="15"/>
                    </a:cubicBezTo>
                    <a:cubicBezTo>
                      <a:pt x="1565" y="6"/>
                      <a:pt x="1497" y="1"/>
                      <a:pt x="1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4" name="Google Shape;3954;p64">
              <a:extLst>
                <a:ext uri="{FF2B5EF4-FFF2-40B4-BE49-F238E27FC236}">
                  <a16:creationId xmlns:a16="http://schemas.microsoft.com/office/drawing/2014/main" id="{D8FA9085-14C4-A37C-288E-26FBFF0405CE}"/>
                </a:ext>
              </a:extLst>
            </p:cNvPr>
            <p:cNvGrpSpPr/>
            <p:nvPr/>
          </p:nvGrpSpPr>
          <p:grpSpPr>
            <a:xfrm>
              <a:off x="1088191" y="290021"/>
              <a:ext cx="62327" cy="60167"/>
              <a:chOff x="3340075" y="2974625"/>
              <a:chExt cx="45250" cy="43675"/>
            </a:xfrm>
          </p:grpSpPr>
          <p:sp>
            <p:nvSpPr>
              <p:cNvPr id="3955" name="Google Shape;3955;p64">
                <a:extLst>
                  <a:ext uri="{FF2B5EF4-FFF2-40B4-BE49-F238E27FC236}">
                    <a16:creationId xmlns:a16="http://schemas.microsoft.com/office/drawing/2014/main" id="{303D1922-42C0-B171-CF2A-B55A6CA8BC46}"/>
                  </a:ext>
                </a:extLst>
              </p:cNvPr>
              <p:cNvSpPr/>
              <p:nvPr/>
            </p:nvSpPr>
            <p:spPr>
              <a:xfrm>
                <a:off x="3341150" y="2977325"/>
                <a:ext cx="43450" cy="38250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530" extrusionOk="0">
                    <a:moveTo>
                      <a:pt x="861" y="1"/>
                    </a:moveTo>
                    <a:cubicBezTo>
                      <a:pt x="602" y="1"/>
                      <a:pt x="349" y="133"/>
                      <a:pt x="212" y="368"/>
                    </a:cubicBezTo>
                    <a:cubicBezTo>
                      <a:pt x="1" y="741"/>
                      <a:pt x="105" y="1208"/>
                      <a:pt x="482" y="1416"/>
                    </a:cubicBezTo>
                    <a:cubicBezTo>
                      <a:pt x="605" y="1493"/>
                      <a:pt x="741" y="1529"/>
                      <a:pt x="874" y="1529"/>
                    </a:cubicBezTo>
                    <a:cubicBezTo>
                      <a:pt x="1129" y="1529"/>
                      <a:pt x="1375" y="1397"/>
                      <a:pt x="1512" y="1161"/>
                    </a:cubicBezTo>
                    <a:cubicBezTo>
                      <a:pt x="1738" y="803"/>
                      <a:pt x="1616" y="325"/>
                      <a:pt x="1257" y="113"/>
                    </a:cubicBezTo>
                    <a:cubicBezTo>
                      <a:pt x="1134" y="37"/>
                      <a:pt x="996" y="1"/>
                      <a:pt x="8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6" name="Google Shape;3956;p64">
                <a:extLst>
                  <a:ext uri="{FF2B5EF4-FFF2-40B4-BE49-F238E27FC236}">
                    <a16:creationId xmlns:a16="http://schemas.microsoft.com/office/drawing/2014/main" id="{96204A9D-1861-989C-252A-44B39447D648}"/>
                  </a:ext>
                </a:extLst>
              </p:cNvPr>
              <p:cNvSpPr/>
              <p:nvPr/>
            </p:nvSpPr>
            <p:spPr>
              <a:xfrm>
                <a:off x="3340075" y="2974625"/>
                <a:ext cx="45250" cy="43675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1747" extrusionOk="0">
                    <a:moveTo>
                      <a:pt x="912" y="221"/>
                    </a:moveTo>
                    <a:cubicBezTo>
                      <a:pt x="1016" y="221"/>
                      <a:pt x="1135" y="254"/>
                      <a:pt x="1243" y="311"/>
                    </a:cubicBezTo>
                    <a:cubicBezTo>
                      <a:pt x="1390" y="401"/>
                      <a:pt x="1494" y="552"/>
                      <a:pt x="1540" y="717"/>
                    </a:cubicBezTo>
                    <a:cubicBezTo>
                      <a:pt x="1584" y="882"/>
                      <a:pt x="1555" y="1061"/>
                      <a:pt x="1465" y="1208"/>
                    </a:cubicBezTo>
                    <a:cubicBezTo>
                      <a:pt x="1347" y="1416"/>
                      <a:pt x="1133" y="1526"/>
                      <a:pt x="910" y="1526"/>
                    </a:cubicBezTo>
                    <a:cubicBezTo>
                      <a:pt x="794" y="1526"/>
                      <a:pt x="676" y="1496"/>
                      <a:pt x="568" y="1435"/>
                    </a:cubicBezTo>
                    <a:cubicBezTo>
                      <a:pt x="417" y="1345"/>
                      <a:pt x="313" y="1194"/>
                      <a:pt x="270" y="1029"/>
                    </a:cubicBezTo>
                    <a:cubicBezTo>
                      <a:pt x="237" y="867"/>
                      <a:pt x="255" y="688"/>
                      <a:pt x="345" y="537"/>
                    </a:cubicBezTo>
                    <a:cubicBezTo>
                      <a:pt x="464" y="343"/>
                      <a:pt x="686" y="221"/>
                      <a:pt x="912" y="221"/>
                    </a:cubicBezTo>
                    <a:close/>
                    <a:moveTo>
                      <a:pt x="918" y="1"/>
                    </a:moveTo>
                    <a:cubicBezTo>
                      <a:pt x="616" y="1"/>
                      <a:pt x="324" y="153"/>
                      <a:pt x="166" y="433"/>
                    </a:cubicBezTo>
                    <a:cubicBezTo>
                      <a:pt x="44" y="627"/>
                      <a:pt x="1" y="867"/>
                      <a:pt x="58" y="1090"/>
                    </a:cubicBezTo>
                    <a:cubicBezTo>
                      <a:pt x="119" y="1316"/>
                      <a:pt x="255" y="1510"/>
                      <a:pt x="464" y="1628"/>
                    </a:cubicBezTo>
                    <a:cubicBezTo>
                      <a:pt x="596" y="1704"/>
                      <a:pt x="747" y="1747"/>
                      <a:pt x="912" y="1747"/>
                    </a:cubicBezTo>
                    <a:cubicBezTo>
                      <a:pt x="1196" y="1747"/>
                      <a:pt x="1494" y="1600"/>
                      <a:pt x="1659" y="1330"/>
                    </a:cubicBezTo>
                    <a:cubicBezTo>
                      <a:pt x="1781" y="1119"/>
                      <a:pt x="1810" y="882"/>
                      <a:pt x="1749" y="656"/>
                    </a:cubicBezTo>
                    <a:cubicBezTo>
                      <a:pt x="1706" y="433"/>
                      <a:pt x="1555" y="239"/>
                      <a:pt x="1361" y="117"/>
                    </a:cubicBezTo>
                    <a:cubicBezTo>
                      <a:pt x="1221" y="38"/>
                      <a:pt x="1068" y="1"/>
                      <a:pt x="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FB23D60-ADCD-FF66-FD6E-15D87943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52" y="1740041"/>
            <a:ext cx="3929019" cy="276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8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0">
          <a:extLst>
            <a:ext uri="{FF2B5EF4-FFF2-40B4-BE49-F238E27FC236}">
              <a16:creationId xmlns:a16="http://schemas.microsoft.com/office/drawing/2014/main" id="{656726C2-C341-D9BC-ADF3-3D0049C82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49">
            <a:extLst>
              <a:ext uri="{FF2B5EF4-FFF2-40B4-BE49-F238E27FC236}">
                <a16:creationId xmlns:a16="http://schemas.microsoft.com/office/drawing/2014/main" id="{0D40BBBF-F310-E130-AD65-C3F0B65A35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526" y="27085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D" sz="2000" dirty="0" err="1"/>
              <a:t>Anteraja's</a:t>
            </a:r>
            <a:r>
              <a:rPr lang="en-ID" sz="2000" dirty="0"/>
              <a:t> cancellation rate is 14.3% — worth </a:t>
            </a:r>
            <a:br>
              <a:rPr lang="en-ID" sz="2000" dirty="0"/>
            </a:br>
            <a:r>
              <a:rPr lang="en-ID" sz="2000" dirty="0"/>
              <a:t>investigating, not yet conclusive</a:t>
            </a:r>
            <a:endParaRPr sz="2000" dirty="0">
              <a:solidFill>
                <a:schemeClr val="accent4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92D4A7-562C-0009-CF39-CD86751EE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26" y="1714652"/>
            <a:ext cx="8299760" cy="1714196"/>
          </a:xfrm>
          <a:prstGeom prst="rect">
            <a:avLst/>
          </a:prstGeom>
        </p:spPr>
      </p:pic>
      <p:sp>
        <p:nvSpPr>
          <p:cNvPr id="15" name="Google Shape;1320;p43">
            <a:extLst>
              <a:ext uri="{FF2B5EF4-FFF2-40B4-BE49-F238E27FC236}">
                <a16:creationId xmlns:a16="http://schemas.microsoft.com/office/drawing/2014/main" id="{3DD37E07-10A7-3668-2ADD-3B354ABDB175}"/>
              </a:ext>
            </a:extLst>
          </p:cNvPr>
          <p:cNvSpPr txBox="1"/>
          <p:nvPr/>
        </p:nvSpPr>
        <p:spPr>
          <a:xfrm>
            <a:off x="372526" y="3606541"/>
            <a:ext cx="340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000" dirty="0">
                <a:solidFill>
                  <a:schemeClr val="accent4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The Bottleneck</a:t>
            </a:r>
            <a:r>
              <a:rPr lang="en" sz="1000" dirty="0">
                <a:solidFill>
                  <a:schemeClr val="dk1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:</a:t>
            </a:r>
            <a:br>
              <a:rPr lang="en" sz="1000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-ID" sz="1000" dirty="0" err="1"/>
              <a:t>Anteraja's</a:t>
            </a:r>
            <a:r>
              <a:rPr lang="en-ID" sz="1000" dirty="0"/>
              <a:t> cancellation rate (14.3%) is nearly double Pos Indonesia's (7.5%), but on only 307 orders and 44 cancellation events.</a:t>
            </a:r>
            <a:endParaRPr sz="1000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" name="Google Shape;1320;p43">
            <a:extLst>
              <a:ext uri="{FF2B5EF4-FFF2-40B4-BE49-F238E27FC236}">
                <a16:creationId xmlns:a16="http://schemas.microsoft.com/office/drawing/2014/main" id="{11471FE3-E365-D916-DD37-B47582FBDF3D}"/>
              </a:ext>
            </a:extLst>
          </p:cNvPr>
          <p:cNvSpPr txBox="1"/>
          <p:nvPr/>
        </p:nvSpPr>
        <p:spPr>
          <a:xfrm>
            <a:off x="372526" y="4299946"/>
            <a:ext cx="340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000" dirty="0">
                <a:solidFill>
                  <a:schemeClr val="accent4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The Impact</a:t>
            </a:r>
            <a:r>
              <a:rPr lang="en" sz="1000" dirty="0">
                <a:solidFill>
                  <a:schemeClr val="dk1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:</a:t>
            </a:r>
            <a:br>
              <a:rPr lang="en" sz="1000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-ID" sz="1000" dirty="0" err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Anteraja</a:t>
            </a:r>
            <a:r>
              <a:rPr lang="en-ID" sz="1000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also has the lowest return rate (2.6%), suggesting pre-dispatch friction rather than delivery quality.</a:t>
            </a:r>
            <a:endParaRPr sz="1000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" name="Google Shape;1320;p43">
            <a:extLst>
              <a:ext uri="{FF2B5EF4-FFF2-40B4-BE49-F238E27FC236}">
                <a16:creationId xmlns:a16="http://schemas.microsoft.com/office/drawing/2014/main" id="{A52B0052-C9B3-0E98-53A3-CDE7D1A2C495}"/>
              </a:ext>
            </a:extLst>
          </p:cNvPr>
          <p:cNvSpPr txBox="1"/>
          <p:nvPr/>
        </p:nvSpPr>
        <p:spPr>
          <a:xfrm>
            <a:off x="4522406" y="3838246"/>
            <a:ext cx="3610229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000" dirty="0">
                <a:solidFill>
                  <a:schemeClr val="bg2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The Fix</a:t>
            </a:r>
            <a:r>
              <a:rPr lang="en" sz="1000" dirty="0">
                <a:solidFill>
                  <a:schemeClr val="dk1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:</a:t>
            </a:r>
            <a:br>
              <a:rPr lang="en" sz="1000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-ID" sz="1000" dirty="0"/>
              <a:t>Audit Anteraja's dispatch times and pilot a controlled volume shift in one region.</a:t>
            </a:r>
            <a:endParaRPr sz="1000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A51D41A-3C36-674C-6672-2DA2EB5AFC38}"/>
              </a:ext>
            </a:extLst>
          </p:cNvPr>
          <p:cNvSpPr/>
          <p:nvPr/>
        </p:nvSpPr>
        <p:spPr>
          <a:xfrm>
            <a:off x="372526" y="3033486"/>
            <a:ext cx="8074788" cy="395362"/>
          </a:xfrm>
          <a:prstGeom prst="round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3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7">
          <a:extLst>
            <a:ext uri="{FF2B5EF4-FFF2-40B4-BE49-F238E27FC236}">
              <a16:creationId xmlns:a16="http://schemas.microsoft.com/office/drawing/2014/main" id="{5713E099-1C99-0D9C-E40F-296A31203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8" name="Google Shape;3918;p64">
            <a:extLst>
              <a:ext uri="{FF2B5EF4-FFF2-40B4-BE49-F238E27FC236}">
                <a16:creationId xmlns:a16="http://schemas.microsoft.com/office/drawing/2014/main" id="{B71C1290-9847-9890-1044-58B851F419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8191" y="2320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ID" sz="2000" dirty="0"/>
              <a:t>A critical retention risk exists, with </a:t>
            </a:r>
            <a:r>
              <a:rPr lang="en-ID" sz="2000" b="1" dirty="0"/>
              <a:t>135 VIP customers currently 'At Risk'</a:t>
            </a:r>
            <a:r>
              <a:rPr lang="en-ID" sz="2000" dirty="0"/>
              <a:t> and 343 customers lost to inactivity</a:t>
            </a:r>
            <a:endParaRPr sz="2000" dirty="0">
              <a:solidFill>
                <a:schemeClr val="accent4"/>
              </a:solidFill>
            </a:endParaRPr>
          </a:p>
        </p:txBody>
      </p:sp>
      <p:grpSp>
        <p:nvGrpSpPr>
          <p:cNvPr id="3929" name="Google Shape;3929;p64">
            <a:extLst>
              <a:ext uri="{FF2B5EF4-FFF2-40B4-BE49-F238E27FC236}">
                <a16:creationId xmlns:a16="http://schemas.microsoft.com/office/drawing/2014/main" id="{7F09F56E-17D6-5657-010B-FDBBC305E0CB}"/>
              </a:ext>
            </a:extLst>
          </p:cNvPr>
          <p:cNvGrpSpPr/>
          <p:nvPr/>
        </p:nvGrpSpPr>
        <p:grpSpPr>
          <a:xfrm>
            <a:off x="334676" y="233106"/>
            <a:ext cx="1207386" cy="1059216"/>
            <a:chOff x="334676" y="233106"/>
            <a:chExt cx="1207386" cy="1059216"/>
          </a:xfrm>
        </p:grpSpPr>
        <p:grpSp>
          <p:nvGrpSpPr>
            <p:cNvPr id="3930" name="Google Shape;3930;p64">
              <a:extLst>
                <a:ext uri="{FF2B5EF4-FFF2-40B4-BE49-F238E27FC236}">
                  <a16:creationId xmlns:a16="http://schemas.microsoft.com/office/drawing/2014/main" id="{89A3D944-49A3-2242-D486-C0A0D0CF3B47}"/>
                </a:ext>
              </a:extLst>
            </p:cNvPr>
            <p:cNvGrpSpPr/>
            <p:nvPr/>
          </p:nvGrpSpPr>
          <p:grpSpPr>
            <a:xfrm rot="-1226361">
              <a:off x="370095" y="775668"/>
              <a:ext cx="916887" cy="368147"/>
              <a:chOff x="5632718" y="2107339"/>
              <a:chExt cx="916928" cy="368163"/>
            </a:xfrm>
          </p:grpSpPr>
          <p:sp>
            <p:nvSpPr>
              <p:cNvPr id="3931" name="Google Shape;3931;p64">
                <a:extLst>
                  <a:ext uri="{FF2B5EF4-FFF2-40B4-BE49-F238E27FC236}">
                    <a16:creationId xmlns:a16="http://schemas.microsoft.com/office/drawing/2014/main" id="{6284B699-02B4-E6DA-5FA1-54C4A42F7E2F}"/>
                  </a:ext>
                </a:extLst>
              </p:cNvPr>
              <p:cNvSpPr/>
              <p:nvPr/>
            </p:nvSpPr>
            <p:spPr>
              <a:xfrm>
                <a:off x="5695022" y="2168249"/>
                <a:ext cx="792395" cy="254540"/>
              </a:xfrm>
              <a:custGeom>
                <a:avLst/>
                <a:gdLst/>
                <a:ahLst/>
                <a:cxnLst/>
                <a:rect l="l" t="t" r="r" b="b"/>
                <a:pathLst>
                  <a:path w="9666" h="3105" extrusionOk="0">
                    <a:moveTo>
                      <a:pt x="5958" y="1"/>
                    </a:moveTo>
                    <a:lnTo>
                      <a:pt x="2890" y="2877"/>
                    </a:lnTo>
                    <a:lnTo>
                      <a:pt x="146" y="47"/>
                    </a:lnTo>
                    <a:cubicBezTo>
                      <a:pt x="131" y="32"/>
                      <a:pt x="111" y="25"/>
                      <a:pt x="90" y="25"/>
                    </a:cubicBezTo>
                    <a:cubicBezTo>
                      <a:pt x="69" y="25"/>
                      <a:pt x="47" y="32"/>
                      <a:pt x="30" y="47"/>
                    </a:cubicBezTo>
                    <a:cubicBezTo>
                      <a:pt x="1" y="76"/>
                      <a:pt x="1" y="128"/>
                      <a:pt x="30" y="157"/>
                    </a:cubicBezTo>
                    <a:lnTo>
                      <a:pt x="2884" y="3104"/>
                    </a:lnTo>
                    <a:lnTo>
                      <a:pt x="5969" y="210"/>
                    </a:lnTo>
                    <a:lnTo>
                      <a:pt x="9526" y="2965"/>
                    </a:lnTo>
                    <a:cubicBezTo>
                      <a:pt x="9541" y="2977"/>
                      <a:pt x="9559" y="2983"/>
                      <a:pt x="9577" y="2983"/>
                    </a:cubicBezTo>
                    <a:cubicBezTo>
                      <a:pt x="9601" y="2983"/>
                      <a:pt x="9625" y="2972"/>
                      <a:pt x="9642" y="2952"/>
                    </a:cubicBezTo>
                    <a:cubicBezTo>
                      <a:pt x="9665" y="2917"/>
                      <a:pt x="9658" y="2866"/>
                      <a:pt x="9624" y="2837"/>
                    </a:cubicBezTo>
                    <a:lnTo>
                      <a:pt x="59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2" name="Google Shape;3932;p64">
                <a:extLst>
                  <a:ext uri="{FF2B5EF4-FFF2-40B4-BE49-F238E27FC236}">
                    <a16:creationId xmlns:a16="http://schemas.microsoft.com/office/drawing/2014/main" id="{5824F974-5902-B208-87B8-E6E62E08E89F}"/>
                  </a:ext>
                </a:extLst>
              </p:cNvPr>
              <p:cNvSpPr/>
              <p:nvPr/>
            </p:nvSpPr>
            <p:spPr>
              <a:xfrm>
                <a:off x="5639359" y="2114061"/>
                <a:ext cx="125590" cy="125590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1532" extrusionOk="0">
                    <a:moveTo>
                      <a:pt x="766" y="1"/>
                    </a:moveTo>
                    <a:cubicBezTo>
                      <a:pt x="343" y="1"/>
                      <a:pt x="0" y="342"/>
                      <a:pt x="0" y="766"/>
                    </a:cubicBezTo>
                    <a:cubicBezTo>
                      <a:pt x="0" y="1189"/>
                      <a:pt x="343" y="1532"/>
                      <a:pt x="766" y="1532"/>
                    </a:cubicBezTo>
                    <a:cubicBezTo>
                      <a:pt x="1191" y="1532"/>
                      <a:pt x="1532" y="1189"/>
                      <a:pt x="1532" y="766"/>
                    </a:cubicBezTo>
                    <a:cubicBezTo>
                      <a:pt x="1532" y="342"/>
                      <a:pt x="1191" y="1"/>
                      <a:pt x="7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3" name="Google Shape;3933;p64">
                <a:extLst>
                  <a:ext uri="{FF2B5EF4-FFF2-40B4-BE49-F238E27FC236}">
                    <a16:creationId xmlns:a16="http://schemas.microsoft.com/office/drawing/2014/main" id="{4AC4EC6C-F928-5931-D362-F4289516F27A}"/>
                  </a:ext>
                </a:extLst>
              </p:cNvPr>
              <p:cNvSpPr/>
              <p:nvPr/>
            </p:nvSpPr>
            <p:spPr>
              <a:xfrm>
                <a:off x="5632718" y="2107339"/>
                <a:ext cx="139034" cy="138952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695" extrusionOk="0">
                    <a:moveTo>
                      <a:pt x="847" y="158"/>
                    </a:moveTo>
                    <a:cubicBezTo>
                      <a:pt x="1224" y="158"/>
                      <a:pt x="1532" y="465"/>
                      <a:pt x="1532" y="848"/>
                    </a:cubicBezTo>
                    <a:cubicBezTo>
                      <a:pt x="1532" y="1224"/>
                      <a:pt x="1224" y="1532"/>
                      <a:pt x="847" y="1532"/>
                    </a:cubicBezTo>
                    <a:cubicBezTo>
                      <a:pt x="471" y="1532"/>
                      <a:pt x="164" y="1224"/>
                      <a:pt x="164" y="848"/>
                    </a:cubicBezTo>
                    <a:cubicBezTo>
                      <a:pt x="164" y="465"/>
                      <a:pt x="471" y="158"/>
                      <a:pt x="847" y="158"/>
                    </a:cubicBezTo>
                    <a:close/>
                    <a:moveTo>
                      <a:pt x="847" y="0"/>
                    </a:moveTo>
                    <a:cubicBezTo>
                      <a:pt x="378" y="0"/>
                      <a:pt x="1" y="378"/>
                      <a:pt x="1" y="848"/>
                    </a:cubicBezTo>
                    <a:cubicBezTo>
                      <a:pt x="1" y="1312"/>
                      <a:pt x="378" y="1695"/>
                      <a:pt x="847" y="1695"/>
                    </a:cubicBezTo>
                    <a:cubicBezTo>
                      <a:pt x="1312" y="1695"/>
                      <a:pt x="1695" y="1312"/>
                      <a:pt x="1695" y="848"/>
                    </a:cubicBezTo>
                    <a:cubicBezTo>
                      <a:pt x="1695" y="378"/>
                      <a:pt x="1312" y="0"/>
                      <a:pt x="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4" name="Google Shape;3934;p64">
                <a:extLst>
                  <a:ext uri="{FF2B5EF4-FFF2-40B4-BE49-F238E27FC236}">
                    <a16:creationId xmlns:a16="http://schemas.microsoft.com/office/drawing/2014/main" id="{8F088391-25BC-7B9F-C9B1-08F7D915A068}"/>
                  </a:ext>
                </a:extLst>
              </p:cNvPr>
              <p:cNvSpPr/>
              <p:nvPr/>
            </p:nvSpPr>
            <p:spPr>
              <a:xfrm>
                <a:off x="6121064" y="2114061"/>
                <a:ext cx="125672" cy="125590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532" extrusionOk="0">
                    <a:moveTo>
                      <a:pt x="767" y="1"/>
                    </a:moveTo>
                    <a:cubicBezTo>
                      <a:pt x="343" y="1"/>
                      <a:pt x="1" y="342"/>
                      <a:pt x="1" y="766"/>
                    </a:cubicBezTo>
                    <a:cubicBezTo>
                      <a:pt x="1" y="1189"/>
                      <a:pt x="343" y="1532"/>
                      <a:pt x="767" y="1532"/>
                    </a:cubicBezTo>
                    <a:cubicBezTo>
                      <a:pt x="1190" y="1532"/>
                      <a:pt x="1532" y="1189"/>
                      <a:pt x="1532" y="766"/>
                    </a:cubicBezTo>
                    <a:cubicBezTo>
                      <a:pt x="1532" y="342"/>
                      <a:pt x="1190" y="1"/>
                      <a:pt x="7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5" name="Google Shape;3935;p64">
                <a:extLst>
                  <a:ext uri="{FF2B5EF4-FFF2-40B4-BE49-F238E27FC236}">
                    <a16:creationId xmlns:a16="http://schemas.microsoft.com/office/drawing/2014/main" id="{0C070CFB-3695-ACC9-5E3E-FC8F457B74A6}"/>
                  </a:ext>
                </a:extLst>
              </p:cNvPr>
              <p:cNvSpPr/>
              <p:nvPr/>
            </p:nvSpPr>
            <p:spPr>
              <a:xfrm>
                <a:off x="6114506" y="2107339"/>
                <a:ext cx="138952" cy="138952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695" extrusionOk="0">
                    <a:moveTo>
                      <a:pt x="847" y="158"/>
                    </a:moveTo>
                    <a:cubicBezTo>
                      <a:pt x="1229" y="158"/>
                      <a:pt x="1537" y="465"/>
                      <a:pt x="1537" y="848"/>
                    </a:cubicBezTo>
                    <a:cubicBezTo>
                      <a:pt x="1537" y="1224"/>
                      <a:pt x="1229" y="1532"/>
                      <a:pt x="847" y="1532"/>
                    </a:cubicBezTo>
                    <a:cubicBezTo>
                      <a:pt x="469" y="1532"/>
                      <a:pt x="163" y="1224"/>
                      <a:pt x="163" y="848"/>
                    </a:cubicBezTo>
                    <a:cubicBezTo>
                      <a:pt x="163" y="465"/>
                      <a:pt x="469" y="158"/>
                      <a:pt x="847" y="158"/>
                    </a:cubicBezTo>
                    <a:close/>
                    <a:moveTo>
                      <a:pt x="847" y="0"/>
                    </a:moveTo>
                    <a:cubicBezTo>
                      <a:pt x="383" y="0"/>
                      <a:pt x="0" y="378"/>
                      <a:pt x="0" y="848"/>
                    </a:cubicBezTo>
                    <a:cubicBezTo>
                      <a:pt x="0" y="1312"/>
                      <a:pt x="383" y="1695"/>
                      <a:pt x="847" y="1695"/>
                    </a:cubicBezTo>
                    <a:cubicBezTo>
                      <a:pt x="1317" y="1695"/>
                      <a:pt x="1694" y="1312"/>
                      <a:pt x="1694" y="848"/>
                    </a:cubicBezTo>
                    <a:cubicBezTo>
                      <a:pt x="1694" y="378"/>
                      <a:pt x="1317" y="0"/>
                      <a:pt x="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6" name="Google Shape;3936;p64">
                <a:extLst>
                  <a:ext uri="{FF2B5EF4-FFF2-40B4-BE49-F238E27FC236}">
                    <a16:creationId xmlns:a16="http://schemas.microsoft.com/office/drawing/2014/main" id="{746FF208-8B6A-DECC-EBCB-E51763FFBBFA}"/>
                  </a:ext>
                </a:extLst>
              </p:cNvPr>
              <p:cNvSpPr/>
              <p:nvPr/>
            </p:nvSpPr>
            <p:spPr>
              <a:xfrm>
                <a:off x="5868653" y="2343273"/>
                <a:ext cx="126081" cy="126081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538" extrusionOk="0">
                    <a:moveTo>
                      <a:pt x="772" y="0"/>
                    </a:moveTo>
                    <a:cubicBezTo>
                      <a:pt x="348" y="0"/>
                      <a:pt x="0" y="343"/>
                      <a:pt x="0" y="766"/>
                    </a:cubicBezTo>
                    <a:cubicBezTo>
                      <a:pt x="0" y="1189"/>
                      <a:pt x="348" y="1537"/>
                      <a:pt x="772" y="1537"/>
                    </a:cubicBezTo>
                    <a:cubicBezTo>
                      <a:pt x="1195" y="1537"/>
                      <a:pt x="1537" y="1189"/>
                      <a:pt x="1537" y="766"/>
                    </a:cubicBezTo>
                    <a:cubicBezTo>
                      <a:pt x="1537" y="343"/>
                      <a:pt x="1195" y="0"/>
                      <a:pt x="7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7" name="Google Shape;3937;p64">
                <a:extLst>
                  <a:ext uri="{FF2B5EF4-FFF2-40B4-BE49-F238E27FC236}">
                    <a16:creationId xmlns:a16="http://schemas.microsoft.com/office/drawing/2014/main" id="{E03EB3C9-E638-A2AC-E4F0-5B1ACBBD8EF4}"/>
                  </a:ext>
                </a:extLst>
              </p:cNvPr>
              <p:cNvSpPr/>
              <p:nvPr/>
            </p:nvSpPr>
            <p:spPr>
              <a:xfrm>
                <a:off x="5862504" y="2336632"/>
                <a:ext cx="138378" cy="138870"/>
              </a:xfrm>
              <a:custGeom>
                <a:avLst/>
                <a:gdLst/>
                <a:ahLst/>
                <a:cxnLst/>
                <a:rect l="l" t="t" r="r" b="b"/>
                <a:pathLst>
                  <a:path w="1688" h="1694" extrusionOk="0">
                    <a:moveTo>
                      <a:pt x="847" y="162"/>
                    </a:moveTo>
                    <a:cubicBezTo>
                      <a:pt x="1224" y="162"/>
                      <a:pt x="1532" y="469"/>
                      <a:pt x="1532" y="847"/>
                    </a:cubicBezTo>
                    <a:cubicBezTo>
                      <a:pt x="1532" y="1230"/>
                      <a:pt x="1224" y="1537"/>
                      <a:pt x="847" y="1537"/>
                    </a:cubicBezTo>
                    <a:cubicBezTo>
                      <a:pt x="464" y="1537"/>
                      <a:pt x="156" y="1230"/>
                      <a:pt x="156" y="847"/>
                    </a:cubicBezTo>
                    <a:cubicBezTo>
                      <a:pt x="156" y="469"/>
                      <a:pt x="464" y="162"/>
                      <a:pt x="847" y="162"/>
                    </a:cubicBezTo>
                    <a:close/>
                    <a:moveTo>
                      <a:pt x="847" y="0"/>
                    </a:moveTo>
                    <a:cubicBezTo>
                      <a:pt x="376" y="0"/>
                      <a:pt x="0" y="383"/>
                      <a:pt x="0" y="847"/>
                    </a:cubicBezTo>
                    <a:cubicBezTo>
                      <a:pt x="0" y="1316"/>
                      <a:pt x="376" y="1693"/>
                      <a:pt x="847" y="1693"/>
                    </a:cubicBezTo>
                    <a:cubicBezTo>
                      <a:pt x="1310" y="1693"/>
                      <a:pt x="1688" y="1316"/>
                      <a:pt x="1688" y="847"/>
                    </a:cubicBezTo>
                    <a:cubicBezTo>
                      <a:pt x="1688" y="383"/>
                      <a:pt x="1310" y="0"/>
                      <a:pt x="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8" name="Google Shape;3938;p64">
                <a:extLst>
                  <a:ext uri="{FF2B5EF4-FFF2-40B4-BE49-F238E27FC236}">
                    <a16:creationId xmlns:a16="http://schemas.microsoft.com/office/drawing/2014/main" id="{71C4B58E-8BDA-3BD1-4C18-8D9B39F8D1C8}"/>
                  </a:ext>
                </a:extLst>
              </p:cNvPr>
              <p:cNvSpPr/>
              <p:nvPr/>
            </p:nvSpPr>
            <p:spPr>
              <a:xfrm>
                <a:off x="6416925" y="2343273"/>
                <a:ext cx="126081" cy="126081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538" extrusionOk="0">
                    <a:moveTo>
                      <a:pt x="772" y="0"/>
                    </a:moveTo>
                    <a:cubicBezTo>
                      <a:pt x="349" y="0"/>
                      <a:pt x="0" y="343"/>
                      <a:pt x="0" y="766"/>
                    </a:cubicBezTo>
                    <a:cubicBezTo>
                      <a:pt x="0" y="1189"/>
                      <a:pt x="349" y="1537"/>
                      <a:pt x="772" y="1537"/>
                    </a:cubicBezTo>
                    <a:cubicBezTo>
                      <a:pt x="1195" y="1537"/>
                      <a:pt x="1537" y="1189"/>
                      <a:pt x="1537" y="766"/>
                    </a:cubicBezTo>
                    <a:cubicBezTo>
                      <a:pt x="1537" y="343"/>
                      <a:pt x="1195" y="0"/>
                      <a:pt x="7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9" name="Google Shape;3939;p64">
                <a:extLst>
                  <a:ext uri="{FF2B5EF4-FFF2-40B4-BE49-F238E27FC236}">
                    <a16:creationId xmlns:a16="http://schemas.microsoft.com/office/drawing/2014/main" id="{CC82F83C-A7C0-35BF-F003-03AEE34D2FC2}"/>
                  </a:ext>
                </a:extLst>
              </p:cNvPr>
              <p:cNvSpPr/>
              <p:nvPr/>
            </p:nvSpPr>
            <p:spPr>
              <a:xfrm>
                <a:off x="6410777" y="2336632"/>
                <a:ext cx="138870" cy="138870"/>
              </a:xfrm>
              <a:custGeom>
                <a:avLst/>
                <a:gdLst/>
                <a:ahLst/>
                <a:cxnLst/>
                <a:rect l="l" t="t" r="r" b="b"/>
                <a:pathLst>
                  <a:path w="1694" h="1694" extrusionOk="0">
                    <a:moveTo>
                      <a:pt x="847" y="162"/>
                    </a:moveTo>
                    <a:cubicBezTo>
                      <a:pt x="1224" y="162"/>
                      <a:pt x="1532" y="469"/>
                      <a:pt x="1532" y="847"/>
                    </a:cubicBezTo>
                    <a:cubicBezTo>
                      <a:pt x="1532" y="1230"/>
                      <a:pt x="1224" y="1537"/>
                      <a:pt x="847" y="1537"/>
                    </a:cubicBezTo>
                    <a:cubicBezTo>
                      <a:pt x="464" y="1537"/>
                      <a:pt x="156" y="1230"/>
                      <a:pt x="156" y="847"/>
                    </a:cubicBezTo>
                    <a:cubicBezTo>
                      <a:pt x="156" y="469"/>
                      <a:pt x="464" y="162"/>
                      <a:pt x="847" y="162"/>
                    </a:cubicBezTo>
                    <a:close/>
                    <a:moveTo>
                      <a:pt x="847" y="0"/>
                    </a:moveTo>
                    <a:cubicBezTo>
                      <a:pt x="378" y="0"/>
                      <a:pt x="0" y="383"/>
                      <a:pt x="0" y="847"/>
                    </a:cubicBezTo>
                    <a:cubicBezTo>
                      <a:pt x="0" y="1316"/>
                      <a:pt x="378" y="1693"/>
                      <a:pt x="847" y="1693"/>
                    </a:cubicBezTo>
                    <a:cubicBezTo>
                      <a:pt x="1310" y="1693"/>
                      <a:pt x="1693" y="1316"/>
                      <a:pt x="1693" y="847"/>
                    </a:cubicBezTo>
                    <a:cubicBezTo>
                      <a:pt x="1693" y="383"/>
                      <a:pt x="1310" y="0"/>
                      <a:pt x="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40" name="Google Shape;3940;p64">
              <a:extLst>
                <a:ext uri="{FF2B5EF4-FFF2-40B4-BE49-F238E27FC236}">
                  <a16:creationId xmlns:a16="http://schemas.microsoft.com/office/drawing/2014/main" id="{EA757EA4-487F-05CB-33AA-B845E0260C92}"/>
                </a:ext>
              </a:extLst>
            </p:cNvPr>
            <p:cNvGrpSpPr/>
            <p:nvPr/>
          </p:nvGrpSpPr>
          <p:grpSpPr>
            <a:xfrm>
              <a:off x="508354" y="233106"/>
              <a:ext cx="413492" cy="477893"/>
              <a:chOff x="8193917" y="2850456"/>
              <a:chExt cx="413492" cy="477893"/>
            </a:xfrm>
          </p:grpSpPr>
          <p:sp>
            <p:nvSpPr>
              <p:cNvPr id="3941" name="Google Shape;3941;p64">
                <a:extLst>
                  <a:ext uri="{FF2B5EF4-FFF2-40B4-BE49-F238E27FC236}">
                    <a16:creationId xmlns:a16="http://schemas.microsoft.com/office/drawing/2014/main" id="{4C8C2804-79FF-ABCD-98BF-DC92B023D4EF}"/>
                  </a:ext>
                </a:extLst>
              </p:cNvPr>
              <p:cNvSpPr/>
              <p:nvPr/>
            </p:nvSpPr>
            <p:spPr>
              <a:xfrm>
                <a:off x="8197915" y="2878818"/>
                <a:ext cx="406988" cy="445426"/>
              </a:xfrm>
              <a:custGeom>
                <a:avLst/>
                <a:gdLst/>
                <a:ahLst/>
                <a:cxnLst/>
                <a:rect l="l" t="t" r="r" b="b"/>
                <a:pathLst>
                  <a:path w="7634" h="8355" extrusionOk="0">
                    <a:moveTo>
                      <a:pt x="3809" y="0"/>
                    </a:moveTo>
                    <a:cubicBezTo>
                      <a:pt x="1775" y="0"/>
                      <a:pt x="98" y="1616"/>
                      <a:pt x="35" y="3663"/>
                    </a:cubicBezTo>
                    <a:cubicBezTo>
                      <a:pt x="0" y="4875"/>
                      <a:pt x="546" y="5977"/>
                      <a:pt x="1416" y="6691"/>
                    </a:cubicBezTo>
                    <a:lnTo>
                      <a:pt x="1010" y="8355"/>
                    </a:lnTo>
                    <a:lnTo>
                      <a:pt x="1010" y="8355"/>
                    </a:lnTo>
                    <a:lnTo>
                      <a:pt x="2814" y="7410"/>
                    </a:lnTo>
                    <a:cubicBezTo>
                      <a:pt x="3092" y="7485"/>
                      <a:pt x="3387" y="7532"/>
                      <a:pt x="3690" y="7538"/>
                    </a:cubicBezTo>
                    <a:cubicBezTo>
                      <a:pt x="3729" y="7539"/>
                      <a:pt x="3768" y="7540"/>
                      <a:pt x="3808" y="7540"/>
                    </a:cubicBezTo>
                    <a:cubicBezTo>
                      <a:pt x="5838" y="7540"/>
                      <a:pt x="7514" y="5926"/>
                      <a:pt x="7570" y="3883"/>
                    </a:cubicBezTo>
                    <a:cubicBezTo>
                      <a:pt x="7634" y="1801"/>
                      <a:pt x="5992" y="66"/>
                      <a:pt x="3915" y="2"/>
                    </a:cubicBezTo>
                    <a:cubicBezTo>
                      <a:pt x="3880" y="1"/>
                      <a:pt x="3845" y="0"/>
                      <a:pt x="38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2" name="Google Shape;3942;p64">
                <a:extLst>
                  <a:ext uri="{FF2B5EF4-FFF2-40B4-BE49-F238E27FC236}">
                    <a16:creationId xmlns:a16="http://schemas.microsoft.com/office/drawing/2014/main" id="{FD4F4E0B-B4B5-5E13-67A4-80123415B07B}"/>
                  </a:ext>
                </a:extLst>
              </p:cNvPr>
              <p:cNvSpPr/>
              <p:nvPr/>
            </p:nvSpPr>
            <p:spPr>
              <a:xfrm>
                <a:off x="8193917" y="2874766"/>
                <a:ext cx="413492" cy="453583"/>
              </a:xfrm>
              <a:custGeom>
                <a:avLst/>
                <a:gdLst/>
                <a:ahLst/>
                <a:cxnLst/>
                <a:rect l="l" t="t" r="r" b="b"/>
                <a:pathLst>
                  <a:path w="7756" h="8508" extrusionOk="0">
                    <a:moveTo>
                      <a:pt x="3875" y="154"/>
                    </a:moveTo>
                    <a:cubicBezTo>
                      <a:pt x="3915" y="154"/>
                      <a:pt x="3950" y="154"/>
                      <a:pt x="3985" y="160"/>
                    </a:cubicBezTo>
                    <a:cubicBezTo>
                      <a:pt x="4972" y="189"/>
                      <a:pt x="5888" y="594"/>
                      <a:pt x="6566" y="1314"/>
                    </a:cubicBezTo>
                    <a:cubicBezTo>
                      <a:pt x="7239" y="2034"/>
                      <a:pt x="7599" y="2974"/>
                      <a:pt x="7569" y="3954"/>
                    </a:cubicBezTo>
                    <a:cubicBezTo>
                      <a:pt x="7540" y="4939"/>
                      <a:pt x="7129" y="5855"/>
                      <a:pt x="6410" y="6535"/>
                    </a:cubicBezTo>
                    <a:cubicBezTo>
                      <a:pt x="5711" y="7187"/>
                      <a:pt x="4811" y="7540"/>
                      <a:pt x="3858" y="7540"/>
                    </a:cubicBezTo>
                    <a:cubicBezTo>
                      <a:pt x="3829" y="7540"/>
                      <a:pt x="3799" y="7539"/>
                      <a:pt x="3770" y="7539"/>
                    </a:cubicBezTo>
                    <a:cubicBezTo>
                      <a:pt x="3475" y="7526"/>
                      <a:pt x="3184" y="7486"/>
                      <a:pt x="2906" y="7411"/>
                    </a:cubicBezTo>
                    <a:cubicBezTo>
                      <a:pt x="2899" y="7408"/>
                      <a:pt x="2891" y="7407"/>
                      <a:pt x="2882" y="7407"/>
                    </a:cubicBezTo>
                    <a:cubicBezTo>
                      <a:pt x="2870" y="7407"/>
                      <a:pt x="2858" y="7410"/>
                      <a:pt x="2848" y="7416"/>
                    </a:cubicBezTo>
                    <a:lnTo>
                      <a:pt x="1200" y="8281"/>
                    </a:lnTo>
                    <a:lnTo>
                      <a:pt x="1566" y="6784"/>
                    </a:lnTo>
                    <a:cubicBezTo>
                      <a:pt x="1577" y="6755"/>
                      <a:pt x="1566" y="6726"/>
                      <a:pt x="1543" y="6703"/>
                    </a:cubicBezTo>
                    <a:cubicBezTo>
                      <a:pt x="649" y="5972"/>
                      <a:pt x="156" y="4893"/>
                      <a:pt x="185" y="3739"/>
                    </a:cubicBezTo>
                    <a:cubicBezTo>
                      <a:pt x="249" y="1743"/>
                      <a:pt x="1891" y="154"/>
                      <a:pt x="3875" y="154"/>
                    </a:cubicBezTo>
                    <a:close/>
                    <a:moveTo>
                      <a:pt x="3873" y="1"/>
                    </a:moveTo>
                    <a:cubicBezTo>
                      <a:pt x="1802" y="1"/>
                      <a:pt x="91" y="1655"/>
                      <a:pt x="35" y="3732"/>
                    </a:cubicBezTo>
                    <a:cubicBezTo>
                      <a:pt x="0" y="4923"/>
                      <a:pt x="498" y="6029"/>
                      <a:pt x="1403" y="6795"/>
                    </a:cubicBezTo>
                    <a:lnTo>
                      <a:pt x="1009" y="8409"/>
                    </a:lnTo>
                    <a:cubicBezTo>
                      <a:pt x="997" y="8444"/>
                      <a:pt x="1009" y="8473"/>
                      <a:pt x="1032" y="8489"/>
                    </a:cubicBezTo>
                    <a:cubicBezTo>
                      <a:pt x="1050" y="8501"/>
                      <a:pt x="1066" y="8508"/>
                      <a:pt x="1085" y="8508"/>
                    </a:cubicBezTo>
                    <a:cubicBezTo>
                      <a:pt x="1096" y="8508"/>
                      <a:pt x="1108" y="8508"/>
                      <a:pt x="1119" y="8501"/>
                    </a:cubicBezTo>
                    <a:lnTo>
                      <a:pt x="2894" y="7568"/>
                    </a:lnTo>
                    <a:cubicBezTo>
                      <a:pt x="3178" y="7643"/>
                      <a:pt x="3468" y="7683"/>
                      <a:pt x="3765" y="7695"/>
                    </a:cubicBezTo>
                    <a:cubicBezTo>
                      <a:pt x="3802" y="7696"/>
                      <a:pt x="3840" y="7696"/>
                      <a:pt x="3877" y="7696"/>
                    </a:cubicBezTo>
                    <a:cubicBezTo>
                      <a:pt x="4862" y="7696"/>
                      <a:pt x="5799" y="7326"/>
                      <a:pt x="6520" y="6645"/>
                    </a:cubicBezTo>
                    <a:cubicBezTo>
                      <a:pt x="7269" y="5943"/>
                      <a:pt x="7692" y="4985"/>
                      <a:pt x="7727" y="3959"/>
                    </a:cubicBezTo>
                    <a:cubicBezTo>
                      <a:pt x="7756" y="2932"/>
                      <a:pt x="7384" y="1957"/>
                      <a:pt x="6677" y="1210"/>
                    </a:cubicBezTo>
                    <a:cubicBezTo>
                      <a:pt x="5974" y="461"/>
                      <a:pt x="5018" y="32"/>
                      <a:pt x="3990" y="3"/>
                    </a:cubicBezTo>
                    <a:cubicBezTo>
                      <a:pt x="3951" y="1"/>
                      <a:pt x="3912" y="1"/>
                      <a:pt x="38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3" name="Google Shape;3943;p64">
                <a:extLst>
                  <a:ext uri="{FF2B5EF4-FFF2-40B4-BE49-F238E27FC236}">
                    <a16:creationId xmlns:a16="http://schemas.microsoft.com/office/drawing/2014/main" id="{17BFD5BC-8149-31EA-E552-A4B062D22993}"/>
                  </a:ext>
                </a:extLst>
              </p:cNvPr>
              <p:cNvSpPr/>
              <p:nvPr/>
            </p:nvSpPr>
            <p:spPr>
              <a:xfrm>
                <a:off x="8198768" y="2854454"/>
                <a:ext cx="402136" cy="449798"/>
              </a:xfrm>
              <a:custGeom>
                <a:avLst/>
                <a:gdLst/>
                <a:ahLst/>
                <a:cxnLst/>
                <a:rect l="l" t="t" r="r" b="b"/>
                <a:pathLst>
                  <a:path w="7543" h="8437" extrusionOk="0">
                    <a:moveTo>
                      <a:pt x="3772" y="1"/>
                    </a:moveTo>
                    <a:cubicBezTo>
                      <a:pt x="1690" y="1"/>
                      <a:pt x="1" y="1690"/>
                      <a:pt x="1" y="3772"/>
                    </a:cubicBezTo>
                    <a:cubicBezTo>
                      <a:pt x="1" y="4990"/>
                      <a:pt x="581" y="6069"/>
                      <a:pt x="1475" y="6759"/>
                    </a:cubicBezTo>
                    <a:lnTo>
                      <a:pt x="1115" y="8436"/>
                    </a:lnTo>
                    <a:lnTo>
                      <a:pt x="2890" y="7438"/>
                    </a:lnTo>
                    <a:cubicBezTo>
                      <a:pt x="3175" y="7508"/>
                      <a:pt x="3470" y="7542"/>
                      <a:pt x="3772" y="7542"/>
                    </a:cubicBezTo>
                    <a:cubicBezTo>
                      <a:pt x="5855" y="7542"/>
                      <a:pt x="7542" y="5854"/>
                      <a:pt x="7542" y="3772"/>
                    </a:cubicBezTo>
                    <a:cubicBezTo>
                      <a:pt x="7542" y="1690"/>
                      <a:pt x="5855" y="1"/>
                      <a:pt x="37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4" name="Google Shape;3944;p64">
                <a:extLst>
                  <a:ext uri="{FF2B5EF4-FFF2-40B4-BE49-F238E27FC236}">
                    <a16:creationId xmlns:a16="http://schemas.microsoft.com/office/drawing/2014/main" id="{22796B26-A151-ACB6-295E-E5A4150B93C7}"/>
                  </a:ext>
                </a:extLst>
              </p:cNvPr>
              <p:cNvSpPr/>
              <p:nvPr/>
            </p:nvSpPr>
            <p:spPr>
              <a:xfrm>
                <a:off x="8194770" y="2850456"/>
                <a:ext cx="410453" cy="457794"/>
              </a:xfrm>
              <a:custGeom>
                <a:avLst/>
                <a:gdLst/>
                <a:ahLst/>
                <a:cxnLst/>
                <a:rect l="l" t="t" r="r" b="b"/>
                <a:pathLst>
                  <a:path w="7699" h="8587" extrusionOk="0">
                    <a:moveTo>
                      <a:pt x="3847" y="158"/>
                    </a:moveTo>
                    <a:cubicBezTo>
                      <a:pt x="5883" y="158"/>
                      <a:pt x="7542" y="1810"/>
                      <a:pt x="7542" y="3847"/>
                    </a:cubicBezTo>
                    <a:cubicBezTo>
                      <a:pt x="7542" y="5883"/>
                      <a:pt x="5883" y="7542"/>
                      <a:pt x="3847" y="7542"/>
                    </a:cubicBezTo>
                    <a:cubicBezTo>
                      <a:pt x="3556" y="7542"/>
                      <a:pt x="3267" y="7507"/>
                      <a:pt x="2983" y="7438"/>
                    </a:cubicBezTo>
                    <a:cubicBezTo>
                      <a:pt x="2978" y="7436"/>
                      <a:pt x="2972" y="7435"/>
                      <a:pt x="2966" y="7435"/>
                    </a:cubicBezTo>
                    <a:cubicBezTo>
                      <a:pt x="2952" y="7435"/>
                      <a:pt x="2937" y="7439"/>
                      <a:pt x="2924" y="7443"/>
                    </a:cubicBezTo>
                    <a:lnTo>
                      <a:pt x="1301" y="8359"/>
                    </a:lnTo>
                    <a:lnTo>
                      <a:pt x="1625" y="6852"/>
                    </a:lnTo>
                    <a:cubicBezTo>
                      <a:pt x="1631" y="6822"/>
                      <a:pt x="1620" y="6793"/>
                      <a:pt x="1596" y="6776"/>
                    </a:cubicBezTo>
                    <a:cubicBezTo>
                      <a:pt x="680" y="6068"/>
                      <a:pt x="158" y="5001"/>
                      <a:pt x="158" y="3847"/>
                    </a:cubicBezTo>
                    <a:cubicBezTo>
                      <a:pt x="158" y="1810"/>
                      <a:pt x="1811" y="158"/>
                      <a:pt x="3847" y="158"/>
                    </a:cubicBezTo>
                    <a:close/>
                    <a:moveTo>
                      <a:pt x="3847" y="1"/>
                    </a:moveTo>
                    <a:cubicBezTo>
                      <a:pt x="1730" y="1"/>
                      <a:pt x="1" y="1724"/>
                      <a:pt x="1" y="3847"/>
                    </a:cubicBezTo>
                    <a:cubicBezTo>
                      <a:pt x="1" y="5036"/>
                      <a:pt x="535" y="6132"/>
                      <a:pt x="1463" y="6868"/>
                    </a:cubicBezTo>
                    <a:lnTo>
                      <a:pt x="1115" y="8493"/>
                    </a:lnTo>
                    <a:cubicBezTo>
                      <a:pt x="1109" y="8522"/>
                      <a:pt x="1120" y="8557"/>
                      <a:pt x="1144" y="8574"/>
                    </a:cubicBezTo>
                    <a:cubicBezTo>
                      <a:pt x="1155" y="8581"/>
                      <a:pt x="1173" y="8586"/>
                      <a:pt x="1190" y="8586"/>
                    </a:cubicBezTo>
                    <a:cubicBezTo>
                      <a:pt x="1202" y="8586"/>
                      <a:pt x="1219" y="8586"/>
                      <a:pt x="1231" y="8581"/>
                    </a:cubicBezTo>
                    <a:lnTo>
                      <a:pt x="2977" y="7594"/>
                    </a:lnTo>
                    <a:cubicBezTo>
                      <a:pt x="3261" y="7663"/>
                      <a:pt x="3551" y="7698"/>
                      <a:pt x="3847" y="7698"/>
                    </a:cubicBezTo>
                    <a:cubicBezTo>
                      <a:pt x="5970" y="7698"/>
                      <a:pt x="7698" y="5970"/>
                      <a:pt x="7698" y="3847"/>
                    </a:cubicBezTo>
                    <a:cubicBezTo>
                      <a:pt x="7698" y="1724"/>
                      <a:pt x="5970" y="1"/>
                      <a:pt x="3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5" name="Google Shape;3945;p64">
                <a:extLst>
                  <a:ext uri="{FF2B5EF4-FFF2-40B4-BE49-F238E27FC236}">
                    <a16:creationId xmlns:a16="http://schemas.microsoft.com/office/drawing/2014/main" id="{64505406-5AAB-2AD7-F216-185BE80FA341}"/>
                  </a:ext>
                </a:extLst>
              </p:cNvPr>
              <p:cNvSpPr/>
              <p:nvPr/>
            </p:nvSpPr>
            <p:spPr>
              <a:xfrm>
                <a:off x="8298409" y="3035129"/>
                <a:ext cx="36839" cy="3715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697" extrusionOk="0">
                    <a:moveTo>
                      <a:pt x="348" y="0"/>
                    </a:moveTo>
                    <a:cubicBezTo>
                      <a:pt x="158" y="0"/>
                      <a:pt x="0" y="156"/>
                      <a:pt x="0" y="348"/>
                    </a:cubicBezTo>
                    <a:cubicBezTo>
                      <a:pt x="0" y="539"/>
                      <a:pt x="158" y="697"/>
                      <a:pt x="348" y="697"/>
                    </a:cubicBezTo>
                    <a:cubicBezTo>
                      <a:pt x="540" y="697"/>
                      <a:pt x="691" y="539"/>
                      <a:pt x="691" y="348"/>
                    </a:cubicBezTo>
                    <a:cubicBezTo>
                      <a:pt x="691" y="156"/>
                      <a:pt x="540" y="0"/>
                      <a:pt x="3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6" name="Google Shape;3946;p64">
                <a:extLst>
                  <a:ext uri="{FF2B5EF4-FFF2-40B4-BE49-F238E27FC236}">
                    <a16:creationId xmlns:a16="http://schemas.microsoft.com/office/drawing/2014/main" id="{BDDB3298-97B9-7829-49B3-3243505DEBCD}"/>
                  </a:ext>
                </a:extLst>
              </p:cNvPr>
              <p:cNvSpPr/>
              <p:nvPr/>
            </p:nvSpPr>
            <p:spPr>
              <a:xfrm>
                <a:off x="8294410" y="3031024"/>
                <a:ext cx="45156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847" h="849" extrusionOk="0">
                    <a:moveTo>
                      <a:pt x="423" y="158"/>
                    </a:moveTo>
                    <a:cubicBezTo>
                      <a:pt x="568" y="158"/>
                      <a:pt x="691" y="274"/>
                      <a:pt x="691" y="425"/>
                    </a:cubicBezTo>
                    <a:cubicBezTo>
                      <a:pt x="691" y="570"/>
                      <a:pt x="568" y="691"/>
                      <a:pt x="423" y="691"/>
                    </a:cubicBezTo>
                    <a:cubicBezTo>
                      <a:pt x="273" y="691"/>
                      <a:pt x="156" y="570"/>
                      <a:pt x="156" y="425"/>
                    </a:cubicBezTo>
                    <a:cubicBezTo>
                      <a:pt x="156" y="274"/>
                      <a:pt x="273" y="158"/>
                      <a:pt x="423" y="158"/>
                    </a:cubicBezTo>
                    <a:close/>
                    <a:moveTo>
                      <a:pt x="423" y="1"/>
                    </a:moveTo>
                    <a:cubicBezTo>
                      <a:pt x="185" y="1"/>
                      <a:pt x="0" y="193"/>
                      <a:pt x="0" y="425"/>
                    </a:cubicBezTo>
                    <a:cubicBezTo>
                      <a:pt x="0" y="657"/>
                      <a:pt x="185" y="849"/>
                      <a:pt x="423" y="849"/>
                    </a:cubicBezTo>
                    <a:cubicBezTo>
                      <a:pt x="656" y="849"/>
                      <a:pt x="847" y="657"/>
                      <a:pt x="847" y="425"/>
                    </a:cubicBezTo>
                    <a:cubicBezTo>
                      <a:pt x="847" y="193"/>
                      <a:pt x="656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7" name="Google Shape;3947;p64">
                <a:extLst>
                  <a:ext uri="{FF2B5EF4-FFF2-40B4-BE49-F238E27FC236}">
                    <a16:creationId xmlns:a16="http://schemas.microsoft.com/office/drawing/2014/main" id="{4CDB4566-B084-A5B7-DF82-16C6785481DF}"/>
                  </a:ext>
                </a:extLst>
              </p:cNvPr>
              <p:cNvSpPr/>
              <p:nvPr/>
            </p:nvSpPr>
            <p:spPr>
              <a:xfrm>
                <a:off x="8383442" y="3035129"/>
                <a:ext cx="36892" cy="37159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97" extrusionOk="0">
                    <a:moveTo>
                      <a:pt x="349" y="0"/>
                    </a:moveTo>
                    <a:cubicBezTo>
                      <a:pt x="157" y="0"/>
                      <a:pt x="1" y="156"/>
                      <a:pt x="1" y="348"/>
                    </a:cubicBezTo>
                    <a:cubicBezTo>
                      <a:pt x="1" y="539"/>
                      <a:pt x="157" y="697"/>
                      <a:pt x="349" y="697"/>
                    </a:cubicBezTo>
                    <a:cubicBezTo>
                      <a:pt x="539" y="697"/>
                      <a:pt x="691" y="539"/>
                      <a:pt x="691" y="348"/>
                    </a:cubicBezTo>
                    <a:cubicBezTo>
                      <a:pt x="691" y="156"/>
                      <a:pt x="539" y="0"/>
                      <a:pt x="3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8" name="Google Shape;3948;p64">
                <a:extLst>
                  <a:ext uri="{FF2B5EF4-FFF2-40B4-BE49-F238E27FC236}">
                    <a16:creationId xmlns:a16="http://schemas.microsoft.com/office/drawing/2014/main" id="{0410C17B-67DA-8557-6584-A9C54FA88368}"/>
                  </a:ext>
                </a:extLst>
              </p:cNvPr>
              <p:cNvSpPr/>
              <p:nvPr/>
            </p:nvSpPr>
            <p:spPr>
              <a:xfrm>
                <a:off x="8379123" y="3031024"/>
                <a:ext cx="45476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853" h="849" extrusionOk="0">
                    <a:moveTo>
                      <a:pt x="430" y="158"/>
                    </a:moveTo>
                    <a:cubicBezTo>
                      <a:pt x="575" y="158"/>
                      <a:pt x="697" y="274"/>
                      <a:pt x="697" y="425"/>
                    </a:cubicBezTo>
                    <a:cubicBezTo>
                      <a:pt x="697" y="570"/>
                      <a:pt x="575" y="691"/>
                      <a:pt x="430" y="691"/>
                    </a:cubicBezTo>
                    <a:cubicBezTo>
                      <a:pt x="279" y="691"/>
                      <a:pt x="157" y="570"/>
                      <a:pt x="157" y="425"/>
                    </a:cubicBezTo>
                    <a:cubicBezTo>
                      <a:pt x="157" y="274"/>
                      <a:pt x="279" y="158"/>
                      <a:pt x="430" y="158"/>
                    </a:cubicBezTo>
                    <a:close/>
                    <a:moveTo>
                      <a:pt x="430" y="1"/>
                    </a:moveTo>
                    <a:cubicBezTo>
                      <a:pt x="192" y="1"/>
                      <a:pt x="1" y="193"/>
                      <a:pt x="1" y="425"/>
                    </a:cubicBezTo>
                    <a:cubicBezTo>
                      <a:pt x="1" y="657"/>
                      <a:pt x="192" y="849"/>
                      <a:pt x="430" y="849"/>
                    </a:cubicBezTo>
                    <a:cubicBezTo>
                      <a:pt x="662" y="849"/>
                      <a:pt x="853" y="657"/>
                      <a:pt x="853" y="425"/>
                    </a:cubicBezTo>
                    <a:cubicBezTo>
                      <a:pt x="853" y="193"/>
                      <a:pt x="662" y="1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9" name="Google Shape;3949;p64">
                <a:extLst>
                  <a:ext uri="{FF2B5EF4-FFF2-40B4-BE49-F238E27FC236}">
                    <a16:creationId xmlns:a16="http://schemas.microsoft.com/office/drawing/2014/main" id="{31C557AF-3861-A2B7-D118-E2992E25E043}"/>
                  </a:ext>
                </a:extLst>
              </p:cNvPr>
              <p:cNvSpPr/>
              <p:nvPr/>
            </p:nvSpPr>
            <p:spPr>
              <a:xfrm>
                <a:off x="8468528" y="3035129"/>
                <a:ext cx="36839" cy="3715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697" extrusionOk="0">
                    <a:moveTo>
                      <a:pt x="343" y="0"/>
                    </a:moveTo>
                    <a:cubicBezTo>
                      <a:pt x="156" y="0"/>
                      <a:pt x="0" y="156"/>
                      <a:pt x="0" y="348"/>
                    </a:cubicBezTo>
                    <a:cubicBezTo>
                      <a:pt x="0" y="539"/>
                      <a:pt x="156" y="697"/>
                      <a:pt x="343" y="697"/>
                    </a:cubicBezTo>
                    <a:cubicBezTo>
                      <a:pt x="533" y="697"/>
                      <a:pt x="691" y="539"/>
                      <a:pt x="691" y="348"/>
                    </a:cubicBezTo>
                    <a:cubicBezTo>
                      <a:pt x="691" y="156"/>
                      <a:pt x="533" y="0"/>
                      <a:pt x="3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0" name="Google Shape;3950;p64">
                <a:extLst>
                  <a:ext uri="{FF2B5EF4-FFF2-40B4-BE49-F238E27FC236}">
                    <a16:creationId xmlns:a16="http://schemas.microsoft.com/office/drawing/2014/main" id="{085B75CD-57DA-0F18-0A61-E6911A42978C}"/>
                  </a:ext>
                </a:extLst>
              </p:cNvPr>
              <p:cNvSpPr/>
              <p:nvPr/>
            </p:nvSpPr>
            <p:spPr>
              <a:xfrm>
                <a:off x="8464156" y="3031024"/>
                <a:ext cx="45529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854" h="849" extrusionOk="0">
                    <a:moveTo>
                      <a:pt x="425" y="158"/>
                    </a:moveTo>
                    <a:cubicBezTo>
                      <a:pt x="575" y="158"/>
                      <a:pt x="696" y="274"/>
                      <a:pt x="696" y="425"/>
                    </a:cubicBezTo>
                    <a:cubicBezTo>
                      <a:pt x="696" y="570"/>
                      <a:pt x="575" y="691"/>
                      <a:pt x="425" y="691"/>
                    </a:cubicBezTo>
                    <a:cubicBezTo>
                      <a:pt x="278" y="691"/>
                      <a:pt x="157" y="570"/>
                      <a:pt x="157" y="425"/>
                    </a:cubicBezTo>
                    <a:cubicBezTo>
                      <a:pt x="157" y="274"/>
                      <a:pt x="278" y="158"/>
                      <a:pt x="425" y="158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0" y="193"/>
                      <a:pt x="0" y="425"/>
                    </a:cubicBezTo>
                    <a:cubicBezTo>
                      <a:pt x="0" y="657"/>
                      <a:pt x="192" y="849"/>
                      <a:pt x="425" y="849"/>
                    </a:cubicBezTo>
                    <a:cubicBezTo>
                      <a:pt x="661" y="849"/>
                      <a:pt x="853" y="657"/>
                      <a:pt x="853" y="425"/>
                    </a:cubicBezTo>
                    <a:cubicBezTo>
                      <a:pt x="853" y="193"/>
                      <a:pt x="661" y="1"/>
                      <a:pt x="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1" name="Google Shape;3951;p64">
              <a:extLst>
                <a:ext uri="{FF2B5EF4-FFF2-40B4-BE49-F238E27FC236}">
                  <a16:creationId xmlns:a16="http://schemas.microsoft.com/office/drawing/2014/main" id="{D94BC693-B00F-8CC7-1497-F8B8207C4FD5}"/>
                </a:ext>
              </a:extLst>
            </p:cNvPr>
            <p:cNvGrpSpPr/>
            <p:nvPr/>
          </p:nvGrpSpPr>
          <p:grpSpPr>
            <a:xfrm>
              <a:off x="1442029" y="350211"/>
              <a:ext cx="100034" cy="95227"/>
              <a:chOff x="2363375" y="2639225"/>
              <a:chExt cx="72625" cy="69125"/>
            </a:xfrm>
          </p:grpSpPr>
          <p:sp>
            <p:nvSpPr>
              <p:cNvPr id="3952" name="Google Shape;3952;p64">
                <a:extLst>
                  <a:ext uri="{FF2B5EF4-FFF2-40B4-BE49-F238E27FC236}">
                    <a16:creationId xmlns:a16="http://schemas.microsoft.com/office/drawing/2014/main" id="{4AF89587-27C0-8597-B887-F56C4A247E2F}"/>
                  </a:ext>
                </a:extLst>
              </p:cNvPr>
              <p:cNvSpPr/>
              <p:nvPr/>
            </p:nvSpPr>
            <p:spPr>
              <a:xfrm>
                <a:off x="2364900" y="2642200"/>
                <a:ext cx="68050" cy="63200"/>
              </a:xfrm>
              <a:custGeom>
                <a:avLst/>
                <a:gdLst/>
                <a:ahLst/>
                <a:cxnLst/>
                <a:rect l="l" t="t" r="r" b="b"/>
                <a:pathLst>
                  <a:path w="2722" h="2528" extrusionOk="0">
                    <a:moveTo>
                      <a:pt x="1358" y="0"/>
                    </a:moveTo>
                    <a:cubicBezTo>
                      <a:pt x="738" y="0"/>
                      <a:pt x="199" y="440"/>
                      <a:pt x="104" y="1077"/>
                    </a:cubicBezTo>
                    <a:cubicBezTo>
                      <a:pt x="0" y="1763"/>
                      <a:pt x="478" y="2409"/>
                      <a:pt x="1167" y="2513"/>
                    </a:cubicBezTo>
                    <a:cubicBezTo>
                      <a:pt x="1232" y="2523"/>
                      <a:pt x="1297" y="2528"/>
                      <a:pt x="1360" y="2528"/>
                    </a:cubicBezTo>
                    <a:cubicBezTo>
                      <a:pt x="1973" y="2528"/>
                      <a:pt x="2508" y="2088"/>
                      <a:pt x="2603" y="1450"/>
                    </a:cubicBezTo>
                    <a:cubicBezTo>
                      <a:pt x="2721" y="761"/>
                      <a:pt x="2244" y="119"/>
                      <a:pt x="1555" y="15"/>
                    </a:cubicBezTo>
                    <a:cubicBezTo>
                      <a:pt x="1489" y="5"/>
                      <a:pt x="1423" y="0"/>
                      <a:pt x="13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64">
                <a:extLst>
                  <a:ext uri="{FF2B5EF4-FFF2-40B4-BE49-F238E27FC236}">
                    <a16:creationId xmlns:a16="http://schemas.microsoft.com/office/drawing/2014/main" id="{BD4EE71E-B232-FAA5-7355-C6842520C21D}"/>
                  </a:ext>
                </a:extLst>
              </p:cNvPr>
              <p:cNvSpPr/>
              <p:nvPr/>
            </p:nvSpPr>
            <p:spPr>
              <a:xfrm>
                <a:off x="2363375" y="2639225"/>
                <a:ext cx="72625" cy="69125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765" extrusionOk="0">
                    <a:moveTo>
                      <a:pt x="1422" y="223"/>
                    </a:moveTo>
                    <a:cubicBezTo>
                      <a:pt x="1483" y="223"/>
                      <a:pt x="1526" y="223"/>
                      <a:pt x="1587" y="238"/>
                    </a:cubicBezTo>
                    <a:cubicBezTo>
                      <a:pt x="2229" y="342"/>
                      <a:pt x="2664" y="927"/>
                      <a:pt x="2560" y="1555"/>
                    </a:cubicBezTo>
                    <a:cubicBezTo>
                      <a:pt x="2478" y="2128"/>
                      <a:pt x="1972" y="2540"/>
                      <a:pt x="1407" y="2540"/>
                    </a:cubicBezTo>
                    <a:cubicBezTo>
                      <a:pt x="1353" y="2540"/>
                      <a:pt x="1298" y="2536"/>
                      <a:pt x="1242" y="2528"/>
                    </a:cubicBezTo>
                    <a:cubicBezTo>
                      <a:pt x="944" y="2481"/>
                      <a:pt x="675" y="2316"/>
                      <a:pt x="481" y="2061"/>
                    </a:cubicBezTo>
                    <a:cubicBezTo>
                      <a:pt x="302" y="1824"/>
                      <a:pt x="226" y="1508"/>
                      <a:pt x="270" y="1211"/>
                    </a:cubicBezTo>
                    <a:cubicBezTo>
                      <a:pt x="316" y="895"/>
                      <a:pt x="481" y="625"/>
                      <a:pt x="736" y="446"/>
                    </a:cubicBezTo>
                    <a:cubicBezTo>
                      <a:pt x="930" y="299"/>
                      <a:pt x="1167" y="223"/>
                      <a:pt x="1422" y="223"/>
                    </a:cubicBezTo>
                    <a:close/>
                    <a:moveTo>
                      <a:pt x="1430" y="1"/>
                    </a:moveTo>
                    <a:cubicBezTo>
                      <a:pt x="748" y="1"/>
                      <a:pt x="156" y="486"/>
                      <a:pt x="61" y="1182"/>
                    </a:cubicBezTo>
                    <a:cubicBezTo>
                      <a:pt x="0" y="1541"/>
                      <a:pt x="90" y="1900"/>
                      <a:pt x="302" y="2198"/>
                    </a:cubicBezTo>
                    <a:cubicBezTo>
                      <a:pt x="524" y="2496"/>
                      <a:pt x="840" y="2689"/>
                      <a:pt x="1214" y="2750"/>
                    </a:cubicBezTo>
                    <a:cubicBezTo>
                      <a:pt x="1275" y="2750"/>
                      <a:pt x="1346" y="2765"/>
                      <a:pt x="1422" y="2765"/>
                    </a:cubicBezTo>
                    <a:cubicBezTo>
                      <a:pt x="2082" y="2765"/>
                      <a:pt x="2678" y="2273"/>
                      <a:pt x="2782" y="1584"/>
                    </a:cubicBezTo>
                    <a:cubicBezTo>
                      <a:pt x="2904" y="837"/>
                      <a:pt x="2380" y="134"/>
                      <a:pt x="1634" y="15"/>
                    </a:cubicBezTo>
                    <a:cubicBezTo>
                      <a:pt x="1565" y="6"/>
                      <a:pt x="1497" y="1"/>
                      <a:pt x="1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4" name="Google Shape;3954;p64">
              <a:extLst>
                <a:ext uri="{FF2B5EF4-FFF2-40B4-BE49-F238E27FC236}">
                  <a16:creationId xmlns:a16="http://schemas.microsoft.com/office/drawing/2014/main" id="{67129E9B-50EA-1746-FF44-7A68CA3D9DE1}"/>
                </a:ext>
              </a:extLst>
            </p:cNvPr>
            <p:cNvGrpSpPr/>
            <p:nvPr/>
          </p:nvGrpSpPr>
          <p:grpSpPr>
            <a:xfrm>
              <a:off x="1088191" y="290021"/>
              <a:ext cx="62327" cy="60167"/>
              <a:chOff x="3340075" y="2974625"/>
              <a:chExt cx="45250" cy="43675"/>
            </a:xfrm>
          </p:grpSpPr>
          <p:sp>
            <p:nvSpPr>
              <p:cNvPr id="3955" name="Google Shape;3955;p64">
                <a:extLst>
                  <a:ext uri="{FF2B5EF4-FFF2-40B4-BE49-F238E27FC236}">
                    <a16:creationId xmlns:a16="http://schemas.microsoft.com/office/drawing/2014/main" id="{B7E7B1AA-3EEE-A4B9-DB5A-7ABEE374B0F5}"/>
                  </a:ext>
                </a:extLst>
              </p:cNvPr>
              <p:cNvSpPr/>
              <p:nvPr/>
            </p:nvSpPr>
            <p:spPr>
              <a:xfrm>
                <a:off x="3341150" y="2977325"/>
                <a:ext cx="43450" cy="38250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530" extrusionOk="0">
                    <a:moveTo>
                      <a:pt x="861" y="1"/>
                    </a:moveTo>
                    <a:cubicBezTo>
                      <a:pt x="602" y="1"/>
                      <a:pt x="349" y="133"/>
                      <a:pt x="212" y="368"/>
                    </a:cubicBezTo>
                    <a:cubicBezTo>
                      <a:pt x="1" y="741"/>
                      <a:pt x="105" y="1208"/>
                      <a:pt x="482" y="1416"/>
                    </a:cubicBezTo>
                    <a:cubicBezTo>
                      <a:pt x="605" y="1493"/>
                      <a:pt x="741" y="1529"/>
                      <a:pt x="874" y="1529"/>
                    </a:cubicBezTo>
                    <a:cubicBezTo>
                      <a:pt x="1129" y="1529"/>
                      <a:pt x="1375" y="1397"/>
                      <a:pt x="1512" y="1161"/>
                    </a:cubicBezTo>
                    <a:cubicBezTo>
                      <a:pt x="1738" y="803"/>
                      <a:pt x="1616" y="325"/>
                      <a:pt x="1257" y="113"/>
                    </a:cubicBezTo>
                    <a:cubicBezTo>
                      <a:pt x="1134" y="37"/>
                      <a:pt x="996" y="1"/>
                      <a:pt x="8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6" name="Google Shape;3956;p64">
                <a:extLst>
                  <a:ext uri="{FF2B5EF4-FFF2-40B4-BE49-F238E27FC236}">
                    <a16:creationId xmlns:a16="http://schemas.microsoft.com/office/drawing/2014/main" id="{F860B4C3-FFA8-1520-D7FE-914D5461995B}"/>
                  </a:ext>
                </a:extLst>
              </p:cNvPr>
              <p:cNvSpPr/>
              <p:nvPr/>
            </p:nvSpPr>
            <p:spPr>
              <a:xfrm>
                <a:off x="3340075" y="2974625"/>
                <a:ext cx="45250" cy="43675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1747" extrusionOk="0">
                    <a:moveTo>
                      <a:pt x="912" y="221"/>
                    </a:moveTo>
                    <a:cubicBezTo>
                      <a:pt x="1016" y="221"/>
                      <a:pt x="1135" y="254"/>
                      <a:pt x="1243" y="311"/>
                    </a:cubicBezTo>
                    <a:cubicBezTo>
                      <a:pt x="1390" y="401"/>
                      <a:pt x="1494" y="552"/>
                      <a:pt x="1540" y="717"/>
                    </a:cubicBezTo>
                    <a:cubicBezTo>
                      <a:pt x="1584" y="882"/>
                      <a:pt x="1555" y="1061"/>
                      <a:pt x="1465" y="1208"/>
                    </a:cubicBezTo>
                    <a:cubicBezTo>
                      <a:pt x="1347" y="1416"/>
                      <a:pt x="1133" y="1526"/>
                      <a:pt x="910" y="1526"/>
                    </a:cubicBezTo>
                    <a:cubicBezTo>
                      <a:pt x="794" y="1526"/>
                      <a:pt x="676" y="1496"/>
                      <a:pt x="568" y="1435"/>
                    </a:cubicBezTo>
                    <a:cubicBezTo>
                      <a:pt x="417" y="1345"/>
                      <a:pt x="313" y="1194"/>
                      <a:pt x="270" y="1029"/>
                    </a:cubicBezTo>
                    <a:cubicBezTo>
                      <a:pt x="237" y="867"/>
                      <a:pt x="255" y="688"/>
                      <a:pt x="345" y="537"/>
                    </a:cubicBezTo>
                    <a:cubicBezTo>
                      <a:pt x="464" y="343"/>
                      <a:pt x="686" y="221"/>
                      <a:pt x="912" y="221"/>
                    </a:cubicBezTo>
                    <a:close/>
                    <a:moveTo>
                      <a:pt x="918" y="1"/>
                    </a:moveTo>
                    <a:cubicBezTo>
                      <a:pt x="616" y="1"/>
                      <a:pt x="324" y="153"/>
                      <a:pt x="166" y="433"/>
                    </a:cubicBezTo>
                    <a:cubicBezTo>
                      <a:pt x="44" y="627"/>
                      <a:pt x="1" y="867"/>
                      <a:pt x="58" y="1090"/>
                    </a:cubicBezTo>
                    <a:cubicBezTo>
                      <a:pt x="119" y="1316"/>
                      <a:pt x="255" y="1510"/>
                      <a:pt x="464" y="1628"/>
                    </a:cubicBezTo>
                    <a:cubicBezTo>
                      <a:pt x="596" y="1704"/>
                      <a:pt x="747" y="1747"/>
                      <a:pt x="912" y="1747"/>
                    </a:cubicBezTo>
                    <a:cubicBezTo>
                      <a:pt x="1196" y="1747"/>
                      <a:pt x="1494" y="1600"/>
                      <a:pt x="1659" y="1330"/>
                    </a:cubicBezTo>
                    <a:cubicBezTo>
                      <a:pt x="1781" y="1119"/>
                      <a:pt x="1810" y="882"/>
                      <a:pt x="1749" y="656"/>
                    </a:cubicBezTo>
                    <a:cubicBezTo>
                      <a:pt x="1706" y="433"/>
                      <a:pt x="1555" y="239"/>
                      <a:pt x="1361" y="117"/>
                    </a:cubicBezTo>
                    <a:cubicBezTo>
                      <a:pt x="1221" y="38"/>
                      <a:pt x="1068" y="1"/>
                      <a:pt x="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1777475-3A41-3907-529B-55EE9DC91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72" y="1749222"/>
            <a:ext cx="7703999" cy="1302402"/>
          </a:xfrm>
          <a:prstGeom prst="rect">
            <a:avLst/>
          </a:prstGeom>
        </p:spPr>
      </p:pic>
      <p:sp>
        <p:nvSpPr>
          <p:cNvPr id="4" name="Google Shape;1337;p44">
            <a:extLst>
              <a:ext uri="{FF2B5EF4-FFF2-40B4-BE49-F238E27FC236}">
                <a16:creationId xmlns:a16="http://schemas.microsoft.com/office/drawing/2014/main" id="{97FF38F3-D495-F265-1B99-DC28CE295A57}"/>
              </a:ext>
            </a:extLst>
          </p:cNvPr>
          <p:cNvSpPr txBox="1">
            <a:spLocks/>
          </p:cNvSpPr>
          <p:nvPr/>
        </p:nvSpPr>
        <p:spPr>
          <a:xfrm>
            <a:off x="1421766" y="3725875"/>
            <a:ext cx="2651700" cy="4167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1000" dirty="0"/>
              <a:t>135 customers with high frequency or spend have gone dormant past 60 days.</a:t>
            </a:r>
          </a:p>
        </p:txBody>
      </p:sp>
      <p:grpSp>
        <p:nvGrpSpPr>
          <p:cNvPr id="5" name="Google Shape;1340;p44">
            <a:extLst>
              <a:ext uri="{FF2B5EF4-FFF2-40B4-BE49-F238E27FC236}">
                <a16:creationId xmlns:a16="http://schemas.microsoft.com/office/drawing/2014/main" id="{C0FF4016-FA0C-DADD-6BE3-5ABF93405947}"/>
              </a:ext>
            </a:extLst>
          </p:cNvPr>
          <p:cNvGrpSpPr/>
          <p:nvPr/>
        </p:nvGrpSpPr>
        <p:grpSpPr>
          <a:xfrm>
            <a:off x="915341" y="3683660"/>
            <a:ext cx="412471" cy="411600"/>
            <a:chOff x="5633618" y="2107328"/>
            <a:chExt cx="378393" cy="378399"/>
          </a:xfrm>
        </p:grpSpPr>
        <p:sp>
          <p:nvSpPr>
            <p:cNvPr id="6" name="Google Shape;1341;p44">
              <a:extLst>
                <a:ext uri="{FF2B5EF4-FFF2-40B4-BE49-F238E27FC236}">
                  <a16:creationId xmlns:a16="http://schemas.microsoft.com/office/drawing/2014/main" id="{B87F8ABB-4381-2745-476B-F6695D0673DC}"/>
                </a:ext>
              </a:extLst>
            </p:cNvPr>
            <p:cNvSpPr/>
            <p:nvPr/>
          </p:nvSpPr>
          <p:spPr>
            <a:xfrm>
              <a:off x="5678351" y="2317276"/>
              <a:ext cx="13367" cy="15814"/>
            </a:xfrm>
            <a:custGeom>
              <a:avLst/>
              <a:gdLst/>
              <a:ahLst/>
              <a:cxnLst/>
              <a:rect l="l" t="t" r="r" b="b"/>
              <a:pathLst>
                <a:path w="153" h="181" extrusionOk="0">
                  <a:moveTo>
                    <a:pt x="87" y="0"/>
                  </a:moveTo>
                  <a:cubicBezTo>
                    <a:pt x="29" y="0"/>
                    <a:pt x="0" y="58"/>
                    <a:pt x="0" y="87"/>
                  </a:cubicBezTo>
                  <a:cubicBezTo>
                    <a:pt x="0" y="152"/>
                    <a:pt x="29" y="181"/>
                    <a:pt x="87" y="181"/>
                  </a:cubicBezTo>
                  <a:cubicBezTo>
                    <a:pt x="116" y="181"/>
                    <a:pt x="152" y="152"/>
                    <a:pt x="152" y="87"/>
                  </a:cubicBezTo>
                  <a:cubicBezTo>
                    <a:pt x="152" y="58"/>
                    <a:pt x="116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" name="Google Shape;1342;p44">
              <a:extLst>
                <a:ext uri="{FF2B5EF4-FFF2-40B4-BE49-F238E27FC236}">
                  <a16:creationId xmlns:a16="http://schemas.microsoft.com/office/drawing/2014/main" id="{FA2E8F11-FE56-8A72-6572-BFE9DA534B4D}"/>
                </a:ext>
              </a:extLst>
            </p:cNvPr>
            <p:cNvSpPr/>
            <p:nvPr/>
          </p:nvSpPr>
          <p:spPr>
            <a:xfrm>
              <a:off x="5678351" y="2362008"/>
              <a:ext cx="13367" cy="15901"/>
            </a:xfrm>
            <a:custGeom>
              <a:avLst/>
              <a:gdLst/>
              <a:ahLst/>
              <a:cxnLst/>
              <a:rect l="l" t="t" r="r" b="b"/>
              <a:pathLst>
                <a:path w="153" h="182" extrusionOk="0">
                  <a:moveTo>
                    <a:pt x="87" y="1"/>
                  </a:moveTo>
                  <a:cubicBezTo>
                    <a:pt x="29" y="1"/>
                    <a:pt x="0" y="59"/>
                    <a:pt x="0" y="88"/>
                  </a:cubicBezTo>
                  <a:cubicBezTo>
                    <a:pt x="0" y="152"/>
                    <a:pt x="29" y="181"/>
                    <a:pt x="87" y="181"/>
                  </a:cubicBezTo>
                  <a:cubicBezTo>
                    <a:pt x="116" y="181"/>
                    <a:pt x="152" y="152"/>
                    <a:pt x="152" y="88"/>
                  </a:cubicBezTo>
                  <a:cubicBezTo>
                    <a:pt x="152" y="59"/>
                    <a:pt x="116" y="1"/>
                    <a:pt x="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" name="Google Shape;1343;p44">
              <a:extLst>
                <a:ext uri="{FF2B5EF4-FFF2-40B4-BE49-F238E27FC236}">
                  <a16:creationId xmlns:a16="http://schemas.microsoft.com/office/drawing/2014/main" id="{BB68EEDD-7D8D-58CA-2B8A-4D123641B15D}"/>
                </a:ext>
              </a:extLst>
            </p:cNvPr>
            <p:cNvSpPr/>
            <p:nvPr/>
          </p:nvSpPr>
          <p:spPr>
            <a:xfrm>
              <a:off x="5678351" y="2406829"/>
              <a:ext cx="13367" cy="15814"/>
            </a:xfrm>
            <a:custGeom>
              <a:avLst/>
              <a:gdLst/>
              <a:ahLst/>
              <a:cxnLst/>
              <a:rect l="l" t="t" r="r" b="b"/>
              <a:pathLst>
                <a:path w="153" h="181" extrusionOk="0">
                  <a:moveTo>
                    <a:pt x="87" y="0"/>
                  </a:moveTo>
                  <a:cubicBezTo>
                    <a:pt x="29" y="0"/>
                    <a:pt x="0" y="29"/>
                    <a:pt x="0" y="87"/>
                  </a:cubicBezTo>
                  <a:cubicBezTo>
                    <a:pt x="0" y="116"/>
                    <a:pt x="29" y="181"/>
                    <a:pt x="87" y="181"/>
                  </a:cubicBezTo>
                  <a:cubicBezTo>
                    <a:pt x="116" y="181"/>
                    <a:pt x="152" y="116"/>
                    <a:pt x="152" y="87"/>
                  </a:cubicBezTo>
                  <a:cubicBezTo>
                    <a:pt x="152" y="29"/>
                    <a:pt x="116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" name="Google Shape;1344;p44">
              <a:extLst>
                <a:ext uri="{FF2B5EF4-FFF2-40B4-BE49-F238E27FC236}">
                  <a16:creationId xmlns:a16="http://schemas.microsoft.com/office/drawing/2014/main" id="{E95E9511-4A31-3816-173E-AACD6A8DB4DE}"/>
                </a:ext>
              </a:extLst>
            </p:cNvPr>
            <p:cNvSpPr/>
            <p:nvPr/>
          </p:nvSpPr>
          <p:spPr>
            <a:xfrm>
              <a:off x="5633618" y="2107328"/>
              <a:ext cx="288837" cy="378399"/>
            </a:xfrm>
            <a:custGeom>
              <a:avLst/>
              <a:gdLst/>
              <a:ahLst/>
              <a:cxnLst/>
              <a:rect l="l" t="t" r="r" b="b"/>
              <a:pathLst>
                <a:path w="3306" h="4331" extrusionOk="0">
                  <a:moveTo>
                    <a:pt x="2468" y="296"/>
                  </a:moveTo>
                  <a:lnTo>
                    <a:pt x="3010" y="837"/>
                  </a:lnTo>
                  <a:lnTo>
                    <a:pt x="2468" y="837"/>
                  </a:lnTo>
                  <a:lnTo>
                    <a:pt x="2468" y="296"/>
                  </a:lnTo>
                  <a:close/>
                  <a:moveTo>
                    <a:pt x="2288" y="180"/>
                  </a:moveTo>
                  <a:lnTo>
                    <a:pt x="2288" y="931"/>
                  </a:lnTo>
                  <a:cubicBezTo>
                    <a:pt x="2288" y="960"/>
                    <a:pt x="2346" y="1018"/>
                    <a:pt x="2375" y="1018"/>
                  </a:cubicBezTo>
                  <a:lnTo>
                    <a:pt x="3125" y="1018"/>
                  </a:lnTo>
                  <a:lnTo>
                    <a:pt x="3125" y="4056"/>
                  </a:lnTo>
                  <a:cubicBezTo>
                    <a:pt x="3125" y="4114"/>
                    <a:pt x="3096" y="4150"/>
                    <a:pt x="3067" y="4150"/>
                  </a:cubicBezTo>
                  <a:lnTo>
                    <a:pt x="238" y="4150"/>
                  </a:lnTo>
                  <a:cubicBezTo>
                    <a:pt x="209" y="4150"/>
                    <a:pt x="152" y="4114"/>
                    <a:pt x="152" y="4056"/>
                  </a:cubicBezTo>
                  <a:lnTo>
                    <a:pt x="152" y="238"/>
                  </a:lnTo>
                  <a:cubicBezTo>
                    <a:pt x="152" y="209"/>
                    <a:pt x="209" y="180"/>
                    <a:pt x="238" y="180"/>
                  </a:cubicBezTo>
                  <a:close/>
                  <a:moveTo>
                    <a:pt x="238" y="0"/>
                  </a:moveTo>
                  <a:cubicBezTo>
                    <a:pt x="123" y="0"/>
                    <a:pt x="0" y="116"/>
                    <a:pt x="0" y="238"/>
                  </a:cubicBezTo>
                  <a:lnTo>
                    <a:pt x="0" y="4056"/>
                  </a:lnTo>
                  <a:cubicBezTo>
                    <a:pt x="0" y="4208"/>
                    <a:pt x="123" y="4331"/>
                    <a:pt x="238" y="4331"/>
                  </a:cubicBezTo>
                  <a:lnTo>
                    <a:pt x="3067" y="4331"/>
                  </a:lnTo>
                  <a:cubicBezTo>
                    <a:pt x="3190" y="4331"/>
                    <a:pt x="3306" y="4208"/>
                    <a:pt x="3306" y="4056"/>
                  </a:cubicBezTo>
                  <a:lnTo>
                    <a:pt x="3306" y="931"/>
                  </a:lnTo>
                  <a:cubicBezTo>
                    <a:pt x="3306" y="902"/>
                    <a:pt x="3306" y="866"/>
                    <a:pt x="3277" y="866"/>
                  </a:cubicBezTo>
                  <a:lnTo>
                    <a:pt x="2432" y="29"/>
                  </a:lnTo>
                  <a:lnTo>
                    <a:pt x="2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0" name="Google Shape;1345;p44">
              <a:extLst>
                <a:ext uri="{FF2B5EF4-FFF2-40B4-BE49-F238E27FC236}">
                  <a16:creationId xmlns:a16="http://schemas.microsoft.com/office/drawing/2014/main" id="{AA33BF8B-A7F7-B2CA-90D6-1FBC00114B54}"/>
                </a:ext>
              </a:extLst>
            </p:cNvPr>
            <p:cNvSpPr/>
            <p:nvPr/>
          </p:nvSpPr>
          <p:spPr>
            <a:xfrm>
              <a:off x="5680885" y="2151449"/>
              <a:ext cx="133760" cy="131841"/>
            </a:xfrm>
            <a:custGeom>
              <a:avLst/>
              <a:gdLst/>
              <a:ahLst/>
              <a:cxnLst/>
              <a:rect l="l" t="t" r="r" b="b"/>
              <a:pathLst>
                <a:path w="1531" h="1509" extrusionOk="0">
                  <a:moveTo>
                    <a:pt x="845" y="181"/>
                  </a:moveTo>
                  <a:cubicBezTo>
                    <a:pt x="1112" y="217"/>
                    <a:pt x="1321" y="426"/>
                    <a:pt x="1350" y="664"/>
                  </a:cubicBezTo>
                  <a:lnTo>
                    <a:pt x="845" y="664"/>
                  </a:lnTo>
                  <a:lnTo>
                    <a:pt x="845" y="181"/>
                  </a:lnTo>
                  <a:close/>
                  <a:moveTo>
                    <a:pt x="693" y="181"/>
                  </a:moveTo>
                  <a:lnTo>
                    <a:pt x="693" y="758"/>
                  </a:lnTo>
                  <a:cubicBezTo>
                    <a:pt x="693" y="816"/>
                    <a:pt x="722" y="845"/>
                    <a:pt x="780" y="845"/>
                  </a:cubicBezTo>
                  <a:lnTo>
                    <a:pt x="1350" y="845"/>
                  </a:lnTo>
                  <a:cubicBezTo>
                    <a:pt x="1321" y="1148"/>
                    <a:pt x="1054" y="1357"/>
                    <a:pt x="751" y="1357"/>
                  </a:cubicBezTo>
                  <a:cubicBezTo>
                    <a:pt x="448" y="1328"/>
                    <a:pt x="210" y="1083"/>
                    <a:pt x="181" y="787"/>
                  </a:cubicBezTo>
                  <a:cubicBezTo>
                    <a:pt x="152" y="484"/>
                    <a:pt x="390" y="217"/>
                    <a:pt x="693" y="181"/>
                  </a:cubicBezTo>
                  <a:close/>
                  <a:moveTo>
                    <a:pt x="780" y="0"/>
                  </a:moveTo>
                  <a:cubicBezTo>
                    <a:pt x="361" y="0"/>
                    <a:pt x="0" y="332"/>
                    <a:pt x="0" y="758"/>
                  </a:cubicBezTo>
                  <a:cubicBezTo>
                    <a:pt x="0" y="1177"/>
                    <a:pt x="361" y="1509"/>
                    <a:pt x="780" y="1509"/>
                  </a:cubicBezTo>
                  <a:cubicBezTo>
                    <a:pt x="1206" y="1509"/>
                    <a:pt x="1530" y="1177"/>
                    <a:pt x="1530" y="758"/>
                  </a:cubicBezTo>
                  <a:cubicBezTo>
                    <a:pt x="1530" y="332"/>
                    <a:pt x="1206" y="0"/>
                    <a:pt x="7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1" name="Google Shape;1346;p44">
              <a:extLst>
                <a:ext uri="{FF2B5EF4-FFF2-40B4-BE49-F238E27FC236}">
                  <a16:creationId xmlns:a16="http://schemas.microsoft.com/office/drawing/2014/main" id="{32C84907-69D9-3107-694C-CD0FE2B64F3E}"/>
                </a:ext>
              </a:extLst>
            </p:cNvPr>
            <p:cNvSpPr/>
            <p:nvPr/>
          </p:nvSpPr>
          <p:spPr>
            <a:xfrm>
              <a:off x="5707357" y="2317276"/>
              <a:ext cx="170367" cy="15814"/>
            </a:xfrm>
            <a:custGeom>
              <a:avLst/>
              <a:gdLst/>
              <a:ahLst/>
              <a:cxnLst/>
              <a:rect l="l" t="t" r="r" b="b"/>
              <a:pathLst>
                <a:path w="1950" h="181" extrusionOk="0">
                  <a:moveTo>
                    <a:pt x="87" y="0"/>
                  </a:moveTo>
                  <a:cubicBezTo>
                    <a:pt x="29" y="0"/>
                    <a:pt x="0" y="58"/>
                    <a:pt x="0" y="123"/>
                  </a:cubicBezTo>
                  <a:cubicBezTo>
                    <a:pt x="0" y="152"/>
                    <a:pt x="58" y="181"/>
                    <a:pt x="87" y="181"/>
                  </a:cubicBezTo>
                  <a:lnTo>
                    <a:pt x="1863" y="181"/>
                  </a:lnTo>
                  <a:cubicBezTo>
                    <a:pt x="1920" y="181"/>
                    <a:pt x="1949" y="152"/>
                    <a:pt x="1949" y="123"/>
                  </a:cubicBezTo>
                  <a:cubicBezTo>
                    <a:pt x="1949" y="58"/>
                    <a:pt x="1920" y="0"/>
                    <a:pt x="18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2" name="Google Shape;1347;p44">
              <a:extLst>
                <a:ext uri="{FF2B5EF4-FFF2-40B4-BE49-F238E27FC236}">
                  <a16:creationId xmlns:a16="http://schemas.microsoft.com/office/drawing/2014/main" id="{FA548A20-012D-12FE-5D74-4BBC616A913E}"/>
                </a:ext>
              </a:extLst>
            </p:cNvPr>
            <p:cNvSpPr/>
            <p:nvPr/>
          </p:nvSpPr>
          <p:spPr>
            <a:xfrm>
              <a:off x="5707357" y="2362008"/>
              <a:ext cx="170367" cy="15901"/>
            </a:xfrm>
            <a:custGeom>
              <a:avLst/>
              <a:gdLst/>
              <a:ahLst/>
              <a:cxnLst/>
              <a:rect l="l" t="t" r="r" b="b"/>
              <a:pathLst>
                <a:path w="1950" h="182" extrusionOk="0">
                  <a:moveTo>
                    <a:pt x="87" y="1"/>
                  </a:moveTo>
                  <a:cubicBezTo>
                    <a:pt x="58" y="1"/>
                    <a:pt x="0" y="30"/>
                    <a:pt x="0" y="88"/>
                  </a:cubicBezTo>
                  <a:cubicBezTo>
                    <a:pt x="0" y="116"/>
                    <a:pt x="29" y="181"/>
                    <a:pt x="87" y="181"/>
                  </a:cubicBezTo>
                  <a:lnTo>
                    <a:pt x="1863" y="181"/>
                  </a:lnTo>
                  <a:cubicBezTo>
                    <a:pt x="1920" y="181"/>
                    <a:pt x="1949" y="152"/>
                    <a:pt x="1949" y="88"/>
                  </a:cubicBezTo>
                  <a:cubicBezTo>
                    <a:pt x="1949" y="59"/>
                    <a:pt x="1920" y="1"/>
                    <a:pt x="18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48;p44">
              <a:extLst>
                <a:ext uri="{FF2B5EF4-FFF2-40B4-BE49-F238E27FC236}">
                  <a16:creationId xmlns:a16="http://schemas.microsoft.com/office/drawing/2014/main" id="{D689893E-7E83-28AD-DCBE-C48B7B120CA8}"/>
                </a:ext>
              </a:extLst>
            </p:cNvPr>
            <p:cNvSpPr/>
            <p:nvPr/>
          </p:nvSpPr>
          <p:spPr>
            <a:xfrm>
              <a:off x="5707357" y="2406829"/>
              <a:ext cx="170367" cy="15814"/>
            </a:xfrm>
            <a:custGeom>
              <a:avLst/>
              <a:gdLst/>
              <a:ahLst/>
              <a:cxnLst/>
              <a:rect l="l" t="t" r="r" b="b"/>
              <a:pathLst>
                <a:path w="1950" h="181" extrusionOk="0">
                  <a:moveTo>
                    <a:pt x="87" y="0"/>
                  </a:moveTo>
                  <a:cubicBezTo>
                    <a:pt x="58" y="0"/>
                    <a:pt x="0" y="29"/>
                    <a:pt x="0" y="58"/>
                  </a:cubicBezTo>
                  <a:cubicBezTo>
                    <a:pt x="0" y="116"/>
                    <a:pt x="29" y="181"/>
                    <a:pt x="87" y="181"/>
                  </a:cubicBezTo>
                  <a:lnTo>
                    <a:pt x="1863" y="181"/>
                  </a:lnTo>
                  <a:cubicBezTo>
                    <a:pt x="1920" y="181"/>
                    <a:pt x="1949" y="145"/>
                    <a:pt x="1949" y="87"/>
                  </a:cubicBezTo>
                  <a:cubicBezTo>
                    <a:pt x="1949" y="58"/>
                    <a:pt x="1920" y="0"/>
                    <a:pt x="18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349;p44">
              <a:extLst>
                <a:ext uri="{FF2B5EF4-FFF2-40B4-BE49-F238E27FC236}">
                  <a16:creationId xmlns:a16="http://schemas.microsoft.com/office/drawing/2014/main" id="{E202AA68-29B8-E075-B501-76458CD77C36}"/>
                </a:ext>
              </a:extLst>
            </p:cNvPr>
            <p:cNvSpPr/>
            <p:nvPr/>
          </p:nvSpPr>
          <p:spPr>
            <a:xfrm>
              <a:off x="5951378" y="2107328"/>
              <a:ext cx="60633" cy="378399"/>
            </a:xfrm>
            <a:custGeom>
              <a:avLst/>
              <a:gdLst/>
              <a:ahLst/>
              <a:cxnLst/>
              <a:rect l="l" t="t" r="r" b="b"/>
              <a:pathLst>
                <a:path w="694" h="4331" extrusionOk="0">
                  <a:moveTo>
                    <a:pt x="322" y="173"/>
                  </a:moveTo>
                  <a:cubicBezTo>
                    <a:pt x="335" y="173"/>
                    <a:pt x="348" y="175"/>
                    <a:pt x="362" y="180"/>
                  </a:cubicBezTo>
                  <a:cubicBezTo>
                    <a:pt x="455" y="180"/>
                    <a:pt x="513" y="238"/>
                    <a:pt x="513" y="325"/>
                  </a:cubicBezTo>
                  <a:lnTo>
                    <a:pt x="513" y="505"/>
                  </a:lnTo>
                  <a:lnTo>
                    <a:pt x="181" y="505"/>
                  </a:lnTo>
                  <a:lnTo>
                    <a:pt x="181" y="325"/>
                  </a:lnTo>
                  <a:cubicBezTo>
                    <a:pt x="181" y="251"/>
                    <a:pt x="249" y="173"/>
                    <a:pt x="322" y="173"/>
                  </a:cubicBezTo>
                  <a:close/>
                  <a:moveTo>
                    <a:pt x="513" y="657"/>
                  </a:moveTo>
                  <a:lnTo>
                    <a:pt x="513" y="837"/>
                  </a:lnTo>
                  <a:lnTo>
                    <a:pt x="181" y="837"/>
                  </a:lnTo>
                  <a:lnTo>
                    <a:pt x="181" y="657"/>
                  </a:lnTo>
                  <a:close/>
                  <a:moveTo>
                    <a:pt x="513" y="1018"/>
                  </a:moveTo>
                  <a:lnTo>
                    <a:pt x="513" y="3486"/>
                  </a:lnTo>
                  <a:lnTo>
                    <a:pt x="181" y="3486"/>
                  </a:lnTo>
                  <a:lnTo>
                    <a:pt x="181" y="1018"/>
                  </a:lnTo>
                  <a:close/>
                  <a:moveTo>
                    <a:pt x="484" y="3638"/>
                  </a:moveTo>
                  <a:lnTo>
                    <a:pt x="362" y="3999"/>
                  </a:lnTo>
                  <a:lnTo>
                    <a:pt x="210" y="3638"/>
                  </a:lnTo>
                  <a:close/>
                  <a:moveTo>
                    <a:pt x="333" y="0"/>
                  </a:moveTo>
                  <a:cubicBezTo>
                    <a:pt x="152" y="0"/>
                    <a:pt x="1" y="144"/>
                    <a:pt x="1" y="325"/>
                  </a:cubicBezTo>
                  <a:lnTo>
                    <a:pt x="1" y="3573"/>
                  </a:lnTo>
                  <a:lnTo>
                    <a:pt x="1" y="3609"/>
                  </a:lnTo>
                  <a:lnTo>
                    <a:pt x="275" y="4266"/>
                  </a:lnTo>
                  <a:cubicBezTo>
                    <a:pt x="275" y="4294"/>
                    <a:pt x="304" y="4331"/>
                    <a:pt x="333" y="4331"/>
                  </a:cubicBezTo>
                  <a:cubicBezTo>
                    <a:pt x="390" y="4331"/>
                    <a:pt x="419" y="4294"/>
                    <a:pt x="419" y="4266"/>
                  </a:cubicBezTo>
                  <a:lnTo>
                    <a:pt x="694" y="3609"/>
                  </a:lnTo>
                  <a:lnTo>
                    <a:pt x="694" y="3573"/>
                  </a:lnTo>
                  <a:lnTo>
                    <a:pt x="694" y="325"/>
                  </a:lnTo>
                  <a:cubicBezTo>
                    <a:pt x="694" y="144"/>
                    <a:pt x="513" y="0"/>
                    <a:pt x="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338;p44">
            <a:extLst>
              <a:ext uri="{FF2B5EF4-FFF2-40B4-BE49-F238E27FC236}">
                <a16:creationId xmlns:a16="http://schemas.microsoft.com/office/drawing/2014/main" id="{EE9FEFDB-46CF-E2EE-CD8D-C03848536A15}"/>
              </a:ext>
            </a:extLst>
          </p:cNvPr>
          <p:cNvSpPr txBox="1">
            <a:spLocks/>
          </p:cNvSpPr>
          <p:nvPr/>
        </p:nvSpPr>
        <p:spPr>
          <a:xfrm>
            <a:off x="5761262" y="3579673"/>
            <a:ext cx="2651700" cy="8767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D" sz="1000" dirty="0"/>
              <a:t>The marketing team needs to launch an immediate, targeted "win-back" email campaign offering a white-glove re-engagement incentive specifically for this At-Risk VIP tier.</a:t>
            </a:r>
          </a:p>
        </p:txBody>
      </p:sp>
      <p:grpSp>
        <p:nvGrpSpPr>
          <p:cNvPr id="17" name="Google Shape;1360;p44">
            <a:extLst>
              <a:ext uri="{FF2B5EF4-FFF2-40B4-BE49-F238E27FC236}">
                <a16:creationId xmlns:a16="http://schemas.microsoft.com/office/drawing/2014/main" id="{1331301E-7F17-9124-C48A-99B516EFEEDE}"/>
              </a:ext>
            </a:extLst>
          </p:cNvPr>
          <p:cNvGrpSpPr/>
          <p:nvPr/>
        </p:nvGrpSpPr>
        <p:grpSpPr>
          <a:xfrm>
            <a:off x="5271280" y="3683661"/>
            <a:ext cx="427110" cy="411599"/>
            <a:chOff x="738347" y="1539779"/>
            <a:chExt cx="341873" cy="378399"/>
          </a:xfrm>
        </p:grpSpPr>
        <p:sp>
          <p:nvSpPr>
            <p:cNvPr id="18" name="Google Shape;1361;p44">
              <a:extLst>
                <a:ext uri="{FF2B5EF4-FFF2-40B4-BE49-F238E27FC236}">
                  <a16:creationId xmlns:a16="http://schemas.microsoft.com/office/drawing/2014/main" id="{6A892AD4-2749-9121-7A5F-3164407BF4D0}"/>
                </a:ext>
              </a:extLst>
            </p:cNvPr>
            <p:cNvSpPr/>
            <p:nvPr/>
          </p:nvSpPr>
          <p:spPr>
            <a:xfrm>
              <a:off x="836026" y="1641914"/>
              <a:ext cx="12756" cy="15814"/>
            </a:xfrm>
            <a:custGeom>
              <a:avLst/>
              <a:gdLst/>
              <a:ahLst/>
              <a:cxnLst/>
              <a:rect l="l" t="t" r="r" b="b"/>
              <a:pathLst>
                <a:path w="146" h="181" extrusionOk="0">
                  <a:moveTo>
                    <a:pt x="59" y="1"/>
                  </a:moveTo>
                  <a:cubicBezTo>
                    <a:pt x="30" y="1"/>
                    <a:pt x="1" y="58"/>
                    <a:pt x="1" y="94"/>
                  </a:cubicBezTo>
                  <a:cubicBezTo>
                    <a:pt x="1" y="152"/>
                    <a:pt x="30" y="181"/>
                    <a:pt x="59" y="181"/>
                  </a:cubicBezTo>
                  <a:cubicBezTo>
                    <a:pt x="116" y="181"/>
                    <a:pt x="145" y="152"/>
                    <a:pt x="145" y="94"/>
                  </a:cubicBezTo>
                  <a:cubicBezTo>
                    <a:pt x="145" y="58"/>
                    <a:pt x="116" y="1"/>
                    <a:pt x="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362;p44">
              <a:extLst>
                <a:ext uri="{FF2B5EF4-FFF2-40B4-BE49-F238E27FC236}">
                  <a16:creationId xmlns:a16="http://schemas.microsoft.com/office/drawing/2014/main" id="{C684B44B-C80F-9EEF-DB4C-731FD2FCBE84}"/>
                </a:ext>
              </a:extLst>
            </p:cNvPr>
            <p:cNvSpPr/>
            <p:nvPr/>
          </p:nvSpPr>
          <p:spPr>
            <a:xfrm>
              <a:off x="838559" y="1568174"/>
              <a:ext cx="78893" cy="60547"/>
            </a:xfrm>
            <a:custGeom>
              <a:avLst/>
              <a:gdLst/>
              <a:ahLst/>
              <a:cxnLst/>
              <a:rect l="l" t="t" r="r" b="b"/>
              <a:pathLst>
                <a:path w="903" h="693" extrusionOk="0">
                  <a:moveTo>
                    <a:pt x="809" y="0"/>
                  </a:moveTo>
                  <a:cubicBezTo>
                    <a:pt x="448" y="0"/>
                    <a:pt x="116" y="245"/>
                    <a:pt x="1" y="577"/>
                  </a:cubicBezTo>
                  <a:cubicBezTo>
                    <a:pt x="1" y="606"/>
                    <a:pt x="30" y="664"/>
                    <a:pt x="59" y="693"/>
                  </a:cubicBezTo>
                  <a:cubicBezTo>
                    <a:pt x="87" y="693"/>
                    <a:pt x="152" y="664"/>
                    <a:pt x="181" y="635"/>
                  </a:cubicBezTo>
                  <a:cubicBezTo>
                    <a:pt x="268" y="361"/>
                    <a:pt x="513" y="180"/>
                    <a:pt x="809" y="180"/>
                  </a:cubicBezTo>
                  <a:cubicBezTo>
                    <a:pt x="838" y="180"/>
                    <a:pt x="903" y="152"/>
                    <a:pt x="903" y="94"/>
                  </a:cubicBezTo>
                  <a:cubicBezTo>
                    <a:pt x="903" y="36"/>
                    <a:pt x="838" y="0"/>
                    <a:pt x="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1363;p44">
              <a:extLst>
                <a:ext uri="{FF2B5EF4-FFF2-40B4-BE49-F238E27FC236}">
                  <a16:creationId xmlns:a16="http://schemas.microsoft.com/office/drawing/2014/main" id="{CB760CB6-F7F6-9C22-E014-448B5E23EEF1}"/>
                </a:ext>
              </a:extLst>
            </p:cNvPr>
            <p:cNvSpPr/>
            <p:nvPr/>
          </p:nvSpPr>
          <p:spPr>
            <a:xfrm>
              <a:off x="738347" y="1628634"/>
              <a:ext cx="44820" cy="13368"/>
            </a:xfrm>
            <a:custGeom>
              <a:avLst/>
              <a:gdLst/>
              <a:ahLst/>
              <a:cxnLst/>
              <a:rect l="l" t="t" r="r" b="b"/>
              <a:pathLst>
                <a:path w="513" h="153" extrusionOk="0">
                  <a:moveTo>
                    <a:pt x="94" y="1"/>
                  </a:moveTo>
                  <a:cubicBezTo>
                    <a:pt x="36" y="1"/>
                    <a:pt x="0" y="30"/>
                    <a:pt x="0" y="95"/>
                  </a:cubicBezTo>
                  <a:cubicBezTo>
                    <a:pt x="0" y="124"/>
                    <a:pt x="65" y="153"/>
                    <a:pt x="94" y="153"/>
                  </a:cubicBezTo>
                  <a:lnTo>
                    <a:pt x="426" y="153"/>
                  </a:lnTo>
                  <a:cubicBezTo>
                    <a:pt x="484" y="153"/>
                    <a:pt x="513" y="124"/>
                    <a:pt x="513" y="95"/>
                  </a:cubicBezTo>
                  <a:cubicBezTo>
                    <a:pt x="513" y="30"/>
                    <a:pt x="484" y="1"/>
                    <a:pt x="4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1364;p44">
              <a:extLst>
                <a:ext uri="{FF2B5EF4-FFF2-40B4-BE49-F238E27FC236}">
                  <a16:creationId xmlns:a16="http://schemas.microsoft.com/office/drawing/2014/main" id="{24E5E738-1B13-E2B2-FAED-AA05C53129EF}"/>
                </a:ext>
              </a:extLst>
            </p:cNvPr>
            <p:cNvSpPr/>
            <p:nvPr/>
          </p:nvSpPr>
          <p:spPr>
            <a:xfrm>
              <a:off x="1032780" y="1628634"/>
              <a:ext cx="47441" cy="13368"/>
            </a:xfrm>
            <a:custGeom>
              <a:avLst/>
              <a:gdLst/>
              <a:ahLst/>
              <a:cxnLst/>
              <a:rect l="l" t="t" r="r" b="b"/>
              <a:pathLst>
                <a:path w="543" h="153" extrusionOk="0">
                  <a:moveTo>
                    <a:pt x="95" y="1"/>
                  </a:moveTo>
                  <a:cubicBezTo>
                    <a:pt x="59" y="1"/>
                    <a:pt x="30" y="30"/>
                    <a:pt x="1" y="66"/>
                  </a:cubicBezTo>
                  <a:cubicBezTo>
                    <a:pt x="1" y="124"/>
                    <a:pt x="30" y="153"/>
                    <a:pt x="95" y="153"/>
                  </a:cubicBezTo>
                  <a:lnTo>
                    <a:pt x="455" y="153"/>
                  </a:lnTo>
                  <a:cubicBezTo>
                    <a:pt x="484" y="153"/>
                    <a:pt x="542" y="124"/>
                    <a:pt x="513" y="66"/>
                  </a:cubicBezTo>
                  <a:cubicBezTo>
                    <a:pt x="513" y="30"/>
                    <a:pt x="484" y="1"/>
                    <a:pt x="4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2" name="Google Shape;1365;p44">
              <a:extLst>
                <a:ext uri="{FF2B5EF4-FFF2-40B4-BE49-F238E27FC236}">
                  <a16:creationId xmlns:a16="http://schemas.microsoft.com/office/drawing/2014/main" id="{8AA2A663-C683-F275-5A86-2148B12E6D51}"/>
                </a:ext>
              </a:extLst>
            </p:cNvPr>
            <p:cNvSpPr/>
            <p:nvPr/>
          </p:nvSpPr>
          <p:spPr>
            <a:xfrm>
              <a:off x="759753" y="1693199"/>
              <a:ext cx="41674" cy="30143"/>
            </a:xfrm>
            <a:custGeom>
              <a:avLst/>
              <a:gdLst/>
              <a:ahLst/>
              <a:cxnLst/>
              <a:rect l="l" t="t" r="r" b="b"/>
              <a:pathLst>
                <a:path w="477" h="345" extrusionOk="0">
                  <a:moveTo>
                    <a:pt x="391" y="1"/>
                  </a:moveTo>
                  <a:cubicBezTo>
                    <a:pt x="380" y="1"/>
                    <a:pt x="370" y="4"/>
                    <a:pt x="361" y="13"/>
                  </a:cubicBezTo>
                  <a:lnTo>
                    <a:pt x="58" y="193"/>
                  </a:lnTo>
                  <a:cubicBezTo>
                    <a:pt x="29" y="229"/>
                    <a:pt x="1" y="258"/>
                    <a:pt x="29" y="316"/>
                  </a:cubicBezTo>
                  <a:cubicBezTo>
                    <a:pt x="58" y="345"/>
                    <a:pt x="87" y="345"/>
                    <a:pt x="152" y="345"/>
                  </a:cubicBezTo>
                  <a:lnTo>
                    <a:pt x="419" y="164"/>
                  </a:lnTo>
                  <a:cubicBezTo>
                    <a:pt x="477" y="135"/>
                    <a:pt x="477" y="106"/>
                    <a:pt x="448" y="49"/>
                  </a:cubicBezTo>
                  <a:cubicBezTo>
                    <a:pt x="448" y="23"/>
                    <a:pt x="419" y="1"/>
                    <a:pt x="3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3" name="Google Shape;1366;p44">
              <a:extLst>
                <a:ext uri="{FF2B5EF4-FFF2-40B4-BE49-F238E27FC236}">
                  <a16:creationId xmlns:a16="http://schemas.microsoft.com/office/drawing/2014/main" id="{6C8E7DCC-6A32-2A9E-EC72-00A525CA15BB}"/>
                </a:ext>
              </a:extLst>
            </p:cNvPr>
            <p:cNvSpPr/>
            <p:nvPr/>
          </p:nvSpPr>
          <p:spPr>
            <a:xfrm>
              <a:off x="1014520" y="1546245"/>
              <a:ext cx="42373" cy="30143"/>
            </a:xfrm>
            <a:custGeom>
              <a:avLst/>
              <a:gdLst/>
              <a:ahLst/>
              <a:cxnLst/>
              <a:rect l="l" t="t" r="r" b="b"/>
              <a:pathLst>
                <a:path w="485" h="345" extrusionOk="0">
                  <a:moveTo>
                    <a:pt x="393" y="1"/>
                  </a:moveTo>
                  <a:cubicBezTo>
                    <a:pt x="381" y="1"/>
                    <a:pt x="370" y="4"/>
                    <a:pt x="361" y="13"/>
                  </a:cubicBezTo>
                  <a:lnTo>
                    <a:pt x="58" y="193"/>
                  </a:lnTo>
                  <a:cubicBezTo>
                    <a:pt x="29" y="222"/>
                    <a:pt x="0" y="251"/>
                    <a:pt x="29" y="316"/>
                  </a:cubicBezTo>
                  <a:cubicBezTo>
                    <a:pt x="58" y="345"/>
                    <a:pt x="123" y="345"/>
                    <a:pt x="152" y="345"/>
                  </a:cubicBezTo>
                  <a:lnTo>
                    <a:pt x="448" y="164"/>
                  </a:lnTo>
                  <a:cubicBezTo>
                    <a:pt x="484" y="136"/>
                    <a:pt x="484" y="71"/>
                    <a:pt x="484" y="42"/>
                  </a:cubicBezTo>
                  <a:cubicBezTo>
                    <a:pt x="459" y="21"/>
                    <a:pt x="422" y="1"/>
                    <a:pt x="3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4" name="Google Shape;1367;p44">
              <a:extLst>
                <a:ext uri="{FF2B5EF4-FFF2-40B4-BE49-F238E27FC236}">
                  <a16:creationId xmlns:a16="http://schemas.microsoft.com/office/drawing/2014/main" id="{A5736F72-9E32-E43B-D314-0C9D2C12CE60}"/>
                </a:ext>
              </a:extLst>
            </p:cNvPr>
            <p:cNvSpPr/>
            <p:nvPr/>
          </p:nvSpPr>
          <p:spPr>
            <a:xfrm>
              <a:off x="759753" y="1546245"/>
              <a:ext cx="41674" cy="30143"/>
            </a:xfrm>
            <a:custGeom>
              <a:avLst/>
              <a:gdLst/>
              <a:ahLst/>
              <a:cxnLst/>
              <a:rect l="l" t="t" r="r" b="b"/>
              <a:pathLst>
                <a:path w="477" h="345" extrusionOk="0">
                  <a:moveTo>
                    <a:pt x="103" y="1"/>
                  </a:moveTo>
                  <a:cubicBezTo>
                    <a:pt x="70" y="1"/>
                    <a:pt x="50" y="21"/>
                    <a:pt x="29" y="42"/>
                  </a:cubicBezTo>
                  <a:cubicBezTo>
                    <a:pt x="1" y="71"/>
                    <a:pt x="29" y="136"/>
                    <a:pt x="58" y="164"/>
                  </a:cubicBezTo>
                  <a:lnTo>
                    <a:pt x="361" y="345"/>
                  </a:lnTo>
                  <a:cubicBezTo>
                    <a:pt x="390" y="345"/>
                    <a:pt x="448" y="345"/>
                    <a:pt x="448" y="316"/>
                  </a:cubicBezTo>
                  <a:cubicBezTo>
                    <a:pt x="477" y="251"/>
                    <a:pt x="477" y="222"/>
                    <a:pt x="419" y="193"/>
                  </a:cubicBezTo>
                  <a:lnTo>
                    <a:pt x="152" y="13"/>
                  </a:lnTo>
                  <a:cubicBezTo>
                    <a:pt x="133" y="4"/>
                    <a:pt x="117" y="1"/>
                    <a:pt x="1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" name="Google Shape;1368;p44">
              <a:extLst>
                <a:ext uri="{FF2B5EF4-FFF2-40B4-BE49-F238E27FC236}">
                  <a16:creationId xmlns:a16="http://schemas.microsoft.com/office/drawing/2014/main" id="{2AD283BC-C07F-C47F-C6B9-9F99DAE3FFF3}"/>
                </a:ext>
              </a:extLst>
            </p:cNvPr>
            <p:cNvSpPr/>
            <p:nvPr/>
          </p:nvSpPr>
          <p:spPr>
            <a:xfrm>
              <a:off x="1014520" y="1693199"/>
              <a:ext cx="42373" cy="30143"/>
            </a:xfrm>
            <a:custGeom>
              <a:avLst/>
              <a:gdLst/>
              <a:ahLst/>
              <a:cxnLst/>
              <a:rect l="l" t="t" r="r" b="b"/>
              <a:pathLst>
                <a:path w="485" h="345" extrusionOk="0">
                  <a:moveTo>
                    <a:pt x="120" y="1"/>
                  </a:moveTo>
                  <a:cubicBezTo>
                    <a:pt x="89" y="1"/>
                    <a:pt x="50" y="23"/>
                    <a:pt x="29" y="49"/>
                  </a:cubicBezTo>
                  <a:cubicBezTo>
                    <a:pt x="0" y="106"/>
                    <a:pt x="29" y="135"/>
                    <a:pt x="58" y="164"/>
                  </a:cubicBezTo>
                  <a:lnTo>
                    <a:pt x="361" y="345"/>
                  </a:lnTo>
                  <a:cubicBezTo>
                    <a:pt x="390" y="345"/>
                    <a:pt x="448" y="345"/>
                    <a:pt x="484" y="316"/>
                  </a:cubicBezTo>
                  <a:cubicBezTo>
                    <a:pt x="484" y="258"/>
                    <a:pt x="484" y="229"/>
                    <a:pt x="448" y="193"/>
                  </a:cubicBezTo>
                  <a:lnTo>
                    <a:pt x="152" y="13"/>
                  </a:lnTo>
                  <a:cubicBezTo>
                    <a:pt x="144" y="4"/>
                    <a:pt x="13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1369;p44">
              <a:extLst>
                <a:ext uri="{FF2B5EF4-FFF2-40B4-BE49-F238E27FC236}">
                  <a16:creationId xmlns:a16="http://schemas.microsoft.com/office/drawing/2014/main" id="{2168428A-5FCE-395B-5EF7-3F7676EC3154}"/>
                </a:ext>
              </a:extLst>
            </p:cNvPr>
            <p:cNvSpPr/>
            <p:nvPr/>
          </p:nvSpPr>
          <p:spPr>
            <a:xfrm>
              <a:off x="754074" y="1539779"/>
              <a:ext cx="310329" cy="378399"/>
            </a:xfrm>
            <a:custGeom>
              <a:avLst/>
              <a:gdLst/>
              <a:ahLst/>
              <a:cxnLst/>
              <a:rect l="l" t="t" r="r" b="b"/>
              <a:pathLst>
                <a:path w="3552" h="4331" extrusionOk="0">
                  <a:moveTo>
                    <a:pt x="1716" y="179"/>
                  </a:moveTo>
                  <a:cubicBezTo>
                    <a:pt x="1736" y="179"/>
                    <a:pt x="1756" y="179"/>
                    <a:pt x="1776" y="181"/>
                  </a:cubicBezTo>
                  <a:cubicBezTo>
                    <a:pt x="2317" y="181"/>
                    <a:pt x="2772" y="628"/>
                    <a:pt x="2801" y="1170"/>
                  </a:cubicBezTo>
                  <a:cubicBezTo>
                    <a:pt x="2801" y="1502"/>
                    <a:pt x="2649" y="1769"/>
                    <a:pt x="2382" y="1985"/>
                  </a:cubicBezTo>
                  <a:cubicBezTo>
                    <a:pt x="2260" y="2101"/>
                    <a:pt x="2166" y="2252"/>
                    <a:pt x="2137" y="2433"/>
                  </a:cubicBezTo>
                  <a:lnTo>
                    <a:pt x="1870" y="2433"/>
                  </a:lnTo>
                  <a:lnTo>
                    <a:pt x="1870" y="1711"/>
                  </a:lnTo>
                  <a:lnTo>
                    <a:pt x="2022" y="1530"/>
                  </a:lnTo>
                  <a:cubicBezTo>
                    <a:pt x="2050" y="1502"/>
                    <a:pt x="2079" y="1473"/>
                    <a:pt x="2022" y="1408"/>
                  </a:cubicBezTo>
                  <a:cubicBezTo>
                    <a:pt x="2003" y="1393"/>
                    <a:pt x="1987" y="1386"/>
                    <a:pt x="1968" y="1386"/>
                  </a:cubicBezTo>
                  <a:cubicBezTo>
                    <a:pt x="1949" y="1386"/>
                    <a:pt x="1928" y="1393"/>
                    <a:pt x="1899" y="1408"/>
                  </a:cubicBezTo>
                  <a:lnTo>
                    <a:pt x="1776" y="1559"/>
                  </a:lnTo>
                  <a:lnTo>
                    <a:pt x="1625" y="1408"/>
                  </a:lnTo>
                  <a:cubicBezTo>
                    <a:pt x="1610" y="1393"/>
                    <a:pt x="1588" y="1386"/>
                    <a:pt x="1567" y="1386"/>
                  </a:cubicBezTo>
                  <a:cubicBezTo>
                    <a:pt x="1545" y="1386"/>
                    <a:pt x="1524" y="1393"/>
                    <a:pt x="1509" y="1408"/>
                  </a:cubicBezTo>
                  <a:cubicBezTo>
                    <a:pt x="1480" y="1473"/>
                    <a:pt x="1480" y="1502"/>
                    <a:pt x="1509" y="1530"/>
                  </a:cubicBezTo>
                  <a:lnTo>
                    <a:pt x="1690" y="1711"/>
                  </a:lnTo>
                  <a:lnTo>
                    <a:pt x="1690" y="2433"/>
                  </a:lnTo>
                  <a:lnTo>
                    <a:pt x="1415" y="2433"/>
                  </a:lnTo>
                  <a:cubicBezTo>
                    <a:pt x="1386" y="2252"/>
                    <a:pt x="1300" y="2072"/>
                    <a:pt x="1148" y="1985"/>
                  </a:cubicBezTo>
                  <a:cubicBezTo>
                    <a:pt x="903" y="1805"/>
                    <a:pt x="758" y="1502"/>
                    <a:pt x="758" y="1170"/>
                  </a:cubicBezTo>
                  <a:cubicBezTo>
                    <a:pt x="758" y="647"/>
                    <a:pt x="1175" y="179"/>
                    <a:pt x="1716" y="179"/>
                  </a:cubicBezTo>
                  <a:close/>
                  <a:moveTo>
                    <a:pt x="2108" y="2613"/>
                  </a:moveTo>
                  <a:cubicBezTo>
                    <a:pt x="2079" y="2793"/>
                    <a:pt x="1957" y="2916"/>
                    <a:pt x="1776" y="2916"/>
                  </a:cubicBezTo>
                  <a:cubicBezTo>
                    <a:pt x="1596" y="2916"/>
                    <a:pt x="1444" y="2793"/>
                    <a:pt x="1444" y="2613"/>
                  </a:cubicBezTo>
                  <a:close/>
                  <a:moveTo>
                    <a:pt x="1776" y="3097"/>
                  </a:moveTo>
                  <a:lnTo>
                    <a:pt x="1985" y="3125"/>
                  </a:lnTo>
                  <a:lnTo>
                    <a:pt x="1776" y="3364"/>
                  </a:lnTo>
                  <a:lnTo>
                    <a:pt x="1567" y="3125"/>
                  </a:lnTo>
                  <a:lnTo>
                    <a:pt x="1776" y="3097"/>
                  </a:lnTo>
                  <a:close/>
                  <a:moveTo>
                    <a:pt x="1386" y="3183"/>
                  </a:moveTo>
                  <a:lnTo>
                    <a:pt x="1661" y="3486"/>
                  </a:lnTo>
                  <a:lnTo>
                    <a:pt x="1300" y="3725"/>
                  </a:lnTo>
                  <a:lnTo>
                    <a:pt x="1119" y="3248"/>
                  </a:lnTo>
                  <a:lnTo>
                    <a:pt x="1386" y="3183"/>
                  </a:lnTo>
                  <a:close/>
                  <a:moveTo>
                    <a:pt x="2166" y="3183"/>
                  </a:moveTo>
                  <a:lnTo>
                    <a:pt x="2440" y="3248"/>
                  </a:lnTo>
                  <a:lnTo>
                    <a:pt x="2231" y="3725"/>
                  </a:lnTo>
                  <a:lnTo>
                    <a:pt x="1899" y="3486"/>
                  </a:lnTo>
                  <a:lnTo>
                    <a:pt x="2166" y="3183"/>
                  </a:lnTo>
                  <a:close/>
                  <a:moveTo>
                    <a:pt x="2592" y="3277"/>
                  </a:moveTo>
                  <a:lnTo>
                    <a:pt x="2981" y="3364"/>
                  </a:lnTo>
                  <a:cubicBezTo>
                    <a:pt x="3068" y="3393"/>
                    <a:pt x="3162" y="3457"/>
                    <a:pt x="3191" y="3544"/>
                  </a:cubicBezTo>
                  <a:lnTo>
                    <a:pt x="3342" y="4150"/>
                  </a:lnTo>
                  <a:lnTo>
                    <a:pt x="181" y="4150"/>
                  </a:lnTo>
                  <a:lnTo>
                    <a:pt x="361" y="3544"/>
                  </a:lnTo>
                  <a:cubicBezTo>
                    <a:pt x="398" y="3457"/>
                    <a:pt x="455" y="3393"/>
                    <a:pt x="542" y="3364"/>
                  </a:cubicBezTo>
                  <a:lnTo>
                    <a:pt x="939" y="3277"/>
                  </a:lnTo>
                  <a:lnTo>
                    <a:pt x="1177" y="3876"/>
                  </a:lnTo>
                  <a:cubicBezTo>
                    <a:pt x="1194" y="3910"/>
                    <a:pt x="1221" y="3924"/>
                    <a:pt x="1247" y="3924"/>
                  </a:cubicBezTo>
                  <a:cubicBezTo>
                    <a:pt x="1266" y="3924"/>
                    <a:pt x="1285" y="3917"/>
                    <a:pt x="1300" y="3905"/>
                  </a:cubicBezTo>
                  <a:lnTo>
                    <a:pt x="1776" y="3609"/>
                  </a:lnTo>
                  <a:lnTo>
                    <a:pt x="2231" y="3905"/>
                  </a:lnTo>
                  <a:cubicBezTo>
                    <a:pt x="2243" y="3917"/>
                    <a:pt x="2260" y="3924"/>
                    <a:pt x="2277" y="3924"/>
                  </a:cubicBezTo>
                  <a:cubicBezTo>
                    <a:pt x="2303" y="3924"/>
                    <a:pt x="2329" y="3910"/>
                    <a:pt x="2346" y="3876"/>
                  </a:cubicBezTo>
                  <a:lnTo>
                    <a:pt x="2592" y="3277"/>
                  </a:lnTo>
                  <a:close/>
                  <a:moveTo>
                    <a:pt x="1776" y="0"/>
                  </a:moveTo>
                  <a:cubicBezTo>
                    <a:pt x="1119" y="0"/>
                    <a:pt x="578" y="505"/>
                    <a:pt x="578" y="1170"/>
                  </a:cubicBezTo>
                  <a:cubicBezTo>
                    <a:pt x="578" y="1559"/>
                    <a:pt x="758" y="1891"/>
                    <a:pt x="1054" y="2129"/>
                  </a:cubicBezTo>
                  <a:cubicBezTo>
                    <a:pt x="1177" y="2223"/>
                    <a:pt x="1264" y="2404"/>
                    <a:pt x="1264" y="2584"/>
                  </a:cubicBezTo>
                  <a:cubicBezTo>
                    <a:pt x="1264" y="2736"/>
                    <a:pt x="1358" y="2887"/>
                    <a:pt x="1480" y="2974"/>
                  </a:cubicBezTo>
                  <a:cubicBezTo>
                    <a:pt x="398" y="3248"/>
                    <a:pt x="1148" y="3068"/>
                    <a:pt x="513" y="3212"/>
                  </a:cubicBezTo>
                  <a:cubicBezTo>
                    <a:pt x="361" y="3248"/>
                    <a:pt x="246" y="3364"/>
                    <a:pt x="181" y="3486"/>
                  </a:cubicBezTo>
                  <a:lnTo>
                    <a:pt x="1" y="4208"/>
                  </a:lnTo>
                  <a:lnTo>
                    <a:pt x="1" y="4266"/>
                  </a:lnTo>
                  <a:cubicBezTo>
                    <a:pt x="37" y="4295"/>
                    <a:pt x="66" y="4331"/>
                    <a:pt x="94" y="4331"/>
                  </a:cubicBezTo>
                  <a:lnTo>
                    <a:pt x="3465" y="4331"/>
                  </a:lnTo>
                  <a:lnTo>
                    <a:pt x="3494" y="4295"/>
                  </a:lnTo>
                  <a:cubicBezTo>
                    <a:pt x="3523" y="4266"/>
                    <a:pt x="3552" y="4237"/>
                    <a:pt x="3552" y="4208"/>
                  </a:cubicBezTo>
                  <a:lnTo>
                    <a:pt x="3342" y="3486"/>
                  </a:lnTo>
                  <a:cubicBezTo>
                    <a:pt x="3313" y="3364"/>
                    <a:pt x="3191" y="3248"/>
                    <a:pt x="3039" y="3212"/>
                  </a:cubicBezTo>
                  <a:lnTo>
                    <a:pt x="2079" y="2974"/>
                  </a:lnTo>
                  <a:cubicBezTo>
                    <a:pt x="2202" y="2887"/>
                    <a:pt x="2289" y="2736"/>
                    <a:pt x="2289" y="2584"/>
                  </a:cubicBezTo>
                  <a:cubicBezTo>
                    <a:pt x="2289" y="2433"/>
                    <a:pt x="2346" y="2223"/>
                    <a:pt x="2498" y="2101"/>
                  </a:cubicBezTo>
                  <a:cubicBezTo>
                    <a:pt x="2772" y="1891"/>
                    <a:pt x="2953" y="1530"/>
                    <a:pt x="2953" y="1141"/>
                  </a:cubicBezTo>
                  <a:cubicBezTo>
                    <a:pt x="2953" y="542"/>
                    <a:pt x="2411" y="0"/>
                    <a:pt x="17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A463658-E596-FE54-7A77-E122954FB231}"/>
              </a:ext>
            </a:extLst>
          </p:cNvPr>
          <p:cNvCxnSpPr>
            <a:cxnSpLocks/>
          </p:cNvCxnSpPr>
          <p:nvPr/>
        </p:nvCxnSpPr>
        <p:spPr>
          <a:xfrm>
            <a:off x="3853073" y="3875061"/>
            <a:ext cx="1355222" cy="826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E2DFE25-8E5B-AFCF-82DD-6DA4DBF33581}"/>
              </a:ext>
            </a:extLst>
          </p:cNvPr>
          <p:cNvSpPr/>
          <p:nvPr/>
        </p:nvSpPr>
        <p:spPr>
          <a:xfrm>
            <a:off x="794603" y="2206171"/>
            <a:ext cx="3545168" cy="246743"/>
          </a:xfrm>
          <a:prstGeom prst="round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955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4">
          <a:extLst>
            <a:ext uri="{FF2B5EF4-FFF2-40B4-BE49-F238E27FC236}">
              <a16:creationId xmlns:a16="http://schemas.microsoft.com/office/drawing/2014/main" id="{A9CE85C1-4138-6B69-A894-66AD9E3B1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5" name="Google Shape;3815;p62">
            <a:extLst>
              <a:ext uri="{FF2B5EF4-FFF2-40B4-BE49-F238E27FC236}">
                <a16:creationId xmlns:a16="http://schemas.microsoft.com/office/drawing/2014/main" id="{003395DC-23FC-E433-97D1-A84DB00EE2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8204" y="42233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2000" dirty="0">
                <a:solidFill>
                  <a:schemeClr val="accent4"/>
                </a:solidFill>
              </a:rPr>
              <a:t>Immediate Priorities</a:t>
            </a:r>
            <a:r>
              <a:rPr lang="en-ID" sz="2000" dirty="0"/>
              <a:t>: </a:t>
            </a:r>
            <a:r>
              <a:rPr lang="en-ID" sz="2000" b="1" dirty="0"/>
              <a:t>Restructure Promos</a:t>
            </a:r>
            <a:r>
              <a:rPr lang="en-ID" sz="2000" dirty="0"/>
              <a:t>, </a:t>
            </a:r>
            <a:r>
              <a:rPr lang="en-ID" sz="2000" b="1" dirty="0"/>
              <a:t>Reroute </a:t>
            </a:r>
            <a:br>
              <a:rPr lang="en-ID" sz="2000" b="1" dirty="0"/>
            </a:br>
            <a:r>
              <a:rPr lang="en-ID" sz="2000" b="1" dirty="0"/>
              <a:t>Logistics</a:t>
            </a:r>
            <a:r>
              <a:rPr lang="en-ID" sz="2000" dirty="0"/>
              <a:t>, and </a:t>
            </a:r>
            <a:r>
              <a:rPr lang="en-ID" sz="2000" b="1" dirty="0"/>
              <a:t>Deploy VIP Win-Backs</a:t>
            </a:r>
            <a:r>
              <a:rPr lang="en-ID" sz="2000" dirty="0"/>
              <a:t>.</a:t>
            </a:r>
            <a:endParaRPr sz="2000" dirty="0"/>
          </a:p>
        </p:txBody>
      </p:sp>
      <p:sp>
        <p:nvSpPr>
          <p:cNvPr id="3816" name="Google Shape;3816;p62">
            <a:extLst>
              <a:ext uri="{FF2B5EF4-FFF2-40B4-BE49-F238E27FC236}">
                <a16:creationId xmlns:a16="http://schemas.microsoft.com/office/drawing/2014/main" id="{84949922-795A-2261-5D2E-1BB9899F31D4}"/>
              </a:ext>
            </a:extLst>
          </p:cNvPr>
          <p:cNvSpPr txBox="1"/>
          <p:nvPr/>
        </p:nvSpPr>
        <p:spPr>
          <a:xfrm>
            <a:off x="1810961" y="1739496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D" sz="1100" dirty="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Phase out flat discounts immediately</a:t>
            </a:r>
            <a:endParaRPr sz="1100" dirty="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817" name="Google Shape;3817;p62">
            <a:extLst>
              <a:ext uri="{FF2B5EF4-FFF2-40B4-BE49-F238E27FC236}">
                <a16:creationId xmlns:a16="http://schemas.microsoft.com/office/drawing/2014/main" id="{C79AA368-2AD5-3E1A-EC8D-5DBA291D7A7E}"/>
              </a:ext>
            </a:extLst>
          </p:cNvPr>
          <p:cNvSpPr txBox="1"/>
          <p:nvPr/>
        </p:nvSpPr>
        <p:spPr>
          <a:xfrm>
            <a:off x="1810952" y="2071896"/>
            <a:ext cx="1717516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ID" sz="900" dirty="0"/>
              <a:t>Ensure every discount is tied to incremental basket value rather than subsidizing purchases that would happen anyway.</a:t>
            </a:r>
          </a:p>
        </p:txBody>
      </p:sp>
      <p:sp>
        <p:nvSpPr>
          <p:cNvPr id="3818" name="Google Shape;3818;p62">
            <a:extLst>
              <a:ext uri="{FF2B5EF4-FFF2-40B4-BE49-F238E27FC236}">
                <a16:creationId xmlns:a16="http://schemas.microsoft.com/office/drawing/2014/main" id="{0CEF4BB9-F85F-2C14-D40B-0F437577299F}"/>
              </a:ext>
            </a:extLst>
          </p:cNvPr>
          <p:cNvSpPr txBox="1"/>
          <p:nvPr/>
        </p:nvSpPr>
        <p:spPr>
          <a:xfrm>
            <a:off x="5430857" y="2071896"/>
            <a:ext cx="2286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en-ID" sz="900" dirty="0"/>
              <a:t>Launch a highly personalized win-back email campaign this week offering a white-glove re-engagement incentive.</a:t>
            </a:r>
            <a:endParaRPr sz="900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819" name="Google Shape;3819;p62">
            <a:extLst>
              <a:ext uri="{FF2B5EF4-FFF2-40B4-BE49-F238E27FC236}">
                <a16:creationId xmlns:a16="http://schemas.microsoft.com/office/drawing/2014/main" id="{AF3D5343-284A-E29B-628C-8D9C24D32A64}"/>
              </a:ext>
            </a:extLst>
          </p:cNvPr>
          <p:cNvSpPr txBox="1"/>
          <p:nvPr/>
        </p:nvSpPr>
        <p:spPr>
          <a:xfrm>
            <a:off x="3266411" y="3434221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D" sz="1100" dirty="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Audit Anteraja's dispatch times and pilot a controlled volume shift in one region</a:t>
            </a:r>
            <a:endParaRPr sz="1100" dirty="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820" name="Google Shape;3820;p62">
            <a:extLst>
              <a:ext uri="{FF2B5EF4-FFF2-40B4-BE49-F238E27FC236}">
                <a16:creationId xmlns:a16="http://schemas.microsoft.com/office/drawing/2014/main" id="{CCFB8AF3-9BB0-AE18-9155-4728271E05C8}"/>
              </a:ext>
            </a:extLst>
          </p:cNvPr>
          <p:cNvSpPr txBox="1"/>
          <p:nvPr/>
        </p:nvSpPr>
        <p:spPr>
          <a:xfrm>
            <a:off x="3266402" y="3766621"/>
            <a:ext cx="22860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en-ID" sz="900" dirty="0"/>
              <a:t>Measure pickup-to-dispatch times, then shift volume in one region and compare cancellation rates before and after.</a:t>
            </a:r>
            <a:endParaRPr sz="900" dirty="0">
              <a:solidFill>
                <a:schemeClr val="dk1"/>
              </a:solidFill>
              <a:latin typeface="Arial" panose="020B0604020202020204" pitchFamily="34" charset="0"/>
              <a:ea typeface="Figtree"/>
              <a:cs typeface="Arial" panose="020B0604020202020204" pitchFamily="34" charset="0"/>
              <a:sym typeface="Figtree"/>
            </a:endParaRPr>
          </a:p>
        </p:txBody>
      </p:sp>
      <p:sp>
        <p:nvSpPr>
          <p:cNvPr id="3822" name="Google Shape;3822;p62">
            <a:extLst>
              <a:ext uri="{FF2B5EF4-FFF2-40B4-BE49-F238E27FC236}">
                <a16:creationId xmlns:a16="http://schemas.microsoft.com/office/drawing/2014/main" id="{5F61766D-82F8-C260-4FDD-682D6C67F20C}"/>
              </a:ext>
            </a:extLst>
          </p:cNvPr>
          <p:cNvSpPr txBox="1"/>
          <p:nvPr/>
        </p:nvSpPr>
        <p:spPr>
          <a:xfrm>
            <a:off x="5430862" y="1739496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D" sz="1100" dirty="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Export the list of the 135 "At Risk (VIP)" users.</a:t>
            </a:r>
            <a:endParaRPr sz="1100" dirty="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grpSp>
        <p:nvGrpSpPr>
          <p:cNvPr id="3824" name="Google Shape;3824;p62">
            <a:extLst>
              <a:ext uri="{FF2B5EF4-FFF2-40B4-BE49-F238E27FC236}">
                <a16:creationId xmlns:a16="http://schemas.microsoft.com/office/drawing/2014/main" id="{63EDCB06-676F-515E-D462-F30964B6A34E}"/>
              </a:ext>
            </a:extLst>
          </p:cNvPr>
          <p:cNvGrpSpPr/>
          <p:nvPr/>
        </p:nvGrpSpPr>
        <p:grpSpPr>
          <a:xfrm>
            <a:off x="5104142" y="1812665"/>
            <a:ext cx="265261" cy="265262"/>
            <a:chOff x="8565775" y="671075"/>
            <a:chExt cx="441000" cy="441000"/>
          </a:xfrm>
        </p:grpSpPr>
        <p:sp>
          <p:nvSpPr>
            <p:cNvPr id="3825" name="Google Shape;3825;p62">
              <a:extLst>
                <a:ext uri="{FF2B5EF4-FFF2-40B4-BE49-F238E27FC236}">
                  <a16:creationId xmlns:a16="http://schemas.microsoft.com/office/drawing/2014/main" id="{5AB7FEC9-BB10-BDAE-7BD7-BBAC536C3A92}"/>
                </a:ext>
              </a:extLst>
            </p:cNvPr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62">
              <a:extLst>
                <a:ext uri="{FF2B5EF4-FFF2-40B4-BE49-F238E27FC236}">
                  <a16:creationId xmlns:a16="http://schemas.microsoft.com/office/drawing/2014/main" id="{18B47956-5F1E-69B2-B6F6-2AEBD658B780}"/>
                </a:ext>
              </a:extLst>
            </p:cNvPr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7" name="Google Shape;3827;p62">
            <a:extLst>
              <a:ext uri="{FF2B5EF4-FFF2-40B4-BE49-F238E27FC236}">
                <a16:creationId xmlns:a16="http://schemas.microsoft.com/office/drawing/2014/main" id="{B58C0C70-8FDF-8BAF-91F6-99C5EF80569E}"/>
              </a:ext>
            </a:extLst>
          </p:cNvPr>
          <p:cNvGrpSpPr/>
          <p:nvPr/>
        </p:nvGrpSpPr>
        <p:grpSpPr>
          <a:xfrm>
            <a:off x="1536642" y="1812665"/>
            <a:ext cx="265261" cy="265262"/>
            <a:chOff x="8565775" y="671075"/>
            <a:chExt cx="441000" cy="441000"/>
          </a:xfrm>
        </p:grpSpPr>
        <p:sp>
          <p:nvSpPr>
            <p:cNvPr id="3828" name="Google Shape;3828;p62">
              <a:extLst>
                <a:ext uri="{FF2B5EF4-FFF2-40B4-BE49-F238E27FC236}">
                  <a16:creationId xmlns:a16="http://schemas.microsoft.com/office/drawing/2014/main" id="{BF1D8AF7-FF88-6895-252B-DF622A3C4E7D}"/>
                </a:ext>
              </a:extLst>
            </p:cNvPr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62">
              <a:extLst>
                <a:ext uri="{FF2B5EF4-FFF2-40B4-BE49-F238E27FC236}">
                  <a16:creationId xmlns:a16="http://schemas.microsoft.com/office/drawing/2014/main" id="{457EEB35-2B84-B402-35EF-89D12B94A79D}"/>
                </a:ext>
              </a:extLst>
            </p:cNvPr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830" name="Google Shape;3830;p62">
            <a:extLst>
              <a:ext uri="{FF2B5EF4-FFF2-40B4-BE49-F238E27FC236}">
                <a16:creationId xmlns:a16="http://schemas.microsoft.com/office/drawing/2014/main" id="{1EA0F99D-FBBF-3BF5-A5F2-D4F9ABEFBF22}"/>
              </a:ext>
            </a:extLst>
          </p:cNvPr>
          <p:cNvCxnSpPr>
            <a:endCxn id="3831" idx="2"/>
          </p:cNvCxnSpPr>
          <p:nvPr/>
        </p:nvCxnSpPr>
        <p:spPr>
          <a:xfrm rot="-5400000" flipH="1">
            <a:off x="1575692" y="2214570"/>
            <a:ext cx="1539900" cy="13110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832" name="Google Shape;3832;p62">
            <a:extLst>
              <a:ext uri="{FF2B5EF4-FFF2-40B4-BE49-F238E27FC236}">
                <a16:creationId xmlns:a16="http://schemas.microsoft.com/office/drawing/2014/main" id="{713E840A-141E-9918-9EA4-42EE58D10D50}"/>
              </a:ext>
            </a:extLst>
          </p:cNvPr>
          <p:cNvGrpSpPr/>
          <p:nvPr/>
        </p:nvGrpSpPr>
        <p:grpSpPr>
          <a:xfrm>
            <a:off x="3001142" y="3507390"/>
            <a:ext cx="265261" cy="265262"/>
            <a:chOff x="8565775" y="671075"/>
            <a:chExt cx="441000" cy="441000"/>
          </a:xfrm>
        </p:grpSpPr>
        <p:sp>
          <p:nvSpPr>
            <p:cNvPr id="3831" name="Google Shape;3831;p62">
              <a:extLst>
                <a:ext uri="{FF2B5EF4-FFF2-40B4-BE49-F238E27FC236}">
                  <a16:creationId xmlns:a16="http://schemas.microsoft.com/office/drawing/2014/main" id="{4FDD9D34-3A12-5481-ABB9-41404D620067}"/>
                </a:ext>
              </a:extLst>
            </p:cNvPr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62">
              <a:extLst>
                <a:ext uri="{FF2B5EF4-FFF2-40B4-BE49-F238E27FC236}">
                  <a16:creationId xmlns:a16="http://schemas.microsoft.com/office/drawing/2014/main" id="{D015CEBD-7952-11B2-52D4-0D8E2AED751F}"/>
                </a:ext>
              </a:extLst>
            </p:cNvPr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834" name="Google Shape;3834;p62">
            <a:extLst>
              <a:ext uri="{FF2B5EF4-FFF2-40B4-BE49-F238E27FC236}">
                <a16:creationId xmlns:a16="http://schemas.microsoft.com/office/drawing/2014/main" id="{6C9F33C3-30C0-74B4-01AA-F596D5F8D95B}"/>
              </a:ext>
            </a:extLst>
          </p:cNvPr>
          <p:cNvCxnSpPr>
            <a:stCxn id="3831" idx="0"/>
            <a:endCxn id="3825" idx="2"/>
          </p:cNvCxnSpPr>
          <p:nvPr/>
        </p:nvCxnSpPr>
        <p:spPr>
          <a:xfrm rot="-5400000">
            <a:off x="3337923" y="1741140"/>
            <a:ext cx="1562100" cy="19704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839" name="Google Shape;3839;p62">
            <a:extLst>
              <a:ext uri="{FF2B5EF4-FFF2-40B4-BE49-F238E27FC236}">
                <a16:creationId xmlns:a16="http://schemas.microsoft.com/office/drawing/2014/main" id="{5EBDB5C0-9909-55F0-D918-0DF3FD411F00}"/>
              </a:ext>
            </a:extLst>
          </p:cNvPr>
          <p:cNvGrpSpPr/>
          <p:nvPr/>
        </p:nvGrpSpPr>
        <p:grpSpPr>
          <a:xfrm>
            <a:off x="336702" y="3786831"/>
            <a:ext cx="2207982" cy="1137280"/>
            <a:chOff x="336702" y="3786831"/>
            <a:chExt cx="2207982" cy="1137280"/>
          </a:xfrm>
        </p:grpSpPr>
        <p:grpSp>
          <p:nvGrpSpPr>
            <p:cNvPr id="3840" name="Google Shape;3840;p62">
              <a:extLst>
                <a:ext uri="{FF2B5EF4-FFF2-40B4-BE49-F238E27FC236}">
                  <a16:creationId xmlns:a16="http://schemas.microsoft.com/office/drawing/2014/main" id="{A39A3FD4-EB5F-965E-CB35-24838A236C70}"/>
                </a:ext>
              </a:extLst>
            </p:cNvPr>
            <p:cNvGrpSpPr/>
            <p:nvPr/>
          </p:nvGrpSpPr>
          <p:grpSpPr>
            <a:xfrm>
              <a:off x="336702" y="3996197"/>
              <a:ext cx="49453" cy="51868"/>
              <a:chOff x="8108302" y="1196184"/>
              <a:chExt cx="49453" cy="51868"/>
            </a:xfrm>
          </p:grpSpPr>
          <p:sp>
            <p:nvSpPr>
              <p:cNvPr id="3841" name="Google Shape;3841;p62">
                <a:extLst>
                  <a:ext uri="{FF2B5EF4-FFF2-40B4-BE49-F238E27FC236}">
                    <a16:creationId xmlns:a16="http://schemas.microsoft.com/office/drawing/2014/main" id="{F3346028-E3D9-29A0-2126-77ADE0AC309E}"/>
                  </a:ext>
                </a:extLst>
              </p:cNvPr>
              <p:cNvSpPr/>
              <p:nvPr/>
            </p:nvSpPr>
            <p:spPr>
              <a:xfrm flipH="1">
                <a:off x="8110318" y="1200488"/>
                <a:ext cx="45804" cy="43522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163" extrusionOk="0">
                    <a:moveTo>
                      <a:pt x="651" y="1"/>
                    </a:moveTo>
                    <a:cubicBezTo>
                      <a:pt x="535" y="1"/>
                      <a:pt x="417" y="34"/>
                      <a:pt x="313" y="104"/>
                    </a:cubicBezTo>
                    <a:cubicBezTo>
                      <a:pt x="61" y="301"/>
                      <a:pt x="0" y="660"/>
                      <a:pt x="194" y="929"/>
                    </a:cubicBezTo>
                    <a:cubicBezTo>
                      <a:pt x="310" y="1080"/>
                      <a:pt x="486" y="1162"/>
                      <a:pt x="663" y="1162"/>
                    </a:cubicBezTo>
                    <a:cubicBezTo>
                      <a:pt x="781" y="1162"/>
                      <a:pt x="900" y="1126"/>
                      <a:pt x="1002" y="1048"/>
                    </a:cubicBezTo>
                    <a:cubicBezTo>
                      <a:pt x="1257" y="854"/>
                      <a:pt x="1318" y="495"/>
                      <a:pt x="1120" y="240"/>
                    </a:cubicBezTo>
                    <a:cubicBezTo>
                      <a:pt x="1010" y="84"/>
                      <a:pt x="833" y="1"/>
                      <a:pt x="65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2" name="Google Shape;3842;p62">
                <a:extLst>
                  <a:ext uri="{FF2B5EF4-FFF2-40B4-BE49-F238E27FC236}">
                    <a16:creationId xmlns:a16="http://schemas.microsoft.com/office/drawing/2014/main" id="{3EDAD92A-2D1C-7899-C2A9-C74EF37CF7B3}"/>
                  </a:ext>
                </a:extLst>
              </p:cNvPr>
              <p:cNvSpPr/>
              <p:nvPr/>
            </p:nvSpPr>
            <p:spPr>
              <a:xfrm flipH="1">
                <a:off x="8108302" y="1196184"/>
                <a:ext cx="49453" cy="51868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386" extrusionOk="0">
                    <a:moveTo>
                      <a:pt x="704" y="219"/>
                    </a:moveTo>
                    <a:cubicBezTo>
                      <a:pt x="855" y="219"/>
                      <a:pt x="988" y="294"/>
                      <a:pt x="1078" y="416"/>
                    </a:cubicBezTo>
                    <a:cubicBezTo>
                      <a:pt x="1153" y="520"/>
                      <a:pt x="1185" y="639"/>
                      <a:pt x="1167" y="757"/>
                    </a:cubicBezTo>
                    <a:cubicBezTo>
                      <a:pt x="1153" y="894"/>
                      <a:pt x="1078" y="998"/>
                      <a:pt x="988" y="1073"/>
                    </a:cubicBezTo>
                    <a:cubicBezTo>
                      <a:pt x="901" y="1136"/>
                      <a:pt x="804" y="1166"/>
                      <a:pt x="695" y="1166"/>
                    </a:cubicBezTo>
                    <a:cubicBezTo>
                      <a:pt x="674" y="1166"/>
                      <a:pt x="652" y="1165"/>
                      <a:pt x="629" y="1163"/>
                    </a:cubicBezTo>
                    <a:cubicBezTo>
                      <a:pt x="511" y="1134"/>
                      <a:pt x="406" y="1073"/>
                      <a:pt x="331" y="969"/>
                    </a:cubicBezTo>
                    <a:cubicBezTo>
                      <a:pt x="256" y="865"/>
                      <a:pt x="227" y="743"/>
                      <a:pt x="241" y="625"/>
                    </a:cubicBezTo>
                    <a:cubicBezTo>
                      <a:pt x="256" y="506"/>
                      <a:pt x="331" y="384"/>
                      <a:pt x="435" y="309"/>
                    </a:cubicBezTo>
                    <a:cubicBezTo>
                      <a:pt x="511" y="251"/>
                      <a:pt x="615" y="219"/>
                      <a:pt x="704" y="219"/>
                    </a:cubicBezTo>
                    <a:close/>
                    <a:moveTo>
                      <a:pt x="696" y="0"/>
                    </a:moveTo>
                    <a:cubicBezTo>
                      <a:pt x="558" y="0"/>
                      <a:pt x="419" y="42"/>
                      <a:pt x="302" y="129"/>
                    </a:cubicBezTo>
                    <a:cubicBezTo>
                      <a:pt x="152" y="251"/>
                      <a:pt x="47" y="416"/>
                      <a:pt x="33" y="596"/>
                    </a:cubicBezTo>
                    <a:cubicBezTo>
                      <a:pt x="1" y="775"/>
                      <a:pt x="47" y="955"/>
                      <a:pt x="152" y="1102"/>
                    </a:cubicBezTo>
                    <a:cubicBezTo>
                      <a:pt x="288" y="1281"/>
                      <a:pt x="496" y="1385"/>
                      <a:pt x="704" y="1385"/>
                    </a:cubicBezTo>
                    <a:cubicBezTo>
                      <a:pt x="855" y="1385"/>
                      <a:pt x="988" y="1342"/>
                      <a:pt x="1110" y="1253"/>
                    </a:cubicBezTo>
                    <a:cubicBezTo>
                      <a:pt x="1257" y="1149"/>
                      <a:pt x="1365" y="983"/>
                      <a:pt x="1394" y="804"/>
                    </a:cubicBezTo>
                    <a:cubicBezTo>
                      <a:pt x="1422" y="625"/>
                      <a:pt x="1379" y="431"/>
                      <a:pt x="1257" y="280"/>
                    </a:cubicBezTo>
                    <a:cubicBezTo>
                      <a:pt x="1122" y="99"/>
                      <a:pt x="909" y="0"/>
                      <a:pt x="6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43" name="Google Shape;3843;p62">
              <a:extLst>
                <a:ext uri="{FF2B5EF4-FFF2-40B4-BE49-F238E27FC236}">
                  <a16:creationId xmlns:a16="http://schemas.microsoft.com/office/drawing/2014/main" id="{95DF32EF-C987-B605-F8A1-7B13D16FF53A}"/>
                </a:ext>
              </a:extLst>
            </p:cNvPr>
            <p:cNvGrpSpPr/>
            <p:nvPr/>
          </p:nvGrpSpPr>
          <p:grpSpPr>
            <a:xfrm>
              <a:off x="1265057" y="4292904"/>
              <a:ext cx="1279627" cy="631207"/>
              <a:chOff x="6539450" y="2236325"/>
              <a:chExt cx="834775" cy="411800"/>
            </a:xfrm>
          </p:grpSpPr>
          <p:sp>
            <p:nvSpPr>
              <p:cNvPr id="3844" name="Google Shape;3844;p62">
                <a:extLst>
                  <a:ext uri="{FF2B5EF4-FFF2-40B4-BE49-F238E27FC236}">
                    <a16:creationId xmlns:a16="http://schemas.microsoft.com/office/drawing/2014/main" id="{DEA02812-E039-D958-EC9D-BA932B7788F0}"/>
                  </a:ext>
                </a:extLst>
              </p:cNvPr>
              <p:cNvSpPr/>
              <p:nvPr/>
            </p:nvSpPr>
            <p:spPr>
              <a:xfrm>
                <a:off x="6883750" y="2260000"/>
                <a:ext cx="404550" cy="356125"/>
              </a:xfrm>
              <a:custGeom>
                <a:avLst/>
                <a:gdLst/>
                <a:ahLst/>
                <a:cxnLst/>
                <a:rect l="l" t="t" r="r" b="b"/>
                <a:pathLst>
                  <a:path w="16182" h="14245" extrusionOk="0">
                    <a:moveTo>
                      <a:pt x="368" y="0"/>
                    </a:moveTo>
                    <a:cubicBezTo>
                      <a:pt x="149" y="0"/>
                      <a:pt x="0" y="184"/>
                      <a:pt x="0" y="368"/>
                    </a:cubicBezTo>
                    <a:lnTo>
                      <a:pt x="0" y="13876"/>
                    </a:lnTo>
                    <a:cubicBezTo>
                      <a:pt x="0" y="14096"/>
                      <a:pt x="149" y="14245"/>
                      <a:pt x="368" y="14245"/>
                    </a:cubicBezTo>
                    <a:lnTo>
                      <a:pt x="14648" y="14245"/>
                    </a:lnTo>
                    <a:cubicBezTo>
                      <a:pt x="14797" y="14245"/>
                      <a:pt x="14937" y="14131"/>
                      <a:pt x="14972" y="14025"/>
                    </a:cubicBezTo>
                    <a:lnTo>
                      <a:pt x="16147" y="10808"/>
                    </a:lnTo>
                    <a:cubicBezTo>
                      <a:pt x="16182" y="10668"/>
                      <a:pt x="16147" y="10519"/>
                      <a:pt x="16033" y="10405"/>
                    </a:cubicBezTo>
                    <a:lnTo>
                      <a:pt x="5733" y="1937"/>
                    </a:lnTo>
                    <a:cubicBezTo>
                      <a:pt x="5663" y="1902"/>
                      <a:pt x="5628" y="1858"/>
                      <a:pt x="5628" y="1788"/>
                    </a:cubicBezTo>
                    <a:lnTo>
                      <a:pt x="5076" y="254"/>
                    </a:lnTo>
                    <a:cubicBezTo>
                      <a:pt x="5005" y="105"/>
                      <a:pt x="4892" y="0"/>
                      <a:pt x="47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5" name="Google Shape;3845;p62">
                <a:extLst>
                  <a:ext uri="{FF2B5EF4-FFF2-40B4-BE49-F238E27FC236}">
                    <a16:creationId xmlns:a16="http://schemas.microsoft.com/office/drawing/2014/main" id="{97365A56-B9AB-415A-E831-3DA8FCB0C4AB}"/>
                  </a:ext>
                </a:extLst>
              </p:cNvPr>
              <p:cNvSpPr/>
              <p:nvPr/>
            </p:nvSpPr>
            <p:spPr>
              <a:xfrm>
                <a:off x="6881100" y="2257150"/>
                <a:ext cx="410925" cy="361600"/>
              </a:xfrm>
              <a:custGeom>
                <a:avLst/>
                <a:gdLst/>
                <a:ahLst/>
                <a:cxnLst/>
                <a:rect l="l" t="t" r="r" b="b"/>
                <a:pathLst>
                  <a:path w="16437" h="14464" extrusionOk="0">
                    <a:moveTo>
                      <a:pt x="4822" y="219"/>
                    </a:moveTo>
                    <a:cubicBezTo>
                      <a:pt x="4927" y="219"/>
                      <a:pt x="5041" y="298"/>
                      <a:pt x="5076" y="403"/>
                    </a:cubicBezTo>
                    <a:lnTo>
                      <a:pt x="5620" y="1937"/>
                    </a:lnTo>
                    <a:cubicBezTo>
                      <a:pt x="5655" y="2016"/>
                      <a:pt x="5699" y="2086"/>
                      <a:pt x="5769" y="2157"/>
                    </a:cubicBezTo>
                    <a:lnTo>
                      <a:pt x="16069" y="10598"/>
                    </a:lnTo>
                    <a:cubicBezTo>
                      <a:pt x="16139" y="10668"/>
                      <a:pt x="16174" y="10782"/>
                      <a:pt x="16139" y="10887"/>
                    </a:cubicBezTo>
                    <a:lnTo>
                      <a:pt x="14973" y="14069"/>
                    </a:lnTo>
                    <a:cubicBezTo>
                      <a:pt x="14938" y="14174"/>
                      <a:pt x="14859" y="14245"/>
                      <a:pt x="14754" y="14245"/>
                    </a:cubicBezTo>
                    <a:lnTo>
                      <a:pt x="474" y="14245"/>
                    </a:lnTo>
                    <a:cubicBezTo>
                      <a:pt x="325" y="14245"/>
                      <a:pt x="220" y="14139"/>
                      <a:pt x="220" y="13990"/>
                    </a:cubicBezTo>
                    <a:lnTo>
                      <a:pt x="220" y="482"/>
                    </a:lnTo>
                    <a:cubicBezTo>
                      <a:pt x="220" y="333"/>
                      <a:pt x="325" y="219"/>
                      <a:pt x="474" y="219"/>
                    </a:cubicBezTo>
                    <a:close/>
                    <a:moveTo>
                      <a:pt x="474" y="0"/>
                    </a:moveTo>
                    <a:cubicBezTo>
                      <a:pt x="176" y="0"/>
                      <a:pt x="1" y="219"/>
                      <a:pt x="1" y="482"/>
                    </a:cubicBezTo>
                    <a:lnTo>
                      <a:pt x="1" y="13990"/>
                    </a:lnTo>
                    <a:cubicBezTo>
                      <a:pt x="1" y="14245"/>
                      <a:pt x="176" y="14464"/>
                      <a:pt x="474" y="14464"/>
                    </a:cubicBezTo>
                    <a:lnTo>
                      <a:pt x="14754" y="14464"/>
                    </a:lnTo>
                    <a:cubicBezTo>
                      <a:pt x="14938" y="14464"/>
                      <a:pt x="15122" y="14359"/>
                      <a:pt x="15192" y="14174"/>
                    </a:cubicBezTo>
                    <a:lnTo>
                      <a:pt x="16358" y="10957"/>
                    </a:lnTo>
                    <a:cubicBezTo>
                      <a:pt x="16437" y="10782"/>
                      <a:pt x="16358" y="10563"/>
                      <a:pt x="16218" y="10414"/>
                    </a:cubicBezTo>
                    <a:lnTo>
                      <a:pt x="5918" y="1972"/>
                    </a:lnTo>
                    <a:cubicBezTo>
                      <a:pt x="5874" y="1937"/>
                      <a:pt x="5839" y="1902"/>
                      <a:pt x="5839" y="1867"/>
                    </a:cubicBezTo>
                    <a:lnTo>
                      <a:pt x="5296" y="333"/>
                    </a:lnTo>
                    <a:cubicBezTo>
                      <a:pt x="5217" y="149"/>
                      <a:pt x="5041" y="0"/>
                      <a:pt x="48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6" name="Google Shape;3846;p62">
                <a:extLst>
                  <a:ext uri="{FF2B5EF4-FFF2-40B4-BE49-F238E27FC236}">
                    <a16:creationId xmlns:a16="http://schemas.microsoft.com/office/drawing/2014/main" id="{CCFDEE05-BEE0-5344-7107-B7195428E4C4}"/>
                  </a:ext>
                </a:extLst>
              </p:cNvPr>
              <p:cNvSpPr/>
              <p:nvPr/>
            </p:nvSpPr>
            <p:spPr>
              <a:xfrm>
                <a:off x="6898425" y="2239825"/>
                <a:ext cx="357900" cy="355250"/>
              </a:xfrm>
              <a:custGeom>
                <a:avLst/>
                <a:gdLst/>
                <a:ahLst/>
                <a:cxnLst/>
                <a:rect l="l" t="t" r="r" b="b"/>
                <a:pathLst>
                  <a:path w="14316" h="14210" extrusionOk="0">
                    <a:moveTo>
                      <a:pt x="360" y="1"/>
                    </a:moveTo>
                    <a:cubicBezTo>
                      <a:pt x="185" y="1"/>
                      <a:pt x="0" y="150"/>
                      <a:pt x="0" y="334"/>
                    </a:cubicBezTo>
                    <a:lnTo>
                      <a:pt x="0" y="13886"/>
                    </a:lnTo>
                    <a:cubicBezTo>
                      <a:pt x="0" y="14061"/>
                      <a:pt x="185" y="14210"/>
                      <a:pt x="360" y="14210"/>
                    </a:cubicBezTo>
                    <a:lnTo>
                      <a:pt x="13947" y="14210"/>
                    </a:lnTo>
                    <a:cubicBezTo>
                      <a:pt x="14131" y="14210"/>
                      <a:pt x="14315" y="14061"/>
                      <a:pt x="14315" y="13886"/>
                    </a:cubicBezTo>
                    <a:lnTo>
                      <a:pt x="14315" y="2227"/>
                    </a:lnTo>
                    <a:cubicBezTo>
                      <a:pt x="14315" y="2008"/>
                      <a:pt x="14131" y="1868"/>
                      <a:pt x="13947" y="1868"/>
                    </a:cubicBezTo>
                    <a:lnTo>
                      <a:pt x="5917" y="1868"/>
                    </a:lnTo>
                    <a:cubicBezTo>
                      <a:pt x="5768" y="1868"/>
                      <a:pt x="5619" y="1754"/>
                      <a:pt x="5584" y="1614"/>
                    </a:cubicBezTo>
                    <a:lnTo>
                      <a:pt x="5076" y="220"/>
                    </a:lnTo>
                    <a:cubicBezTo>
                      <a:pt x="5041" y="80"/>
                      <a:pt x="4892" y="1"/>
                      <a:pt x="47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7" name="Google Shape;3847;p62">
                <a:extLst>
                  <a:ext uri="{FF2B5EF4-FFF2-40B4-BE49-F238E27FC236}">
                    <a16:creationId xmlns:a16="http://schemas.microsoft.com/office/drawing/2014/main" id="{957EE52F-C0AA-3E9B-271C-25931858C42C}"/>
                  </a:ext>
                </a:extLst>
              </p:cNvPr>
              <p:cNvSpPr/>
              <p:nvPr/>
            </p:nvSpPr>
            <p:spPr>
              <a:xfrm>
                <a:off x="6895575" y="2236325"/>
                <a:ext cx="363600" cy="362500"/>
              </a:xfrm>
              <a:custGeom>
                <a:avLst/>
                <a:gdLst/>
                <a:ahLst/>
                <a:cxnLst/>
                <a:rect l="l" t="t" r="r" b="b"/>
                <a:pathLst>
                  <a:path w="14544" h="14500" extrusionOk="0">
                    <a:moveTo>
                      <a:pt x="4857" y="255"/>
                    </a:moveTo>
                    <a:cubicBezTo>
                      <a:pt x="4971" y="255"/>
                      <a:pt x="5041" y="325"/>
                      <a:pt x="5076" y="395"/>
                    </a:cubicBezTo>
                    <a:lnTo>
                      <a:pt x="5593" y="1824"/>
                    </a:lnTo>
                    <a:cubicBezTo>
                      <a:pt x="5663" y="2008"/>
                      <a:pt x="5847" y="2113"/>
                      <a:pt x="6031" y="2113"/>
                    </a:cubicBezTo>
                    <a:lnTo>
                      <a:pt x="14061" y="2113"/>
                    </a:lnTo>
                    <a:cubicBezTo>
                      <a:pt x="14210" y="2113"/>
                      <a:pt x="14324" y="2227"/>
                      <a:pt x="14324" y="2367"/>
                    </a:cubicBezTo>
                    <a:lnTo>
                      <a:pt x="14324" y="14026"/>
                    </a:lnTo>
                    <a:cubicBezTo>
                      <a:pt x="14324" y="14131"/>
                      <a:pt x="14210" y="14245"/>
                      <a:pt x="14061" y="14245"/>
                    </a:cubicBezTo>
                    <a:lnTo>
                      <a:pt x="474" y="14245"/>
                    </a:lnTo>
                    <a:cubicBezTo>
                      <a:pt x="334" y="14245"/>
                      <a:pt x="220" y="14131"/>
                      <a:pt x="220" y="14026"/>
                    </a:cubicBezTo>
                    <a:lnTo>
                      <a:pt x="220" y="474"/>
                    </a:lnTo>
                    <a:cubicBezTo>
                      <a:pt x="220" y="360"/>
                      <a:pt x="334" y="255"/>
                      <a:pt x="474" y="255"/>
                    </a:cubicBezTo>
                    <a:close/>
                    <a:moveTo>
                      <a:pt x="474" y="0"/>
                    </a:moveTo>
                    <a:cubicBezTo>
                      <a:pt x="220" y="0"/>
                      <a:pt x="1" y="220"/>
                      <a:pt x="1" y="474"/>
                    </a:cubicBezTo>
                    <a:lnTo>
                      <a:pt x="1" y="14026"/>
                    </a:lnTo>
                    <a:cubicBezTo>
                      <a:pt x="1" y="14280"/>
                      <a:pt x="220" y="14499"/>
                      <a:pt x="474" y="14499"/>
                    </a:cubicBezTo>
                    <a:lnTo>
                      <a:pt x="14061" y="14499"/>
                    </a:lnTo>
                    <a:cubicBezTo>
                      <a:pt x="14324" y="14499"/>
                      <a:pt x="14543" y="14280"/>
                      <a:pt x="14543" y="14026"/>
                    </a:cubicBezTo>
                    <a:lnTo>
                      <a:pt x="14543" y="2367"/>
                    </a:lnTo>
                    <a:cubicBezTo>
                      <a:pt x="14543" y="2113"/>
                      <a:pt x="14324" y="1894"/>
                      <a:pt x="14061" y="1894"/>
                    </a:cubicBezTo>
                    <a:lnTo>
                      <a:pt x="6031" y="1894"/>
                    </a:lnTo>
                    <a:cubicBezTo>
                      <a:pt x="5918" y="1894"/>
                      <a:pt x="5847" y="1824"/>
                      <a:pt x="5812" y="1710"/>
                    </a:cubicBezTo>
                    <a:lnTo>
                      <a:pt x="5295" y="325"/>
                    </a:lnTo>
                    <a:cubicBezTo>
                      <a:pt x="5225" y="141"/>
                      <a:pt x="5041" y="0"/>
                      <a:pt x="48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8" name="Google Shape;3848;p62">
                <a:extLst>
                  <a:ext uri="{FF2B5EF4-FFF2-40B4-BE49-F238E27FC236}">
                    <a16:creationId xmlns:a16="http://schemas.microsoft.com/office/drawing/2014/main" id="{C4DCC0D6-F160-58CE-FDA0-254D2AA2B150}"/>
                  </a:ext>
                </a:extLst>
              </p:cNvPr>
              <p:cNvSpPr/>
              <p:nvPr/>
            </p:nvSpPr>
            <p:spPr>
              <a:xfrm>
                <a:off x="6570575" y="2335825"/>
                <a:ext cx="394500" cy="126025"/>
              </a:xfrm>
              <a:custGeom>
                <a:avLst/>
                <a:gdLst/>
                <a:ahLst/>
                <a:cxnLst/>
                <a:rect l="l" t="t" r="r" b="b"/>
                <a:pathLst>
                  <a:path w="15780" h="5041" extrusionOk="0">
                    <a:moveTo>
                      <a:pt x="9713" y="0"/>
                    </a:moveTo>
                    <a:lnTo>
                      <a:pt x="4708" y="4707"/>
                    </a:lnTo>
                    <a:lnTo>
                      <a:pt x="220" y="70"/>
                    </a:lnTo>
                    <a:cubicBezTo>
                      <a:pt x="185" y="53"/>
                      <a:pt x="148" y="44"/>
                      <a:pt x="115" y="44"/>
                    </a:cubicBezTo>
                    <a:cubicBezTo>
                      <a:pt x="82" y="44"/>
                      <a:pt x="53" y="53"/>
                      <a:pt x="36" y="70"/>
                    </a:cubicBezTo>
                    <a:cubicBezTo>
                      <a:pt x="1" y="105"/>
                      <a:pt x="1" y="184"/>
                      <a:pt x="36" y="254"/>
                    </a:cubicBezTo>
                    <a:lnTo>
                      <a:pt x="4708" y="5040"/>
                    </a:lnTo>
                    <a:lnTo>
                      <a:pt x="9748" y="324"/>
                    </a:lnTo>
                    <a:lnTo>
                      <a:pt x="15560" y="4821"/>
                    </a:lnTo>
                    <a:cubicBezTo>
                      <a:pt x="15595" y="4839"/>
                      <a:pt x="15632" y="4848"/>
                      <a:pt x="15665" y="4848"/>
                    </a:cubicBezTo>
                    <a:cubicBezTo>
                      <a:pt x="15698" y="4848"/>
                      <a:pt x="15727" y="4839"/>
                      <a:pt x="15744" y="4821"/>
                    </a:cubicBezTo>
                    <a:cubicBezTo>
                      <a:pt x="15779" y="4742"/>
                      <a:pt x="15744" y="4672"/>
                      <a:pt x="15709" y="4637"/>
                    </a:cubicBezTo>
                    <a:lnTo>
                      <a:pt x="97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9" name="Google Shape;3849;p62">
                <a:extLst>
                  <a:ext uri="{FF2B5EF4-FFF2-40B4-BE49-F238E27FC236}">
                    <a16:creationId xmlns:a16="http://schemas.microsoft.com/office/drawing/2014/main" id="{F44F5B1D-57C6-10EF-E5C3-447FDC4ACE15}"/>
                  </a:ext>
                </a:extLst>
              </p:cNvPr>
              <p:cNvSpPr/>
              <p:nvPr/>
            </p:nvSpPr>
            <p:spPr>
              <a:xfrm>
                <a:off x="6542300" y="2308425"/>
                <a:ext cx="62925" cy="62925"/>
              </a:xfrm>
              <a:custGeom>
                <a:avLst/>
                <a:gdLst/>
                <a:ahLst/>
                <a:cxnLst/>
                <a:rect l="l" t="t" r="r" b="b"/>
                <a:pathLst>
                  <a:path w="2517" h="2517" extrusionOk="0">
                    <a:moveTo>
                      <a:pt x="1237" y="0"/>
                    </a:moveTo>
                    <a:cubicBezTo>
                      <a:pt x="544" y="0"/>
                      <a:pt x="1" y="544"/>
                      <a:pt x="1" y="1236"/>
                    </a:cubicBezTo>
                    <a:cubicBezTo>
                      <a:pt x="1" y="1938"/>
                      <a:pt x="544" y="2516"/>
                      <a:pt x="1237" y="2516"/>
                    </a:cubicBezTo>
                    <a:cubicBezTo>
                      <a:pt x="1938" y="2516"/>
                      <a:pt x="2517" y="1938"/>
                      <a:pt x="2517" y="1236"/>
                    </a:cubicBezTo>
                    <a:cubicBezTo>
                      <a:pt x="2517" y="544"/>
                      <a:pt x="1938" y="0"/>
                      <a:pt x="12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0" name="Google Shape;3850;p62">
                <a:extLst>
                  <a:ext uri="{FF2B5EF4-FFF2-40B4-BE49-F238E27FC236}">
                    <a16:creationId xmlns:a16="http://schemas.microsoft.com/office/drawing/2014/main" id="{17C07FC7-E87A-D193-EB8F-B63BDDBC2CA6}"/>
                  </a:ext>
                </a:extLst>
              </p:cNvPr>
              <p:cNvSpPr/>
              <p:nvPr/>
            </p:nvSpPr>
            <p:spPr>
              <a:xfrm>
                <a:off x="6539450" y="2305575"/>
                <a:ext cx="68625" cy="68625"/>
              </a:xfrm>
              <a:custGeom>
                <a:avLst/>
                <a:gdLst/>
                <a:ahLst/>
                <a:cxnLst/>
                <a:rect l="l" t="t" r="r" b="b"/>
                <a:pathLst>
                  <a:path w="2745" h="2745" extrusionOk="0">
                    <a:moveTo>
                      <a:pt x="1351" y="220"/>
                    </a:moveTo>
                    <a:cubicBezTo>
                      <a:pt x="1973" y="220"/>
                      <a:pt x="2490" y="737"/>
                      <a:pt x="2490" y="1350"/>
                    </a:cubicBezTo>
                    <a:cubicBezTo>
                      <a:pt x="2490" y="2008"/>
                      <a:pt x="1973" y="2490"/>
                      <a:pt x="1351" y="2490"/>
                    </a:cubicBezTo>
                    <a:cubicBezTo>
                      <a:pt x="737" y="2490"/>
                      <a:pt x="220" y="2008"/>
                      <a:pt x="220" y="1350"/>
                    </a:cubicBezTo>
                    <a:cubicBezTo>
                      <a:pt x="220" y="737"/>
                      <a:pt x="737" y="220"/>
                      <a:pt x="1351" y="220"/>
                    </a:cubicBezTo>
                    <a:close/>
                    <a:moveTo>
                      <a:pt x="1351" y="0"/>
                    </a:moveTo>
                    <a:cubicBezTo>
                      <a:pt x="623" y="0"/>
                      <a:pt x="1" y="623"/>
                      <a:pt x="1" y="1350"/>
                    </a:cubicBezTo>
                    <a:cubicBezTo>
                      <a:pt x="1" y="2122"/>
                      <a:pt x="623" y="2744"/>
                      <a:pt x="1351" y="2744"/>
                    </a:cubicBezTo>
                    <a:cubicBezTo>
                      <a:pt x="2122" y="2744"/>
                      <a:pt x="2745" y="2122"/>
                      <a:pt x="2745" y="1350"/>
                    </a:cubicBezTo>
                    <a:cubicBezTo>
                      <a:pt x="2745" y="623"/>
                      <a:pt x="2122" y="0"/>
                      <a:pt x="13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1" name="Google Shape;3851;p62">
                <a:extLst>
                  <a:ext uri="{FF2B5EF4-FFF2-40B4-BE49-F238E27FC236}">
                    <a16:creationId xmlns:a16="http://schemas.microsoft.com/office/drawing/2014/main" id="{0C2F5134-F384-E5CD-E5A5-212923E3940C}"/>
                  </a:ext>
                </a:extLst>
              </p:cNvPr>
              <p:cNvSpPr/>
              <p:nvPr/>
            </p:nvSpPr>
            <p:spPr>
              <a:xfrm>
                <a:off x="6782500" y="2308425"/>
                <a:ext cx="62925" cy="62925"/>
              </a:xfrm>
              <a:custGeom>
                <a:avLst/>
                <a:gdLst/>
                <a:ahLst/>
                <a:cxnLst/>
                <a:rect l="l" t="t" r="r" b="b"/>
                <a:pathLst>
                  <a:path w="2517" h="2517" extrusionOk="0">
                    <a:moveTo>
                      <a:pt x="1236" y="0"/>
                    </a:moveTo>
                    <a:cubicBezTo>
                      <a:pt x="544" y="0"/>
                      <a:pt x="0" y="544"/>
                      <a:pt x="0" y="1236"/>
                    </a:cubicBezTo>
                    <a:cubicBezTo>
                      <a:pt x="0" y="1938"/>
                      <a:pt x="544" y="2516"/>
                      <a:pt x="1236" y="2516"/>
                    </a:cubicBezTo>
                    <a:cubicBezTo>
                      <a:pt x="1929" y="2516"/>
                      <a:pt x="2516" y="1938"/>
                      <a:pt x="2516" y="1236"/>
                    </a:cubicBezTo>
                    <a:cubicBezTo>
                      <a:pt x="2516" y="544"/>
                      <a:pt x="1929" y="0"/>
                      <a:pt x="12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2" name="Google Shape;3852;p62">
                <a:extLst>
                  <a:ext uri="{FF2B5EF4-FFF2-40B4-BE49-F238E27FC236}">
                    <a16:creationId xmlns:a16="http://schemas.microsoft.com/office/drawing/2014/main" id="{65F88BB5-A02F-B3D6-746D-14CA33A619B9}"/>
                  </a:ext>
                </a:extLst>
              </p:cNvPr>
              <p:cNvSpPr/>
              <p:nvPr/>
            </p:nvSpPr>
            <p:spPr>
              <a:xfrm>
                <a:off x="6779650" y="2305575"/>
                <a:ext cx="68625" cy="68625"/>
              </a:xfrm>
              <a:custGeom>
                <a:avLst/>
                <a:gdLst/>
                <a:ahLst/>
                <a:cxnLst/>
                <a:rect l="l" t="t" r="r" b="b"/>
                <a:pathLst>
                  <a:path w="2745" h="2745" extrusionOk="0">
                    <a:moveTo>
                      <a:pt x="1350" y="220"/>
                    </a:moveTo>
                    <a:cubicBezTo>
                      <a:pt x="2008" y="220"/>
                      <a:pt x="2525" y="737"/>
                      <a:pt x="2525" y="1350"/>
                    </a:cubicBezTo>
                    <a:cubicBezTo>
                      <a:pt x="2525" y="2008"/>
                      <a:pt x="2008" y="2490"/>
                      <a:pt x="1350" y="2490"/>
                    </a:cubicBezTo>
                    <a:cubicBezTo>
                      <a:pt x="728" y="2490"/>
                      <a:pt x="220" y="2008"/>
                      <a:pt x="220" y="1350"/>
                    </a:cubicBezTo>
                    <a:cubicBezTo>
                      <a:pt x="220" y="737"/>
                      <a:pt x="728" y="220"/>
                      <a:pt x="1350" y="220"/>
                    </a:cubicBezTo>
                    <a:close/>
                    <a:moveTo>
                      <a:pt x="1350" y="0"/>
                    </a:moveTo>
                    <a:cubicBezTo>
                      <a:pt x="623" y="0"/>
                      <a:pt x="0" y="623"/>
                      <a:pt x="0" y="1350"/>
                    </a:cubicBezTo>
                    <a:cubicBezTo>
                      <a:pt x="0" y="2122"/>
                      <a:pt x="623" y="2744"/>
                      <a:pt x="1350" y="2744"/>
                    </a:cubicBezTo>
                    <a:cubicBezTo>
                      <a:pt x="2122" y="2744"/>
                      <a:pt x="2744" y="2122"/>
                      <a:pt x="2744" y="1350"/>
                    </a:cubicBezTo>
                    <a:cubicBezTo>
                      <a:pt x="2744" y="623"/>
                      <a:pt x="2122" y="0"/>
                      <a:pt x="13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3" name="Google Shape;3853;p62">
                <a:extLst>
                  <a:ext uri="{FF2B5EF4-FFF2-40B4-BE49-F238E27FC236}">
                    <a16:creationId xmlns:a16="http://schemas.microsoft.com/office/drawing/2014/main" id="{92223E71-37BF-9C85-4F94-66E8872E3670}"/>
                  </a:ext>
                </a:extLst>
              </p:cNvPr>
              <p:cNvSpPr/>
              <p:nvPr/>
            </p:nvSpPr>
            <p:spPr>
              <a:xfrm>
                <a:off x="6656475" y="2422600"/>
                <a:ext cx="62925" cy="62925"/>
              </a:xfrm>
              <a:custGeom>
                <a:avLst/>
                <a:gdLst/>
                <a:ahLst/>
                <a:cxnLst/>
                <a:rect l="l" t="t" r="r" b="b"/>
                <a:pathLst>
                  <a:path w="2517" h="2517" extrusionOk="0">
                    <a:moveTo>
                      <a:pt x="1272" y="0"/>
                    </a:moveTo>
                    <a:cubicBezTo>
                      <a:pt x="580" y="0"/>
                      <a:pt x="1" y="579"/>
                      <a:pt x="1" y="1271"/>
                    </a:cubicBezTo>
                    <a:cubicBezTo>
                      <a:pt x="1" y="1973"/>
                      <a:pt x="580" y="2516"/>
                      <a:pt x="1272" y="2516"/>
                    </a:cubicBezTo>
                    <a:cubicBezTo>
                      <a:pt x="1973" y="2516"/>
                      <a:pt x="2517" y="1973"/>
                      <a:pt x="2517" y="1271"/>
                    </a:cubicBezTo>
                    <a:cubicBezTo>
                      <a:pt x="2517" y="579"/>
                      <a:pt x="1973" y="0"/>
                      <a:pt x="1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4" name="Google Shape;3854;p62">
                <a:extLst>
                  <a:ext uri="{FF2B5EF4-FFF2-40B4-BE49-F238E27FC236}">
                    <a16:creationId xmlns:a16="http://schemas.microsoft.com/office/drawing/2014/main" id="{F1ECCCC2-62EE-CCB2-2E17-D80D3ADB43CD}"/>
                  </a:ext>
                </a:extLst>
              </p:cNvPr>
              <p:cNvSpPr/>
              <p:nvPr/>
            </p:nvSpPr>
            <p:spPr>
              <a:xfrm>
                <a:off x="6653650" y="2419750"/>
                <a:ext cx="68600" cy="68625"/>
              </a:xfrm>
              <a:custGeom>
                <a:avLst/>
                <a:gdLst/>
                <a:ahLst/>
                <a:cxnLst/>
                <a:rect l="l" t="t" r="r" b="b"/>
                <a:pathLst>
                  <a:path w="2744" h="2745" extrusionOk="0">
                    <a:moveTo>
                      <a:pt x="1385" y="255"/>
                    </a:moveTo>
                    <a:cubicBezTo>
                      <a:pt x="2007" y="255"/>
                      <a:pt x="2525" y="772"/>
                      <a:pt x="2525" y="1385"/>
                    </a:cubicBezTo>
                    <a:cubicBezTo>
                      <a:pt x="2525" y="2008"/>
                      <a:pt x="2007" y="2525"/>
                      <a:pt x="1385" y="2525"/>
                    </a:cubicBezTo>
                    <a:cubicBezTo>
                      <a:pt x="728" y="2525"/>
                      <a:pt x="254" y="2008"/>
                      <a:pt x="254" y="1385"/>
                    </a:cubicBezTo>
                    <a:cubicBezTo>
                      <a:pt x="254" y="772"/>
                      <a:pt x="728" y="255"/>
                      <a:pt x="1385" y="255"/>
                    </a:cubicBezTo>
                    <a:close/>
                    <a:moveTo>
                      <a:pt x="1385" y="0"/>
                    </a:moveTo>
                    <a:cubicBezTo>
                      <a:pt x="622" y="0"/>
                      <a:pt x="0" y="623"/>
                      <a:pt x="0" y="1385"/>
                    </a:cubicBezTo>
                    <a:cubicBezTo>
                      <a:pt x="0" y="2122"/>
                      <a:pt x="622" y="2744"/>
                      <a:pt x="1385" y="2744"/>
                    </a:cubicBezTo>
                    <a:cubicBezTo>
                      <a:pt x="2121" y="2744"/>
                      <a:pt x="2744" y="2122"/>
                      <a:pt x="2744" y="1385"/>
                    </a:cubicBezTo>
                    <a:cubicBezTo>
                      <a:pt x="2744" y="623"/>
                      <a:pt x="2121" y="0"/>
                      <a:pt x="13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5" name="Google Shape;3855;p62">
                <a:extLst>
                  <a:ext uri="{FF2B5EF4-FFF2-40B4-BE49-F238E27FC236}">
                    <a16:creationId xmlns:a16="http://schemas.microsoft.com/office/drawing/2014/main" id="{F854BA2A-9894-2921-652F-5A4BF94BB8D8}"/>
                  </a:ext>
                </a:extLst>
              </p:cNvPr>
              <p:cNvSpPr/>
              <p:nvPr/>
            </p:nvSpPr>
            <p:spPr>
              <a:xfrm>
                <a:off x="6930425" y="2422600"/>
                <a:ext cx="62050" cy="62925"/>
              </a:xfrm>
              <a:custGeom>
                <a:avLst/>
                <a:gdLst/>
                <a:ahLst/>
                <a:cxnLst/>
                <a:rect l="l" t="t" r="r" b="b"/>
                <a:pathLst>
                  <a:path w="2482" h="2517" extrusionOk="0">
                    <a:moveTo>
                      <a:pt x="1236" y="0"/>
                    </a:moveTo>
                    <a:cubicBezTo>
                      <a:pt x="544" y="0"/>
                      <a:pt x="0" y="579"/>
                      <a:pt x="0" y="1271"/>
                    </a:cubicBezTo>
                    <a:cubicBezTo>
                      <a:pt x="0" y="1973"/>
                      <a:pt x="544" y="2516"/>
                      <a:pt x="1236" y="2516"/>
                    </a:cubicBezTo>
                    <a:cubicBezTo>
                      <a:pt x="1929" y="2516"/>
                      <a:pt x="2481" y="1973"/>
                      <a:pt x="2481" y="1271"/>
                    </a:cubicBezTo>
                    <a:cubicBezTo>
                      <a:pt x="2481" y="579"/>
                      <a:pt x="1929" y="0"/>
                      <a:pt x="12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6" name="Google Shape;3856;p62">
                <a:extLst>
                  <a:ext uri="{FF2B5EF4-FFF2-40B4-BE49-F238E27FC236}">
                    <a16:creationId xmlns:a16="http://schemas.microsoft.com/office/drawing/2014/main" id="{2DFFB62A-2D65-3390-6394-45777F398A77}"/>
                  </a:ext>
                </a:extLst>
              </p:cNvPr>
              <p:cNvSpPr/>
              <p:nvPr/>
            </p:nvSpPr>
            <p:spPr>
              <a:xfrm>
                <a:off x="6927575" y="2419750"/>
                <a:ext cx="68625" cy="68625"/>
              </a:xfrm>
              <a:custGeom>
                <a:avLst/>
                <a:gdLst/>
                <a:ahLst/>
                <a:cxnLst/>
                <a:rect l="l" t="t" r="r" b="b"/>
                <a:pathLst>
                  <a:path w="2745" h="2745" extrusionOk="0">
                    <a:moveTo>
                      <a:pt x="1350" y="255"/>
                    </a:moveTo>
                    <a:cubicBezTo>
                      <a:pt x="1973" y="255"/>
                      <a:pt x="2481" y="772"/>
                      <a:pt x="2481" y="1385"/>
                    </a:cubicBezTo>
                    <a:cubicBezTo>
                      <a:pt x="2481" y="2008"/>
                      <a:pt x="1973" y="2525"/>
                      <a:pt x="1350" y="2525"/>
                    </a:cubicBezTo>
                    <a:cubicBezTo>
                      <a:pt x="728" y="2525"/>
                      <a:pt x="220" y="2008"/>
                      <a:pt x="220" y="1385"/>
                    </a:cubicBezTo>
                    <a:cubicBezTo>
                      <a:pt x="220" y="772"/>
                      <a:pt x="728" y="255"/>
                      <a:pt x="1350" y="255"/>
                    </a:cubicBezTo>
                    <a:close/>
                    <a:moveTo>
                      <a:pt x="1350" y="0"/>
                    </a:moveTo>
                    <a:cubicBezTo>
                      <a:pt x="588" y="0"/>
                      <a:pt x="0" y="623"/>
                      <a:pt x="0" y="1385"/>
                    </a:cubicBezTo>
                    <a:cubicBezTo>
                      <a:pt x="0" y="2122"/>
                      <a:pt x="588" y="2744"/>
                      <a:pt x="1350" y="2744"/>
                    </a:cubicBezTo>
                    <a:cubicBezTo>
                      <a:pt x="2122" y="2744"/>
                      <a:pt x="2744" y="2122"/>
                      <a:pt x="2744" y="1385"/>
                    </a:cubicBezTo>
                    <a:cubicBezTo>
                      <a:pt x="2744" y="623"/>
                      <a:pt x="2122" y="0"/>
                      <a:pt x="13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7" name="Google Shape;3857;p62">
                <a:extLst>
                  <a:ext uri="{FF2B5EF4-FFF2-40B4-BE49-F238E27FC236}">
                    <a16:creationId xmlns:a16="http://schemas.microsoft.com/office/drawing/2014/main" id="{F053C12A-889D-E59F-9056-8DDA8FFF06F3}"/>
                  </a:ext>
                </a:extLst>
              </p:cNvPr>
              <p:cNvSpPr/>
              <p:nvPr/>
            </p:nvSpPr>
            <p:spPr>
              <a:xfrm>
                <a:off x="6901050" y="2380525"/>
                <a:ext cx="471200" cy="214550"/>
              </a:xfrm>
              <a:custGeom>
                <a:avLst/>
                <a:gdLst/>
                <a:ahLst/>
                <a:cxnLst/>
                <a:rect l="l" t="t" r="r" b="b"/>
                <a:pathLst>
                  <a:path w="18848" h="8582" extrusionOk="0">
                    <a:moveTo>
                      <a:pt x="3945" y="0"/>
                    </a:moveTo>
                    <a:cubicBezTo>
                      <a:pt x="3805" y="0"/>
                      <a:pt x="3656" y="70"/>
                      <a:pt x="3621" y="219"/>
                    </a:cubicBezTo>
                    <a:lnTo>
                      <a:pt x="115" y="8109"/>
                    </a:lnTo>
                    <a:cubicBezTo>
                      <a:pt x="1" y="8328"/>
                      <a:pt x="185" y="8582"/>
                      <a:pt x="439" y="8582"/>
                    </a:cubicBezTo>
                    <a:lnTo>
                      <a:pt x="14868" y="8582"/>
                    </a:lnTo>
                    <a:cubicBezTo>
                      <a:pt x="15017" y="8582"/>
                      <a:pt x="15122" y="8512"/>
                      <a:pt x="15201" y="8398"/>
                    </a:cubicBezTo>
                    <a:lnTo>
                      <a:pt x="18742" y="509"/>
                    </a:lnTo>
                    <a:cubicBezTo>
                      <a:pt x="18847" y="255"/>
                      <a:pt x="18663" y="0"/>
                      <a:pt x="184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8" name="Google Shape;3858;p62">
                <a:extLst>
                  <a:ext uri="{FF2B5EF4-FFF2-40B4-BE49-F238E27FC236}">
                    <a16:creationId xmlns:a16="http://schemas.microsoft.com/office/drawing/2014/main" id="{B43B3FEA-65DD-E453-485E-4567AFAD1DAD}"/>
                  </a:ext>
                </a:extLst>
              </p:cNvPr>
              <p:cNvSpPr/>
              <p:nvPr/>
            </p:nvSpPr>
            <p:spPr>
              <a:xfrm>
                <a:off x="6900175" y="2376800"/>
                <a:ext cx="474050" cy="222025"/>
              </a:xfrm>
              <a:custGeom>
                <a:avLst/>
                <a:gdLst/>
                <a:ahLst/>
                <a:cxnLst/>
                <a:rect l="l" t="t" r="r" b="b"/>
                <a:pathLst>
                  <a:path w="18962" h="8881" extrusionOk="0">
                    <a:moveTo>
                      <a:pt x="18444" y="255"/>
                    </a:moveTo>
                    <a:cubicBezTo>
                      <a:pt x="18523" y="255"/>
                      <a:pt x="18593" y="298"/>
                      <a:pt x="18663" y="368"/>
                    </a:cubicBezTo>
                    <a:cubicBezTo>
                      <a:pt x="18698" y="439"/>
                      <a:pt x="18698" y="517"/>
                      <a:pt x="18663" y="588"/>
                    </a:cubicBezTo>
                    <a:lnTo>
                      <a:pt x="15122" y="8477"/>
                    </a:lnTo>
                    <a:cubicBezTo>
                      <a:pt x="15087" y="8582"/>
                      <a:pt x="14973" y="8626"/>
                      <a:pt x="14903" y="8626"/>
                    </a:cubicBezTo>
                    <a:lnTo>
                      <a:pt x="474" y="8626"/>
                    </a:lnTo>
                    <a:cubicBezTo>
                      <a:pt x="404" y="8626"/>
                      <a:pt x="334" y="8582"/>
                      <a:pt x="290" y="8512"/>
                    </a:cubicBezTo>
                    <a:cubicBezTo>
                      <a:pt x="220" y="8442"/>
                      <a:pt x="220" y="8363"/>
                      <a:pt x="255" y="8293"/>
                    </a:cubicBezTo>
                    <a:lnTo>
                      <a:pt x="3761" y="404"/>
                    </a:lnTo>
                    <a:cubicBezTo>
                      <a:pt x="3796" y="298"/>
                      <a:pt x="3875" y="255"/>
                      <a:pt x="3980" y="255"/>
                    </a:cubicBezTo>
                    <a:close/>
                    <a:moveTo>
                      <a:pt x="3980" y="0"/>
                    </a:moveTo>
                    <a:cubicBezTo>
                      <a:pt x="3796" y="0"/>
                      <a:pt x="3621" y="149"/>
                      <a:pt x="3542" y="298"/>
                    </a:cubicBezTo>
                    <a:lnTo>
                      <a:pt x="36" y="8188"/>
                    </a:lnTo>
                    <a:cubicBezTo>
                      <a:pt x="1" y="8328"/>
                      <a:pt x="1" y="8512"/>
                      <a:pt x="71" y="8661"/>
                    </a:cubicBezTo>
                    <a:cubicBezTo>
                      <a:pt x="185" y="8766"/>
                      <a:pt x="334" y="8880"/>
                      <a:pt x="474" y="8880"/>
                    </a:cubicBezTo>
                    <a:lnTo>
                      <a:pt x="14903" y="8880"/>
                    </a:lnTo>
                    <a:cubicBezTo>
                      <a:pt x="15087" y="8880"/>
                      <a:pt x="15271" y="8766"/>
                      <a:pt x="15341" y="8582"/>
                    </a:cubicBezTo>
                    <a:lnTo>
                      <a:pt x="18882" y="693"/>
                    </a:lnTo>
                    <a:cubicBezTo>
                      <a:pt x="18961" y="553"/>
                      <a:pt x="18917" y="368"/>
                      <a:pt x="18847" y="219"/>
                    </a:cubicBezTo>
                    <a:cubicBezTo>
                      <a:pt x="18777" y="114"/>
                      <a:pt x="18593" y="0"/>
                      <a:pt x="184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9" name="Google Shape;3859;p62">
                <a:extLst>
                  <a:ext uri="{FF2B5EF4-FFF2-40B4-BE49-F238E27FC236}">
                    <a16:creationId xmlns:a16="http://schemas.microsoft.com/office/drawing/2014/main" id="{C0C30022-8092-F473-72B7-A0235E03F6E5}"/>
                  </a:ext>
                </a:extLst>
              </p:cNvPr>
              <p:cNvSpPr/>
              <p:nvPr/>
            </p:nvSpPr>
            <p:spPr>
              <a:xfrm>
                <a:off x="7075500" y="2380525"/>
                <a:ext cx="216525" cy="263875"/>
              </a:xfrm>
              <a:custGeom>
                <a:avLst/>
                <a:gdLst/>
                <a:ahLst/>
                <a:cxnLst/>
                <a:rect l="l" t="t" r="r" b="b"/>
                <a:pathLst>
                  <a:path w="8661" h="10555" extrusionOk="0">
                    <a:moveTo>
                      <a:pt x="0" y="0"/>
                    </a:moveTo>
                    <a:cubicBezTo>
                      <a:pt x="658" y="70"/>
                      <a:pt x="1166" y="623"/>
                      <a:pt x="1245" y="1315"/>
                    </a:cubicBezTo>
                    <a:lnTo>
                      <a:pt x="1245" y="8617"/>
                    </a:lnTo>
                    <a:cubicBezTo>
                      <a:pt x="1245" y="9713"/>
                      <a:pt x="2087" y="10554"/>
                      <a:pt x="3182" y="10554"/>
                    </a:cubicBezTo>
                    <a:lnTo>
                      <a:pt x="8661" y="10554"/>
                    </a:lnTo>
                    <a:lnTo>
                      <a:pt x="8661" y="1938"/>
                    </a:lnTo>
                    <a:cubicBezTo>
                      <a:pt x="8661" y="1245"/>
                      <a:pt x="8293" y="623"/>
                      <a:pt x="7706" y="290"/>
                    </a:cubicBezTo>
                    <a:cubicBezTo>
                      <a:pt x="7486" y="106"/>
                      <a:pt x="7197" y="0"/>
                      <a:pt x="68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0" name="Google Shape;3860;p62">
                <a:extLst>
                  <a:ext uri="{FF2B5EF4-FFF2-40B4-BE49-F238E27FC236}">
                    <a16:creationId xmlns:a16="http://schemas.microsoft.com/office/drawing/2014/main" id="{600B72C6-9F3F-E11C-3B15-BDCF0C869EC2}"/>
                  </a:ext>
                </a:extLst>
              </p:cNvPr>
              <p:cNvSpPr/>
              <p:nvPr/>
            </p:nvSpPr>
            <p:spPr>
              <a:xfrm>
                <a:off x="7071775" y="2376800"/>
                <a:ext cx="222900" cy="271325"/>
              </a:xfrm>
              <a:custGeom>
                <a:avLst/>
                <a:gdLst/>
                <a:ahLst/>
                <a:cxnLst/>
                <a:rect l="l" t="t" r="r" b="b"/>
                <a:pathLst>
                  <a:path w="8916" h="10853" extrusionOk="0">
                    <a:moveTo>
                      <a:pt x="7013" y="255"/>
                    </a:moveTo>
                    <a:cubicBezTo>
                      <a:pt x="7311" y="255"/>
                      <a:pt x="7565" y="333"/>
                      <a:pt x="7784" y="517"/>
                    </a:cubicBezTo>
                    <a:lnTo>
                      <a:pt x="7819" y="517"/>
                    </a:lnTo>
                    <a:cubicBezTo>
                      <a:pt x="8372" y="877"/>
                      <a:pt x="8696" y="1429"/>
                      <a:pt x="8696" y="2087"/>
                    </a:cubicBezTo>
                    <a:lnTo>
                      <a:pt x="8696" y="10598"/>
                    </a:lnTo>
                    <a:lnTo>
                      <a:pt x="3331" y="10598"/>
                    </a:lnTo>
                    <a:cubicBezTo>
                      <a:pt x="2306" y="10598"/>
                      <a:pt x="1499" y="9792"/>
                      <a:pt x="1499" y="8766"/>
                    </a:cubicBezTo>
                    <a:lnTo>
                      <a:pt x="1499" y="1429"/>
                    </a:lnTo>
                    <a:cubicBezTo>
                      <a:pt x="1464" y="956"/>
                      <a:pt x="1175" y="517"/>
                      <a:pt x="772" y="255"/>
                    </a:cubicBezTo>
                    <a:close/>
                    <a:moveTo>
                      <a:pt x="7013" y="0"/>
                    </a:moveTo>
                    <a:lnTo>
                      <a:pt x="2674" y="35"/>
                    </a:lnTo>
                    <a:lnTo>
                      <a:pt x="114" y="35"/>
                    </a:lnTo>
                    <a:cubicBezTo>
                      <a:pt x="79" y="35"/>
                      <a:pt x="0" y="79"/>
                      <a:pt x="0" y="149"/>
                    </a:cubicBezTo>
                    <a:cubicBezTo>
                      <a:pt x="0" y="219"/>
                      <a:pt x="79" y="255"/>
                      <a:pt x="114" y="255"/>
                    </a:cubicBezTo>
                    <a:cubicBezTo>
                      <a:pt x="737" y="333"/>
                      <a:pt x="1210" y="842"/>
                      <a:pt x="1245" y="1464"/>
                    </a:cubicBezTo>
                    <a:lnTo>
                      <a:pt x="1245" y="8766"/>
                    </a:lnTo>
                    <a:cubicBezTo>
                      <a:pt x="1245" y="9897"/>
                      <a:pt x="2192" y="10852"/>
                      <a:pt x="3331" y="10852"/>
                    </a:cubicBezTo>
                    <a:lnTo>
                      <a:pt x="8810" y="10852"/>
                    </a:lnTo>
                    <a:cubicBezTo>
                      <a:pt x="8880" y="10852"/>
                      <a:pt x="8915" y="10773"/>
                      <a:pt x="8915" y="10703"/>
                    </a:cubicBezTo>
                    <a:lnTo>
                      <a:pt x="8915" y="2087"/>
                    </a:lnTo>
                    <a:cubicBezTo>
                      <a:pt x="8915" y="1350"/>
                      <a:pt x="8547" y="693"/>
                      <a:pt x="7933" y="333"/>
                    </a:cubicBezTo>
                    <a:cubicBezTo>
                      <a:pt x="7670" y="114"/>
                      <a:pt x="7346" y="0"/>
                      <a:pt x="70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1" name="Google Shape;3861;p62">
                <a:extLst>
                  <a:ext uri="{FF2B5EF4-FFF2-40B4-BE49-F238E27FC236}">
                    <a16:creationId xmlns:a16="http://schemas.microsoft.com/office/drawing/2014/main" id="{1C663FB4-257E-5A76-C0CF-001739079F85}"/>
                  </a:ext>
                </a:extLst>
              </p:cNvPr>
              <p:cNvSpPr/>
              <p:nvPr/>
            </p:nvSpPr>
            <p:spPr>
              <a:xfrm>
                <a:off x="7150450" y="2588700"/>
                <a:ext cx="205350" cy="56575"/>
              </a:xfrm>
              <a:custGeom>
                <a:avLst/>
                <a:gdLst/>
                <a:ahLst/>
                <a:cxnLst/>
                <a:rect l="l" t="t" r="r" b="b"/>
                <a:pathLst>
                  <a:path w="8214" h="2263" extrusionOk="0">
                    <a:moveTo>
                      <a:pt x="1166" y="1"/>
                    </a:moveTo>
                    <a:lnTo>
                      <a:pt x="1166" y="807"/>
                    </a:lnTo>
                    <a:cubicBezTo>
                      <a:pt x="1166" y="1500"/>
                      <a:pt x="658" y="2122"/>
                      <a:pt x="0" y="2227"/>
                    </a:cubicBezTo>
                    <a:lnTo>
                      <a:pt x="360" y="2227"/>
                    </a:lnTo>
                    <a:lnTo>
                      <a:pt x="6794" y="2262"/>
                    </a:lnTo>
                    <a:cubicBezTo>
                      <a:pt x="7591" y="2227"/>
                      <a:pt x="8214" y="1605"/>
                      <a:pt x="8214" y="807"/>
                    </a:cubicBezTo>
                    <a:lnTo>
                      <a:pt x="821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2" name="Google Shape;3862;p62">
                <a:extLst>
                  <a:ext uri="{FF2B5EF4-FFF2-40B4-BE49-F238E27FC236}">
                    <a16:creationId xmlns:a16="http://schemas.microsoft.com/office/drawing/2014/main" id="{D33AE952-1970-62D4-286D-9D29961DD829}"/>
                  </a:ext>
                </a:extLst>
              </p:cNvPr>
              <p:cNvSpPr/>
              <p:nvPr/>
            </p:nvSpPr>
            <p:spPr>
              <a:xfrm>
                <a:off x="7147600" y="2585850"/>
                <a:ext cx="211050" cy="62275"/>
              </a:xfrm>
              <a:custGeom>
                <a:avLst/>
                <a:gdLst/>
                <a:ahLst/>
                <a:cxnLst/>
                <a:rect l="l" t="t" r="r" b="b"/>
                <a:pathLst>
                  <a:path w="8442" h="2491" extrusionOk="0">
                    <a:moveTo>
                      <a:pt x="8223" y="220"/>
                    </a:moveTo>
                    <a:lnTo>
                      <a:pt x="8223" y="921"/>
                    </a:lnTo>
                    <a:cubicBezTo>
                      <a:pt x="8223" y="1281"/>
                      <a:pt x="8074" y="1614"/>
                      <a:pt x="7819" y="1868"/>
                    </a:cubicBezTo>
                    <a:cubicBezTo>
                      <a:pt x="7600" y="2087"/>
                      <a:pt x="7267" y="2236"/>
                      <a:pt x="6908" y="2236"/>
                    </a:cubicBezTo>
                    <a:lnTo>
                      <a:pt x="693" y="2236"/>
                    </a:lnTo>
                    <a:cubicBezTo>
                      <a:pt x="1131" y="1938"/>
                      <a:pt x="1394" y="1465"/>
                      <a:pt x="1394" y="921"/>
                    </a:cubicBezTo>
                    <a:lnTo>
                      <a:pt x="1394" y="220"/>
                    </a:lnTo>
                    <a:close/>
                    <a:moveTo>
                      <a:pt x="1280" y="1"/>
                    </a:moveTo>
                    <a:cubicBezTo>
                      <a:pt x="1245" y="1"/>
                      <a:pt x="1210" y="1"/>
                      <a:pt x="1210" y="45"/>
                    </a:cubicBezTo>
                    <a:cubicBezTo>
                      <a:pt x="1175" y="45"/>
                      <a:pt x="1175" y="80"/>
                      <a:pt x="1175" y="115"/>
                    </a:cubicBezTo>
                    <a:lnTo>
                      <a:pt x="1175" y="921"/>
                    </a:lnTo>
                    <a:cubicBezTo>
                      <a:pt x="1175" y="1535"/>
                      <a:pt x="693" y="2122"/>
                      <a:pt x="79" y="2236"/>
                    </a:cubicBezTo>
                    <a:cubicBezTo>
                      <a:pt x="35" y="2236"/>
                      <a:pt x="0" y="2306"/>
                      <a:pt x="0" y="2341"/>
                    </a:cubicBezTo>
                    <a:cubicBezTo>
                      <a:pt x="0" y="2455"/>
                      <a:pt x="79" y="2455"/>
                      <a:pt x="219" y="2490"/>
                    </a:cubicBezTo>
                    <a:lnTo>
                      <a:pt x="6908" y="2490"/>
                    </a:lnTo>
                    <a:cubicBezTo>
                      <a:pt x="7749" y="2490"/>
                      <a:pt x="8442" y="1798"/>
                      <a:pt x="8442" y="921"/>
                    </a:cubicBezTo>
                    <a:lnTo>
                      <a:pt x="8442" y="115"/>
                    </a:lnTo>
                    <a:cubicBezTo>
                      <a:pt x="8442" y="45"/>
                      <a:pt x="8407" y="1"/>
                      <a:pt x="83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3" name="Google Shape;3863;p62">
                <a:extLst>
                  <a:ext uri="{FF2B5EF4-FFF2-40B4-BE49-F238E27FC236}">
                    <a16:creationId xmlns:a16="http://schemas.microsoft.com/office/drawing/2014/main" id="{D4E63C91-9E7A-E93B-6CEC-BCF74D407953}"/>
                  </a:ext>
                </a:extLst>
              </p:cNvPr>
              <p:cNvSpPr/>
              <p:nvPr/>
            </p:nvSpPr>
            <p:spPr>
              <a:xfrm>
                <a:off x="7137525" y="2422600"/>
                <a:ext cx="1078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313" h="1" extrusionOk="0">
                    <a:moveTo>
                      <a:pt x="0" y="0"/>
                    </a:moveTo>
                    <a:lnTo>
                      <a:pt x="431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4" name="Google Shape;3864;p62">
                <a:extLst>
                  <a:ext uri="{FF2B5EF4-FFF2-40B4-BE49-F238E27FC236}">
                    <a16:creationId xmlns:a16="http://schemas.microsoft.com/office/drawing/2014/main" id="{42B11A36-0B4D-C05B-594E-C4A19CEB0320}"/>
                  </a:ext>
                </a:extLst>
              </p:cNvPr>
              <p:cNvSpPr/>
              <p:nvPr/>
            </p:nvSpPr>
            <p:spPr>
              <a:xfrm>
                <a:off x="7134000" y="2418875"/>
                <a:ext cx="114200" cy="6375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255" extrusionOk="0">
                    <a:moveTo>
                      <a:pt x="141" y="0"/>
                    </a:moveTo>
                    <a:cubicBezTo>
                      <a:pt x="71" y="0"/>
                      <a:pt x="1" y="70"/>
                      <a:pt x="1" y="149"/>
                    </a:cubicBezTo>
                    <a:cubicBezTo>
                      <a:pt x="1" y="184"/>
                      <a:pt x="71" y="255"/>
                      <a:pt x="141" y="255"/>
                    </a:cubicBezTo>
                    <a:lnTo>
                      <a:pt x="4454" y="255"/>
                    </a:lnTo>
                    <a:cubicBezTo>
                      <a:pt x="4524" y="255"/>
                      <a:pt x="4568" y="184"/>
                      <a:pt x="4568" y="149"/>
                    </a:cubicBezTo>
                    <a:cubicBezTo>
                      <a:pt x="4568" y="70"/>
                      <a:pt x="4524" y="0"/>
                      <a:pt x="44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5" name="Google Shape;3865;p62">
                <a:extLst>
                  <a:ext uri="{FF2B5EF4-FFF2-40B4-BE49-F238E27FC236}">
                    <a16:creationId xmlns:a16="http://schemas.microsoft.com/office/drawing/2014/main" id="{6DA5A58B-6956-F71C-C188-3C9C8B6A8CAA}"/>
                  </a:ext>
                </a:extLst>
              </p:cNvPr>
              <p:cNvSpPr/>
              <p:nvPr/>
            </p:nvSpPr>
            <p:spPr>
              <a:xfrm>
                <a:off x="7143000" y="2458975"/>
                <a:ext cx="1087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349" h="1" extrusionOk="0">
                    <a:moveTo>
                      <a:pt x="0" y="0"/>
                    </a:moveTo>
                    <a:lnTo>
                      <a:pt x="434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6" name="Google Shape;3866;p62">
                <a:extLst>
                  <a:ext uri="{FF2B5EF4-FFF2-40B4-BE49-F238E27FC236}">
                    <a16:creationId xmlns:a16="http://schemas.microsoft.com/office/drawing/2014/main" id="{AA74D22B-4A6B-EF00-544D-6A9B279D3633}"/>
                  </a:ext>
                </a:extLst>
              </p:cNvPr>
              <p:cNvSpPr/>
              <p:nvPr/>
            </p:nvSpPr>
            <p:spPr>
              <a:xfrm>
                <a:off x="7140375" y="2456350"/>
                <a:ext cx="114200" cy="5500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220" extrusionOk="0">
                    <a:moveTo>
                      <a:pt x="105" y="0"/>
                    </a:moveTo>
                    <a:cubicBezTo>
                      <a:pt x="70" y="0"/>
                      <a:pt x="0" y="35"/>
                      <a:pt x="0" y="105"/>
                    </a:cubicBezTo>
                    <a:cubicBezTo>
                      <a:pt x="0" y="184"/>
                      <a:pt x="70" y="219"/>
                      <a:pt x="105" y="219"/>
                    </a:cubicBezTo>
                    <a:lnTo>
                      <a:pt x="4453" y="219"/>
                    </a:lnTo>
                    <a:cubicBezTo>
                      <a:pt x="4532" y="219"/>
                      <a:pt x="4567" y="184"/>
                      <a:pt x="4567" y="105"/>
                    </a:cubicBezTo>
                    <a:cubicBezTo>
                      <a:pt x="4567" y="35"/>
                      <a:pt x="4532" y="0"/>
                      <a:pt x="44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7" name="Google Shape;3867;p62">
                <a:extLst>
                  <a:ext uri="{FF2B5EF4-FFF2-40B4-BE49-F238E27FC236}">
                    <a16:creationId xmlns:a16="http://schemas.microsoft.com/office/drawing/2014/main" id="{47EE341C-BEBF-956A-4A24-A3F8652BCBF1}"/>
                  </a:ext>
                </a:extLst>
              </p:cNvPr>
              <p:cNvSpPr/>
              <p:nvPr/>
            </p:nvSpPr>
            <p:spPr>
              <a:xfrm>
                <a:off x="7144975" y="2498200"/>
                <a:ext cx="1087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1" extrusionOk="0">
                    <a:moveTo>
                      <a:pt x="0" y="1"/>
                    </a:moveTo>
                    <a:lnTo>
                      <a:pt x="434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8" name="Google Shape;3868;p62">
                <a:extLst>
                  <a:ext uri="{FF2B5EF4-FFF2-40B4-BE49-F238E27FC236}">
                    <a16:creationId xmlns:a16="http://schemas.microsoft.com/office/drawing/2014/main" id="{57A3A3DA-6739-C419-1F8B-4FFA82774B6F}"/>
                  </a:ext>
                </a:extLst>
              </p:cNvPr>
              <p:cNvSpPr/>
              <p:nvPr/>
            </p:nvSpPr>
            <p:spPr>
              <a:xfrm>
                <a:off x="7142125" y="2495575"/>
                <a:ext cx="114200" cy="5500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220" extrusionOk="0">
                    <a:moveTo>
                      <a:pt x="114" y="0"/>
                    </a:moveTo>
                    <a:cubicBezTo>
                      <a:pt x="35" y="0"/>
                      <a:pt x="0" y="35"/>
                      <a:pt x="0" y="106"/>
                    </a:cubicBezTo>
                    <a:cubicBezTo>
                      <a:pt x="0" y="184"/>
                      <a:pt x="35" y="219"/>
                      <a:pt x="114" y="219"/>
                    </a:cubicBezTo>
                    <a:lnTo>
                      <a:pt x="4462" y="219"/>
                    </a:lnTo>
                    <a:cubicBezTo>
                      <a:pt x="4497" y="219"/>
                      <a:pt x="4567" y="184"/>
                      <a:pt x="4567" y="106"/>
                    </a:cubicBezTo>
                    <a:cubicBezTo>
                      <a:pt x="4567" y="35"/>
                      <a:pt x="4497" y="0"/>
                      <a:pt x="44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9" name="Google Shape;3869;p62">
                <a:extLst>
                  <a:ext uri="{FF2B5EF4-FFF2-40B4-BE49-F238E27FC236}">
                    <a16:creationId xmlns:a16="http://schemas.microsoft.com/office/drawing/2014/main" id="{A1BF84FB-CA98-DDCD-E527-7130AE617A3F}"/>
                  </a:ext>
                </a:extLst>
              </p:cNvPr>
              <p:cNvSpPr/>
              <p:nvPr/>
            </p:nvSpPr>
            <p:spPr>
              <a:xfrm>
                <a:off x="7144100" y="2536550"/>
                <a:ext cx="108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340" h="1" extrusionOk="0">
                    <a:moveTo>
                      <a:pt x="0" y="1"/>
                    </a:moveTo>
                    <a:lnTo>
                      <a:pt x="433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0" name="Google Shape;3870;p62">
                <a:extLst>
                  <a:ext uri="{FF2B5EF4-FFF2-40B4-BE49-F238E27FC236}">
                    <a16:creationId xmlns:a16="http://schemas.microsoft.com/office/drawing/2014/main" id="{BB1D929A-F231-226D-1967-D7A151FC9384}"/>
                  </a:ext>
                </a:extLst>
              </p:cNvPr>
              <p:cNvSpPr/>
              <p:nvPr/>
            </p:nvSpPr>
            <p:spPr>
              <a:xfrm>
                <a:off x="7141250" y="2533925"/>
                <a:ext cx="114200" cy="6375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255" extrusionOk="0">
                    <a:moveTo>
                      <a:pt x="114" y="0"/>
                    </a:moveTo>
                    <a:cubicBezTo>
                      <a:pt x="35" y="0"/>
                      <a:pt x="0" y="70"/>
                      <a:pt x="0" y="106"/>
                    </a:cubicBezTo>
                    <a:cubicBezTo>
                      <a:pt x="0" y="184"/>
                      <a:pt x="35" y="255"/>
                      <a:pt x="114" y="255"/>
                    </a:cubicBezTo>
                    <a:lnTo>
                      <a:pt x="4453" y="255"/>
                    </a:lnTo>
                    <a:cubicBezTo>
                      <a:pt x="4532" y="255"/>
                      <a:pt x="4567" y="184"/>
                      <a:pt x="4567" y="106"/>
                    </a:cubicBezTo>
                    <a:cubicBezTo>
                      <a:pt x="4567" y="70"/>
                      <a:pt x="4532" y="0"/>
                      <a:pt x="44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71" name="Google Shape;3871;p62">
              <a:extLst>
                <a:ext uri="{FF2B5EF4-FFF2-40B4-BE49-F238E27FC236}">
                  <a16:creationId xmlns:a16="http://schemas.microsoft.com/office/drawing/2014/main" id="{49CF9A60-8E12-9D73-35DE-4053FF1DF69C}"/>
                </a:ext>
              </a:extLst>
            </p:cNvPr>
            <p:cNvGrpSpPr/>
            <p:nvPr/>
          </p:nvGrpSpPr>
          <p:grpSpPr>
            <a:xfrm>
              <a:off x="336712" y="3786831"/>
              <a:ext cx="928336" cy="731501"/>
              <a:chOff x="6281527" y="838138"/>
              <a:chExt cx="891859" cy="702758"/>
            </a:xfrm>
          </p:grpSpPr>
          <p:sp>
            <p:nvSpPr>
              <p:cNvPr id="3872" name="Google Shape;3872;p62">
                <a:extLst>
                  <a:ext uri="{FF2B5EF4-FFF2-40B4-BE49-F238E27FC236}">
                    <a16:creationId xmlns:a16="http://schemas.microsoft.com/office/drawing/2014/main" id="{6F66BA16-6BBB-60FF-ADA1-FCF4540AE0D5}"/>
                  </a:ext>
                </a:extLst>
              </p:cNvPr>
              <p:cNvSpPr/>
              <p:nvPr/>
            </p:nvSpPr>
            <p:spPr>
              <a:xfrm>
                <a:off x="6491674" y="994166"/>
                <a:ext cx="423780" cy="395296"/>
              </a:xfrm>
              <a:custGeom>
                <a:avLst/>
                <a:gdLst/>
                <a:ahLst/>
                <a:cxnLst/>
                <a:rect l="l" t="t" r="r" b="b"/>
                <a:pathLst>
                  <a:path w="5356" h="4996" extrusionOk="0">
                    <a:moveTo>
                      <a:pt x="2676" y="0"/>
                    </a:moveTo>
                    <a:cubicBezTo>
                      <a:pt x="1464" y="0"/>
                      <a:pt x="399" y="883"/>
                      <a:pt x="209" y="2118"/>
                    </a:cubicBezTo>
                    <a:cubicBezTo>
                      <a:pt x="1" y="3480"/>
                      <a:pt x="935" y="4757"/>
                      <a:pt x="2298" y="4966"/>
                    </a:cubicBezTo>
                    <a:cubicBezTo>
                      <a:pt x="2426" y="4986"/>
                      <a:pt x="2554" y="4995"/>
                      <a:pt x="2680" y="4995"/>
                    </a:cubicBezTo>
                    <a:cubicBezTo>
                      <a:pt x="3893" y="4995"/>
                      <a:pt x="4957" y="4112"/>
                      <a:pt x="5146" y="2878"/>
                    </a:cubicBezTo>
                    <a:cubicBezTo>
                      <a:pt x="5355" y="1515"/>
                      <a:pt x="4421" y="238"/>
                      <a:pt x="3058" y="29"/>
                    </a:cubicBezTo>
                    <a:cubicBezTo>
                      <a:pt x="2930" y="10"/>
                      <a:pt x="2802" y="0"/>
                      <a:pt x="26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3" name="Google Shape;3873;p62">
                <a:extLst>
                  <a:ext uri="{FF2B5EF4-FFF2-40B4-BE49-F238E27FC236}">
                    <a16:creationId xmlns:a16="http://schemas.microsoft.com/office/drawing/2014/main" id="{8AA6E48E-3EAF-5422-4562-F2B6C29E2A22}"/>
                  </a:ext>
                </a:extLst>
              </p:cNvPr>
              <p:cNvSpPr/>
              <p:nvPr/>
            </p:nvSpPr>
            <p:spPr>
              <a:xfrm>
                <a:off x="6494997" y="989023"/>
                <a:ext cx="417213" cy="405503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5125" extrusionOk="0">
                    <a:moveTo>
                      <a:pt x="2633" y="129"/>
                    </a:moveTo>
                    <a:cubicBezTo>
                      <a:pt x="2756" y="129"/>
                      <a:pt x="2882" y="142"/>
                      <a:pt x="3005" y="158"/>
                    </a:cubicBezTo>
                    <a:cubicBezTo>
                      <a:pt x="3648" y="257"/>
                      <a:pt x="4212" y="600"/>
                      <a:pt x="4595" y="1127"/>
                    </a:cubicBezTo>
                    <a:cubicBezTo>
                      <a:pt x="4978" y="1649"/>
                      <a:pt x="5139" y="2287"/>
                      <a:pt x="5040" y="2932"/>
                    </a:cubicBezTo>
                    <a:cubicBezTo>
                      <a:pt x="4857" y="4130"/>
                      <a:pt x="3815" y="4995"/>
                      <a:pt x="2637" y="4995"/>
                    </a:cubicBezTo>
                    <a:cubicBezTo>
                      <a:pt x="2515" y="4995"/>
                      <a:pt x="2392" y="4986"/>
                      <a:pt x="2268" y="4967"/>
                    </a:cubicBezTo>
                    <a:cubicBezTo>
                      <a:pt x="1624" y="4868"/>
                      <a:pt x="1061" y="4527"/>
                      <a:pt x="678" y="4005"/>
                    </a:cubicBezTo>
                    <a:cubicBezTo>
                      <a:pt x="290" y="3476"/>
                      <a:pt x="133" y="2838"/>
                      <a:pt x="232" y="2195"/>
                    </a:cubicBezTo>
                    <a:cubicBezTo>
                      <a:pt x="418" y="994"/>
                      <a:pt x="1455" y="129"/>
                      <a:pt x="2633" y="129"/>
                    </a:cubicBezTo>
                    <a:close/>
                    <a:moveTo>
                      <a:pt x="2633" y="0"/>
                    </a:moveTo>
                    <a:cubicBezTo>
                      <a:pt x="1393" y="0"/>
                      <a:pt x="299" y="910"/>
                      <a:pt x="105" y="2177"/>
                    </a:cubicBezTo>
                    <a:cubicBezTo>
                      <a:pt x="0" y="2849"/>
                      <a:pt x="167" y="3529"/>
                      <a:pt x="574" y="4080"/>
                    </a:cubicBezTo>
                    <a:cubicBezTo>
                      <a:pt x="975" y="4631"/>
                      <a:pt x="1572" y="4991"/>
                      <a:pt x="2250" y="5095"/>
                    </a:cubicBezTo>
                    <a:cubicBezTo>
                      <a:pt x="2378" y="5112"/>
                      <a:pt x="2512" y="5124"/>
                      <a:pt x="2639" y="5124"/>
                    </a:cubicBezTo>
                    <a:cubicBezTo>
                      <a:pt x="3880" y="5124"/>
                      <a:pt x="4971" y="4214"/>
                      <a:pt x="5168" y="2948"/>
                    </a:cubicBezTo>
                    <a:cubicBezTo>
                      <a:pt x="5273" y="2276"/>
                      <a:pt x="5104" y="1596"/>
                      <a:pt x="4699" y="1046"/>
                    </a:cubicBezTo>
                    <a:cubicBezTo>
                      <a:pt x="4298" y="495"/>
                      <a:pt x="3701" y="135"/>
                      <a:pt x="3021" y="30"/>
                    </a:cubicBezTo>
                    <a:cubicBezTo>
                      <a:pt x="2891" y="10"/>
                      <a:pt x="2761" y="0"/>
                      <a:pt x="26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4" name="Google Shape;3874;p62">
                <a:extLst>
                  <a:ext uri="{FF2B5EF4-FFF2-40B4-BE49-F238E27FC236}">
                    <a16:creationId xmlns:a16="http://schemas.microsoft.com/office/drawing/2014/main" id="{A2FFF760-D58C-DBB4-262F-40E687A413B2}"/>
                  </a:ext>
                </a:extLst>
              </p:cNvPr>
              <p:cNvSpPr/>
              <p:nvPr/>
            </p:nvSpPr>
            <p:spPr>
              <a:xfrm>
                <a:off x="6511929" y="982219"/>
                <a:ext cx="423226" cy="395296"/>
              </a:xfrm>
              <a:custGeom>
                <a:avLst/>
                <a:gdLst/>
                <a:ahLst/>
                <a:cxnLst/>
                <a:rect l="l" t="t" r="r" b="b"/>
                <a:pathLst>
                  <a:path w="5349" h="4996" extrusionOk="0">
                    <a:moveTo>
                      <a:pt x="2670" y="1"/>
                    </a:moveTo>
                    <a:cubicBezTo>
                      <a:pt x="1459" y="1"/>
                      <a:pt x="399" y="883"/>
                      <a:pt x="210" y="2118"/>
                    </a:cubicBezTo>
                    <a:cubicBezTo>
                      <a:pt x="1" y="3481"/>
                      <a:pt x="935" y="4758"/>
                      <a:pt x="2298" y="4967"/>
                    </a:cubicBezTo>
                    <a:cubicBezTo>
                      <a:pt x="2426" y="4986"/>
                      <a:pt x="2554" y="4996"/>
                      <a:pt x="2679" y="4996"/>
                    </a:cubicBezTo>
                    <a:cubicBezTo>
                      <a:pt x="3891" y="4996"/>
                      <a:pt x="4950" y="4113"/>
                      <a:pt x="5139" y="2878"/>
                    </a:cubicBezTo>
                    <a:cubicBezTo>
                      <a:pt x="5348" y="1515"/>
                      <a:pt x="4415" y="239"/>
                      <a:pt x="3051" y="30"/>
                    </a:cubicBezTo>
                    <a:cubicBezTo>
                      <a:pt x="2923" y="10"/>
                      <a:pt x="2795" y="1"/>
                      <a:pt x="26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5" name="Google Shape;3875;p62">
                <a:extLst>
                  <a:ext uri="{FF2B5EF4-FFF2-40B4-BE49-F238E27FC236}">
                    <a16:creationId xmlns:a16="http://schemas.microsoft.com/office/drawing/2014/main" id="{E193C21D-F356-5BFC-181C-89EDC6C17336}"/>
                  </a:ext>
                </a:extLst>
              </p:cNvPr>
              <p:cNvSpPr/>
              <p:nvPr/>
            </p:nvSpPr>
            <p:spPr>
              <a:xfrm>
                <a:off x="6515173" y="977076"/>
                <a:ext cx="416738" cy="405424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5124" extrusionOk="0">
                    <a:moveTo>
                      <a:pt x="2627" y="130"/>
                    </a:moveTo>
                    <a:cubicBezTo>
                      <a:pt x="2750" y="130"/>
                      <a:pt x="2878" y="141"/>
                      <a:pt x="2999" y="159"/>
                    </a:cubicBezTo>
                    <a:cubicBezTo>
                      <a:pt x="3644" y="258"/>
                      <a:pt x="4206" y="599"/>
                      <a:pt x="4594" y="1128"/>
                    </a:cubicBezTo>
                    <a:cubicBezTo>
                      <a:pt x="4977" y="1650"/>
                      <a:pt x="5133" y="2288"/>
                      <a:pt x="5036" y="2931"/>
                    </a:cubicBezTo>
                    <a:cubicBezTo>
                      <a:pt x="4937" y="3575"/>
                      <a:pt x="4594" y="4138"/>
                      <a:pt x="4072" y="4521"/>
                    </a:cubicBezTo>
                    <a:cubicBezTo>
                      <a:pt x="3652" y="4833"/>
                      <a:pt x="3152" y="4996"/>
                      <a:pt x="2638" y="4996"/>
                    </a:cubicBezTo>
                    <a:cubicBezTo>
                      <a:pt x="2513" y="4996"/>
                      <a:pt x="2388" y="4987"/>
                      <a:pt x="2263" y="4968"/>
                    </a:cubicBezTo>
                    <a:cubicBezTo>
                      <a:pt x="1625" y="4869"/>
                      <a:pt x="1055" y="4526"/>
                      <a:pt x="673" y="4004"/>
                    </a:cubicBezTo>
                    <a:cubicBezTo>
                      <a:pt x="290" y="3476"/>
                      <a:pt x="134" y="2839"/>
                      <a:pt x="233" y="2194"/>
                    </a:cubicBezTo>
                    <a:cubicBezTo>
                      <a:pt x="330" y="1551"/>
                      <a:pt x="673" y="989"/>
                      <a:pt x="1195" y="606"/>
                    </a:cubicBezTo>
                    <a:cubicBezTo>
                      <a:pt x="1618" y="293"/>
                      <a:pt x="2112" y="130"/>
                      <a:pt x="2627" y="130"/>
                    </a:cubicBezTo>
                    <a:close/>
                    <a:moveTo>
                      <a:pt x="2629" y="1"/>
                    </a:moveTo>
                    <a:cubicBezTo>
                      <a:pt x="2087" y="1"/>
                      <a:pt x="1564" y="174"/>
                      <a:pt x="1120" y="501"/>
                    </a:cubicBezTo>
                    <a:cubicBezTo>
                      <a:pt x="568" y="901"/>
                      <a:pt x="203" y="1498"/>
                      <a:pt x="99" y="2178"/>
                    </a:cubicBezTo>
                    <a:cubicBezTo>
                      <a:pt x="0" y="2850"/>
                      <a:pt x="163" y="3529"/>
                      <a:pt x="568" y="4079"/>
                    </a:cubicBezTo>
                    <a:cubicBezTo>
                      <a:pt x="975" y="4631"/>
                      <a:pt x="1566" y="4991"/>
                      <a:pt x="2244" y="5096"/>
                    </a:cubicBezTo>
                    <a:cubicBezTo>
                      <a:pt x="2378" y="5112"/>
                      <a:pt x="2506" y="5123"/>
                      <a:pt x="2640" y="5123"/>
                    </a:cubicBezTo>
                    <a:cubicBezTo>
                      <a:pt x="3179" y="5123"/>
                      <a:pt x="3706" y="4956"/>
                      <a:pt x="4148" y="4625"/>
                    </a:cubicBezTo>
                    <a:cubicBezTo>
                      <a:pt x="4699" y="4225"/>
                      <a:pt x="5058" y="3627"/>
                      <a:pt x="5162" y="2949"/>
                    </a:cubicBezTo>
                    <a:cubicBezTo>
                      <a:pt x="5267" y="2276"/>
                      <a:pt x="5098" y="1597"/>
                      <a:pt x="4699" y="1046"/>
                    </a:cubicBezTo>
                    <a:cubicBezTo>
                      <a:pt x="4292" y="494"/>
                      <a:pt x="3695" y="135"/>
                      <a:pt x="3023" y="31"/>
                    </a:cubicBezTo>
                    <a:cubicBezTo>
                      <a:pt x="2891" y="11"/>
                      <a:pt x="2760" y="1"/>
                      <a:pt x="26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6" name="Google Shape;3876;p62">
                <a:extLst>
                  <a:ext uri="{FF2B5EF4-FFF2-40B4-BE49-F238E27FC236}">
                    <a16:creationId xmlns:a16="http://schemas.microsoft.com/office/drawing/2014/main" id="{6FC35618-1EF3-E208-1A89-7BB814AC4A57}"/>
                  </a:ext>
                </a:extLst>
              </p:cNvPr>
              <p:cNvSpPr/>
              <p:nvPr/>
            </p:nvSpPr>
            <p:spPr>
              <a:xfrm>
                <a:off x="6585353" y="1510830"/>
                <a:ext cx="28563" cy="25082"/>
              </a:xfrm>
              <a:custGeom>
                <a:avLst/>
                <a:gdLst/>
                <a:ahLst/>
                <a:cxnLst/>
                <a:rect l="l" t="t" r="r" b="b"/>
                <a:pathLst>
                  <a:path w="361" h="317" extrusionOk="0">
                    <a:moveTo>
                      <a:pt x="179" y="1"/>
                    </a:moveTo>
                    <a:cubicBezTo>
                      <a:pt x="147" y="1"/>
                      <a:pt x="115" y="11"/>
                      <a:pt x="88" y="31"/>
                    </a:cubicBezTo>
                    <a:cubicBezTo>
                      <a:pt x="18" y="83"/>
                      <a:pt x="0" y="182"/>
                      <a:pt x="53" y="251"/>
                    </a:cubicBezTo>
                    <a:cubicBezTo>
                      <a:pt x="84" y="294"/>
                      <a:pt x="133" y="317"/>
                      <a:pt x="182" y="317"/>
                    </a:cubicBezTo>
                    <a:cubicBezTo>
                      <a:pt x="214" y="317"/>
                      <a:pt x="245" y="307"/>
                      <a:pt x="273" y="286"/>
                    </a:cubicBezTo>
                    <a:cubicBezTo>
                      <a:pt x="348" y="235"/>
                      <a:pt x="361" y="136"/>
                      <a:pt x="308" y="66"/>
                    </a:cubicBezTo>
                    <a:cubicBezTo>
                      <a:pt x="276" y="24"/>
                      <a:pt x="228" y="1"/>
                      <a:pt x="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7" name="Google Shape;3877;p62">
                <a:extLst>
                  <a:ext uri="{FF2B5EF4-FFF2-40B4-BE49-F238E27FC236}">
                    <a16:creationId xmlns:a16="http://schemas.microsoft.com/office/drawing/2014/main" id="{74BCA243-C965-DA0F-6BF0-FFDAD5B2A2F2}"/>
                  </a:ext>
                </a:extLst>
              </p:cNvPr>
              <p:cNvSpPr/>
              <p:nvPr/>
            </p:nvSpPr>
            <p:spPr>
              <a:xfrm>
                <a:off x="6579815" y="1505608"/>
                <a:ext cx="40036" cy="35289"/>
              </a:xfrm>
              <a:custGeom>
                <a:avLst/>
                <a:gdLst/>
                <a:ahLst/>
                <a:cxnLst/>
                <a:rect l="l" t="t" r="r" b="b"/>
                <a:pathLst>
                  <a:path w="506" h="446" extrusionOk="0">
                    <a:moveTo>
                      <a:pt x="254" y="132"/>
                    </a:moveTo>
                    <a:cubicBezTo>
                      <a:pt x="282" y="132"/>
                      <a:pt x="309" y="143"/>
                      <a:pt x="326" y="167"/>
                    </a:cubicBezTo>
                    <a:cubicBezTo>
                      <a:pt x="361" y="213"/>
                      <a:pt x="348" y="271"/>
                      <a:pt x="308" y="301"/>
                    </a:cubicBezTo>
                    <a:cubicBezTo>
                      <a:pt x="292" y="312"/>
                      <a:pt x="273" y="318"/>
                      <a:pt x="254" y="318"/>
                    </a:cubicBezTo>
                    <a:cubicBezTo>
                      <a:pt x="225" y="318"/>
                      <a:pt x="195" y="305"/>
                      <a:pt x="174" y="277"/>
                    </a:cubicBezTo>
                    <a:cubicBezTo>
                      <a:pt x="147" y="237"/>
                      <a:pt x="158" y="178"/>
                      <a:pt x="198" y="149"/>
                    </a:cubicBezTo>
                    <a:cubicBezTo>
                      <a:pt x="215" y="137"/>
                      <a:pt x="235" y="132"/>
                      <a:pt x="254" y="132"/>
                    </a:cubicBezTo>
                    <a:close/>
                    <a:moveTo>
                      <a:pt x="254" y="0"/>
                    </a:moveTo>
                    <a:cubicBezTo>
                      <a:pt x="208" y="0"/>
                      <a:pt x="162" y="14"/>
                      <a:pt x="123" y="44"/>
                    </a:cubicBezTo>
                    <a:cubicBezTo>
                      <a:pt x="19" y="114"/>
                      <a:pt x="0" y="260"/>
                      <a:pt x="70" y="358"/>
                    </a:cubicBezTo>
                    <a:cubicBezTo>
                      <a:pt x="117" y="416"/>
                      <a:pt x="187" y="445"/>
                      <a:pt x="251" y="445"/>
                    </a:cubicBezTo>
                    <a:cubicBezTo>
                      <a:pt x="297" y="445"/>
                      <a:pt x="343" y="434"/>
                      <a:pt x="383" y="405"/>
                    </a:cubicBezTo>
                    <a:cubicBezTo>
                      <a:pt x="482" y="330"/>
                      <a:pt x="506" y="191"/>
                      <a:pt x="431" y="92"/>
                    </a:cubicBezTo>
                    <a:cubicBezTo>
                      <a:pt x="389" y="32"/>
                      <a:pt x="322" y="0"/>
                      <a:pt x="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8" name="Google Shape;3878;p62">
                <a:extLst>
                  <a:ext uri="{FF2B5EF4-FFF2-40B4-BE49-F238E27FC236}">
                    <a16:creationId xmlns:a16="http://schemas.microsoft.com/office/drawing/2014/main" id="{7B5769BB-F410-BE71-7E4D-B34749321AB8}"/>
                  </a:ext>
                </a:extLst>
              </p:cNvPr>
              <p:cNvSpPr/>
              <p:nvPr/>
            </p:nvSpPr>
            <p:spPr>
              <a:xfrm>
                <a:off x="7008494" y="843202"/>
                <a:ext cx="62111" cy="54911"/>
              </a:xfrm>
              <a:custGeom>
                <a:avLst/>
                <a:gdLst/>
                <a:ahLst/>
                <a:cxnLst/>
                <a:rect l="l" t="t" r="r" b="b"/>
                <a:pathLst>
                  <a:path w="785" h="694" extrusionOk="0">
                    <a:moveTo>
                      <a:pt x="393" y="1"/>
                    </a:moveTo>
                    <a:cubicBezTo>
                      <a:pt x="321" y="1"/>
                      <a:pt x="249" y="23"/>
                      <a:pt x="186" y="70"/>
                    </a:cubicBezTo>
                    <a:cubicBezTo>
                      <a:pt x="36" y="180"/>
                      <a:pt x="1" y="400"/>
                      <a:pt x="111" y="551"/>
                    </a:cubicBezTo>
                    <a:cubicBezTo>
                      <a:pt x="181" y="645"/>
                      <a:pt x="286" y="693"/>
                      <a:pt x="392" y="693"/>
                    </a:cubicBezTo>
                    <a:cubicBezTo>
                      <a:pt x="463" y="693"/>
                      <a:pt x="535" y="671"/>
                      <a:pt x="598" y="627"/>
                    </a:cubicBezTo>
                    <a:cubicBezTo>
                      <a:pt x="750" y="510"/>
                      <a:pt x="785" y="296"/>
                      <a:pt x="673" y="145"/>
                    </a:cubicBezTo>
                    <a:cubicBezTo>
                      <a:pt x="604" y="51"/>
                      <a:pt x="499" y="1"/>
                      <a:pt x="3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9" name="Google Shape;3879;p62">
                <a:extLst>
                  <a:ext uri="{FF2B5EF4-FFF2-40B4-BE49-F238E27FC236}">
                    <a16:creationId xmlns:a16="http://schemas.microsoft.com/office/drawing/2014/main" id="{2C4F637A-25EC-E43C-8653-C6AE5A681EA0}"/>
                  </a:ext>
                </a:extLst>
              </p:cNvPr>
              <p:cNvSpPr/>
              <p:nvPr/>
            </p:nvSpPr>
            <p:spPr>
              <a:xfrm>
                <a:off x="7006200" y="838138"/>
                <a:ext cx="70340" cy="65197"/>
              </a:xfrm>
              <a:custGeom>
                <a:avLst/>
                <a:gdLst/>
                <a:ahLst/>
                <a:cxnLst/>
                <a:rect l="l" t="t" r="r" b="b"/>
                <a:pathLst>
                  <a:path w="889" h="824" extrusionOk="0">
                    <a:moveTo>
                      <a:pt x="418" y="127"/>
                    </a:moveTo>
                    <a:cubicBezTo>
                      <a:pt x="506" y="127"/>
                      <a:pt x="592" y="169"/>
                      <a:pt x="645" y="244"/>
                    </a:cubicBezTo>
                    <a:cubicBezTo>
                      <a:pt x="691" y="308"/>
                      <a:pt x="709" y="378"/>
                      <a:pt x="697" y="453"/>
                    </a:cubicBezTo>
                    <a:cubicBezTo>
                      <a:pt x="686" y="528"/>
                      <a:pt x="651" y="592"/>
                      <a:pt x="587" y="638"/>
                    </a:cubicBezTo>
                    <a:cubicBezTo>
                      <a:pt x="539" y="675"/>
                      <a:pt x="481" y="694"/>
                      <a:pt x="421" y="694"/>
                    </a:cubicBezTo>
                    <a:cubicBezTo>
                      <a:pt x="407" y="694"/>
                      <a:pt x="392" y="693"/>
                      <a:pt x="378" y="691"/>
                    </a:cubicBezTo>
                    <a:cubicBezTo>
                      <a:pt x="303" y="679"/>
                      <a:pt x="239" y="638"/>
                      <a:pt x="193" y="574"/>
                    </a:cubicBezTo>
                    <a:cubicBezTo>
                      <a:pt x="152" y="517"/>
                      <a:pt x="134" y="441"/>
                      <a:pt x="140" y="365"/>
                    </a:cubicBezTo>
                    <a:cubicBezTo>
                      <a:pt x="152" y="296"/>
                      <a:pt x="193" y="226"/>
                      <a:pt x="257" y="186"/>
                    </a:cubicBezTo>
                    <a:cubicBezTo>
                      <a:pt x="303" y="145"/>
                      <a:pt x="361" y="127"/>
                      <a:pt x="418" y="127"/>
                    </a:cubicBezTo>
                    <a:close/>
                    <a:moveTo>
                      <a:pt x="423" y="1"/>
                    </a:moveTo>
                    <a:cubicBezTo>
                      <a:pt x="337" y="1"/>
                      <a:pt x="250" y="27"/>
                      <a:pt x="175" y="81"/>
                    </a:cubicBezTo>
                    <a:cubicBezTo>
                      <a:pt x="88" y="145"/>
                      <a:pt x="30" y="239"/>
                      <a:pt x="13" y="349"/>
                    </a:cubicBezTo>
                    <a:cubicBezTo>
                      <a:pt x="1" y="459"/>
                      <a:pt x="24" y="563"/>
                      <a:pt x="88" y="656"/>
                    </a:cubicBezTo>
                    <a:cubicBezTo>
                      <a:pt x="158" y="743"/>
                      <a:pt x="250" y="801"/>
                      <a:pt x="361" y="818"/>
                    </a:cubicBezTo>
                    <a:cubicBezTo>
                      <a:pt x="378" y="818"/>
                      <a:pt x="402" y="823"/>
                      <a:pt x="424" y="823"/>
                    </a:cubicBezTo>
                    <a:cubicBezTo>
                      <a:pt x="512" y="823"/>
                      <a:pt x="592" y="796"/>
                      <a:pt x="662" y="743"/>
                    </a:cubicBezTo>
                    <a:cubicBezTo>
                      <a:pt x="848" y="609"/>
                      <a:pt x="889" y="349"/>
                      <a:pt x="755" y="169"/>
                    </a:cubicBezTo>
                    <a:cubicBezTo>
                      <a:pt x="672" y="58"/>
                      <a:pt x="549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0" name="Google Shape;3880;p62">
                <a:extLst>
                  <a:ext uri="{FF2B5EF4-FFF2-40B4-BE49-F238E27FC236}">
                    <a16:creationId xmlns:a16="http://schemas.microsoft.com/office/drawing/2014/main" id="{F0F769DA-7B42-B9A6-968E-9CD4560BC390}"/>
                  </a:ext>
                </a:extLst>
              </p:cNvPr>
              <p:cNvSpPr/>
              <p:nvPr/>
            </p:nvSpPr>
            <p:spPr>
              <a:xfrm>
                <a:off x="6950261" y="1118624"/>
                <a:ext cx="218062" cy="28009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354" extrusionOk="0">
                    <a:moveTo>
                      <a:pt x="0" y="0"/>
                    </a:moveTo>
                    <a:lnTo>
                      <a:pt x="0" y="354"/>
                    </a:lnTo>
                    <a:lnTo>
                      <a:pt x="2756" y="354"/>
                    </a:lnTo>
                    <a:lnTo>
                      <a:pt x="27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1" name="Google Shape;3881;p62">
                <a:extLst>
                  <a:ext uri="{FF2B5EF4-FFF2-40B4-BE49-F238E27FC236}">
                    <a16:creationId xmlns:a16="http://schemas.microsoft.com/office/drawing/2014/main" id="{A8C5A4F8-2A4A-7F4E-89A4-7FE6E0919E51}"/>
                  </a:ext>
                </a:extLst>
              </p:cNvPr>
              <p:cNvSpPr/>
              <p:nvPr/>
            </p:nvSpPr>
            <p:spPr>
              <a:xfrm>
                <a:off x="6945197" y="1113561"/>
                <a:ext cx="228189" cy="38137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482" extrusionOk="0">
                    <a:moveTo>
                      <a:pt x="2755" y="127"/>
                    </a:moveTo>
                    <a:lnTo>
                      <a:pt x="2755" y="348"/>
                    </a:lnTo>
                    <a:lnTo>
                      <a:pt x="134" y="348"/>
                    </a:lnTo>
                    <a:lnTo>
                      <a:pt x="134" y="127"/>
                    </a:lnTo>
                    <a:close/>
                    <a:moveTo>
                      <a:pt x="64" y="0"/>
                    </a:moveTo>
                    <a:cubicBezTo>
                      <a:pt x="30" y="0"/>
                      <a:pt x="0" y="29"/>
                      <a:pt x="0" y="64"/>
                    </a:cubicBezTo>
                    <a:lnTo>
                      <a:pt x="0" y="418"/>
                    </a:lnTo>
                    <a:cubicBezTo>
                      <a:pt x="0" y="453"/>
                      <a:pt x="30" y="482"/>
                      <a:pt x="64" y="482"/>
                    </a:cubicBezTo>
                    <a:lnTo>
                      <a:pt x="2820" y="482"/>
                    </a:lnTo>
                    <a:cubicBezTo>
                      <a:pt x="2854" y="482"/>
                      <a:pt x="2884" y="453"/>
                      <a:pt x="2884" y="418"/>
                    </a:cubicBezTo>
                    <a:lnTo>
                      <a:pt x="2884" y="64"/>
                    </a:lnTo>
                    <a:cubicBezTo>
                      <a:pt x="2884" y="29"/>
                      <a:pt x="2854" y="0"/>
                      <a:pt x="28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2" name="Google Shape;3882;p62">
                <a:extLst>
                  <a:ext uri="{FF2B5EF4-FFF2-40B4-BE49-F238E27FC236}">
                    <a16:creationId xmlns:a16="http://schemas.microsoft.com/office/drawing/2014/main" id="{AD36521E-60E7-162E-3173-54D314DD74BC}"/>
                  </a:ext>
                </a:extLst>
              </p:cNvPr>
              <p:cNvSpPr/>
              <p:nvPr/>
            </p:nvSpPr>
            <p:spPr>
              <a:xfrm>
                <a:off x="6950261" y="1180102"/>
                <a:ext cx="125330" cy="18436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233" extrusionOk="0">
                    <a:moveTo>
                      <a:pt x="0" y="0"/>
                    </a:moveTo>
                    <a:lnTo>
                      <a:pt x="0" y="233"/>
                    </a:lnTo>
                    <a:lnTo>
                      <a:pt x="1583" y="233"/>
                    </a:lnTo>
                    <a:lnTo>
                      <a:pt x="158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3" name="Google Shape;3883;p62">
                <a:extLst>
                  <a:ext uri="{FF2B5EF4-FFF2-40B4-BE49-F238E27FC236}">
                    <a16:creationId xmlns:a16="http://schemas.microsoft.com/office/drawing/2014/main" id="{9947DDD6-31A3-897A-7081-D0D0D5B9AEA2}"/>
                  </a:ext>
                </a:extLst>
              </p:cNvPr>
              <p:cNvSpPr/>
              <p:nvPr/>
            </p:nvSpPr>
            <p:spPr>
              <a:xfrm>
                <a:off x="6945197" y="1174959"/>
                <a:ext cx="135458" cy="28563"/>
              </a:xfrm>
              <a:custGeom>
                <a:avLst/>
                <a:gdLst/>
                <a:ahLst/>
                <a:cxnLst/>
                <a:rect l="l" t="t" r="r" b="b"/>
                <a:pathLst>
                  <a:path w="1712" h="361" extrusionOk="0">
                    <a:moveTo>
                      <a:pt x="1585" y="135"/>
                    </a:moveTo>
                    <a:lnTo>
                      <a:pt x="1585" y="233"/>
                    </a:lnTo>
                    <a:lnTo>
                      <a:pt x="134" y="233"/>
                    </a:lnTo>
                    <a:lnTo>
                      <a:pt x="134" y="135"/>
                    </a:lnTo>
                    <a:close/>
                    <a:moveTo>
                      <a:pt x="64" y="1"/>
                    </a:moveTo>
                    <a:cubicBezTo>
                      <a:pt x="30" y="1"/>
                      <a:pt x="0" y="30"/>
                      <a:pt x="0" y="65"/>
                    </a:cubicBezTo>
                    <a:lnTo>
                      <a:pt x="0" y="298"/>
                    </a:lnTo>
                    <a:cubicBezTo>
                      <a:pt x="0" y="332"/>
                      <a:pt x="30" y="360"/>
                      <a:pt x="64" y="360"/>
                    </a:cubicBezTo>
                    <a:lnTo>
                      <a:pt x="1647" y="360"/>
                    </a:lnTo>
                    <a:cubicBezTo>
                      <a:pt x="1682" y="360"/>
                      <a:pt x="1711" y="332"/>
                      <a:pt x="1711" y="298"/>
                    </a:cubicBezTo>
                    <a:lnTo>
                      <a:pt x="1711" y="65"/>
                    </a:lnTo>
                    <a:cubicBezTo>
                      <a:pt x="1711" y="30"/>
                      <a:pt x="1682" y="1"/>
                      <a:pt x="16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4" name="Google Shape;3884;p62">
                <a:extLst>
                  <a:ext uri="{FF2B5EF4-FFF2-40B4-BE49-F238E27FC236}">
                    <a16:creationId xmlns:a16="http://schemas.microsoft.com/office/drawing/2014/main" id="{5D046730-576B-5FBA-9735-096B6A787B04}"/>
                  </a:ext>
                </a:extLst>
              </p:cNvPr>
              <p:cNvSpPr/>
              <p:nvPr/>
            </p:nvSpPr>
            <p:spPr>
              <a:xfrm>
                <a:off x="6950261" y="1232401"/>
                <a:ext cx="125330" cy="17882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226" extrusionOk="0">
                    <a:moveTo>
                      <a:pt x="0" y="0"/>
                    </a:moveTo>
                    <a:lnTo>
                      <a:pt x="0" y="226"/>
                    </a:lnTo>
                    <a:lnTo>
                      <a:pt x="1583" y="226"/>
                    </a:lnTo>
                    <a:lnTo>
                      <a:pt x="158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5" name="Google Shape;3885;p62">
                <a:extLst>
                  <a:ext uri="{FF2B5EF4-FFF2-40B4-BE49-F238E27FC236}">
                    <a16:creationId xmlns:a16="http://schemas.microsoft.com/office/drawing/2014/main" id="{6FBFD68F-6C7F-8262-E109-802268AB4BB2}"/>
                  </a:ext>
                </a:extLst>
              </p:cNvPr>
              <p:cNvSpPr/>
              <p:nvPr/>
            </p:nvSpPr>
            <p:spPr>
              <a:xfrm>
                <a:off x="6945197" y="1227337"/>
                <a:ext cx="135458" cy="28484"/>
              </a:xfrm>
              <a:custGeom>
                <a:avLst/>
                <a:gdLst/>
                <a:ahLst/>
                <a:cxnLst/>
                <a:rect l="l" t="t" r="r" b="b"/>
                <a:pathLst>
                  <a:path w="1712" h="360" extrusionOk="0">
                    <a:moveTo>
                      <a:pt x="1585" y="128"/>
                    </a:moveTo>
                    <a:lnTo>
                      <a:pt x="1585" y="227"/>
                    </a:lnTo>
                    <a:lnTo>
                      <a:pt x="134" y="227"/>
                    </a:lnTo>
                    <a:lnTo>
                      <a:pt x="134" y="128"/>
                    </a:lnTo>
                    <a:close/>
                    <a:moveTo>
                      <a:pt x="64" y="0"/>
                    </a:moveTo>
                    <a:cubicBezTo>
                      <a:pt x="30" y="0"/>
                      <a:pt x="0" y="29"/>
                      <a:pt x="0" y="64"/>
                    </a:cubicBezTo>
                    <a:lnTo>
                      <a:pt x="0" y="290"/>
                    </a:lnTo>
                    <a:cubicBezTo>
                      <a:pt x="0" y="332"/>
                      <a:pt x="30" y="359"/>
                      <a:pt x="64" y="359"/>
                    </a:cubicBezTo>
                    <a:lnTo>
                      <a:pt x="1647" y="359"/>
                    </a:lnTo>
                    <a:cubicBezTo>
                      <a:pt x="1682" y="359"/>
                      <a:pt x="1711" y="332"/>
                      <a:pt x="1711" y="290"/>
                    </a:cubicBezTo>
                    <a:lnTo>
                      <a:pt x="1711" y="64"/>
                    </a:lnTo>
                    <a:cubicBezTo>
                      <a:pt x="1711" y="29"/>
                      <a:pt x="1682" y="0"/>
                      <a:pt x="16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6" name="Google Shape;3886;p62">
                <a:extLst>
                  <a:ext uri="{FF2B5EF4-FFF2-40B4-BE49-F238E27FC236}">
                    <a16:creationId xmlns:a16="http://schemas.microsoft.com/office/drawing/2014/main" id="{7EA75706-5A63-E6F9-58AF-1F614D3A4FEC}"/>
                  </a:ext>
                </a:extLst>
              </p:cNvPr>
              <p:cNvSpPr/>
              <p:nvPr/>
            </p:nvSpPr>
            <p:spPr>
              <a:xfrm>
                <a:off x="6311831" y="1275602"/>
                <a:ext cx="211653" cy="90912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149" extrusionOk="0">
                    <a:moveTo>
                      <a:pt x="2675" y="0"/>
                    </a:moveTo>
                    <a:lnTo>
                      <a:pt x="0" y="1149"/>
                    </a:lnTo>
                    <a:close/>
                  </a:path>
                </a:pathLst>
              </a:custGeom>
              <a:solidFill>
                <a:srgbClr val="FF7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7" name="Google Shape;3887;p62">
                <a:extLst>
                  <a:ext uri="{FF2B5EF4-FFF2-40B4-BE49-F238E27FC236}">
                    <a16:creationId xmlns:a16="http://schemas.microsoft.com/office/drawing/2014/main" id="{2C16613C-626C-85D9-E96C-7B6A3A8401E8}"/>
                  </a:ext>
                </a:extLst>
              </p:cNvPr>
              <p:cNvSpPr/>
              <p:nvPr/>
            </p:nvSpPr>
            <p:spPr>
              <a:xfrm>
                <a:off x="6305897" y="1270379"/>
                <a:ext cx="223125" cy="101672"/>
              </a:xfrm>
              <a:custGeom>
                <a:avLst/>
                <a:gdLst/>
                <a:ahLst/>
                <a:cxnLst/>
                <a:rect l="l" t="t" r="r" b="b"/>
                <a:pathLst>
                  <a:path w="2820" h="1285" extrusionOk="0">
                    <a:moveTo>
                      <a:pt x="2748" y="0"/>
                    </a:moveTo>
                    <a:cubicBezTo>
                      <a:pt x="2739" y="0"/>
                      <a:pt x="2730" y="3"/>
                      <a:pt x="2720" y="8"/>
                    </a:cubicBezTo>
                    <a:lnTo>
                      <a:pt x="52" y="1156"/>
                    </a:lnTo>
                    <a:cubicBezTo>
                      <a:pt x="17" y="1167"/>
                      <a:pt x="0" y="1208"/>
                      <a:pt x="17" y="1242"/>
                    </a:cubicBezTo>
                    <a:cubicBezTo>
                      <a:pt x="24" y="1266"/>
                      <a:pt x="52" y="1284"/>
                      <a:pt x="75" y="1284"/>
                    </a:cubicBezTo>
                    <a:cubicBezTo>
                      <a:pt x="81" y="1284"/>
                      <a:pt x="93" y="1277"/>
                      <a:pt x="99" y="1277"/>
                    </a:cubicBezTo>
                    <a:lnTo>
                      <a:pt x="2773" y="123"/>
                    </a:lnTo>
                    <a:cubicBezTo>
                      <a:pt x="2808" y="112"/>
                      <a:pt x="2819" y="72"/>
                      <a:pt x="2808" y="42"/>
                    </a:cubicBezTo>
                    <a:cubicBezTo>
                      <a:pt x="2795" y="17"/>
                      <a:pt x="2773" y="0"/>
                      <a:pt x="27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8" name="Google Shape;3888;p62">
                <a:extLst>
                  <a:ext uri="{FF2B5EF4-FFF2-40B4-BE49-F238E27FC236}">
                    <a16:creationId xmlns:a16="http://schemas.microsoft.com/office/drawing/2014/main" id="{C570FB17-6DBC-BD94-3693-9D253D3B8292}"/>
                  </a:ext>
                </a:extLst>
              </p:cNvPr>
              <p:cNvSpPr/>
              <p:nvPr/>
            </p:nvSpPr>
            <p:spPr>
              <a:xfrm>
                <a:off x="6287461" y="1352666"/>
                <a:ext cx="34577" cy="34418"/>
              </a:xfrm>
              <a:custGeom>
                <a:avLst/>
                <a:gdLst/>
                <a:ahLst/>
                <a:cxnLst/>
                <a:rect l="l" t="t" r="r" b="b"/>
                <a:pathLst>
                  <a:path w="437" h="435" extrusionOk="0">
                    <a:moveTo>
                      <a:pt x="117" y="1"/>
                    </a:moveTo>
                    <a:lnTo>
                      <a:pt x="1" y="325"/>
                    </a:lnTo>
                    <a:lnTo>
                      <a:pt x="319" y="435"/>
                    </a:lnTo>
                    <a:lnTo>
                      <a:pt x="436" y="11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9" name="Google Shape;3889;p62">
                <a:extLst>
                  <a:ext uri="{FF2B5EF4-FFF2-40B4-BE49-F238E27FC236}">
                    <a16:creationId xmlns:a16="http://schemas.microsoft.com/office/drawing/2014/main" id="{E5AE5E5A-09C1-6B09-84E1-15348441F94A}"/>
                  </a:ext>
                </a:extLst>
              </p:cNvPr>
              <p:cNvSpPr/>
              <p:nvPr/>
            </p:nvSpPr>
            <p:spPr>
              <a:xfrm>
                <a:off x="6281527" y="1347681"/>
                <a:ext cx="45970" cy="44942"/>
              </a:xfrm>
              <a:custGeom>
                <a:avLst/>
                <a:gdLst/>
                <a:ahLst/>
                <a:cxnLst/>
                <a:rect l="l" t="t" r="r" b="b"/>
                <a:pathLst>
                  <a:path w="581" h="568" extrusionOk="0">
                    <a:moveTo>
                      <a:pt x="233" y="150"/>
                    </a:moveTo>
                    <a:lnTo>
                      <a:pt x="429" y="219"/>
                    </a:lnTo>
                    <a:lnTo>
                      <a:pt x="354" y="417"/>
                    </a:lnTo>
                    <a:lnTo>
                      <a:pt x="158" y="348"/>
                    </a:lnTo>
                    <a:lnTo>
                      <a:pt x="233" y="150"/>
                    </a:lnTo>
                    <a:close/>
                    <a:moveTo>
                      <a:pt x="189" y="1"/>
                    </a:moveTo>
                    <a:cubicBezTo>
                      <a:pt x="180" y="1"/>
                      <a:pt x="172" y="2"/>
                      <a:pt x="163" y="5"/>
                    </a:cubicBezTo>
                    <a:cubicBezTo>
                      <a:pt x="151" y="16"/>
                      <a:pt x="140" y="29"/>
                      <a:pt x="134" y="45"/>
                    </a:cubicBezTo>
                    <a:lnTo>
                      <a:pt x="18" y="364"/>
                    </a:lnTo>
                    <a:cubicBezTo>
                      <a:pt x="0" y="399"/>
                      <a:pt x="18" y="434"/>
                      <a:pt x="53" y="446"/>
                    </a:cubicBezTo>
                    <a:lnTo>
                      <a:pt x="372" y="562"/>
                    </a:lnTo>
                    <a:cubicBezTo>
                      <a:pt x="383" y="562"/>
                      <a:pt x="389" y="568"/>
                      <a:pt x="394" y="568"/>
                    </a:cubicBezTo>
                    <a:cubicBezTo>
                      <a:pt x="424" y="568"/>
                      <a:pt x="447" y="551"/>
                      <a:pt x="458" y="522"/>
                    </a:cubicBezTo>
                    <a:lnTo>
                      <a:pt x="575" y="203"/>
                    </a:lnTo>
                    <a:cubicBezTo>
                      <a:pt x="581" y="185"/>
                      <a:pt x="581" y="168"/>
                      <a:pt x="568" y="155"/>
                    </a:cubicBezTo>
                    <a:cubicBezTo>
                      <a:pt x="563" y="139"/>
                      <a:pt x="552" y="126"/>
                      <a:pt x="534" y="121"/>
                    </a:cubicBezTo>
                    <a:lnTo>
                      <a:pt x="215" y="5"/>
                    </a:lnTo>
                    <a:cubicBezTo>
                      <a:pt x="206" y="2"/>
                      <a:pt x="198" y="1"/>
                      <a:pt x="1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0" name="Google Shape;3890;p62">
                <a:extLst>
                  <a:ext uri="{FF2B5EF4-FFF2-40B4-BE49-F238E27FC236}">
                    <a16:creationId xmlns:a16="http://schemas.microsoft.com/office/drawing/2014/main" id="{DBEA07C0-4EBE-C421-A45C-E03175D26C51}"/>
                  </a:ext>
                </a:extLst>
              </p:cNvPr>
              <p:cNvSpPr/>
              <p:nvPr/>
            </p:nvSpPr>
            <p:spPr>
              <a:xfrm>
                <a:off x="6619375" y="1105411"/>
                <a:ext cx="196936" cy="142579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1802" extrusionOk="0">
                    <a:moveTo>
                      <a:pt x="966" y="0"/>
                    </a:moveTo>
                    <a:cubicBezTo>
                      <a:pt x="963" y="0"/>
                      <a:pt x="959" y="1"/>
                      <a:pt x="957" y="4"/>
                    </a:cubicBezTo>
                    <a:lnTo>
                      <a:pt x="0" y="891"/>
                    </a:lnTo>
                    <a:lnTo>
                      <a:pt x="0" y="909"/>
                    </a:lnTo>
                    <a:lnTo>
                      <a:pt x="957" y="1796"/>
                    </a:lnTo>
                    <a:cubicBezTo>
                      <a:pt x="959" y="1800"/>
                      <a:pt x="963" y="1801"/>
                      <a:pt x="966" y="1801"/>
                    </a:cubicBezTo>
                    <a:cubicBezTo>
                      <a:pt x="969" y="1801"/>
                      <a:pt x="972" y="1800"/>
                      <a:pt x="975" y="1796"/>
                    </a:cubicBezTo>
                    <a:lnTo>
                      <a:pt x="1328" y="1413"/>
                    </a:lnTo>
                    <a:lnTo>
                      <a:pt x="1328" y="1402"/>
                    </a:lnTo>
                    <a:lnTo>
                      <a:pt x="1096" y="1188"/>
                    </a:lnTo>
                    <a:cubicBezTo>
                      <a:pt x="1090" y="1182"/>
                      <a:pt x="1096" y="1170"/>
                      <a:pt x="1101" y="1170"/>
                    </a:cubicBezTo>
                    <a:lnTo>
                      <a:pt x="2175" y="1170"/>
                    </a:lnTo>
                    <a:cubicBezTo>
                      <a:pt x="2308" y="1170"/>
                      <a:pt x="2431" y="1083"/>
                      <a:pt x="2453" y="950"/>
                    </a:cubicBezTo>
                    <a:cubicBezTo>
                      <a:pt x="2488" y="781"/>
                      <a:pt x="2354" y="631"/>
                      <a:pt x="2193" y="631"/>
                    </a:cubicBezTo>
                    <a:lnTo>
                      <a:pt x="1101" y="631"/>
                    </a:lnTo>
                    <a:cubicBezTo>
                      <a:pt x="1096" y="631"/>
                      <a:pt x="1090" y="620"/>
                      <a:pt x="1096" y="613"/>
                    </a:cubicBezTo>
                    <a:lnTo>
                      <a:pt x="1328" y="398"/>
                    </a:lnTo>
                    <a:lnTo>
                      <a:pt x="1328" y="387"/>
                    </a:lnTo>
                    <a:lnTo>
                      <a:pt x="975" y="4"/>
                    </a:lnTo>
                    <a:cubicBezTo>
                      <a:pt x="972" y="1"/>
                      <a:pt x="969" y="0"/>
                      <a:pt x="9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1" name="Google Shape;3891;p62">
                <a:extLst>
                  <a:ext uri="{FF2B5EF4-FFF2-40B4-BE49-F238E27FC236}">
                    <a16:creationId xmlns:a16="http://schemas.microsoft.com/office/drawing/2014/main" id="{008DB9C1-9AF5-E9F2-CD48-386E6AFDFCC0}"/>
                  </a:ext>
                </a:extLst>
              </p:cNvPr>
              <p:cNvSpPr/>
              <p:nvPr/>
            </p:nvSpPr>
            <p:spPr>
              <a:xfrm>
                <a:off x="6614312" y="1100189"/>
                <a:ext cx="205718" cy="152865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1932" extrusionOk="0">
                    <a:moveTo>
                      <a:pt x="1026" y="157"/>
                    </a:moveTo>
                    <a:lnTo>
                      <a:pt x="1305" y="453"/>
                    </a:lnTo>
                    <a:lnTo>
                      <a:pt x="1114" y="633"/>
                    </a:lnTo>
                    <a:cubicBezTo>
                      <a:pt x="1090" y="651"/>
                      <a:pt x="1085" y="686"/>
                      <a:pt x="1096" y="713"/>
                    </a:cubicBezTo>
                    <a:cubicBezTo>
                      <a:pt x="1108" y="737"/>
                      <a:pt x="1143" y="761"/>
                      <a:pt x="1165" y="761"/>
                    </a:cubicBezTo>
                    <a:lnTo>
                      <a:pt x="2257" y="761"/>
                    </a:lnTo>
                    <a:cubicBezTo>
                      <a:pt x="2314" y="761"/>
                      <a:pt x="2372" y="790"/>
                      <a:pt x="2413" y="836"/>
                    </a:cubicBezTo>
                    <a:cubicBezTo>
                      <a:pt x="2453" y="882"/>
                      <a:pt x="2466" y="940"/>
                      <a:pt x="2453" y="1004"/>
                    </a:cubicBezTo>
                    <a:cubicBezTo>
                      <a:pt x="2442" y="1096"/>
                      <a:pt x="2343" y="1173"/>
                      <a:pt x="2239" y="1173"/>
                    </a:cubicBezTo>
                    <a:lnTo>
                      <a:pt x="1165" y="1173"/>
                    </a:lnTo>
                    <a:cubicBezTo>
                      <a:pt x="1138" y="1173"/>
                      <a:pt x="1108" y="1190"/>
                      <a:pt x="1096" y="1219"/>
                    </a:cubicBezTo>
                    <a:cubicBezTo>
                      <a:pt x="1085" y="1243"/>
                      <a:pt x="1096" y="1283"/>
                      <a:pt x="1114" y="1300"/>
                    </a:cubicBezTo>
                    <a:lnTo>
                      <a:pt x="1305" y="1479"/>
                    </a:lnTo>
                    <a:lnTo>
                      <a:pt x="1026" y="1776"/>
                    </a:lnTo>
                    <a:lnTo>
                      <a:pt x="156" y="964"/>
                    </a:lnTo>
                    <a:lnTo>
                      <a:pt x="1026" y="157"/>
                    </a:lnTo>
                    <a:close/>
                    <a:moveTo>
                      <a:pt x="1033" y="1"/>
                    </a:moveTo>
                    <a:cubicBezTo>
                      <a:pt x="1015" y="1"/>
                      <a:pt x="991" y="12"/>
                      <a:pt x="980" y="24"/>
                    </a:cubicBezTo>
                    <a:lnTo>
                      <a:pt x="24" y="911"/>
                    </a:lnTo>
                    <a:cubicBezTo>
                      <a:pt x="6" y="922"/>
                      <a:pt x="0" y="946"/>
                      <a:pt x="0" y="964"/>
                    </a:cubicBezTo>
                    <a:cubicBezTo>
                      <a:pt x="0" y="986"/>
                      <a:pt x="11" y="1010"/>
                      <a:pt x="24" y="1021"/>
                    </a:cubicBezTo>
                    <a:lnTo>
                      <a:pt x="980" y="1909"/>
                    </a:lnTo>
                    <a:cubicBezTo>
                      <a:pt x="991" y="1920"/>
                      <a:pt x="1015" y="1932"/>
                      <a:pt x="1033" y="1932"/>
                    </a:cubicBezTo>
                    <a:cubicBezTo>
                      <a:pt x="1050" y="1926"/>
                      <a:pt x="1074" y="1920"/>
                      <a:pt x="1085" y="1904"/>
                    </a:cubicBezTo>
                    <a:lnTo>
                      <a:pt x="1438" y="1527"/>
                    </a:lnTo>
                    <a:cubicBezTo>
                      <a:pt x="1451" y="1514"/>
                      <a:pt x="1456" y="1492"/>
                      <a:pt x="1456" y="1474"/>
                    </a:cubicBezTo>
                    <a:cubicBezTo>
                      <a:pt x="1456" y="1457"/>
                      <a:pt x="1444" y="1433"/>
                      <a:pt x="1433" y="1422"/>
                    </a:cubicBezTo>
                    <a:lnTo>
                      <a:pt x="1305" y="1300"/>
                    </a:lnTo>
                    <a:lnTo>
                      <a:pt x="2239" y="1300"/>
                    </a:lnTo>
                    <a:cubicBezTo>
                      <a:pt x="2407" y="1300"/>
                      <a:pt x="2558" y="1184"/>
                      <a:pt x="2581" y="1027"/>
                    </a:cubicBezTo>
                    <a:cubicBezTo>
                      <a:pt x="2599" y="929"/>
                      <a:pt x="2576" y="830"/>
                      <a:pt x="2512" y="748"/>
                    </a:cubicBezTo>
                    <a:cubicBezTo>
                      <a:pt x="2448" y="673"/>
                      <a:pt x="2356" y="633"/>
                      <a:pt x="2257" y="633"/>
                    </a:cubicBezTo>
                    <a:lnTo>
                      <a:pt x="1305" y="633"/>
                    </a:lnTo>
                    <a:lnTo>
                      <a:pt x="1433" y="512"/>
                    </a:lnTo>
                    <a:cubicBezTo>
                      <a:pt x="1444" y="499"/>
                      <a:pt x="1456" y="477"/>
                      <a:pt x="1456" y="459"/>
                    </a:cubicBezTo>
                    <a:cubicBezTo>
                      <a:pt x="1456" y="442"/>
                      <a:pt x="1451" y="418"/>
                      <a:pt x="1438" y="407"/>
                    </a:cubicBezTo>
                    <a:lnTo>
                      <a:pt x="1085" y="30"/>
                    </a:lnTo>
                    <a:cubicBezTo>
                      <a:pt x="1074" y="12"/>
                      <a:pt x="1050" y="1"/>
                      <a:pt x="10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5311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9" name="Google Shape;4569;p75"/>
          <p:cNvSpPr txBox="1">
            <a:spLocks noGrp="1"/>
          </p:cNvSpPr>
          <p:nvPr>
            <p:ph type="subTitle" idx="1"/>
          </p:nvPr>
        </p:nvSpPr>
        <p:spPr>
          <a:xfrm>
            <a:off x="1447819" y="1889413"/>
            <a:ext cx="27432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D" dirty="0"/>
              <a:t>What holds up</a:t>
            </a:r>
            <a:endParaRPr dirty="0"/>
          </a:p>
        </p:txBody>
      </p:sp>
      <p:sp>
        <p:nvSpPr>
          <p:cNvPr id="4570" name="Google Shape;4570;p75"/>
          <p:cNvSpPr txBox="1">
            <a:spLocks noGrp="1"/>
          </p:cNvSpPr>
          <p:nvPr>
            <p:ph type="subTitle" idx="2"/>
          </p:nvPr>
        </p:nvSpPr>
        <p:spPr>
          <a:xfrm>
            <a:off x="4938319" y="1889413"/>
            <a:ext cx="27432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D" dirty="0"/>
              <a:t>Outside scope</a:t>
            </a:r>
            <a:endParaRPr dirty="0"/>
          </a:p>
        </p:txBody>
      </p:sp>
      <p:sp>
        <p:nvSpPr>
          <p:cNvPr id="4571" name="Google Shape;4571;p75"/>
          <p:cNvSpPr txBox="1">
            <a:spLocks noGrp="1"/>
          </p:cNvSpPr>
          <p:nvPr>
            <p:ph type="subTitle" idx="3"/>
          </p:nvPr>
        </p:nvSpPr>
        <p:spPr>
          <a:xfrm>
            <a:off x="1447819" y="2207075"/>
            <a:ext cx="2743200" cy="10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sz="1000" dirty="0"/>
              <a:t>Net revenue reconciles exactly to source (Rp1,265,340,379). Promo comparison uses like-for-like gross basket value. Courier rates reported with volume context.</a:t>
            </a:r>
            <a:endParaRPr sz="1000" dirty="0"/>
          </a:p>
        </p:txBody>
      </p:sp>
      <p:sp>
        <p:nvSpPr>
          <p:cNvPr id="4572" name="Google Shape;4572;p75"/>
          <p:cNvSpPr txBox="1">
            <a:spLocks noGrp="1"/>
          </p:cNvSpPr>
          <p:nvPr>
            <p:ph type="subTitle" idx="4"/>
          </p:nvPr>
        </p:nvSpPr>
        <p:spPr>
          <a:xfrm>
            <a:off x="5156034" y="2207075"/>
            <a:ext cx="2743200" cy="10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D" sz="1000" dirty="0"/>
              <a:t>• True promo ROI </a:t>
            </a:r>
            <a:r>
              <a:rPr lang="en-ID" sz="1000" dirty="0">
                <a:sym typeface="Wingdings" pitchFamily="2" charset="2"/>
              </a:rPr>
              <a:t></a:t>
            </a:r>
            <a:r>
              <a:rPr lang="en-ID" sz="1000" dirty="0"/>
              <a:t> no margin data available</a:t>
            </a:r>
            <a:br>
              <a:rPr lang="en-ID" sz="1000" dirty="0"/>
            </a:br>
            <a:r>
              <a:rPr lang="en-ID" sz="1000" dirty="0"/>
              <a:t>• Courier significance — </a:t>
            </a:r>
            <a:r>
              <a:rPr lang="en-ID" sz="1000" dirty="0" err="1"/>
              <a:t>Anteraja</a:t>
            </a:r>
            <a:r>
              <a:rPr lang="en-ID" sz="1000" dirty="0"/>
              <a:t> n=307, Pos Indonesia n=161</a:t>
            </a:r>
            <a:br>
              <a:rPr lang="en-ID" sz="1000" dirty="0"/>
            </a:br>
            <a:r>
              <a:rPr lang="en-ID" sz="1000" dirty="0"/>
              <a:t>• Churn drivers </a:t>
            </a:r>
            <a:r>
              <a:rPr lang="en-ID" sz="1000" dirty="0">
                <a:sym typeface="Wingdings" pitchFamily="2" charset="2"/>
              </a:rPr>
              <a:t></a:t>
            </a:r>
            <a:r>
              <a:rPr lang="en-ID" sz="1000" dirty="0"/>
              <a:t> no lifecycle dynamics in the data</a:t>
            </a:r>
          </a:p>
          <a:p>
            <a:pPr marL="0" indent="0" algn="l"/>
            <a:r>
              <a:rPr lang="en-ID" sz="1000" dirty="0"/>
              <a:t>• Synthetic dataset — category revenue unrealistically flat, retention curve doesn't decay</a:t>
            </a:r>
            <a:endParaRPr sz="1000" dirty="0"/>
          </a:p>
        </p:txBody>
      </p:sp>
      <p:sp>
        <p:nvSpPr>
          <p:cNvPr id="4573" name="Google Shape;4573;p7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dirty="0"/>
              <a:t>What this analysis can and </a:t>
            </a:r>
            <a:r>
              <a:rPr lang="en-ID" dirty="0">
                <a:solidFill>
                  <a:schemeClr val="accent4"/>
                </a:solidFill>
              </a:rPr>
              <a:t>can't</a:t>
            </a:r>
            <a:r>
              <a:rPr lang="en-ID" dirty="0"/>
              <a:t> tell us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574" name="Google Shape;4574;p75"/>
          <p:cNvSpPr/>
          <p:nvPr/>
        </p:nvSpPr>
        <p:spPr>
          <a:xfrm>
            <a:off x="4297450" y="2301019"/>
            <a:ext cx="534459" cy="534459"/>
          </a:xfrm>
          <a:custGeom>
            <a:avLst/>
            <a:gdLst/>
            <a:ahLst/>
            <a:cxnLst/>
            <a:rect l="l" t="t" r="r" b="b"/>
            <a:pathLst>
              <a:path w="208163" h="208163" extrusionOk="0">
                <a:moveTo>
                  <a:pt x="79632" y="48546"/>
                </a:moveTo>
                <a:cubicBezTo>
                  <a:pt x="80399" y="48546"/>
                  <a:pt x="81191" y="48783"/>
                  <a:pt x="81877" y="49126"/>
                </a:cubicBezTo>
                <a:lnTo>
                  <a:pt x="158203" y="101306"/>
                </a:lnTo>
                <a:cubicBezTo>
                  <a:pt x="159036" y="101861"/>
                  <a:pt x="159591" y="102971"/>
                  <a:pt x="159591" y="104081"/>
                </a:cubicBezTo>
                <a:cubicBezTo>
                  <a:pt x="159591" y="105191"/>
                  <a:pt x="159036" y="106302"/>
                  <a:pt x="158203" y="106857"/>
                </a:cubicBezTo>
                <a:lnTo>
                  <a:pt x="81877" y="159036"/>
                </a:lnTo>
                <a:cubicBezTo>
                  <a:pt x="81045" y="159314"/>
                  <a:pt x="80489" y="159591"/>
                  <a:pt x="79934" y="159591"/>
                </a:cubicBezTo>
                <a:cubicBezTo>
                  <a:pt x="79379" y="159591"/>
                  <a:pt x="78547" y="159591"/>
                  <a:pt x="78269" y="159314"/>
                </a:cubicBezTo>
                <a:cubicBezTo>
                  <a:pt x="77159" y="158481"/>
                  <a:pt x="76326" y="157371"/>
                  <a:pt x="76326" y="156260"/>
                </a:cubicBezTo>
                <a:lnTo>
                  <a:pt x="76326" y="52179"/>
                </a:lnTo>
                <a:cubicBezTo>
                  <a:pt x="76326" y="50792"/>
                  <a:pt x="77159" y="49681"/>
                  <a:pt x="78269" y="48849"/>
                </a:cubicBezTo>
                <a:cubicBezTo>
                  <a:pt x="78693" y="48637"/>
                  <a:pt x="79158" y="48546"/>
                  <a:pt x="79632" y="48546"/>
                </a:cubicBezTo>
                <a:close/>
                <a:moveTo>
                  <a:pt x="104081" y="0"/>
                </a:moveTo>
                <a:cubicBezTo>
                  <a:pt x="46628" y="0"/>
                  <a:pt x="0" y="46628"/>
                  <a:pt x="0" y="104081"/>
                </a:cubicBezTo>
                <a:cubicBezTo>
                  <a:pt x="0" y="161534"/>
                  <a:pt x="46628" y="208162"/>
                  <a:pt x="104081" y="208162"/>
                </a:cubicBezTo>
                <a:cubicBezTo>
                  <a:pt x="161534" y="208162"/>
                  <a:pt x="208162" y="161534"/>
                  <a:pt x="208162" y="104081"/>
                </a:cubicBezTo>
                <a:cubicBezTo>
                  <a:pt x="208162" y="46628"/>
                  <a:pt x="161534" y="0"/>
                  <a:pt x="104081" y="0"/>
                </a:cubicBez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75" name="Google Shape;4575;p75"/>
          <p:cNvGrpSpPr/>
          <p:nvPr/>
        </p:nvGrpSpPr>
        <p:grpSpPr>
          <a:xfrm>
            <a:off x="462300" y="3254075"/>
            <a:ext cx="90125" cy="83350"/>
            <a:chOff x="2985975" y="2917825"/>
            <a:chExt cx="90125" cy="83350"/>
          </a:xfrm>
        </p:grpSpPr>
        <p:sp>
          <p:nvSpPr>
            <p:cNvPr id="4576" name="Google Shape;4576;p75"/>
            <p:cNvSpPr/>
            <p:nvPr/>
          </p:nvSpPr>
          <p:spPr>
            <a:xfrm>
              <a:off x="2987050" y="2922500"/>
              <a:ext cx="83850" cy="74250"/>
            </a:xfrm>
            <a:custGeom>
              <a:avLst/>
              <a:gdLst/>
              <a:ahLst/>
              <a:cxnLst/>
              <a:rect l="l" t="t" r="r" b="b"/>
              <a:pathLst>
                <a:path w="3354" h="2970" extrusionOk="0">
                  <a:moveTo>
                    <a:pt x="1674" y="0"/>
                  </a:moveTo>
                  <a:cubicBezTo>
                    <a:pt x="1357" y="0"/>
                    <a:pt x="1038" y="99"/>
                    <a:pt x="765" y="303"/>
                  </a:cubicBezTo>
                  <a:cubicBezTo>
                    <a:pt x="122" y="799"/>
                    <a:pt x="0" y="1739"/>
                    <a:pt x="496" y="2382"/>
                  </a:cubicBezTo>
                  <a:cubicBezTo>
                    <a:pt x="784" y="2769"/>
                    <a:pt x="1228" y="2970"/>
                    <a:pt x="1676" y="2970"/>
                  </a:cubicBezTo>
                  <a:cubicBezTo>
                    <a:pt x="1991" y="2970"/>
                    <a:pt x="2308" y="2870"/>
                    <a:pt x="2574" y="2665"/>
                  </a:cubicBezTo>
                  <a:cubicBezTo>
                    <a:pt x="3231" y="2159"/>
                    <a:pt x="3353" y="1229"/>
                    <a:pt x="2858" y="573"/>
                  </a:cubicBezTo>
                  <a:cubicBezTo>
                    <a:pt x="2562" y="197"/>
                    <a:pt x="2121" y="0"/>
                    <a:pt x="1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75"/>
            <p:cNvSpPr/>
            <p:nvPr/>
          </p:nvSpPr>
          <p:spPr>
            <a:xfrm>
              <a:off x="2985975" y="2917825"/>
              <a:ext cx="90125" cy="83350"/>
            </a:xfrm>
            <a:custGeom>
              <a:avLst/>
              <a:gdLst/>
              <a:ahLst/>
              <a:cxnLst/>
              <a:rect l="l" t="t" r="r" b="b"/>
              <a:pathLst>
                <a:path w="3605" h="3334" extrusionOk="0">
                  <a:moveTo>
                    <a:pt x="1720" y="372"/>
                  </a:moveTo>
                  <a:cubicBezTo>
                    <a:pt x="2107" y="372"/>
                    <a:pt x="2499" y="537"/>
                    <a:pt x="2753" y="878"/>
                  </a:cubicBezTo>
                  <a:cubicBezTo>
                    <a:pt x="3184" y="1449"/>
                    <a:pt x="3080" y="2271"/>
                    <a:pt x="2513" y="2705"/>
                  </a:cubicBezTo>
                  <a:cubicBezTo>
                    <a:pt x="2278" y="2885"/>
                    <a:pt x="2000" y="2972"/>
                    <a:pt x="1723" y="2972"/>
                  </a:cubicBezTo>
                  <a:cubicBezTo>
                    <a:pt x="1330" y="2972"/>
                    <a:pt x="942" y="2797"/>
                    <a:pt x="690" y="2465"/>
                  </a:cubicBezTo>
                  <a:cubicBezTo>
                    <a:pt x="463" y="2181"/>
                    <a:pt x="374" y="1836"/>
                    <a:pt x="420" y="1492"/>
                  </a:cubicBezTo>
                  <a:cubicBezTo>
                    <a:pt x="463" y="1147"/>
                    <a:pt x="643" y="849"/>
                    <a:pt x="926" y="641"/>
                  </a:cubicBezTo>
                  <a:cubicBezTo>
                    <a:pt x="1167" y="447"/>
                    <a:pt x="1436" y="372"/>
                    <a:pt x="1720" y="372"/>
                  </a:cubicBezTo>
                  <a:close/>
                  <a:moveTo>
                    <a:pt x="1715" y="1"/>
                  </a:moveTo>
                  <a:cubicBezTo>
                    <a:pt x="1362" y="1"/>
                    <a:pt x="1006" y="112"/>
                    <a:pt x="704" y="340"/>
                  </a:cubicBezTo>
                  <a:cubicBezTo>
                    <a:pt x="345" y="609"/>
                    <a:pt x="119" y="1014"/>
                    <a:pt x="61" y="1449"/>
                  </a:cubicBezTo>
                  <a:cubicBezTo>
                    <a:pt x="0" y="1897"/>
                    <a:pt x="119" y="2332"/>
                    <a:pt x="388" y="2691"/>
                  </a:cubicBezTo>
                  <a:cubicBezTo>
                    <a:pt x="718" y="3107"/>
                    <a:pt x="1210" y="3333"/>
                    <a:pt x="1720" y="3333"/>
                  </a:cubicBezTo>
                  <a:cubicBezTo>
                    <a:pt x="2079" y="3333"/>
                    <a:pt x="2438" y="3229"/>
                    <a:pt x="2736" y="2989"/>
                  </a:cubicBezTo>
                  <a:cubicBezTo>
                    <a:pt x="3453" y="2436"/>
                    <a:pt x="3604" y="1388"/>
                    <a:pt x="3037" y="656"/>
                  </a:cubicBezTo>
                  <a:cubicBezTo>
                    <a:pt x="2712" y="225"/>
                    <a:pt x="2217" y="1"/>
                    <a:pt x="1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8" name="Google Shape;4578;p75"/>
          <p:cNvGrpSpPr/>
          <p:nvPr/>
        </p:nvGrpSpPr>
        <p:grpSpPr>
          <a:xfrm>
            <a:off x="1564550" y="3856100"/>
            <a:ext cx="72625" cy="69125"/>
            <a:chOff x="2363375" y="2639225"/>
            <a:chExt cx="72625" cy="69125"/>
          </a:xfrm>
        </p:grpSpPr>
        <p:sp>
          <p:nvSpPr>
            <p:cNvPr id="4579" name="Google Shape;4579;p75"/>
            <p:cNvSpPr/>
            <p:nvPr/>
          </p:nvSpPr>
          <p:spPr>
            <a:xfrm>
              <a:off x="2364900" y="2642200"/>
              <a:ext cx="68050" cy="63200"/>
            </a:xfrm>
            <a:custGeom>
              <a:avLst/>
              <a:gdLst/>
              <a:ahLst/>
              <a:cxnLst/>
              <a:rect l="l" t="t" r="r" b="b"/>
              <a:pathLst>
                <a:path w="2722" h="2528" extrusionOk="0">
                  <a:moveTo>
                    <a:pt x="1358" y="0"/>
                  </a:moveTo>
                  <a:cubicBezTo>
                    <a:pt x="738" y="0"/>
                    <a:pt x="199" y="440"/>
                    <a:pt x="104" y="1077"/>
                  </a:cubicBezTo>
                  <a:cubicBezTo>
                    <a:pt x="0" y="1763"/>
                    <a:pt x="478" y="2409"/>
                    <a:pt x="1167" y="2513"/>
                  </a:cubicBezTo>
                  <a:cubicBezTo>
                    <a:pt x="1232" y="2523"/>
                    <a:pt x="1297" y="2528"/>
                    <a:pt x="1360" y="2528"/>
                  </a:cubicBezTo>
                  <a:cubicBezTo>
                    <a:pt x="1973" y="2528"/>
                    <a:pt x="2508" y="2088"/>
                    <a:pt x="2603" y="1450"/>
                  </a:cubicBezTo>
                  <a:cubicBezTo>
                    <a:pt x="2721" y="761"/>
                    <a:pt x="2244" y="119"/>
                    <a:pt x="1555" y="15"/>
                  </a:cubicBezTo>
                  <a:cubicBezTo>
                    <a:pt x="1489" y="5"/>
                    <a:pt x="1423" y="0"/>
                    <a:pt x="13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75"/>
            <p:cNvSpPr/>
            <p:nvPr/>
          </p:nvSpPr>
          <p:spPr>
            <a:xfrm>
              <a:off x="2363375" y="2639225"/>
              <a:ext cx="72625" cy="69125"/>
            </a:xfrm>
            <a:custGeom>
              <a:avLst/>
              <a:gdLst/>
              <a:ahLst/>
              <a:cxnLst/>
              <a:rect l="l" t="t" r="r" b="b"/>
              <a:pathLst>
                <a:path w="2905" h="2765" extrusionOk="0">
                  <a:moveTo>
                    <a:pt x="1422" y="223"/>
                  </a:moveTo>
                  <a:cubicBezTo>
                    <a:pt x="1483" y="223"/>
                    <a:pt x="1526" y="223"/>
                    <a:pt x="1587" y="238"/>
                  </a:cubicBezTo>
                  <a:cubicBezTo>
                    <a:pt x="2229" y="342"/>
                    <a:pt x="2664" y="927"/>
                    <a:pt x="2560" y="1555"/>
                  </a:cubicBezTo>
                  <a:cubicBezTo>
                    <a:pt x="2478" y="2128"/>
                    <a:pt x="1972" y="2540"/>
                    <a:pt x="1407" y="2540"/>
                  </a:cubicBezTo>
                  <a:cubicBezTo>
                    <a:pt x="1353" y="2540"/>
                    <a:pt x="1298" y="2536"/>
                    <a:pt x="1242" y="2528"/>
                  </a:cubicBezTo>
                  <a:cubicBezTo>
                    <a:pt x="944" y="2481"/>
                    <a:pt x="675" y="2316"/>
                    <a:pt x="481" y="2061"/>
                  </a:cubicBezTo>
                  <a:cubicBezTo>
                    <a:pt x="302" y="1824"/>
                    <a:pt x="226" y="1508"/>
                    <a:pt x="270" y="1211"/>
                  </a:cubicBezTo>
                  <a:cubicBezTo>
                    <a:pt x="316" y="895"/>
                    <a:pt x="481" y="625"/>
                    <a:pt x="736" y="446"/>
                  </a:cubicBezTo>
                  <a:cubicBezTo>
                    <a:pt x="930" y="299"/>
                    <a:pt x="1167" y="223"/>
                    <a:pt x="1422" y="223"/>
                  </a:cubicBezTo>
                  <a:close/>
                  <a:moveTo>
                    <a:pt x="1430" y="1"/>
                  </a:moveTo>
                  <a:cubicBezTo>
                    <a:pt x="748" y="1"/>
                    <a:pt x="156" y="486"/>
                    <a:pt x="61" y="1182"/>
                  </a:cubicBezTo>
                  <a:cubicBezTo>
                    <a:pt x="0" y="1541"/>
                    <a:pt x="90" y="1900"/>
                    <a:pt x="302" y="2198"/>
                  </a:cubicBezTo>
                  <a:cubicBezTo>
                    <a:pt x="524" y="2496"/>
                    <a:pt x="840" y="2689"/>
                    <a:pt x="1214" y="2750"/>
                  </a:cubicBezTo>
                  <a:cubicBezTo>
                    <a:pt x="1275" y="2750"/>
                    <a:pt x="1346" y="2765"/>
                    <a:pt x="1422" y="2765"/>
                  </a:cubicBezTo>
                  <a:cubicBezTo>
                    <a:pt x="2082" y="2765"/>
                    <a:pt x="2678" y="2273"/>
                    <a:pt x="2782" y="1584"/>
                  </a:cubicBezTo>
                  <a:cubicBezTo>
                    <a:pt x="2904" y="837"/>
                    <a:pt x="2380" y="134"/>
                    <a:pt x="1634" y="15"/>
                  </a:cubicBezTo>
                  <a:cubicBezTo>
                    <a:pt x="1565" y="6"/>
                    <a:pt x="1497" y="1"/>
                    <a:pt x="1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1" name="Google Shape;4581;p75"/>
          <p:cNvGrpSpPr/>
          <p:nvPr/>
        </p:nvGrpSpPr>
        <p:grpSpPr>
          <a:xfrm>
            <a:off x="1212450" y="4413463"/>
            <a:ext cx="75150" cy="71675"/>
            <a:chOff x="3386825" y="3172850"/>
            <a:chExt cx="75150" cy="71675"/>
          </a:xfrm>
        </p:grpSpPr>
        <p:sp>
          <p:nvSpPr>
            <p:cNvPr id="4582" name="Google Shape;4582;p75"/>
            <p:cNvSpPr/>
            <p:nvPr/>
          </p:nvSpPr>
          <p:spPr>
            <a:xfrm>
              <a:off x="3390500" y="3177300"/>
              <a:ext cx="66625" cy="62650"/>
            </a:xfrm>
            <a:custGeom>
              <a:avLst/>
              <a:gdLst/>
              <a:ahLst/>
              <a:cxnLst/>
              <a:rect l="l" t="t" r="r" b="b"/>
              <a:pathLst>
                <a:path w="2665" h="2506" extrusionOk="0">
                  <a:moveTo>
                    <a:pt x="1336" y="1"/>
                  </a:moveTo>
                  <a:cubicBezTo>
                    <a:pt x="713" y="1"/>
                    <a:pt x="173" y="470"/>
                    <a:pt x="91" y="1088"/>
                  </a:cubicBezTo>
                  <a:cubicBezTo>
                    <a:pt x="1" y="1777"/>
                    <a:pt x="482" y="2405"/>
                    <a:pt x="1167" y="2495"/>
                  </a:cubicBezTo>
                  <a:cubicBezTo>
                    <a:pt x="1223" y="2502"/>
                    <a:pt x="1279" y="2506"/>
                    <a:pt x="1334" y="2506"/>
                  </a:cubicBezTo>
                  <a:cubicBezTo>
                    <a:pt x="1955" y="2506"/>
                    <a:pt x="2492" y="2052"/>
                    <a:pt x="2575" y="1418"/>
                  </a:cubicBezTo>
                  <a:cubicBezTo>
                    <a:pt x="2664" y="729"/>
                    <a:pt x="2169" y="101"/>
                    <a:pt x="1498" y="11"/>
                  </a:cubicBezTo>
                  <a:cubicBezTo>
                    <a:pt x="1443" y="4"/>
                    <a:pt x="1389" y="1"/>
                    <a:pt x="13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75"/>
            <p:cNvSpPr/>
            <p:nvPr/>
          </p:nvSpPr>
          <p:spPr>
            <a:xfrm>
              <a:off x="3386825" y="3172850"/>
              <a:ext cx="75150" cy="71675"/>
            </a:xfrm>
            <a:custGeom>
              <a:avLst/>
              <a:gdLst/>
              <a:ahLst/>
              <a:cxnLst/>
              <a:rect l="l" t="t" r="r" b="b"/>
              <a:pathLst>
                <a:path w="3006" h="2867" extrusionOk="0">
                  <a:moveTo>
                    <a:pt x="1616" y="369"/>
                  </a:moveTo>
                  <a:cubicBezTo>
                    <a:pt x="2197" y="458"/>
                    <a:pt x="2617" y="997"/>
                    <a:pt x="2542" y="1582"/>
                  </a:cubicBezTo>
                  <a:cubicBezTo>
                    <a:pt x="2495" y="1865"/>
                    <a:pt x="2348" y="2106"/>
                    <a:pt x="2122" y="2285"/>
                  </a:cubicBezTo>
                  <a:cubicBezTo>
                    <a:pt x="1943" y="2430"/>
                    <a:pt x="1724" y="2507"/>
                    <a:pt x="1495" y="2507"/>
                  </a:cubicBezTo>
                  <a:cubicBezTo>
                    <a:pt x="1440" y="2507"/>
                    <a:pt x="1384" y="2503"/>
                    <a:pt x="1329" y="2494"/>
                  </a:cubicBezTo>
                  <a:cubicBezTo>
                    <a:pt x="1045" y="2465"/>
                    <a:pt x="808" y="2314"/>
                    <a:pt x="629" y="2092"/>
                  </a:cubicBezTo>
                  <a:cubicBezTo>
                    <a:pt x="449" y="1865"/>
                    <a:pt x="374" y="1582"/>
                    <a:pt x="417" y="1298"/>
                  </a:cubicBezTo>
                  <a:cubicBezTo>
                    <a:pt x="449" y="1015"/>
                    <a:pt x="597" y="760"/>
                    <a:pt x="823" y="595"/>
                  </a:cubicBezTo>
                  <a:cubicBezTo>
                    <a:pt x="1017" y="444"/>
                    <a:pt x="1239" y="369"/>
                    <a:pt x="1480" y="369"/>
                  </a:cubicBezTo>
                  <a:close/>
                  <a:moveTo>
                    <a:pt x="1493" y="0"/>
                  </a:moveTo>
                  <a:cubicBezTo>
                    <a:pt x="1176" y="0"/>
                    <a:pt x="866" y="104"/>
                    <a:pt x="597" y="297"/>
                  </a:cubicBezTo>
                  <a:cubicBezTo>
                    <a:pt x="299" y="534"/>
                    <a:pt x="105" y="864"/>
                    <a:pt x="58" y="1252"/>
                  </a:cubicBezTo>
                  <a:cubicBezTo>
                    <a:pt x="1" y="1625"/>
                    <a:pt x="105" y="2002"/>
                    <a:pt x="342" y="2314"/>
                  </a:cubicBezTo>
                  <a:cubicBezTo>
                    <a:pt x="568" y="2612"/>
                    <a:pt x="912" y="2810"/>
                    <a:pt x="1286" y="2853"/>
                  </a:cubicBezTo>
                  <a:cubicBezTo>
                    <a:pt x="1347" y="2867"/>
                    <a:pt x="1419" y="2867"/>
                    <a:pt x="1480" y="2867"/>
                  </a:cubicBezTo>
                  <a:cubicBezTo>
                    <a:pt x="1795" y="2867"/>
                    <a:pt x="2093" y="2763"/>
                    <a:pt x="2348" y="2569"/>
                  </a:cubicBezTo>
                  <a:cubicBezTo>
                    <a:pt x="2646" y="2343"/>
                    <a:pt x="2840" y="2002"/>
                    <a:pt x="2901" y="1625"/>
                  </a:cubicBezTo>
                  <a:cubicBezTo>
                    <a:pt x="3005" y="850"/>
                    <a:pt x="2452" y="117"/>
                    <a:pt x="1659" y="10"/>
                  </a:cubicBezTo>
                  <a:cubicBezTo>
                    <a:pt x="1604" y="3"/>
                    <a:pt x="1548" y="0"/>
                    <a:pt x="1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4" name="Google Shape;4584;p75"/>
          <p:cNvGrpSpPr/>
          <p:nvPr/>
        </p:nvGrpSpPr>
        <p:grpSpPr>
          <a:xfrm>
            <a:off x="418825" y="3477075"/>
            <a:ext cx="1076586" cy="713400"/>
            <a:chOff x="2353625" y="3247400"/>
            <a:chExt cx="1076586" cy="713400"/>
          </a:xfrm>
        </p:grpSpPr>
        <p:sp>
          <p:nvSpPr>
            <p:cNvPr id="4585" name="Google Shape;4585;p75"/>
            <p:cNvSpPr/>
            <p:nvPr/>
          </p:nvSpPr>
          <p:spPr>
            <a:xfrm>
              <a:off x="2880959" y="3267210"/>
              <a:ext cx="500031" cy="464906"/>
            </a:xfrm>
            <a:custGeom>
              <a:avLst/>
              <a:gdLst/>
              <a:ahLst/>
              <a:cxnLst/>
              <a:rect l="l" t="t" r="r" b="b"/>
              <a:pathLst>
                <a:path w="10677" h="9927" extrusionOk="0">
                  <a:moveTo>
                    <a:pt x="5376" y="1"/>
                  </a:moveTo>
                  <a:cubicBezTo>
                    <a:pt x="5119" y="1"/>
                    <a:pt x="4859" y="21"/>
                    <a:pt x="4598" y="63"/>
                  </a:cubicBezTo>
                  <a:cubicBezTo>
                    <a:pt x="1881" y="462"/>
                    <a:pt x="1" y="2994"/>
                    <a:pt x="438" y="5704"/>
                  </a:cubicBezTo>
                  <a:cubicBezTo>
                    <a:pt x="801" y="8172"/>
                    <a:pt x="2918" y="9926"/>
                    <a:pt x="5340" y="9926"/>
                  </a:cubicBezTo>
                  <a:cubicBezTo>
                    <a:pt x="5584" y="9926"/>
                    <a:pt x="5831" y="9908"/>
                    <a:pt x="6079" y="9872"/>
                  </a:cubicBezTo>
                  <a:cubicBezTo>
                    <a:pt x="8796" y="9442"/>
                    <a:pt x="10676" y="6911"/>
                    <a:pt x="10247" y="4194"/>
                  </a:cubicBezTo>
                  <a:cubicBezTo>
                    <a:pt x="9879" y="1747"/>
                    <a:pt x="7761" y="1"/>
                    <a:pt x="5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75"/>
            <p:cNvSpPr/>
            <p:nvPr/>
          </p:nvSpPr>
          <p:spPr>
            <a:xfrm>
              <a:off x="2886860" y="3261262"/>
              <a:ext cx="498298" cy="475584"/>
            </a:xfrm>
            <a:custGeom>
              <a:avLst/>
              <a:gdLst/>
              <a:ahLst/>
              <a:cxnLst/>
              <a:rect l="l" t="t" r="r" b="b"/>
              <a:pathLst>
                <a:path w="10640" h="10155" extrusionOk="0">
                  <a:moveTo>
                    <a:pt x="5203" y="223"/>
                  </a:moveTo>
                  <a:cubicBezTo>
                    <a:pt x="7564" y="223"/>
                    <a:pt x="9635" y="1946"/>
                    <a:pt x="10025" y="4350"/>
                  </a:cubicBezTo>
                  <a:cubicBezTo>
                    <a:pt x="10425" y="7008"/>
                    <a:pt x="8603" y="9473"/>
                    <a:pt x="5953" y="9873"/>
                  </a:cubicBezTo>
                  <a:cubicBezTo>
                    <a:pt x="5707" y="9910"/>
                    <a:pt x="5462" y="9928"/>
                    <a:pt x="5220" y="9928"/>
                  </a:cubicBezTo>
                  <a:cubicBezTo>
                    <a:pt x="2861" y="9928"/>
                    <a:pt x="790" y="8212"/>
                    <a:pt x="401" y="5801"/>
                  </a:cubicBezTo>
                  <a:cubicBezTo>
                    <a:pt x="1" y="3180"/>
                    <a:pt x="1822" y="686"/>
                    <a:pt x="4472" y="278"/>
                  </a:cubicBezTo>
                  <a:cubicBezTo>
                    <a:pt x="4718" y="241"/>
                    <a:pt x="4962" y="223"/>
                    <a:pt x="5203" y="223"/>
                  </a:cubicBezTo>
                  <a:close/>
                  <a:moveTo>
                    <a:pt x="5226" y="1"/>
                  </a:moveTo>
                  <a:cubicBezTo>
                    <a:pt x="4965" y="1"/>
                    <a:pt x="4703" y="22"/>
                    <a:pt x="4443" y="64"/>
                  </a:cubicBezTo>
                  <a:cubicBezTo>
                    <a:pt x="3118" y="278"/>
                    <a:pt x="1911" y="989"/>
                    <a:pt x="1111" y="2070"/>
                  </a:cubicBezTo>
                  <a:cubicBezTo>
                    <a:pt x="312" y="3180"/>
                    <a:pt x="1" y="4506"/>
                    <a:pt x="186" y="5868"/>
                  </a:cubicBezTo>
                  <a:cubicBezTo>
                    <a:pt x="586" y="8363"/>
                    <a:pt x="2747" y="10154"/>
                    <a:pt x="5213" y="10154"/>
                  </a:cubicBezTo>
                  <a:cubicBezTo>
                    <a:pt x="5457" y="10154"/>
                    <a:pt x="5709" y="10154"/>
                    <a:pt x="5983" y="10088"/>
                  </a:cubicBezTo>
                  <a:cubicBezTo>
                    <a:pt x="8759" y="9658"/>
                    <a:pt x="10639" y="7067"/>
                    <a:pt x="10239" y="4321"/>
                  </a:cubicBezTo>
                  <a:cubicBezTo>
                    <a:pt x="10025" y="2966"/>
                    <a:pt x="9314" y="1796"/>
                    <a:pt x="8204" y="989"/>
                  </a:cubicBezTo>
                  <a:cubicBezTo>
                    <a:pt x="7335" y="347"/>
                    <a:pt x="6290" y="1"/>
                    <a:pt x="5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75"/>
            <p:cNvSpPr/>
            <p:nvPr/>
          </p:nvSpPr>
          <p:spPr>
            <a:xfrm>
              <a:off x="2858105" y="3252692"/>
              <a:ext cx="498251" cy="464859"/>
            </a:xfrm>
            <a:custGeom>
              <a:avLst/>
              <a:gdLst/>
              <a:ahLst/>
              <a:cxnLst/>
              <a:rect l="l" t="t" r="r" b="b"/>
              <a:pathLst>
                <a:path w="10639" h="9926" extrusionOk="0">
                  <a:moveTo>
                    <a:pt x="5336" y="1"/>
                  </a:moveTo>
                  <a:cubicBezTo>
                    <a:pt x="5080" y="1"/>
                    <a:pt x="4821" y="20"/>
                    <a:pt x="4561" y="62"/>
                  </a:cubicBezTo>
                  <a:cubicBezTo>
                    <a:pt x="1851" y="461"/>
                    <a:pt x="0" y="2993"/>
                    <a:pt x="430" y="5710"/>
                  </a:cubicBezTo>
                  <a:cubicBezTo>
                    <a:pt x="793" y="8172"/>
                    <a:pt x="2916" y="9925"/>
                    <a:pt x="5334" y="9925"/>
                  </a:cubicBezTo>
                  <a:cubicBezTo>
                    <a:pt x="5577" y="9925"/>
                    <a:pt x="5823" y="9907"/>
                    <a:pt x="6071" y="9871"/>
                  </a:cubicBezTo>
                  <a:cubicBezTo>
                    <a:pt x="8788" y="9441"/>
                    <a:pt x="10639" y="6910"/>
                    <a:pt x="10239" y="4200"/>
                  </a:cubicBezTo>
                  <a:cubicBezTo>
                    <a:pt x="9851" y="1771"/>
                    <a:pt x="7744" y="1"/>
                    <a:pt x="53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75"/>
            <p:cNvSpPr/>
            <p:nvPr/>
          </p:nvSpPr>
          <p:spPr>
            <a:xfrm>
              <a:off x="2852204" y="3247400"/>
              <a:ext cx="499984" cy="474882"/>
            </a:xfrm>
            <a:custGeom>
              <a:avLst/>
              <a:gdLst/>
              <a:ahLst/>
              <a:cxnLst/>
              <a:rect l="l" t="t" r="r" b="b"/>
              <a:pathLst>
                <a:path w="10676" h="10140" extrusionOk="0">
                  <a:moveTo>
                    <a:pt x="5439" y="218"/>
                  </a:moveTo>
                  <a:cubicBezTo>
                    <a:pt x="6466" y="218"/>
                    <a:pt x="7478" y="537"/>
                    <a:pt x="8329" y="1167"/>
                  </a:cubicBezTo>
                  <a:cubicBezTo>
                    <a:pt x="9380" y="1937"/>
                    <a:pt x="10054" y="3047"/>
                    <a:pt x="10239" y="4343"/>
                  </a:cubicBezTo>
                  <a:cubicBezTo>
                    <a:pt x="10454" y="5638"/>
                    <a:pt x="10121" y="6904"/>
                    <a:pt x="9380" y="7948"/>
                  </a:cubicBezTo>
                  <a:cubicBezTo>
                    <a:pt x="8603" y="8999"/>
                    <a:pt x="7463" y="9680"/>
                    <a:pt x="6197" y="9865"/>
                  </a:cubicBezTo>
                  <a:cubicBezTo>
                    <a:pt x="5936" y="9908"/>
                    <a:pt x="5677" y="9928"/>
                    <a:pt x="5421" y="9928"/>
                  </a:cubicBezTo>
                  <a:cubicBezTo>
                    <a:pt x="3076" y="9928"/>
                    <a:pt x="1012" y="8213"/>
                    <a:pt x="645" y="5823"/>
                  </a:cubicBezTo>
                  <a:cubicBezTo>
                    <a:pt x="245" y="3166"/>
                    <a:pt x="2066" y="671"/>
                    <a:pt x="4716" y="271"/>
                  </a:cubicBezTo>
                  <a:cubicBezTo>
                    <a:pt x="4957" y="236"/>
                    <a:pt x="5198" y="218"/>
                    <a:pt x="5439" y="218"/>
                  </a:cubicBezTo>
                  <a:close/>
                  <a:moveTo>
                    <a:pt x="5450" y="1"/>
                  </a:moveTo>
                  <a:cubicBezTo>
                    <a:pt x="5195" y="1"/>
                    <a:pt x="4940" y="19"/>
                    <a:pt x="4687" y="56"/>
                  </a:cubicBezTo>
                  <a:cubicBezTo>
                    <a:pt x="1911" y="486"/>
                    <a:pt x="0" y="3077"/>
                    <a:pt x="430" y="5853"/>
                  </a:cubicBezTo>
                  <a:cubicBezTo>
                    <a:pt x="830" y="8348"/>
                    <a:pt x="2991" y="10139"/>
                    <a:pt x="5457" y="10139"/>
                  </a:cubicBezTo>
                  <a:cubicBezTo>
                    <a:pt x="5708" y="10139"/>
                    <a:pt x="5953" y="10139"/>
                    <a:pt x="6234" y="10080"/>
                  </a:cubicBezTo>
                  <a:cubicBezTo>
                    <a:pt x="7559" y="9895"/>
                    <a:pt x="8729" y="9184"/>
                    <a:pt x="9528" y="8074"/>
                  </a:cubicBezTo>
                  <a:cubicBezTo>
                    <a:pt x="10335" y="6993"/>
                    <a:pt x="10676" y="5638"/>
                    <a:pt x="10454" y="4313"/>
                  </a:cubicBezTo>
                  <a:cubicBezTo>
                    <a:pt x="10269" y="2951"/>
                    <a:pt x="9528" y="1781"/>
                    <a:pt x="8455" y="982"/>
                  </a:cubicBezTo>
                  <a:cubicBezTo>
                    <a:pt x="7581" y="329"/>
                    <a:pt x="6523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75"/>
            <p:cNvSpPr/>
            <p:nvPr/>
          </p:nvSpPr>
          <p:spPr>
            <a:xfrm>
              <a:off x="2810242" y="3857441"/>
              <a:ext cx="106825" cy="98067"/>
            </a:xfrm>
            <a:custGeom>
              <a:avLst/>
              <a:gdLst/>
              <a:ahLst/>
              <a:cxnLst/>
              <a:rect l="l" t="t" r="r" b="b"/>
              <a:pathLst>
                <a:path w="2281" h="2094" extrusionOk="0">
                  <a:moveTo>
                    <a:pt x="1162" y="0"/>
                  </a:moveTo>
                  <a:cubicBezTo>
                    <a:pt x="1103" y="0"/>
                    <a:pt x="1044" y="5"/>
                    <a:pt x="985" y="15"/>
                  </a:cubicBezTo>
                  <a:cubicBezTo>
                    <a:pt x="400" y="75"/>
                    <a:pt x="1" y="630"/>
                    <a:pt x="97" y="1185"/>
                  </a:cubicBezTo>
                  <a:cubicBezTo>
                    <a:pt x="177" y="1715"/>
                    <a:pt x="641" y="2093"/>
                    <a:pt x="1141" y="2093"/>
                  </a:cubicBezTo>
                  <a:cubicBezTo>
                    <a:pt x="1192" y="2093"/>
                    <a:pt x="1244" y="2089"/>
                    <a:pt x="1296" y="2081"/>
                  </a:cubicBezTo>
                  <a:cubicBezTo>
                    <a:pt x="1881" y="1985"/>
                    <a:pt x="2281" y="1466"/>
                    <a:pt x="2192" y="874"/>
                  </a:cubicBezTo>
                  <a:cubicBezTo>
                    <a:pt x="2106" y="351"/>
                    <a:pt x="1653" y="0"/>
                    <a:pt x="11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75"/>
            <p:cNvSpPr/>
            <p:nvPr/>
          </p:nvSpPr>
          <p:spPr>
            <a:xfrm>
              <a:off x="2806074" y="3851399"/>
              <a:ext cx="114131" cy="109401"/>
            </a:xfrm>
            <a:custGeom>
              <a:avLst/>
              <a:gdLst/>
              <a:ahLst/>
              <a:cxnLst/>
              <a:rect l="l" t="t" r="r" b="b"/>
              <a:pathLst>
                <a:path w="2437" h="2336" extrusionOk="0">
                  <a:moveTo>
                    <a:pt x="1230" y="233"/>
                  </a:moveTo>
                  <a:cubicBezTo>
                    <a:pt x="1444" y="233"/>
                    <a:pt x="1630" y="300"/>
                    <a:pt x="1785" y="418"/>
                  </a:cubicBezTo>
                  <a:cubicBezTo>
                    <a:pt x="2000" y="544"/>
                    <a:pt x="2126" y="788"/>
                    <a:pt x="2155" y="1040"/>
                  </a:cubicBezTo>
                  <a:cubicBezTo>
                    <a:pt x="2185" y="1284"/>
                    <a:pt x="2155" y="1529"/>
                    <a:pt x="2000" y="1714"/>
                  </a:cubicBezTo>
                  <a:cubicBezTo>
                    <a:pt x="1852" y="1928"/>
                    <a:pt x="1630" y="2054"/>
                    <a:pt x="1385" y="2084"/>
                  </a:cubicBezTo>
                  <a:cubicBezTo>
                    <a:pt x="1321" y="2101"/>
                    <a:pt x="1257" y="2110"/>
                    <a:pt x="1193" y="2110"/>
                  </a:cubicBezTo>
                  <a:cubicBezTo>
                    <a:pt x="1012" y="2110"/>
                    <a:pt x="833" y="2043"/>
                    <a:pt x="675" y="1928"/>
                  </a:cubicBezTo>
                  <a:cubicBezTo>
                    <a:pt x="460" y="1780"/>
                    <a:pt x="334" y="1558"/>
                    <a:pt x="304" y="1314"/>
                  </a:cubicBezTo>
                  <a:cubicBezTo>
                    <a:pt x="216" y="788"/>
                    <a:pt x="586" y="329"/>
                    <a:pt x="1074" y="233"/>
                  </a:cubicBezTo>
                  <a:close/>
                  <a:moveTo>
                    <a:pt x="1238" y="0"/>
                  </a:moveTo>
                  <a:cubicBezTo>
                    <a:pt x="1174" y="0"/>
                    <a:pt x="1109" y="6"/>
                    <a:pt x="1045" y="18"/>
                  </a:cubicBezTo>
                  <a:cubicBezTo>
                    <a:pt x="430" y="115"/>
                    <a:pt x="1" y="700"/>
                    <a:pt x="90" y="1344"/>
                  </a:cubicBezTo>
                  <a:cubicBezTo>
                    <a:pt x="119" y="1655"/>
                    <a:pt x="304" y="1928"/>
                    <a:pt x="556" y="2114"/>
                  </a:cubicBezTo>
                  <a:cubicBezTo>
                    <a:pt x="741" y="2239"/>
                    <a:pt x="985" y="2336"/>
                    <a:pt x="1230" y="2336"/>
                  </a:cubicBezTo>
                  <a:cubicBezTo>
                    <a:pt x="1296" y="2336"/>
                    <a:pt x="1356" y="2336"/>
                    <a:pt x="1415" y="2299"/>
                  </a:cubicBezTo>
                  <a:cubicBezTo>
                    <a:pt x="1726" y="2269"/>
                    <a:pt x="1970" y="2114"/>
                    <a:pt x="2155" y="1869"/>
                  </a:cubicBezTo>
                  <a:cubicBezTo>
                    <a:pt x="2340" y="1595"/>
                    <a:pt x="2437" y="1284"/>
                    <a:pt x="2370" y="1003"/>
                  </a:cubicBezTo>
                  <a:cubicBezTo>
                    <a:pt x="2340" y="700"/>
                    <a:pt x="2155" y="418"/>
                    <a:pt x="1911" y="233"/>
                  </a:cubicBezTo>
                  <a:cubicBezTo>
                    <a:pt x="1717" y="86"/>
                    <a:pt x="1482" y="0"/>
                    <a:pt x="1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75"/>
            <p:cNvSpPr/>
            <p:nvPr/>
          </p:nvSpPr>
          <p:spPr>
            <a:xfrm>
              <a:off x="3391012" y="3819413"/>
              <a:ext cx="33298" cy="29551"/>
            </a:xfrm>
            <a:custGeom>
              <a:avLst/>
              <a:gdLst/>
              <a:ahLst/>
              <a:cxnLst/>
              <a:rect l="l" t="t" r="r" b="b"/>
              <a:pathLst>
                <a:path w="711" h="631" extrusionOk="0">
                  <a:moveTo>
                    <a:pt x="345" y="0"/>
                  </a:moveTo>
                  <a:cubicBezTo>
                    <a:pt x="248" y="0"/>
                    <a:pt x="150" y="41"/>
                    <a:pt x="96" y="117"/>
                  </a:cubicBezTo>
                  <a:cubicBezTo>
                    <a:pt x="0" y="272"/>
                    <a:pt x="30" y="457"/>
                    <a:pt x="156" y="576"/>
                  </a:cubicBezTo>
                  <a:cubicBezTo>
                    <a:pt x="215" y="612"/>
                    <a:pt x="279" y="631"/>
                    <a:pt x="340" y="631"/>
                  </a:cubicBezTo>
                  <a:cubicBezTo>
                    <a:pt x="439" y="631"/>
                    <a:pt x="530" y="583"/>
                    <a:pt x="585" y="487"/>
                  </a:cubicBezTo>
                  <a:cubicBezTo>
                    <a:pt x="711" y="361"/>
                    <a:pt x="681" y="146"/>
                    <a:pt x="526" y="57"/>
                  </a:cubicBezTo>
                  <a:cubicBezTo>
                    <a:pt x="475" y="19"/>
                    <a:pt x="410" y="0"/>
                    <a:pt x="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75"/>
            <p:cNvSpPr/>
            <p:nvPr/>
          </p:nvSpPr>
          <p:spPr>
            <a:xfrm>
              <a:off x="3386844" y="3814121"/>
              <a:ext cx="43367" cy="39573"/>
            </a:xfrm>
            <a:custGeom>
              <a:avLst/>
              <a:gdLst/>
              <a:ahLst/>
              <a:cxnLst/>
              <a:rect l="l" t="t" r="r" b="b"/>
              <a:pathLst>
                <a:path w="926" h="845" extrusionOk="0">
                  <a:moveTo>
                    <a:pt x="430" y="230"/>
                  </a:moveTo>
                  <a:cubicBezTo>
                    <a:pt x="489" y="230"/>
                    <a:pt x="519" y="230"/>
                    <a:pt x="556" y="259"/>
                  </a:cubicBezTo>
                  <a:cubicBezTo>
                    <a:pt x="644" y="318"/>
                    <a:pt x="674" y="444"/>
                    <a:pt x="615" y="541"/>
                  </a:cubicBezTo>
                  <a:cubicBezTo>
                    <a:pt x="553" y="598"/>
                    <a:pt x="481" y="631"/>
                    <a:pt x="412" y="631"/>
                  </a:cubicBezTo>
                  <a:cubicBezTo>
                    <a:pt x="375" y="631"/>
                    <a:pt x="338" y="621"/>
                    <a:pt x="304" y="600"/>
                  </a:cubicBezTo>
                  <a:cubicBezTo>
                    <a:pt x="274" y="570"/>
                    <a:pt x="245" y="504"/>
                    <a:pt x="245" y="444"/>
                  </a:cubicBezTo>
                  <a:cubicBezTo>
                    <a:pt x="215" y="415"/>
                    <a:pt x="245" y="355"/>
                    <a:pt x="274" y="289"/>
                  </a:cubicBezTo>
                  <a:cubicBezTo>
                    <a:pt x="304" y="259"/>
                    <a:pt x="370" y="230"/>
                    <a:pt x="430" y="230"/>
                  </a:cubicBezTo>
                  <a:close/>
                  <a:moveTo>
                    <a:pt x="437" y="0"/>
                  </a:moveTo>
                  <a:cubicBezTo>
                    <a:pt x="310" y="0"/>
                    <a:pt x="183" y="58"/>
                    <a:pt x="89" y="170"/>
                  </a:cubicBezTo>
                  <a:cubicBezTo>
                    <a:pt x="30" y="259"/>
                    <a:pt x="0" y="385"/>
                    <a:pt x="30" y="474"/>
                  </a:cubicBezTo>
                  <a:cubicBezTo>
                    <a:pt x="30" y="600"/>
                    <a:pt x="89" y="689"/>
                    <a:pt x="185" y="785"/>
                  </a:cubicBezTo>
                  <a:cubicBezTo>
                    <a:pt x="245" y="814"/>
                    <a:pt x="333" y="844"/>
                    <a:pt x="430" y="844"/>
                  </a:cubicBezTo>
                  <a:lnTo>
                    <a:pt x="489" y="844"/>
                  </a:lnTo>
                  <a:cubicBezTo>
                    <a:pt x="615" y="814"/>
                    <a:pt x="704" y="785"/>
                    <a:pt x="770" y="689"/>
                  </a:cubicBezTo>
                  <a:cubicBezTo>
                    <a:pt x="926" y="474"/>
                    <a:pt x="889" y="230"/>
                    <a:pt x="674" y="74"/>
                  </a:cubicBezTo>
                  <a:cubicBezTo>
                    <a:pt x="601" y="25"/>
                    <a:pt x="519" y="0"/>
                    <a:pt x="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75"/>
            <p:cNvSpPr/>
            <p:nvPr/>
          </p:nvSpPr>
          <p:spPr>
            <a:xfrm>
              <a:off x="2355358" y="3573214"/>
              <a:ext cx="73574" cy="65285"/>
            </a:xfrm>
            <a:custGeom>
              <a:avLst/>
              <a:gdLst/>
              <a:ahLst/>
              <a:cxnLst/>
              <a:rect l="l" t="t" r="r" b="b"/>
              <a:pathLst>
                <a:path w="1571" h="1394" extrusionOk="0">
                  <a:moveTo>
                    <a:pt x="792" y="1"/>
                  </a:moveTo>
                  <a:cubicBezTo>
                    <a:pt x="581" y="1"/>
                    <a:pt x="374" y="98"/>
                    <a:pt x="245" y="280"/>
                  </a:cubicBezTo>
                  <a:cubicBezTo>
                    <a:pt x="1" y="591"/>
                    <a:pt x="60" y="1021"/>
                    <a:pt x="371" y="1243"/>
                  </a:cubicBezTo>
                  <a:cubicBezTo>
                    <a:pt x="497" y="1345"/>
                    <a:pt x="647" y="1394"/>
                    <a:pt x="797" y="1394"/>
                  </a:cubicBezTo>
                  <a:cubicBezTo>
                    <a:pt x="1005" y="1394"/>
                    <a:pt x="1213" y="1298"/>
                    <a:pt x="1355" y="1117"/>
                  </a:cubicBezTo>
                  <a:cubicBezTo>
                    <a:pt x="1570" y="806"/>
                    <a:pt x="1511" y="377"/>
                    <a:pt x="1200" y="132"/>
                  </a:cubicBezTo>
                  <a:cubicBezTo>
                    <a:pt x="1076" y="44"/>
                    <a:pt x="933" y="1"/>
                    <a:pt x="7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75"/>
            <p:cNvSpPr/>
            <p:nvPr/>
          </p:nvSpPr>
          <p:spPr>
            <a:xfrm>
              <a:off x="2353625" y="3568671"/>
              <a:ext cx="76665" cy="74183"/>
            </a:xfrm>
            <a:custGeom>
              <a:avLst/>
              <a:gdLst/>
              <a:ahLst/>
              <a:cxnLst/>
              <a:rect l="l" t="t" r="r" b="b"/>
              <a:pathLst>
                <a:path w="1637" h="1584" extrusionOk="0">
                  <a:moveTo>
                    <a:pt x="837" y="229"/>
                  </a:moveTo>
                  <a:cubicBezTo>
                    <a:pt x="926" y="229"/>
                    <a:pt x="1052" y="259"/>
                    <a:pt x="1178" y="318"/>
                  </a:cubicBezTo>
                  <a:cubicBezTo>
                    <a:pt x="1296" y="414"/>
                    <a:pt x="1363" y="562"/>
                    <a:pt x="1392" y="718"/>
                  </a:cubicBezTo>
                  <a:cubicBezTo>
                    <a:pt x="1422" y="873"/>
                    <a:pt x="1392" y="999"/>
                    <a:pt x="1296" y="1155"/>
                  </a:cubicBezTo>
                  <a:cubicBezTo>
                    <a:pt x="1207" y="1273"/>
                    <a:pt x="1052" y="1340"/>
                    <a:pt x="896" y="1369"/>
                  </a:cubicBezTo>
                  <a:cubicBezTo>
                    <a:pt x="868" y="1375"/>
                    <a:pt x="840" y="1377"/>
                    <a:pt x="812" y="1377"/>
                  </a:cubicBezTo>
                  <a:cubicBezTo>
                    <a:pt x="688" y="1377"/>
                    <a:pt x="570" y="1328"/>
                    <a:pt x="467" y="1273"/>
                  </a:cubicBezTo>
                  <a:cubicBezTo>
                    <a:pt x="341" y="1184"/>
                    <a:pt x="282" y="1029"/>
                    <a:pt x="252" y="873"/>
                  </a:cubicBezTo>
                  <a:cubicBezTo>
                    <a:pt x="223" y="718"/>
                    <a:pt x="252" y="562"/>
                    <a:pt x="341" y="444"/>
                  </a:cubicBezTo>
                  <a:cubicBezTo>
                    <a:pt x="467" y="288"/>
                    <a:pt x="652" y="229"/>
                    <a:pt x="837" y="229"/>
                  </a:cubicBezTo>
                  <a:close/>
                  <a:moveTo>
                    <a:pt x="815" y="1"/>
                  </a:moveTo>
                  <a:cubicBezTo>
                    <a:pt x="571" y="1"/>
                    <a:pt x="336" y="115"/>
                    <a:pt x="186" y="318"/>
                  </a:cubicBezTo>
                  <a:cubicBezTo>
                    <a:pt x="67" y="503"/>
                    <a:pt x="1" y="688"/>
                    <a:pt x="38" y="903"/>
                  </a:cubicBezTo>
                  <a:cubicBezTo>
                    <a:pt x="67" y="1118"/>
                    <a:pt x="186" y="1303"/>
                    <a:pt x="341" y="1429"/>
                  </a:cubicBezTo>
                  <a:cubicBezTo>
                    <a:pt x="497" y="1554"/>
                    <a:pt x="652" y="1584"/>
                    <a:pt x="808" y="1584"/>
                  </a:cubicBezTo>
                  <a:lnTo>
                    <a:pt x="926" y="1584"/>
                  </a:lnTo>
                  <a:cubicBezTo>
                    <a:pt x="1148" y="1554"/>
                    <a:pt x="1333" y="1429"/>
                    <a:pt x="1452" y="1273"/>
                  </a:cubicBezTo>
                  <a:cubicBezTo>
                    <a:pt x="1578" y="1088"/>
                    <a:pt x="1637" y="873"/>
                    <a:pt x="1607" y="659"/>
                  </a:cubicBezTo>
                  <a:cubicBezTo>
                    <a:pt x="1578" y="474"/>
                    <a:pt x="1452" y="288"/>
                    <a:pt x="1296" y="163"/>
                  </a:cubicBezTo>
                  <a:cubicBezTo>
                    <a:pt x="1147" y="52"/>
                    <a:pt x="979" y="1"/>
                    <a:pt x="8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75"/>
            <p:cNvSpPr/>
            <p:nvPr/>
          </p:nvSpPr>
          <p:spPr>
            <a:xfrm>
              <a:off x="2583479" y="3412953"/>
              <a:ext cx="257345" cy="33345"/>
            </a:xfrm>
            <a:custGeom>
              <a:avLst/>
              <a:gdLst/>
              <a:ahLst/>
              <a:cxnLst/>
              <a:rect l="l" t="t" r="r" b="b"/>
              <a:pathLst>
                <a:path w="5495" h="712" extrusionOk="0">
                  <a:moveTo>
                    <a:pt x="1" y="1"/>
                  </a:moveTo>
                  <a:lnTo>
                    <a:pt x="1" y="711"/>
                  </a:lnTo>
                  <a:lnTo>
                    <a:pt x="5494" y="711"/>
                  </a:lnTo>
                  <a:lnTo>
                    <a:pt x="54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75"/>
            <p:cNvSpPr/>
            <p:nvPr/>
          </p:nvSpPr>
          <p:spPr>
            <a:xfrm>
              <a:off x="2577625" y="3407427"/>
              <a:ext cx="267367" cy="43367"/>
            </a:xfrm>
            <a:custGeom>
              <a:avLst/>
              <a:gdLst/>
              <a:ahLst/>
              <a:cxnLst/>
              <a:rect l="l" t="t" r="r" b="b"/>
              <a:pathLst>
                <a:path w="5709" h="926" extrusionOk="0">
                  <a:moveTo>
                    <a:pt x="5493" y="215"/>
                  </a:moveTo>
                  <a:lnTo>
                    <a:pt x="5493" y="711"/>
                  </a:lnTo>
                  <a:lnTo>
                    <a:pt x="252" y="711"/>
                  </a:lnTo>
                  <a:lnTo>
                    <a:pt x="252" y="215"/>
                  </a:lnTo>
                  <a:close/>
                  <a:moveTo>
                    <a:pt x="126" y="0"/>
                  </a:moveTo>
                  <a:cubicBezTo>
                    <a:pt x="67" y="0"/>
                    <a:pt x="0" y="59"/>
                    <a:pt x="0" y="119"/>
                  </a:cubicBezTo>
                  <a:lnTo>
                    <a:pt x="0" y="829"/>
                  </a:lnTo>
                  <a:cubicBezTo>
                    <a:pt x="0" y="896"/>
                    <a:pt x="67" y="926"/>
                    <a:pt x="126" y="926"/>
                  </a:cubicBezTo>
                  <a:lnTo>
                    <a:pt x="5619" y="926"/>
                  </a:lnTo>
                  <a:cubicBezTo>
                    <a:pt x="5678" y="926"/>
                    <a:pt x="5708" y="896"/>
                    <a:pt x="5708" y="829"/>
                  </a:cubicBezTo>
                  <a:lnTo>
                    <a:pt x="5708" y="119"/>
                  </a:lnTo>
                  <a:cubicBezTo>
                    <a:pt x="5708" y="59"/>
                    <a:pt x="5678" y="0"/>
                    <a:pt x="56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75"/>
            <p:cNvSpPr/>
            <p:nvPr/>
          </p:nvSpPr>
          <p:spPr>
            <a:xfrm>
              <a:off x="2693395" y="3485403"/>
              <a:ext cx="147429" cy="21543"/>
            </a:xfrm>
            <a:custGeom>
              <a:avLst/>
              <a:gdLst/>
              <a:ahLst/>
              <a:cxnLst/>
              <a:rect l="l" t="t" r="r" b="b"/>
              <a:pathLst>
                <a:path w="3148" h="460" extrusionOk="0">
                  <a:moveTo>
                    <a:pt x="1" y="1"/>
                  </a:moveTo>
                  <a:lnTo>
                    <a:pt x="1" y="460"/>
                  </a:lnTo>
                  <a:lnTo>
                    <a:pt x="3147" y="460"/>
                  </a:lnTo>
                  <a:lnTo>
                    <a:pt x="31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75"/>
            <p:cNvSpPr/>
            <p:nvPr/>
          </p:nvSpPr>
          <p:spPr>
            <a:xfrm>
              <a:off x="2687494" y="3480907"/>
              <a:ext cx="157498" cy="31940"/>
            </a:xfrm>
            <a:custGeom>
              <a:avLst/>
              <a:gdLst/>
              <a:ahLst/>
              <a:cxnLst/>
              <a:rect l="l" t="t" r="r" b="b"/>
              <a:pathLst>
                <a:path w="3363" h="682" extrusionOk="0">
                  <a:moveTo>
                    <a:pt x="3147" y="215"/>
                  </a:moveTo>
                  <a:lnTo>
                    <a:pt x="3147" y="438"/>
                  </a:lnTo>
                  <a:lnTo>
                    <a:pt x="216" y="438"/>
                  </a:lnTo>
                  <a:lnTo>
                    <a:pt x="216" y="215"/>
                  </a:lnTo>
                  <a:close/>
                  <a:moveTo>
                    <a:pt x="127" y="1"/>
                  </a:moveTo>
                  <a:cubicBezTo>
                    <a:pt x="60" y="1"/>
                    <a:pt x="1" y="30"/>
                    <a:pt x="1" y="97"/>
                  </a:cubicBezTo>
                  <a:lnTo>
                    <a:pt x="1" y="556"/>
                  </a:lnTo>
                  <a:cubicBezTo>
                    <a:pt x="1" y="623"/>
                    <a:pt x="60" y="682"/>
                    <a:pt x="127" y="682"/>
                  </a:cubicBezTo>
                  <a:lnTo>
                    <a:pt x="3273" y="682"/>
                  </a:lnTo>
                  <a:cubicBezTo>
                    <a:pt x="3332" y="682"/>
                    <a:pt x="3362" y="623"/>
                    <a:pt x="3362" y="556"/>
                  </a:cubicBezTo>
                  <a:lnTo>
                    <a:pt x="3362" y="97"/>
                  </a:lnTo>
                  <a:cubicBezTo>
                    <a:pt x="3362" y="30"/>
                    <a:pt x="3332" y="1"/>
                    <a:pt x="3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75"/>
            <p:cNvSpPr/>
            <p:nvPr/>
          </p:nvSpPr>
          <p:spPr>
            <a:xfrm>
              <a:off x="2693395" y="3547503"/>
              <a:ext cx="147429" cy="20138"/>
            </a:xfrm>
            <a:custGeom>
              <a:avLst/>
              <a:gdLst/>
              <a:ahLst/>
              <a:cxnLst/>
              <a:rect l="l" t="t" r="r" b="b"/>
              <a:pathLst>
                <a:path w="3148" h="430" extrusionOk="0">
                  <a:moveTo>
                    <a:pt x="1" y="0"/>
                  </a:moveTo>
                  <a:lnTo>
                    <a:pt x="1" y="430"/>
                  </a:lnTo>
                  <a:lnTo>
                    <a:pt x="3147" y="430"/>
                  </a:lnTo>
                  <a:lnTo>
                    <a:pt x="31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75"/>
            <p:cNvSpPr/>
            <p:nvPr/>
          </p:nvSpPr>
          <p:spPr>
            <a:xfrm>
              <a:off x="2687494" y="3541602"/>
              <a:ext cx="157498" cy="31940"/>
            </a:xfrm>
            <a:custGeom>
              <a:avLst/>
              <a:gdLst/>
              <a:ahLst/>
              <a:cxnLst/>
              <a:rect l="l" t="t" r="r" b="b"/>
              <a:pathLst>
                <a:path w="3363" h="682" extrusionOk="0">
                  <a:moveTo>
                    <a:pt x="3147" y="215"/>
                  </a:moveTo>
                  <a:lnTo>
                    <a:pt x="3147" y="467"/>
                  </a:lnTo>
                  <a:lnTo>
                    <a:pt x="216" y="467"/>
                  </a:lnTo>
                  <a:lnTo>
                    <a:pt x="216" y="215"/>
                  </a:lnTo>
                  <a:close/>
                  <a:moveTo>
                    <a:pt x="127" y="0"/>
                  </a:moveTo>
                  <a:cubicBezTo>
                    <a:pt x="60" y="0"/>
                    <a:pt x="1" y="67"/>
                    <a:pt x="1" y="126"/>
                  </a:cubicBezTo>
                  <a:lnTo>
                    <a:pt x="1" y="556"/>
                  </a:lnTo>
                  <a:cubicBezTo>
                    <a:pt x="1" y="622"/>
                    <a:pt x="60" y="681"/>
                    <a:pt x="127" y="681"/>
                  </a:cubicBezTo>
                  <a:lnTo>
                    <a:pt x="3273" y="681"/>
                  </a:lnTo>
                  <a:cubicBezTo>
                    <a:pt x="3332" y="681"/>
                    <a:pt x="3362" y="622"/>
                    <a:pt x="3362" y="556"/>
                  </a:cubicBezTo>
                  <a:lnTo>
                    <a:pt x="3362" y="126"/>
                  </a:lnTo>
                  <a:cubicBezTo>
                    <a:pt x="3362" y="67"/>
                    <a:pt x="3332" y="0"/>
                    <a:pt x="3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75"/>
            <p:cNvSpPr/>
            <p:nvPr/>
          </p:nvSpPr>
          <p:spPr>
            <a:xfrm>
              <a:off x="2996776" y="3400121"/>
              <a:ext cx="218146" cy="158856"/>
            </a:xfrm>
            <a:custGeom>
              <a:avLst/>
              <a:gdLst/>
              <a:ahLst/>
              <a:cxnLst/>
              <a:rect l="l" t="t" r="r" b="b"/>
              <a:pathLst>
                <a:path w="4658" h="3392" extrusionOk="0">
                  <a:moveTo>
                    <a:pt x="186" y="1"/>
                  </a:moveTo>
                  <a:cubicBezTo>
                    <a:pt x="89" y="1"/>
                    <a:pt x="1" y="90"/>
                    <a:pt x="1" y="186"/>
                  </a:cubicBezTo>
                  <a:lnTo>
                    <a:pt x="1" y="3206"/>
                  </a:lnTo>
                  <a:cubicBezTo>
                    <a:pt x="1" y="3303"/>
                    <a:pt x="89" y="3391"/>
                    <a:pt x="186" y="3391"/>
                  </a:cubicBezTo>
                  <a:lnTo>
                    <a:pt x="4472" y="3391"/>
                  </a:lnTo>
                  <a:cubicBezTo>
                    <a:pt x="4561" y="3391"/>
                    <a:pt x="4657" y="3303"/>
                    <a:pt x="4657" y="3206"/>
                  </a:cubicBezTo>
                  <a:lnTo>
                    <a:pt x="4657" y="186"/>
                  </a:lnTo>
                  <a:cubicBezTo>
                    <a:pt x="4657" y="90"/>
                    <a:pt x="4561" y="1"/>
                    <a:pt x="4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75"/>
            <p:cNvSpPr/>
            <p:nvPr/>
          </p:nvSpPr>
          <p:spPr>
            <a:xfrm>
              <a:off x="2992280" y="3395625"/>
              <a:ext cx="226810" cy="169253"/>
            </a:xfrm>
            <a:custGeom>
              <a:avLst/>
              <a:gdLst/>
              <a:ahLst/>
              <a:cxnLst/>
              <a:rect l="l" t="t" r="r" b="b"/>
              <a:pathLst>
                <a:path w="4843" h="3614" extrusionOk="0">
                  <a:moveTo>
                    <a:pt x="4413" y="223"/>
                  </a:moveTo>
                  <a:cubicBezTo>
                    <a:pt x="4539" y="223"/>
                    <a:pt x="4627" y="311"/>
                    <a:pt x="4627" y="437"/>
                  </a:cubicBezTo>
                  <a:lnTo>
                    <a:pt x="4627" y="3184"/>
                  </a:lnTo>
                  <a:cubicBezTo>
                    <a:pt x="4627" y="3273"/>
                    <a:pt x="4539" y="3369"/>
                    <a:pt x="4413" y="3369"/>
                  </a:cubicBezTo>
                  <a:lnTo>
                    <a:pt x="400" y="3369"/>
                  </a:lnTo>
                  <a:cubicBezTo>
                    <a:pt x="311" y="3369"/>
                    <a:pt x="215" y="3273"/>
                    <a:pt x="215" y="3184"/>
                  </a:cubicBezTo>
                  <a:lnTo>
                    <a:pt x="215" y="437"/>
                  </a:lnTo>
                  <a:cubicBezTo>
                    <a:pt x="215" y="311"/>
                    <a:pt x="311" y="223"/>
                    <a:pt x="400" y="223"/>
                  </a:cubicBezTo>
                  <a:close/>
                  <a:moveTo>
                    <a:pt x="400" y="1"/>
                  </a:moveTo>
                  <a:cubicBezTo>
                    <a:pt x="185" y="1"/>
                    <a:pt x="0" y="186"/>
                    <a:pt x="0" y="437"/>
                  </a:cubicBezTo>
                  <a:lnTo>
                    <a:pt x="0" y="3184"/>
                  </a:lnTo>
                  <a:cubicBezTo>
                    <a:pt x="0" y="3399"/>
                    <a:pt x="185" y="3613"/>
                    <a:pt x="400" y="3613"/>
                  </a:cubicBezTo>
                  <a:lnTo>
                    <a:pt x="4413" y="3613"/>
                  </a:lnTo>
                  <a:cubicBezTo>
                    <a:pt x="4657" y="3613"/>
                    <a:pt x="4842" y="3399"/>
                    <a:pt x="4842" y="3184"/>
                  </a:cubicBezTo>
                  <a:lnTo>
                    <a:pt x="4842" y="437"/>
                  </a:lnTo>
                  <a:cubicBezTo>
                    <a:pt x="4842" y="186"/>
                    <a:pt x="4657" y="1"/>
                    <a:pt x="44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75"/>
            <p:cNvSpPr/>
            <p:nvPr/>
          </p:nvSpPr>
          <p:spPr>
            <a:xfrm>
              <a:off x="3012371" y="3404289"/>
              <a:ext cx="189344" cy="92635"/>
            </a:xfrm>
            <a:custGeom>
              <a:avLst/>
              <a:gdLst/>
              <a:ahLst/>
              <a:cxnLst/>
              <a:rect l="l" t="t" r="r" b="b"/>
              <a:pathLst>
                <a:path w="4043" h="1978" extrusionOk="0">
                  <a:moveTo>
                    <a:pt x="4043" y="1"/>
                  </a:moveTo>
                  <a:lnTo>
                    <a:pt x="1" y="38"/>
                  </a:lnTo>
                  <a:lnTo>
                    <a:pt x="2007" y="1977"/>
                  </a:lnTo>
                  <a:lnTo>
                    <a:pt x="40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75"/>
            <p:cNvSpPr/>
            <p:nvPr/>
          </p:nvSpPr>
          <p:spPr>
            <a:xfrm>
              <a:off x="3006845" y="3399418"/>
              <a:ext cx="200771" cy="103406"/>
            </a:xfrm>
            <a:custGeom>
              <a:avLst/>
              <a:gdLst/>
              <a:ahLst/>
              <a:cxnLst/>
              <a:rect l="l" t="t" r="r" b="b"/>
              <a:pathLst>
                <a:path w="4287" h="2208" extrusionOk="0">
                  <a:moveTo>
                    <a:pt x="4158" y="1"/>
                  </a:moveTo>
                  <a:cubicBezTo>
                    <a:pt x="4131" y="1"/>
                    <a:pt x="4102" y="16"/>
                    <a:pt x="4072" y="45"/>
                  </a:cubicBezTo>
                  <a:lnTo>
                    <a:pt x="2125" y="1926"/>
                  </a:lnTo>
                  <a:lnTo>
                    <a:pt x="185" y="75"/>
                  </a:lnTo>
                  <a:cubicBezTo>
                    <a:pt x="171" y="45"/>
                    <a:pt x="147" y="31"/>
                    <a:pt x="119" y="31"/>
                  </a:cubicBezTo>
                  <a:cubicBezTo>
                    <a:pt x="91" y="31"/>
                    <a:pt x="60" y="45"/>
                    <a:pt x="30" y="75"/>
                  </a:cubicBezTo>
                  <a:cubicBezTo>
                    <a:pt x="0" y="105"/>
                    <a:pt x="0" y="171"/>
                    <a:pt x="30" y="230"/>
                  </a:cubicBezTo>
                  <a:lnTo>
                    <a:pt x="2036" y="2178"/>
                  </a:lnTo>
                  <a:cubicBezTo>
                    <a:pt x="2066" y="2178"/>
                    <a:pt x="2095" y="2207"/>
                    <a:pt x="2125" y="2207"/>
                  </a:cubicBezTo>
                  <a:cubicBezTo>
                    <a:pt x="2155" y="2207"/>
                    <a:pt x="2155" y="2178"/>
                    <a:pt x="2192" y="2178"/>
                  </a:cubicBezTo>
                  <a:lnTo>
                    <a:pt x="4228" y="201"/>
                  </a:lnTo>
                  <a:cubicBezTo>
                    <a:pt x="4257" y="142"/>
                    <a:pt x="4287" y="75"/>
                    <a:pt x="4228" y="45"/>
                  </a:cubicBezTo>
                  <a:cubicBezTo>
                    <a:pt x="4209" y="16"/>
                    <a:pt x="4185" y="1"/>
                    <a:pt x="4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75"/>
            <p:cNvSpPr/>
            <p:nvPr/>
          </p:nvSpPr>
          <p:spPr>
            <a:xfrm>
              <a:off x="3034242" y="3478144"/>
              <a:ext cx="49268" cy="47535"/>
            </a:xfrm>
            <a:custGeom>
              <a:avLst/>
              <a:gdLst/>
              <a:ahLst/>
              <a:cxnLst/>
              <a:rect l="l" t="t" r="r" b="b"/>
              <a:pathLst>
                <a:path w="1052" h="1015" extrusionOk="0">
                  <a:moveTo>
                    <a:pt x="0" y="1015"/>
                  </a:moveTo>
                  <a:lnTo>
                    <a:pt x="10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75"/>
            <p:cNvSpPr/>
            <p:nvPr/>
          </p:nvSpPr>
          <p:spPr>
            <a:xfrm>
              <a:off x="3028341" y="3472618"/>
              <a:ext cx="60695" cy="58962"/>
            </a:xfrm>
            <a:custGeom>
              <a:avLst/>
              <a:gdLst/>
              <a:ahLst/>
              <a:cxnLst/>
              <a:rect l="l" t="t" r="r" b="b"/>
              <a:pathLst>
                <a:path w="1296" h="1259" extrusionOk="0">
                  <a:moveTo>
                    <a:pt x="1170" y="0"/>
                  </a:moveTo>
                  <a:cubicBezTo>
                    <a:pt x="1142" y="0"/>
                    <a:pt x="1111" y="7"/>
                    <a:pt x="1081" y="22"/>
                  </a:cubicBezTo>
                  <a:lnTo>
                    <a:pt x="67" y="1074"/>
                  </a:lnTo>
                  <a:cubicBezTo>
                    <a:pt x="0" y="1103"/>
                    <a:pt x="0" y="1199"/>
                    <a:pt x="67" y="1229"/>
                  </a:cubicBezTo>
                  <a:cubicBezTo>
                    <a:pt x="67" y="1259"/>
                    <a:pt x="97" y="1259"/>
                    <a:pt x="126" y="1259"/>
                  </a:cubicBezTo>
                  <a:cubicBezTo>
                    <a:pt x="156" y="1259"/>
                    <a:pt x="185" y="1259"/>
                    <a:pt x="215" y="1229"/>
                  </a:cubicBezTo>
                  <a:lnTo>
                    <a:pt x="1237" y="178"/>
                  </a:lnTo>
                  <a:cubicBezTo>
                    <a:pt x="1296" y="148"/>
                    <a:pt x="1296" y="89"/>
                    <a:pt x="1237" y="22"/>
                  </a:cubicBezTo>
                  <a:cubicBezTo>
                    <a:pt x="1222" y="7"/>
                    <a:pt x="1198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75"/>
            <p:cNvSpPr/>
            <p:nvPr/>
          </p:nvSpPr>
          <p:spPr>
            <a:xfrm>
              <a:off x="3128188" y="3478144"/>
              <a:ext cx="48940" cy="47535"/>
            </a:xfrm>
            <a:custGeom>
              <a:avLst/>
              <a:gdLst/>
              <a:ahLst/>
              <a:cxnLst/>
              <a:rect l="l" t="t" r="r" b="b"/>
              <a:pathLst>
                <a:path w="1045" h="1015" extrusionOk="0">
                  <a:moveTo>
                    <a:pt x="1044" y="10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75"/>
            <p:cNvSpPr/>
            <p:nvPr/>
          </p:nvSpPr>
          <p:spPr>
            <a:xfrm>
              <a:off x="3122287" y="3472618"/>
              <a:ext cx="60742" cy="58962"/>
            </a:xfrm>
            <a:custGeom>
              <a:avLst/>
              <a:gdLst/>
              <a:ahLst/>
              <a:cxnLst/>
              <a:rect l="l" t="t" r="r" b="b"/>
              <a:pathLst>
                <a:path w="1297" h="1259" extrusionOk="0">
                  <a:moveTo>
                    <a:pt x="129" y="0"/>
                  </a:moveTo>
                  <a:cubicBezTo>
                    <a:pt x="102" y="0"/>
                    <a:pt x="78" y="7"/>
                    <a:pt x="60" y="22"/>
                  </a:cubicBezTo>
                  <a:cubicBezTo>
                    <a:pt x="1" y="89"/>
                    <a:pt x="1" y="148"/>
                    <a:pt x="60" y="178"/>
                  </a:cubicBezTo>
                  <a:lnTo>
                    <a:pt x="1081" y="1229"/>
                  </a:lnTo>
                  <a:cubicBezTo>
                    <a:pt x="1111" y="1259"/>
                    <a:pt x="1141" y="1259"/>
                    <a:pt x="1170" y="1259"/>
                  </a:cubicBezTo>
                  <a:cubicBezTo>
                    <a:pt x="1207" y="1259"/>
                    <a:pt x="1237" y="1259"/>
                    <a:pt x="1237" y="1229"/>
                  </a:cubicBezTo>
                  <a:cubicBezTo>
                    <a:pt x="1296" y="1199"/>
                    <a:pt x="1296" y="1103"/>
                    <a:pt x="1237" y="1074"/>
                  </a:cubicBezTo>
                  <a:lnTo>
                    <a:pt x="215" y="22"/>
                  </a:lnTo>
                  <a:cubicBezTo>
                    <a:pt x="186" y="7"/>
                    <a:pt x="156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09" name="Google Shape;4609;p75"/>
          <p:cNvGrpSpPr/>
          <p:nvPr/>
        </p:nvGrpSpPr>
        <p:grpSpPr>
          <a:xfrm>
            <a:off x="508882" y="4162938"/>
            <a:ext cx="495759" cy="572703"/>
            <a:chOff x="5215419" y="2266450"/>
            <a:chExt cx="495759" cy="572703"/>
          </a:xfrm>
        </p:grpSpPr>
        <p:sp>
          <p:nvSpPr>
            <p:cNvPr id="4610" name="Google Shape;4610;p75"/>
            <p:cNvSpPr/>
            <p:nvPr/>
          </p:nvSpPr>
          <p:spPr>
            <a:xfrm>
              <a:off x="5218097" y="2301268"/>
              <a:ext cx="488677" cy="533845"/>
            </a:xfrm>
            <a:custGeom>
              <a:avLst/>
              <a:gdLst/>
              <a:ahLst/>
              <a:cxnLst/>
              <a:rect l="l" t="t" r="r" b="b"/>
              <a:pathLst>
                <a:path w="10765" h="11760" extrusionOk="0">
                  <a:moveTo>
                    <a:pt x="5412" y="1"/>
                  </a:moveTo>
                  <a:cubicBezTo>
                    <a:pt x="5358" y="1"/>
                    <a:pt x="5304" y="1"/>
                    <a:pt x="5249" y="3"/>
                  </a:cubicBezTo>
                  <a:cubicBezTo>
                    <a:pt x="2318" y="99"/>
                    <a:pt x="0" y="2535"/>
                    <a:pt x="97" y="5467"/>
                  </a:cubicBezTo>
                  <a:cubicBezTo>
                    <a:pt x="184" y="8361"/>
                    <a:pt x="2560" y="10620"/>
                    <a:pt x="5441" y="10620"/>
                  </a:cubicBezTo>
                  <a:cubicBezTo>
                    <a:pt x="5478" y="10620"/>
                    <a:pt x="5516" y="10620"/>
                    <a:pt x="5553" y="10619"/>
                  </a:cubicBezTo>
                  <a:cubicBezTo>
                    <a:pt x="5990" y="10590"/>
                    <a:pt x="6389" y="10523"/>
                    <a:pt x="6789" y="10434"/>
                  </a:cubicBezTo>
                  <a:lnTo>
                    <a:pt x="9351" y="11759"/>
                  </a:lnTo>
                  <a:lnTo>
                    <a:pt x="9351" y="11759"/>
                  </a:lnTo>
                  <a:lnTo>
                    <a:pt x="8766" y="9412"/>
                  </a:lnTo>
                  <a:cubicBezTo>
                    <a:pt x="9995" y="8398"/>
                    <a:pt x="10765" y="6851"/>
                    <a:pt x="10706" y="5156"/>
                  </a:cubicBezTo>
                  <a:cubicBezTo>
                    <a:pt x="10618" y="2279"/>
                    <a:pt x="8264" y="1"/>
                    <a:pt x="5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75"/>
            <p:cNvSpPr/>
            <p:nvPr/>
          </p:nvSpPr>
          <p:spPr>
            <a:xfrm>
              <a:off x="5215419" y="2295957"/>
              <a:ext cx="495759" cy="543197"/>
            </a:xfrm>
            <a:custGeom>
              <a:avLst/>
              <a:gdLst/>
              <a:ahLst/>
              <a:cxnLst/>
              <a:rect l="l" t="t" r="r" b="b"/>
              <a:pathLst>
                <a:path w="10921" h="11966" extrusionOk="0">
                  <a:moveTo>
                    <a:pt x="5483" y="213"/>
                  </a:moveTo>
                  <a:cubicBezTo>
                    <a:pt x="8270" y="213"/>
                    <a:pt x="10581" y="2466"/>
                    <a:pt x="10639" y="5273"/>
                  </a:cubicBezTo>
                  <a:cubicBezTo>
                    <a:pt x="10705" y="6879"/>
                    <a:pt x="9995" y="8419"/>
                    <a:pt x="8758" y="9441"/>
                  </a:cubicBezTo>
                  <a:cubicBezTo>
                    <a:pt x="8729" y="9470"/>
                    <a:pt x="8699" y="9500"/>
                    <a:pt x="8699" y="9559"/>
                  </a:cubicBezTo>
                  <a:lnTo>
                    <a:pt x="9225" y="11662"/>
                  </a:lnTo>
                  <a:lnTo>
                    <a:pt x="6907" y="10425"/>
                  </a:lnTo>
                  <a:lnTo>
                    <a:pt x="6819" y="10425"/>
                  </a:lnTo>
                  <a:cubicBezTo>
                    <a:pt x="6448" y="10551"/>
                    <a:pt x="6012" y="10610"/>
                    <a:pt x="5612" y="10610"/>
                  </a:cubicBezTo>
                  <a:cubicBezTo>
                    <a:pt x="5554" y="10612"/>
                    <a:pt x="5496" y="10613"/>
                    <a:pt x="5438" y="10613"/>
                  </a:cubicBezTo>
                  <a:cubicBezTo>
                    <a:pt x="2650" y="10613"/>
                    <a:pt x="339" y="8361"/>
                    <a:pt x="274" y="5584"/>
                  </a:cubicBezTo>
                  <a:cubicBezTo>
                    <a:pt x="215" y="4192"/>
                    <a:pt x="741" y="2867"/>
                    <a:pt x="1696" y="1852"/>
                  </a:cubicBezTo>
                  <a:cubicBezTo>
                    <a:pt x="2621" y="831"/>
                    <a:pt x="3917" y="276"/>
                    <a:pt x="5308" y="216"/>
                  </a:cubicBezTo>
                  <a:cubicBezTo>
                    <a:pt x="5367" y="214"/>
                    <a:pt x="5425" y="213"/>
                    <a:pt x="5483" y="213"/>
                  </a:cubicBezTo>
                  <a:close/>
                  <a:moveTo>
                    <a:pt x="5433" y="0"/>
                  </a:moveTo>
                  <a:cubicBezTo>
                    <a:pt x="5391" y="0"/>
                    <a:pt x="5350" y="1"/>
                    <a:pt x="5308" y="2"/>
                  </a:cubicBezTo>
                  <a:cubicBezTo>
                    <a:pt x="3857" y="61"/>
                    <a:pt x="2532" y="646"/>
                    <a:pt x="1511" y="1697"/>
                  </a:cubicBezTo>
                  <a:cubicBezTo>
                    <a:pt x="526" y="2748"/>
                    <a:pt x="0" y="4133"/>
                    <a:pt x="59" y="5584"/>
                  </a:cubicBezTo>
                  <a:cubicBezTo>
                    <a:pt x="125" y="8515"/>
                    <a:pt x="2551" y="10828"/>
                    <a:pt x="5436" y="10828"/>
                  </a:cubicBezTo>
                  <a:cubicBezTo>
                    <a:pt x="5495" y="10828"/>
                    <a:pt x="5553" y="10827"/>
                    <a:pt x="5612" y="10825"/>
                  </a:cubicBezTo>
                  <a:cubicBezTo>
                    <a:pt x="6049" y="10825"/>
                    <a:pt x="6448" y="10766"/>
                    <a:pt x="6848" y="10640"/>
                  </a:cubicBezTo>
                  <a:lnTo>
                    <a:pt x="9343" y="11965"/>
                  </a:lnTo>
                  <a:lnTo>
                    <a:pt x="9410" y="11965"/>
                  </a:lnTo>
                  <a:cubicBezTo>
                    <a:pt x="9410" y="11965"/>
                    <a:pt x="9439" y="11965"/>
                    <a:pt x="9469" y="11935"/>
                  </a:cubicBezTo>
                  <a:cubicBezTo>
                    <a:pt x="9499" y="11935"/>
                    <a:pt x="9499" y="11876"/>
                    <a:pt x="9499" y="11847"/>
                  </a:cubicBezTo>
                  <a:lnTo>
                    <a:pt x="8943" y="9559"/>
                  </a:lnTo>
                  <a:cubicBezTo>
                    <a:pt x="10209" y="8486"/>
                    <a:pt x="10920" y="6938"/>
                    <a:pt x="10890" y="5243"/>
                  </a:cubicBezTo>
                  <a:cubicBezTo>
                    <a:pt x="10796" y="2323"/>
                    <a:pt x="8368" y="0"/>
                    <a:pt x="54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75"/>
            <p:cNvSpPr/>
            <p:nvPr/>
          </p:nvSpPr>
          <p:spPr>
            <a:xfrm>
              <a:off x="5223817" y="2272124"/>
              <a:ext cx="481641" cy="539111"/>
            </a:xfrm>
            <a:custGeom>
              <a:avLst/>
              <a:gdLst/>
              <a:ahLst/>
              <a:cxnLst/>
              <a:rect l="l" t="t" r="r" b="b"/>
              <a:pathLst>
                <a:path w="10610" h="11876" extrusionOk="0">
                  <a:moveTo>
                    <a:pt x="5308" y="1"/>
                  </a:moveTo>
                  <a:cubicBezTo>
                    <a:pt x="2377" y="1"/>
                    <a:pt x="0" y="2377"/>
                    <a:pt x="0" y="5309"/>
                  </a:cubicBezTo>
                  <a:cubicBezTo>
                    <a:pt x="0" y="8233"/>
                    <a:pt x="2377" y="10610"/>
                    <a:pt x="5308" y="10610"/>
                  </a:cubicBezTo>
                  <a:cubicBezTo>
                    <a:pt x="5738" y="10610"/>
                    <a:pt x="6138" y="10550"/>
                    <a:pt x="6537" y="10454"/>
                  </a:cubicBezTo>
                  <a:lnTo>
                    <a:pt x="9040" y="11876"/>
                  </a:lnTo>
                  <a:lnTo>
                    <a:pt x="8544" y="9499"/>
                  </a:lnTo>
                  <a:cubicBezTo>
                    <a:pt x="9780" y="8544"/>
                    <a:pt x="10609" y="7004"/>
                    <a:pt x="10609" y="5309"/>
                  </a:cubicBezTo>
                  <a:cubicBezTo>
                    <a:pt x="10609" y="2377"/>
                    <a:pt x="8233" y="1"/>
                    <a:pt x="53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75"/>
            <p:cNvSpPr/>
            <p:nvPr/>
          </p:nvSpPr>
          <p:spPr>
            <a:xfrm>
              <a:off x="5218097" y="2266450"/>
              <a:ext cx="491719" cy="549143"/>
            </a:xfrm>
            <a:custGeom>
              <a:avLst/>
              <a:gdLst/>
              <a:ahLst/>
              <a:cxnLst/>
              <a:rect l="l" t="t" r="r" b="b"/>
              <a:pathLst>
                <a:path w="10832" h="12097" extrusionOk="0">
                  <a:moveTo>
                    <a:pt x="5434" y="215"/>
                  </a:moveTo>
                  <a:cubicBezTo>
                    <a:pt x="8300" y="215"/>
                    <a:pt x="10617" y="2562"/>
                    <a:pt x="10617" y="5434"/>
                  </a:cubicBezTo>
                  <a:cubicBezTo>
                    <a:pt x="10617" y="7033"/>
                    <a:pt x="9876" y="8543"/>
                    <a:pt x="8581" y="9535"/>
                  </a:cubicBezTo>
                  <a:cubicBezTo>
                    <a:pt x="8544" y="9565"/>
                    <a:pt x="8544" y="9624"/>
                    <a:pt x="8544" y="9654"/>
                  </a:cubicBezTo>
                  <a:lnTo>
                    <a:pt x="9010" y="11786"/>
                  </a:lnTo>
                  <a:lnTo>
                    <a:pt x="6730" y="10490"/>
                  </a:lnTo>
                  <a:cubicBezTo>
                    <a:pt x="6693" y="10490"/>
                    <a:pt x="6693" y="10461"/>
                    <a:pt x="6663" y="10461"/>
                  </a:cubicBezTo>
                  <a:lnTo>
                    <a:pt x="6634" y="10490"/>
                  </a:lnTo>
                  <a:cubicBezTo>
                    <a:pt x="6234" y="10579"/>
                    <a:pt x="5834" y="10616"/>
                    <a:pt x="5434" y="10616"/>
                  </a:cubicBezTo>
                  <a:cubicBezTo>
                    <a:pt x="2562" y="10616"/>
                    <a:pt x="215" y="8299"/>
                    <a:pt x="215" y="5434"/>
                  </a:cubicBezTo>
                  <a:cubicBezTo>
                    <a:pt x="215" y="2562"/>
                    <a:pt x="2562" y="215"/>
                    <a:pt x="5434" y="215"/>
                  </a:cubicBezTo>
                  <a:close/>
                  <a:moveTo>
                    <a:pt x="5434" y="0"/>
                  </a:moveTo>
                  <a:cubicBezTo>
                    <a:pt x="2436" y="0"/>
                    <a:pt x="0" y="2436"/>
                    <a:pt x="0" y="5434"/>
                  </a:cubicBezTo>
                  <a:cubicBezTo>
                    <a:pt x="0" y="8425"/>
                    <a:pt x="2436" y="10831"/>
                    <a:pt x="5434" y="10831"/>
                  </a:cubicBezTo>
                  <a:cubicBezTo>
                    <a:pt x="5834" y="10831"/>
                    <a:pt x="6264" y="10801"/>
                    <a:pt x="6634" y="10705"/>
                  </a:cubicBezTo>
                  <a:lnTo>
                    <a:pt x="9099" y="12097"/>
                  </a:lnTo>
                  <a:lnTo>
                    <a:pt x="9166" y="12097"/>
                  </a:lnTo>
                  <a:cubicBezTo>
                    <a:pt x="9195" y="12097"/>
                    <a:pt x="9195" y="12097"/>
                    <a:pt x="9225" y="12060"/>
                  </a:cubicBezTo>
                  <a:cubicBezTo>
                    <a:pt x="9255" y="12060"/>
                    <a:pt x="9284" y="12001"/>
                    <a:pt x="9255" y="11971"/>
                  </a:cubicBezTo>
                  <a:lnTo>
                    <a:pt x="8796" y="9691"/>
                  </a:lnTo>
                  <a:cubicBezTo>
                    <a:pt x="10091" y="8640"/>
                    <a:pt x="10831" y="7100"/>
                    <a:pt x="10831" y="5434"/>
                  </a:cubicBezTo>
                  <a:cubicBezTo>
                    <a:pt x="10831" y="2436"/>
                    <a:pt x="8396" y="0"/>
                    <a:pt x="5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75"/>
            <p:cNvSpPr/>
            <p:nvPr/>
          </p:nvSpPr>
          <p:spPr>
            <a:xfrm>
              <a:off x="5541716" y="2487886"/>
              <a:ext cx="44759" cy="44759"/>
            </a:xfrm>
            <a:custGeom>
              <a:avLst/>
              <a:gdLst/>
              <a:ahLst/>
              <a:cxnLst/>
              <a:rect l="l" t="t" r="r" b="b"/>
              <a:pathLst>
                <a:path w="986" h="986" extrusionOk="0">
                  <a:moveTo>
                    <a:pt x="489" y="1"/>
                  </a:moveTo>
                  <a:cubicBezTo>
                    <a:pt x="215" y="1"/>
                    <a:pt x="1" y="215"/>
                    <a:pt x="1" y="489"/>
                  </a:cubicBezTo>
                  <a:cubicBezTo>
                    <a:pt x="1" y="771"/>
                    <a:pt x="215" y="985"/>
                    <a:pt x="489" y="985"/>
                  </a:cubicBezTo>
                  <a:cubicBezTo>
                    <a:pt x="741" y="985"/>
                    <a:pt x="985" y="771"/>
                    <a:pt x="985" y="489"/>
                  </a:cubicBezTo>
                  <a:cubicBezTo>
                    <a:pt x="985" y="215"/>
                    <a:pt x="741" y="1"/>
                    <a:pt x="4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75"/>
            <p:cNvSpPr/>
            <p:nvPr/>
          </p:nvSpPr>
          <p:spPr>
            <a:xfrm>
              <a:off x="5535997" y="2483528"/>
              <a:ext cx="54837" cy="54837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615" y="215"/>
                  </a:moveTo>
                  <a:cubicBezTo>
                    <a:pt x="800" y="215"/>
                    <a:pt x="986" y="371"/>
                    <a:pt x="986" y="585"/>
                  </a:cubicBezTo>
                  <a:cubicBezTo>
                    <a:pt x="986" y="800"/>
                    <a:pt x="800" y="956"/>
                    <a:pt x="615" y="956"/>
                  </a:cubicBezTo>
                  <a:cubicBezTo>
                    <a:pt x="401" y="956"/>
                    <a:pt x="245" y="800"/>
                    <a:pt x="245" y="585"/>
                  </a:cubicBezTo>
                  <a:cubicBezTo>
                    <a:pt x="245" y="371"/>
                    <a:pt x="401" y="215"/>
                    <a:pt x="615" y="215"/>
                  </a:cubicBezTo>
                  <a:close/>
                  <a:moveTo>
                    <a:pt x="615" y="1"/>
                  </a:moveTo>
                  <a:cubicBezTo>
                    <a:pt x="282" y="1"/>
                    <a:pt x="1" y="282"/>
                    <a:pt x="1" y="585"/>
                  </a:cubicBezTo>
                  <a:cubicBezTo>
                    <a:pt x="1" y="926"/>
                    <a:pt x="282" y="1207"/>
                    <a:pt x="615" y="1207"/>
                  </a:cubicBezTo>
                  <a:cubicBezTo>
                    <a:pt x="926" y="1207"/>
                    <a:pt x="1208" y="926"/>
                    <a:pt x="1208" y="585"/>
                  </a:cubicBezTo>
                  <a:cubicBezTo>
                    <a:pt x="1208" y="282"/>
                    <a:pt x="926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75"/>
            <p:cNvSpPr/>
            <p:nvPr/>
          </p:nvSpPr>
          <p:spPr>
            <a:xfrm>
              <a:off x="5439578" y="2487886"/>
              <a:ext cx="44714" cy="44759"/>
            </a:xfrm>
            <a:custGeom>
              <a:avLst/>
              <a:gdLst/>
              <a:ahLst/>
              <a:cxnLst/>
              <a:rect l="l" t="t" r="r" b="b"/>
              <a:pathLst>
                <a:path w="985" h="986" extrusionOk="0">
                  <a:moveTo>
                    <a:pt x="489" y="1"/>
                  </a:moveTo>
                  <a:cubicBezTo>
                    <a:pt x="215" y="1"/>
                    <a:pt x="0" y="215"/>
                    <a:pt x="0" y="489"/>
                  </a:cubicBezTo>
                  <a:cubicBezTo>
                    <a:pt x="0" y="771"/>
                    <a:pt x="215" y="985"/>
                    <a:pt x="489" y="985"/>
                  </a:cubicBezTo>
                  <a:cubicBezTo>
                    <a:pt x="770" y="985"/>
                    <a:pt x="985" y="771"/>
                    <a:pt x="985" y="489"/>
                  </a:cubicBezTo>
                  <a:cubicBezTo>
                    <a:pt x="985" y="215"/>
                    <a:pt x="770" y="1"/>
                    <a:pt x="4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75"/>
            <p:cNvSpPr/>
            <p:nvPr/>
          </p:nvSpPr>
          <p:spPr>
            <a:xfrm>
              <a:off x="5435175" y="2483528"/>
              <a:ext cx="53158" cy="54837"/>
            </a:xfrm>
            <a:custGeom>
              <a:avLst/>
              <a:gdLst/>
              <a:ahLst/>
              <a:cxnLst/>
              <a:rect l="l" t="t" r="r" b="b"/>
              <a:pathLst>
                <a:path w="1171" h="1208" extrusionOk="0">
                  <a:moveTo>
                    <a:pt x="586" y="215"/>
                  </a:moveTo>
                  <a:cubicBezTo>
                    <a:pt x="801" y="215"/>
                    <a:pt x="956" y="371"/>
                    <a:pt x="956" y="585"/>
                  </a:cubicBezTo>
                  <a:cubicBezTo>
                    <a:pt x="956" y="800"/>
                    <a:pt x="801" y="956"/>
                    <a:pt x="586" y="956"/>
                  </a:cubicBezTo>
                  <a:cubicBezTo>
                    <a:pt x="371" y="956"/>
                    <a:pt x="216" y="800"/>
                    <a:pt x="216" y="585"/>
                  </a:cubicBezTo>
                  <a:cubicBezTo>
                    <a:pt x="216" y="371"/>
                    <a:pt x="371" y="215"/>
                    <a:pt x="586" y="215"/>
                  </a:cubicBezTo>
                  <a:close/>
                  <a:moveTo>
                    <a:pt x="586" y="1"/>
                  </a:moveTo>
                  <a:cubicBezTo>
                    <a:pt x="245" y="1"/>
                    <a:pt x="1" y="282"/>
                    <a:pt x="1" y="585"/>
                  </a:cubicBezTo>
                  <a:cubicBezTo>
                    <a:pt x="1" y="926"/>
                    <a:pt x="245" y="1207"/>
                    <a:pt x="586" y="1207"/>
                  </a:cubicBezTo>
                  <a:cubicBezTo>
                    <a:pt x="926" y="1207"/>
                    <a:pt x="1171" y="926"/>
                    <a:pt x="1171" y="585"/>
                  </a:cubicBezTo>
                  <a:cubicBezTo>
                    <a:pt x="1171" y="282"/>
                    <a:pt x="926" y="1"/>
                    <a:pt x="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75"/>
            <p:cNvSpPr/>
            <p:nvPr/>
          </p:nvSpPr>
          <p:spPr>
            <a:xfrm>
              <a:off x="5337077" y="2487886"/>
              <a:ext cx="45077" cy="44759"/>
            </a:xfrm>
            <a:custGeom>
              <a:avLst/>
              <a:gdLst/>
              <a:ahLst/>
              <a:cxnLst/>
              <a:rect l="l" t="t" r="r" b="b"/>
              <a:pathLst>
                <a:path w="993" h="986" extrusionOk="0">
                  <a:moveTo>
                    <a:pt x="496" y="1"/>
                  </a:moveTo>
                  <a:cubicBezTo>
                    <a:pt x="252" y="1"/>
                    <a:pt x="0" y="215"/>
                    <a:pt x="0" y="489"/>
                  </a:cubicBezTo>
                  <a:cubicBezTo>
                    <a:pt x="0" y="771"/>
                    <a:pt x="252" y="985"/>
                    <a:pt x="496" y="985"/>
                  </a:cubicBezTo>
                  <a:cubicBezTo>
                    <a:pt x="778" y="985"/>
                    <a:pt x="992" y="771"/>
                    <a:pt x="992" y="489"/>
                  </a:cubicBezTo>
                  <a:cubicBezTo>
                    <a:pt x="992" y="215"/>
                    <a:pt x="778" y="1"/>
                    <a:pt x="4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75"/>
            <p:cNvSpPr/>
            <p:nvPr/>
          </p:nvSpPr>
          <p:spPr>
            <a:xfrm>
              <a:off x="5333037" y="2483528"/>
              <a:ext cx="54474" cy="54837"/>
            </a:xfrm>
            <a:custGeom>
              <a:avLst/>
              <a:gdLst/>
              <a:ahLst/>
              <a:cxnLst/>
              <a:rect l="l" t="t" r="r" b="b"/>
              <a:pathLst>
                <a:path w="1200" h="1208" extrusionOk="0">
                  <a:moveTo>
                    <a:pt x="585" y="215"/>
                  </a:moveTo>
                  <a:cubicBezTo>
                    <a:pt x="800" y="215"/>
                    <a:pt x="955" y="371"/>
                    <a:pt x="955" y="585"/>
                  </a:cubicBezTo>
                  <a:cubicBezTo>
                    <a:pt x="955" y="800"/>
                    <a:pt x="800" y="956"/>
                    <a:pt x="585" y="956"/>
                  </a:cubicBezTo>
                  <a:cubicBezTo>
                    <a:pt x="400" y="956"/>
                    <a:pt x="215" y="800"/>
                    <a:pt x="215" y="585"/>
                  </a:cubicBezTo>
                  <a:cubicBezTo>
                    <a:pt x="215" y="371"/>
                    <a:pt x="400" y="215"/>
                    <a:pt x="585" y="215"/>
                  </a:cubicBezTo>
                  <a:close/>
                  <a:moveTo>
                    <a:pt x="585" y="1"/>
                  </a:moveTo>
                  <a:cubicBezTo>
                    <a:pt x="274" y="1"/>
                    <a:pt x="0" y="282"/>
                    <a:pt x="0" y="585"/>
                  </a:cubicBezTo>
                  <a:cubicBezTo>
                    <a:pt x="0" y="926"/>
                    <a:pt x="274" y="1207"/>
                    <a:pt x="585" y="1207"/>
                  </a:cubicBezTo>
                  <a:cubicBezTo>
                    <a:pt x="926" y="1207"/>
                    <a:pt x="1200" y="926"/>
                    <a:pt x="1200" y="585"/>
                  </a:cubicBezTo>
                  <a:cubicBezTo>
                    <a:pt x="1200" y="282"/>
                    <a:pt x="926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20" name="Google Shape;4620;p75"/>
          <p:cNvGrpSpPr/>
          <p:nvPr/>
        </p:nvGrpSpPr>
        <p:grpSpPr>
          <a:xfrm rot="-769146">
            <a:off x="7350404" y="3858386"/>
            <a:ext cx="1588342" cy="925621"/>
            <a:chOff x="5680103" y="2421625"/>
            <a:chExt cx="2810295" cy="1637726"/>
          </a:xfrm>
        </p:grpSpPr>
        <p:sp>
          <p:nvSpPr>
            <p:cNvPr id="4621" name="Google Shape;4621;p75"/>
            <p:cNvSpPr/>
            <p:nvPr/>
          </p:nvSpPr>
          <p:spPr>
            <a:xfrm>
              <a:off x="5686735" y="2465534"/>
              <a:ext cx="2800462" cy="1587566"/>
            </a:xfrm>
            <a:custGeom>
              <a:avLst/>
              <a:gdLst/>
              <a:ahLst/>
              <a:cxnLst/>
              <a:rect l="l" t="t" r="r" b="b"/>
              <a:pathLst>
                <a:path w="36737" h="20826" extrusionOk="0">
                  <a:moveTo>
                    <a:pt x="35456" y="1"/>
                  </a:moveTo>
                  <a:lnTo>
                    <a:pt x="30107" y="2083"/>
                  </a:lnTo>
                  <a:cubicBezTo>
                    <a:pt x="29713" y="2234"/>
                    <a:pt x="29515" y="2675"/>
                    <a:pt x="29671" y="3069"/>
                  </a:cubicBezTo>
                  <a:cubicBezTo>
                    <a:pt x="29788" y="3372"/>
                    <a:pt x="30074" y="3558"/>
                    <a:pt x="30379" y="3558"/>
                  </a:cubicBezTo>
                  <a:cubicBezTo>
                    <a:pt x="30472" y="3558"/>
                    <a:pt x="30566" y="3541"/>
                    <a:pt x="30658" y="3505"/>
                  </a:cubicBezTo>
                  <a:lnTo>
                    <a:pt x="33194" y="2519"/>
                  </a:lnTo>
                  <a:lnTo>
                    <a:pt x="31684" y="5256"/>
                  </a:lnTo>
                  <a:lnTo>
                    <a:pt x="29794" y="8720"/>
                  </a:lnTo>
                  <a:cubicBezTo>
                    <a:pt x="28535" y="11028"/>
                    <a:pt x="27264" y="13337"/>
                    <a:pt x="26011" y="15652"/>
                  </a:cubicBezTo>
                  <a:lnTo>
                    <a:pt x="25901" y="15861"/>
                  </a:lnTo>
                  <a:lnTo>
                    <a:pt x="24938" y="14498"/>
                  </a:lnTo>
                  <a:lnTo>
                    <a:pt x="22659" y="11272"/>
                  </a:lnTo>
                  <a:lnTo>
                    <a:pt x="20385" y="8046"/>
                  </a:lnTo>
                  <a:lnTo>
                    <a:pt x="19242" y="6440"/>
                  </a:lnTo>
                  <a:lnTo>
                    <a:pt x="18673" y="5634"/>
                  </a:lnTo>
                  <a:lnTo>
                    <a:pt x="18598" y="5535"/>
                  </a:lnTo>
                  <a:lnTo>
                    <a:pt x="18563" y="5483"/>
                  </a:lnTo>
                  <a:lnTo>
                    <a:pt x="18534" y="5443"/>
                  </a:lnTo>
                  <a:lnTo>
                    <a:pt x="18482" y="5379"/>
                  </a:lnTo>
                  <a:cubicBezTo>
                    <a:pt x="18354" y="5221"/>
                    <a:pt x="18175" y="5088"/>
                    <a:pt x="17977" y="5002"/>
                  </a:cubicBezTo>
                  <a:cubicBezTo>
                    <a:pt x="17801" y="4923"/>
                    <a:pt x="17612" y="4884"/>
                    <a:pt x="17422" y="4884"/>
                  </a:cubicBezTo>
                  <a:cubicBezTo>
                    <a:pt x="17194" y="4884"/>
                    <a:pt x="16965" y="4940"/>
                    <a:pt x="16759" y="5047"/>
                  </a:cubicBezTo>
                  <a:cubicBezTo>
                    <a:pt x="16574" y="5152"/>
                    <a:pt x="16405" y="5297"/>
                    <a:pt x="16290" y="5471"/>
                  </a:cubicBezTo>
                  <a:cubicBezTo>
                    <a:pt x="16255" y="5512"/>
                    <a:pt x="16231" y="5558"/>
                    <a:pt x="16202" y="5604"/>
                  </a:cubicBezTo>
                  <a:lnTo>
                    <a:pt x="16174" y="5663"/>
                  </a:lnTo>
                  <a:lnTo>
                    <a:pt x="16162" y="5692"/>
                  </a:lnTo>
                  <a:lnTo>
                    <a:pt x="16104" y="5802"/>
                  </a:lnTo>
                  <a:lnTo>
                    <a:pt x="15889" y="6243"/>
                  </a:lnTo>
                  <a:lnTo>
                    <a:pt x="15449" y="7125"/>
                  </a:lnTo>
                  <a:lnTo>
                    <a:pt x="14579" y="8900"/>
                  </a:lnTo>
                  <a:lnTo>
                    <a:pt x="12833" y="12439"/>
                  </a:lnTo>
                  <a:lnTo>
                    <a:pt x="11963" y="14207"/>
                  </a:lnTo>
                  <a:lnTo>
                    <a:pt x="11527" y="15095"/>
                  </a:lnTo>
                  <a:lnTo>
                    <a:pt x="11388" y="15384"/>
                  </a:lnTo>
                  <a:lnTo>
                    <a:pt x="10703" y="14747"/>
                  </a:lnTo>
                  <a:lnTo>
                    <a:pt x="9259" y="13401"/>
                  </a:lnTo>
                  <a:lnTo>
                    <a:pt x="6370" y="10709"/>
                  </a:lnTo>
                  <a:lnTo>
                    <a:pt x="6011" y="10373"/>
                  </a:lnTo>
                  <a:lnTo>
                    <a:pt x="5964" y="10332"/>
                  </a:lnTo>
                  <a:cubicBezTo>
                    <a:pt x="5923" y="10297"/>
                    <a:pt x="5889" y="10263"/>
                    <a:pt x="5848" y="10233"/>
                  </a:cubicBezTo>
                  <a:cubicBezTo>
                    <a:pt x="5760" y="10176"/>
                    <a:pt x="5674" y="10123"/>
                    <a:pt x="5575" y="10083"/>
                  </a:cubicBezTo>
                  <a:cubicBezTo>
                    <a:pt x="5426" y="10020"/>
                    <a:pt x="5261" y="9988"/>
                    <a:pt x="5099" y="9988"/>
                  </a:cubicBezTo>
                  <a:cubicBezTo>
                    <a:pt x="5055" y="9988"/>
                    <a:pt x="5011" y="9990"/>
                    <a:pt x="4967" y="9995"/>
                  </a:cubicBezTo>
                  <a:cubicBezTo>
                    <a:pt x="4764" y="10013"/>
                    <a:pt x="4566" y="10089"/>
                    <a:pt x="4392" y="10199"/>
                  </a:cubicBezTo>
                  <a:cubicBezTo>
                    <a:pt x="4218" y="10316"/>
                    <a:pt x="4079" y="10477"/>
                    <a:pt x="3980" y="10657"/>
                  </a:cubicBezTo>
                  <a:cubicBezTo>
                    <a:pt x="3923" y="10768"/>
                    <a:pt x="3923" y="10774"/>
                    <a:pt x="3905" y="10819"/>
                  </a:cubicBezTo>
                  <a:lnTo>
                    <a:pt x="3853" y="10935"/>
                  </a:lnTo>
                  <a:lnTo>
                    <a:pt x="3754" y="11162"/>
                  </a:lnTo>
                  <a:cubicBezTo>
                    <a:pt x="3493" y="11765"/>
                    <a:pt x="3227" y="12362"/>
                    <a:pt x="2976" y="12972"/>
                  </a:cubicBezTo>
                  <a:lnTo>
                    <a:pt x="2210" y="14793"/>
                  </a:lnTo>
                  <a:cubicBezTo>
                    <a:pt x="1961" y="15403"/>
                    <a:pt x="1712" y="16011"/>
                    <a:pt x="1468" y="16621"/>
                  </a:cubicBezTo>
                  <a:cubicBezTo>
                    <a:pt x="981" y="17844"/>
                    <a:pt x="505" y="19074"/>
                    <a:pt x="65" y="20316"/>
                  </a:cubicBezTo>
                  <a:cubicBezTo>
                    <a:pt x="1" y="20490"/>
                    <a:pt x="76" y="20687"/>
                    <a:pt x="239" y="20779"/>
                  </a:cubicBezTo>
                  <a:cubicBezTo>
                    <a:pt x="298" y="20810"/>
                    <a:pt x="361" y="20825"/>
                    <a:pt x="423" y="20825"/>
                  </a:cubicBezTo>
                  <a:cubicBezTo>
                    <a:pt x="558" y="20825"/>
                    <a:pt x="688" y="20755"/>
                    <a:pt x="756" y="20629"/>
                  </a:cubicBezTo>
                  <a:cubicBezTo>
                    <a:pt x="1393" y="19469"/>
                    <a:pt x="1990" y="18297"/>
                    <a:pt x="2582" y="17119"/>
                  </a:cubicBezTo>
                  <a:cubicBezTo>
                    <a:pt x="2879" y="16533"/>
                    <a:pt x="3163" y="15936"/>
                    <a:pt x="3452" y="15350"/>
                  </a:cubicBezTo>
                  <a:lnTo>
                    <a:pt x="4299" y="13563"/>
                  </a:lnTo>
                  <a:cubicBezTo>
                    <a:pt x="4584" y="12972"/>
                    <a:pt x="4856" y="12375"/>
                    <a:pt x="5134" y="11777"/>
                  </a:cubicBezTo>
                  <a:lnTo>
                    <a:pt x="5169" y="11695"/>
                  </a:lnTo>
                  <a:lnTo>
                    <a:pt x="5315" y="11834"/>
                  </a:lnTo>
                  <a:lnTo>
                    <a:pt x="8175" y="14549"/>
                  </a:lnTo>
                  <a:lnTo>
                    <a:pt x="9607" y="15912"/>
                  </a:lnTo>
                  <a:lnTo>
                    <a:pt x="10320" y="16592"/>
                  </a:lnTo>
                  <a:lnTo>
                    <a:pt x="10501" y="16760"/>
                  </a:lnTo>
                  <a:cubicBezTo>
                    <a:pt x="10506" y="16766"/>
                    <a:pt x="10552" y="16811"/>
                    <a:pt x="10587" y="16841"/>
                  </a:cubicBezTo>
                  <a:cubicBezTo>
                    <a:pt x="10628" y="16870"/>
                    <a:pt x="10662" y="16899"/>
                    <a:pt x="10710" y="16928"/>
                  </a:cubicBezTo>
                  <a:cubicBezTo>
                    <a:pt x="10790" y="16980"/>
                    <a:pt x="10877" y="17026"/>
                    <a:pt x="10970" y="17061"/>
                  </a:cubicBezTo>
                  <a:cubicBezTo>
                    <a:pt x="11130" y="17123"/>
                    <a:pt x="11297" y="17153"/>
                    <a:pt x="11464" y="17153"/>
                  </a:cubicBezTo>
                  <a:cubicBezTo>
                    <a:pt x="11692" y="17153"/>
                    <a:pt x="11918" y="17096"/>
                    <a:pt x="12119" y="16985"/>
                  </a:cubicBezTo>
                  <a:cubicBezTo>
                    <a:pt x="12298" y="16894"/>
                    <a:pt x="12450" y="16760"/>
                    <a:pt x="12571" y="16597"/>
                  </a:cubicBezTo>
                  <a:cubicBezTo>
                    <a:pt x="12600" y="16557"/>
                    <a:pt x="12630" y="16516"/>
                    <a:pt x="12652" y="16476"/>
                  </a:cubicBezTo>
                  <a:cubicBezTo>
                    <a:pt x="12675" y="16434"/>
                    <a:pt x="12705" y="16377"/>
                    <a:pt x="12710" y="16372"/>
                  </a:cubicBezTo>
                  <a:lnTo>
                    <a:pt x="12763" y="16260"/>
                  </a:lnTo>
                  <a:lnTo>
                    <a:pt x="12989" y="15820"/>
                  </a:lnTo>
                  <a:lnTo>
                    <a:pt x="13430" y="14938"/>
                  </a:lnTo>
                  <a:lnTo>
                    <a:pt x="14311" y="13175"/>
                  </a:lnTo>
                  <a:lnTo>
                    <a:pt x="16075" y="9642"/>
                  </a:lnTo>
                  <a:lnTo>
                    <a:pt x="16962" y="7879"/>
                  </a:lnTo>
                  <a:lnTo>
                    <a:pt x="17403" y="6991"/>
                  </a:lnTo>
                  <a:lnTo>
                    <a:pt x="17462" y="6870"/>
                  </a:lnTo>
                  <a:lnTo>
                    <a:pt x="17850" y="7420"/>
                  </a:lnTo>
                  <a:lnTo>
                    <a:pt x="18993" y="9033"/>
                  </a:lnTo>
                  <a:lnTo>
                    <a:pt x="21278" y="12252"/>
                  </a:lnTo>
                  <a:lnTo>
                    <a:pt x="23558" y="15472"/>
                  </a:lnTo>
                  <a:lnTo>
                    <a:pt x="24701" y="17084"/>
                  </a:lnTo>
                  <a:lnTo>
                    <a:pt x="24771" y="17183"/>
                  </a:lnTo>
                  <a:lnTo>
                    <a:pt x="24799" y="17224"/>
                  </a:lnTo>
                  <a:lnTo>
                    <a:pt x="24846" y="17282"/>
                  </a:lnTo>
                  <a:cubicBezTo>
                    <a:pt x="24881" y="17322"/>
                    <a:pt x="24910" y="17357"/>
                    <a:pt x="24950" y="17398"/>
                  </a:cubicBezTo>
                  <a:cubicBezTo>
                    <a:pt x="25095" y="17537"/>
                    <a:pt x="25280" y="17652"/>
                    <a:pt x="25472" y="17716"/>
                  </a:cubicBezTo>
                  <a:cubicBezTo>
                    <a:pt x="25622" y="17768"/>
                    <a:pt x="25778" y="17793"/>
                    <a:pt x="25933" y="17793"/>
                  </a:cubicBezTo>
                  <a:cubicBezTo>
                    <a:pt x="26183" y="17793"/>
                    <a:pt x="26432" y="17727"/>
                    <a:pt x="26650" y="17595"/>
                  </a:cubicBezTo>
                  <a:cubicBezTo>
                    <a:pt x="26830" y="17491"/>
                    <a:pt x="26986" y="17346"/>
                    <a:pt x="27096" y="17178"/>
                  </a:cubicBezTo>
                  <a:cubicBezTo>
                    <a:pt x="27125" y="17137"/>
                    <a:pt x="27154" y="17090"/>
                    <a:pt x="27178" y="17050"/>
                  </a:cubicBezTo>
                  <a:lnTo>
                    <a:pt x="27207" y="16998"/>
                  </a:lnTo>
                  <a:lnTo>
                    <a:pt x="27264" y="16887"/>
                  </a:lnTo>
                  <a:lnTo>
                    <a:pt x="27497" y="16452"/>
                  </a:lnTo>
                  <a:cubicBezTo>
                    <a:pt x="28755" y="14144"/>
                    <a:pt x="29985" y="11818"/>
                    <a:pt x="31226" y="9497"/>
                  </a:cubicBezTo>
                  <a:lnTo>
                    <a:pt x="33089" y="6016"/>
                  </a:lnTo>
                  <a:lnTo>
                    <a:pt x="34533" y="3291"/>
                  </a:lnTo>
                  <a:lnTo>
                    <a:pt x="35154" y="6498"/>
                  </a:lnTo>
                  <a:cubicBezTo>
                    <a:pt x="35223" y="6870"/>
                    <a:pt x="35542" y="7119"/>
                    <a:pt x="35901" y="7119"/>
                  </a:cubicBezTo>
                  <a:cubicBezTo>
                    <a:pt x="35954" y="7119"/>
                    <a:pt x="36000" y="7119"/>
                    <a:pt x="36048" y="7107"/>
                  </a:cubicBezTo>
                  <a:cubicBezTo>
                    <a:pt x="36465" y="7026"/>
                    <a:pt x="36737" y="6626"/>
                    <a:pt x="36656" y="6214"/>
                  </a:cubicBezTo>
                  <a:lnTo>
                    <a:pt x="35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75"/>
            <p:cNvSpPr/>
            <p:nvPr/>
          </p:nvSpPr>
          <p:spPr>
            <a:xfrm>
              <a:off x="5680103" y="2459360"/>
              <a:ext cx="2810295" cy="1599991"/>
            </a:xfrm>
            <a:custGeom>
              <a:avLst/>
              <a:gdLst/>
              <a:ahLst/>
              <a:cxnLst/>
              <a:rect l="l" t="t" r="r" b="b"/>
              <a:pathLst>
                <a:path w="36866" h="20989" extrusionOk="0">
                  <a:moveTo>
                    <a:pt x="35484" y="192"/>
                  </a:moveTo>
                  <a:lnTo>
                    <a:pt x="36662" y="6306"/>
                  </a:lnTo>
                  <a:cubicBezTo>
                    <a:pt x="36697" y="6486"/>
                    <a:pt x="36662" y="6672"/>
                    <a:pt x="36558" y="6823"/>
                  </a:cubicBezTo>
                  <a:cubicBezTo>
                    <a:pt x="36459" y="6973"/>
                    <a:pt x="36302" y="7072"/>
                    <a:pt x="36122" y="7107"/>
                  </a:cubicBezTo>
                  <a:cubicBezTo>
                    <a:pt x="36076" y="7118"/>
                    <a:pt x="36036" y="7125"/>
                    <a:pt x="35988" y="7125"/>
                  </a:cubicBezTo>
                  <a:cubicBezTo>
                    <a:pt x="35664" y="7125"/>
                    <a:pt x="35380" y="6887"/>
                    <a:pt x="35316" y="6568"/>
                  </a:cubicBezTo>
                  <a:lnTo>
                    <a:pt x="34701" y="3353"/>
                  </a:lnTo>
                  <a:cubicBezTo>
                    <a:pt x="34695" y="3319"/>
                    <a:pt x="34666" y="3296"/>
                    <a:pt x="34631" y="3289"/>
                  </a:cubicBezTo>
                  <a:cubicBezTo>
                    <a:pt x="34627" y="3289"/>
                    <a:pt x="34623" y="3288"/>
                    <a:pt x="34619" y="3288"/>
                  </a:cubicBezTo>
                  <a:cubicBezTo>
                    <a:pt x="34590" y="3288"/>
                    <a:pt x="34566" y="3305"/>
                    <a:pt x="34550" y="3331"/>
                  </a:cubicBezTo>
                  <a:lnTo>
                    <a:pt x="33107" y="6057"/>
                  </a:lnTo>
                  <a:lnTo>
                    <a:pt x="31244" y="9543"/>
                  </a:lnTo>
                  <a:cubicBezTo>
                    <a:pt x="30867" y="10245"/>
                    <a:pt x="30496" y="10946"/>
                    <a:pt x="30119" y="11649"/>
                  </a:cubicBezTo>
                  <a:cubicBezTo>
                    <a:pt x="29266" y="13238"/>
                    <a:pt x="28390" y="14886"/>
                    <a:pt x="27514" y="16498"/>
                  </a:cubicBezTo>
                  <a:lnTo>
                    <a:pt x="27195" y="17096"/>
                  </a:lnTo>
                  <a:cubicBezTo>
                    <a:pt x="27172" y="17131"/>
                    <a:pt x="27142" y="17176"/>
                    <a:pt x="27120" y="17211"/>
                  </a:cubicBezTo>
                  <a:cubicBezTo>
                    <a:pt x="27009" y="17374"/>
                    <a:pt x="26864" y="17513"/>
                    <a:pt x="26696" y="17612"/>
                  </a:cubicBezTo>
                  <a:cubicBezTo>
                    <a:pt x="26493" y="17734"/>
                    <a:pt x="26261" y="17796"/>
                    <a:pt x="26026" y="17796"/>
                  </a:cubicBezTo>
                  <a:cubicBezTo>
                    <a:pt x="25879" y="17796"/>
                    <a:pt x="25731" y="17772"/>
                    <a:pt x="25589" y="17722"/>
                  </a:cubicBezTo>
                  <a:cubicBezTo>
                    <a:pt x="25408" y="17664"/>
                    <a:pt x="25228" y="17554"/>
                    <a:pt x="25089" y="17415"/>
                  </a:cubicBezTo>
                  <a:cubicBezTo>
                    <a:pt x="25060" y="17385"/>
                    <a:pt x="25025" y="17351"/>
                    <a:pt x="24997" y="17316"/>
                  </a:cubicBezTo>
                  <a:lnTo>
                    <a:pt x="19143" y="9067"/>
                  </a:lnTo>
                  <a:lnTo>
                    <a:pt x="17611" y="6903"/>
                  </a:lnTo>
                  <a:cubicBezTo>
                    <a:pt x="17600" y="6881"/>
                    <a:pt x="17571" y="6869"/>
                    <a:pt x="17542" y="6869"/>
                  </a:cubicBezTo>
                  <a:cubicBezTo>
                    <a:pt x="17514" y="6874"/>
                    <a:pt x="17490" y="6892"/>
                    <a:pt x="17479" y="6916"/>
                  </a:cubicBezTo>
                  <a:lnTo>
                    <a:pt x="14329" y="13216"/>
                  </a:lnTo>
                  <a:lnTo>
                    <a:pt x="12722" y="16418"/>
                  </a:lnTo>
                  <a:cubicBezTo>
                    <a:pt x="12717" y="16429"/>
                    <a:pt x="12693" y="16480"/>
                    <a:pt x="12669" y="16515"/>
                  </a:cubicBezTo>
                  <a:cubicBezTo>
                    <a:pt x="12647" y="16557"/>
                    <a:pt x="12623" y="16592"/>
                    <a:pt x="12594" y="16632"/>
                  </a:cubicBezTo>
                  <a:cubicBezTo>
                    <a:pt x="12478" y="16782"/>
                    <a:pt x="12334" y="16911"/>
                    <a:pt x="12171" y="16997"/>
                  </a:cubicBezTo>
                  <a:cubicBezTo>
                    <a:pt x="11980" y="17101"/>
                    <a:pt x="11766" y="17154"/>
                    <a:pt x="11551" y="17154"/>
                  </a:cubicBezTo>
                  <a:cubicBezTo>
                    <a:pt x="11394" y="17154"/>
                    <a:pt x="11236" y="17125"/>
                    <a:pt x="11086" y="17066"/>
                  </a:cubicBezTo>
                  <a:cubicBezTo>
                    <a:pt x="10993" y="17032"/>
                    <a:pt x="10912" y="16991"/>
                    <a:pt x="10837" y="16940"/>
                  </a:cubicBezTo>
                  <a:cubicBezTo>
                    <a:pt x="10797" y="16916"/>
                    <a:pt x="10762" y="16887"/>
                    <a:pt x="10727" y="16858"/>
                  </a:cubicBezTo>
                  <a:cubicBezTo>
                    <a:pt x="10698" y="16835"/>
                    <a:pt x="10651" y="16801"/>
                    <a:pt x="10639" y="16782"/>
                  </a:cubicBezTo>
                  <a:lnTo>
                    <a:pt x="5314" y="11719"/>
                  </a:lnTo>
                  <a:cubicBezTo>
                    <a:pt x="5300" y="11704"/>
                    <a:pt x="5278" y="11694"/>
                    <a:pt x="5258" y="11694"/>
                  </a:cubicBezTo>
                  <a:cubicBezTo>
                    <a:pt x="5253" y="11694"/>
                    <a:pt x="5249" y="11694"/>
                    <a:pt x="5245" y="11695"/>
                  </a:cubicBezTo>
                  <a:cubicBezTo>
                    <a:pt x="5215" y="11701"/>
                    <a:pt x="5199" y="11719"/>
                    <a:pt x="5186" y="11741"/>
                  </a:cubicBezTo>
                  <a:lnTo>
                    <a:pt x="5146" y="11824"/>
                  </a:lnTo>
                  <a:cubicBezTo>
                    <a:pt x="5047" y="12038"/>
                    <a:pt x="4949" y="12252"/>
                    <a:pt x="4851" y="12461"/>
                  </a:cubicBezTo>
                  <a:cubicBezTo>
                    <a:pt x="4677" y="12850"/>
                    <a:pt x="4497" y="13232"/>
                    <a:pt x="4316" y="13610"/>
                  </a:cubicBezTo>
                  <a:lnTo>
                    <a:pt x="3464" y="15390"/>
                  </a:lnTo>
                  <a:cubicBezTo>
                    <a:pt x="3365" y="15599"/>
                    <a:pt x="3261" y="15814"/>
                    <a:pt x="3162" y="16022"/>
                  </a:cubicBezTo>
                  <a:cubicBezTo>
                    <a:pt x="2971" y="16400"/>
                    <a:pt x="2785" y="16782"/>
                    <a:pt x="2594" y="17165"/>
                  </a:cubicBezTo>
                  <a:cubicBezTo>
                    <a:pt x="1887" y="18581"/>
                    <a:pt x="1330" y="19660"/>
                    <a:pt x="773" y="20669"/>
                  </a:cubicBezTo>
                  <a:cubicBezTo>
                    <a:pt x="720" y="20769"/>
                    <a:pt x="616" y="20828"/>
                    <a:pt x="509" y="20828"/>
                  </a:cubicBezTo>
                  <a:cubicBezTo>
                    <a:pt x="460" y="20828"/>
                    <a:pt x="411" y="20816"/>
                    <a:pt x="366" y="20791"/>
                  </a:cubicBezTo>
                  <a:cubicBezTo>
                    <a:pt x="233" y="20721"/>
                    <a:pt x="174" y="20565"/>
                    <a:pt x="227" y="20426"/>
                  </a:cubicBezTo>
                  <a:cubicBezTo>
                    <a:pt x="610" y="19341"/>
                    <a:pt x="1044" y="18204"/>
                    <a:pt x="1631" y="16731"/>
                  </a:cubicBezTo>
                  <a:cubicBezTo>
                    <a:pt x="1788" y="16336"/>
                    <a:pt x="1949" y="15942"/>
                    <a:pt x="2107" y="15548"/>
                  </a:cubicBezTo>
                  <a:cubicBezTo>
                    <a:pt x="2200" y="15332"/>
                    <a:pt x="2286" y="15117"/>
                    <a:pt x="2374" y="14903"/>
                  </a:cubicBezTo>
                  <a:lnTo>
                    <a:pt x="3133" y="13082"/>
                  </a:lnTo>
                  <a:cubicBezTo>
                    <a:pt x="3296" y="12694"/>
                    <a:pt x="3470" y="12304"/>
                    <a:pt x="3638" y="11915"/>
                  </a:cubicBezTo>
                  <a:cubicBezTo>
                    <a:pt x="3731" y="11701"/>
                    <a:pt x="3823" y="11487"/>
                    <a:pt x="3916" y="11272"/>
                  </a:cubicBezTo>
                  <a:lnTo>
                    <a:pt x="4061" y="10935"/>
                  </a:lnTo>
                  <a:cubicBezTo>
                    <a:pt x="4067" y="10919"/>
                    <a:pt x="4072" y="10906"/>
                    <a:pt x="4079" y="10895"/>
                  </a:cubicBezTo>
                  <a:cubicBezTo>
                    <a:pt x="4091" y="10871"/>
                    <a:pt x="4096" y="10849"/>
                    <a:pt x="4136" y="10772"/>
                  </a:cubicBezTo>
                  <a:cubicBezTo>
                    <a:pt x="4230" y="10605"/>
                    <a:pt x="4363" y="10454"/>
                    <a:pt x="4525" y="10349"/>
                  </a:cubicBezTo>
                  <a:cubicBezTo>
                    <a:pt x="4682" y="10239"/>
                    <a:pt x="4873" y="10175"/>
                    <a:pt x="5059" y="10158"/>
                  </a:cubicBezTo>
                  <a:cubicBezTo>
                    <a:pt x="5105" y="10153"/>
                    <a:pt x="5146" y="10146"/>
                    <a:pt x="5186" y="10146"/>
                  </a:cubicBezTo>
                  <a:cubicBezTo>
                    <a:pt x="5338" y="10146"/>
                    <a:pt x="5488" y="10181"/>
                    <a:pt x="5633" y="10239"/>
                  </a:cubicBezTo>
                  <a:cubicBezTo>
                    <a:pt x="5721" y="10274"/>
                    <a:pt x="5807" y="10320"/>
                    <a:pt x="5882" y="10378"/>
                  </a:cubicBezTo>
                  <a:cubicBezTo>
                    <a:pt x="5924" y="10408"/>
                    <a:pt x="5964" y="10437"/>
                    <a:pt x="5999" y="10472"/>
                  </a:cubicBezTo>
                  <a:lnTo>
                    <a:pt x="11416" y="15524"/>
                  </a:lnTo>
                  <a:cubicBezTo>
                    <a:pt x="11434" y="15541"/>
                    <a:pt x="11464" y="15548"/>
                    <a:pt x="11486" y="15548"/>
                  </a:cubicBezTo>
                  <a:cubicBezTo>
                    <a:pt x="11509" y="15541"/>
                    <a:pt x="11533" y="15524"/>
                    <a:pt x="11544" y="15500"/>
                  </a:cubicBezTo>
                  <a:lnTo>
                    <a:pt x="16267" y="5918"/>
                  </a:lnTo>
                  <a:lnTo>
                    <a:pt x="16371" y="5703"/>
                  </a:lnTo>
                  <a:cubicBezTo>
                    <a:pt x="16393" y="5669"/>
                    <a:pt x="16411" y="5634"/>
                    <a:pt x="16441" y="5599"/>
                  </a:cubicBezTo>
                  <a:cubicBezTo>
                    <a:pt x="16551" y="5436"/>
                    <a:pt x="16707" y="5297"/>
                    <a:pt x="16888" y="5204"/>
                  </a:cubicBezTo>
                  <a:cubicBezTo>
                    <a:pt x="17082" y="5099"/>
                    <a:pt x="17299" y="5046"/>
                    <a:pt x="17516" y="5046"/>
                  </a:cubicBezTo>
                  <a:cubicBezTo>
                    <a:pt x="17694" y="5046"/>
                    <a:pt x="17871" y="5081"/>
                    <a:pt x="18036" y="5152"/>
                  </a:cubicBezTo>
                  <a:cubicBezTo>
                    <a:pt x="18216" y="5233"/>
                    <a:pt x="18384" y="5361"/>
                    <a:pt x="18511" y="5511"/>
                  </a:cubicBezTo>
                  <a:lnTo>
                    <a:pt x="25924" y="15982"/>
                  </a:lnTo>
                  <a:cubicBezTo>
                    <a:pt x="25940" y="16003"/>
                    <a:pt x="25959" y="16018"/>
                    <a:pt x="25983" y="16018"/>
                  </a:cubicBezTo>
                  <a:cubicBezTo>
                    <a:pt x="25986" y="16018"/>
                    <a:pt x="25990" y="16018"/>
                    <a:pt x="25994" y="16017"/>
                  </a:cubicBezTo>
                  <a:cubicBezTo>
                    <a:pt x="26023" y="16017"/>
                    <a:pt x="26047" y="16000"/>
                    <a:pt x="26058" y="15976"/>
                  </a:cubicBezTo>
                  <a:lnTo>
                    <a:pt x="26173" y="15773"/>
                  </a:lnTo>
                  <a:cubicBezTo>
                    <a:pt x="27038" y="14155"/>
                    <a:pt x="27937" y="12525"/>
                    <a:pt x="28802" y="10941"/>
                  </a:cubicBezTo>
                  <a:cubicBezTo>
                    <a:pt x="29185" y="10239"/>
                    <a:pt x="29568" y="9543"/>
                    <a:pt x="29950" y="8841"/>
                  </a:cubicBezTo>
                  <a:lnTo>
                    <a:pt x="31841" y="5378"/>
                  </a:lnTo>
                  <a:lnTo>
                    <a:pt x="33350" y="2641"/>
                  </a:lnTo>
                  <a:cubicBezTo>
                    <a:pt x="33367" y="2611"/>
                    <a:pt x="33367" y="2577"/>
                    <a:pt x="33343" y="2547"/>
                  </a:cubicBezTo>
                  <a:cubicBezTo>
                    <a:pt x="33327" y="2530"/>
                    <a:pt x="33304" y="2519"/>
                    <a:pt x="33279" y="2519"/>
                  </a:cubicBezTo>
                  <a:cubicBezTo>
                    <a:pt x="33270" y="2519"/>
                    <a:pt x="33261" y="2521"/>
                    <a:pt x="33251" y="2524"/>
                  </a:cubicBezTo>
                  <a:lnTo>
                    <a:pt x="30716" y="3516"/>
                  </a:lnTo>
                  <a:cubicBezTo>
                    <a:pt x="30637" y="3547"/>
                    <a:pt x="30555" y="3561"/>
                    <a:pt x="30474" y="3561"/>
                  </a:cubicBezTo>
                  <a:cubicBezTo>
                    <a:pt x="30199" y="3561"/>
                    <a:pt x="29935" y="3395"/>
                    <a:pt x="29828" y="3122"/>
                  </a:cubicBezTo>
                  <a:cubicBezTo>
                    <a:pt x="29765" y="2954"/>
                    <a:pt x="29771" y="2767"/>
                    <a:pt x="29840" y="2600"/>
                  </a:cubicBezTo>
                  <a:cubicBezTo>
                    <a:pt x="29916" y="2432"/>
                    <a:pt x="30049" y="2304"/>
                    <a:pt x="30223" y="2234"/>
                  </a:cubicBezTo>
                  <a:lnTo>
                    <a:pt x="35484" y="192"/>
                  </a:lnTo>
                  <a:close/>
                  <a:moveTo>
                    <a:pt x="35540" y="1"/>
                  </a:moveTo>
                  <a:cubicBezTo>
                    <a:pt x="35531" y="1"/>
                    <a:pt x="35522" y="2"/>
                    <a:pt x="35514" y="7"/>
                  </a:cubicBezTo>
                  <a:lnTo>
                    <a:pt x="30165" y="2089"/>
                  </a:lnTo>
                  <a:cubicBezTo>
                    <a:pt x="29730" y="2258"/>
                    <a:pt x="29515" y="2745"/>
                    <a:pt x="29683" y="3179"/>
                  </a:cubicBezTo>
                  <a:cubicBezTo>
                    <a:pt x="29813" y="3514"/>
                    <a:pt x="30131" y="3719"/>
                    <a:pt x="30469" y="3719"/>
                  </a:cubicBezTo>
                  <a:cubicBezTo>
                    <a:pt x="30570" y="3719"/>
                    <a:pt x="30674" y="3700"/>
                    <a:pt x="30775" y="3661"/>
                  </a:cubicBezTo>
                  <a:lnTo>
                    <a:pt x="33107" y="2756"/>
                  </a:lnTo>
                  <a:lnTo>
                    <a:pt x="31702" y="5302"/>
                  </a:lnTo>
                  <a:lnTo>
                    <a:pt x="29811" y="8766"/>
                  </a:lnTo>
                  <a:cubicBezTo>
                    <a:pt x="29428" y="9462"/>
                    <a:pt x="29046" y="10164"/>
                    <a:pt x="28663" y="10866"/>
                  </a:cubicBezTo>
                  <a:cubicBezTo>
                    <a:pt x="27798" y="12443"/>
                    <a:pt x="26899" y="14079"/>
                    <a:pt x="26029" y="15698"/>
                  </a:cubicBezTo>
                  <a:lnTo>
                    <a:pt x="25983" y="15784"/>
                  </a:lnTo>
                  <a:lnTo>
                    <a:pt x="20535" y="8081"/>
                  </a:lnTo>
                  <a:lnTo>
                    <a:pt x="18824" y="5669"/>
                  </a:lnTo>
                  <a:lnTo>
                    <a:pt x="18633" y="5407"/>
                  </a:lnTo>
                  <a:cubicBezTo>
                    <a:pt x="18489" y="5238"/>
                    <a:pt x="18302" y="5094"/>
                    <a:pt x="18099" y="5007"/>
                  </a:cubicBezTo>
                  <a:cubicBezTo>
                    <a:pt x="17913" y="4926"/>
                    <a:pt x="17712" y="4886"/>
                    <a:pt x="17512" y="4886"/>
                  </a:cubicBezTo>
                  <a:cubicBezTo>
                    <a:pt x="17270" y="4886"/>
                    <a:pt x="17027" y="4945"/>
                    <a:pt x="16811" y="5059"/>
                  </a:cubicBezTo>
                  <a:cubicBezTo>
                    <a:pt x="16609" y="5169"/>
                    <a:pt x="16435" y="5326"/>
                    <a:pt x="16307" y="5506"/>
                  </a:cubicBezTo>
                  <a:cubicBezTo>
                    <a:pt x="16283" y="5541"/>
                    <a:pt x="16254" y="5581"/>
                    <a:pt x="16232" y="5628"/>
                  </a:cubicBezTo>
                  <a:lnTo>
                    <a:pt x="12850" y="12485"/>
                  </a:lnTo>
                  <a:lnTo>
                    <a:pt x="11445" y="15332"/>
                  </a:lnTo>
                  <a:lnTo>
                    <a:pt x="6516" y="10732"/>
                  </a:lnTo>
                  <a:lnTo>
                    <a:pt x="6104" y="10349"/>
                  </a:lnTo>
                  <a:cubicBezTo>
                    <a:pt x="6063" y="10314"/>
                    <a:pt x="6021" y="10285"/>
                    <a:pt x="5981" y="10250"/>
                  </a:cubicBezTo>
                  <a:cubicBezTo>
                    <a:pt x="5889" y="10188"/>
                    <a:pt x="5796" y="10129"/>
                    <a:pt x="5692" y="10089"/>
                  </a:cubicBezTo>
                  <a:cubicBezTo>
                    <a:pt x="5530" y="10024"/>
                    <a:pt x="5358" y="9988"/>
                    <a:pt x="5184" y="9988"/>
                  </a:cubicBezTo>
                  <a:cubicBezTo>
                    <a:pt x="5138" y="9988"/>
                    <a:pt x="5093" y="9991"/>
                    <a:pt x="5047" y="9996"/>
                  </a:cubicBezTo>
                  <a:cubicBezTo>
                    <a:pt x="4827" y="10019"/>
                    <a:pt x="4618" y="10094"/>
                    <a:pt x="4439" y="10216"/>
                  </a:cubicBezTo>
                  <a:cubicBezTo>
                    <a:pt x="4253" y="10338"/>
                    <a:pt x="4102" y="10506"/>
                    <a:pt x="3997" y="10697"/>
                  </a:cubicBezTo>
                  <a:cubicBezTo>
                    <a:pt x="3951" y="10785"/>
                    <a:pt x="3940" y="10814"/>
                    <a:pt x="3933" y="10836"/>
                  </a:cubicBezTo>
                  <a:lnTo>
                    <a:pt x="3772" y="11208"/>
                  </a:lnTo>
                  <a:cubicBezTo>
                    <a:pt x="3678" y="11423"/>
                    <a:pt x="3585" y="11637"/>
                    <a:pt x="3493" y="11851"/>
                  </a:cubicBezTo>
                  <a:cubicBezTo>
                    <a:pt x="3319" y="12241"/>
                    <a:pt x="3151" y="12630"/>
                    <a:pt x="2988" y="13024"/>
                  </a:cubicBezTo>
                  <a:lnTo>
                    <a:pt x="2222" y="14845"/>
                  </a:lnTo>
                  <a:cubicBezTo>
                    <a:pt x="2136" y="15060"/>
                    <a:pt x="2048" y="15275"/>
                    <a:pt x="1962" y="15489"/>
                  </a:cubicBezTo>
                  <a:cubicBezTo>
                    <a:pt x="1799" y="15883"/>
                    <a:pt x="1636" y="16279"/>
                    <a:pt x="1480" y="16673"/>
                  </a:cubicBezTo>
                  <a:cubicBezTo>
                    <a:pt x="894" y="18145"/>
                    <a:pt x="460" y="19288"/>
                    <a:pt x="77" y="20373"/>
                  </a:cubicBezTo>
                  <a:cubicBezTo>
                    <a:pt x="0" y="20587"/>
                    <a:pt x="88" y="20820"/>
                    <a:pt x="291" y="20930"/>
                  </a:cubicBezTo>
                  <a:cubicBezTo>
                    <a:pt x="361" y="20970"/>
                    <a:pt x="436" y="20988"/>
                    <a:pt x="511" y="20988"/>
                  </a:cubicBezTo>
                  <a:cubicBezTo>
                    <a:pt x="674" y="20988"/>
                    <a:pt x="830" y="20901"/>
                    <a:pt x="912" y="20750"/>
                  </a:cubicBezTo>
                  <a:cubicBezTo>
                    <a:pt x="1469" y="19735"/>
                    <a:pt x="2031" y="18656"/>
                    <a:pt x="2739" y="17235"/>
                  </a:cubicBezTo>
                  <a:cubicBezTo>
                    <a:pt x="2931" y="16858"/>
                    <a:pt x="3116" y="16475"/>
                    <a:pt x="3301" y="16092"/>
                  </a:cubicBezTo>
                  <a:cubicBezTo>
                    <a:pt x="3406" y="15883"/>
                    <a:pt x="3504" y="15674"/>
                    <a:pt x="3609" y="15460"/>
                  </a:cubicBezTo>
                  <a:lnTo>
                    <a:pt x="4462" y="13679"/>
                  </a:lnTo>
                  <a:cubicBezTo>
                    <a:pt x="4642" y="13296"/>
                    <a:pt x="4821" y="12914"/>
                    <a:pt x="4995" y="12531"/>
                  </a:cubicBezTo>
                  <a:cubicBezTo>
                    <a:pt x="5094" y="12322"/>
                    <a:pt x="5186" y="12119"/>
                    <a:pt x="5285" y="11910"/>
                  </a:cubicBezTo>
                  <a:lnTo>
                    <a:pt x="10529" y="16892"/>
                  </a:lnTo>
                  <a:cubicBezTo>
                    <a:pt x="10541" y="16911"/>
                    <a:pt x="10599" y="16962"/>
                    <a:pt x="10623" y="16980"/>
                  </a:cubicBezTo>
                  <a:cubicBezTo>
                    <a:pt x="10663" y="17015"/>
                    <a:pt x="10703" y="17044"/>
                    <a:pt x="10749" y="17072"/>
                  </a:cubicBezTo>
                  <a:cubicBezTo>
                    <a:pt x="10831" y="17131"/>
                    <a:pt x="10929" y="17176"/>
                    <a:pt x="11033" y="17218"/>
                  </a:cubicBezTo>
                  <a:cubicBezTo>
                    <a:pt x="11198" y="17282"/>
                    <a:pt x="11374" y="17313"/>
                    <a:pt x="11550" y="17313"/>
                  </a:cubicBezTo>
                  <a:cubicBezTo>
                    <a:pt x="11793" y="17313"/>
                    <a:pt x="12035" y="17254"/>
                    <a:pt x="12246" y="17136"/>
                  </a:cubicBezTo>
                  <a:cubicBezTo>
                    <a:pt x="12433" y="17037"/>
                    <a:pt x="12594" y="16892"/>
                    <a:pt x="12722" y="16724"/>
                  </a:cubicBezTo>
                  <a:cubicBezTo>
                    <a:pt x="12757" y="16684"/>
                    <a:pt x="12786" y="16638"/>
                    <a:pt x="12808" y="16597"/>
                  </a:cubicBezTo>
                  <a:cubicBezTo>
                    <a:pt x="12832" y="16550"/>
                    <a:pt x="12867" y="16493"/>
                    <a:pt x="12867" y="16487"/>
                  </a:cubicBezTo>
                  <a:lnTo>
                    <a:pt x="17119" y="7995"/>
                  </a:lnTo>
                  <a:lnTo>
                    <a:pt x="17560" y="7107"/>
                  </a:lnTo>
                  <a:lnTo>
                    <a:pt x="24719" y="17211"/>
                  </a:lnTo>
                  <a:lnTo>
                    <a:pt x="24875" y="17415"/>
                  </a:lnTo>
                  <a:cubicBezTo>
                    <a:pt x="24909" y="17462"/>
                    <a:pt x="24944" y="17497"/>
                    <a:pt x="24979" y="17531"/>
                  </a:cubicBezTo>
                  <a:cubicBezTo>
                    <a:pt x="25136" y="17687"/>
                    <a:pt x="25327" y="17803"/>
                    <a:pt x="25536" y="17873"/>
                  </a:cubicBezTo>
                  <a:cubicBezTo>
                    <a:pt x="25696" y="17929"/>
                    <a:pt x="25861" y="17956"/>
                    <a:pt x="26025" y="17956"/>
                  </a:cubicBezTo>
                  <a:cubicBezTo>
                    <a:pt x="26289" y="17956"/>
                    <a:pt x="26549" y="17885"/>
                    <a:pt x="26778" y="17746"/>
                  </a:cubicBezTo>
                  <a:cubicBezTo>
                    <a:pt x="26963" y="17636"/>
                    <a:pt x="27131" y="17484"/>
                    <a:pt x="27252" y="17305"/>
                  </a:cubicBezTo>
                  <a:cubicBezTo>
                    <a:pt x="27282" y="17259"/>
                    <a:pt x="27311" y="17211"/>
                    <a:pt x="27335" y="17171"/>
                  </a:cubicBezTo>
                  <a:lnTo>
                    <a:pt x="27659" y="16574"/>
                  </a:lnTo>
                  <a:cubicBezTo>
                    <a:pt x="28529" y="14962"/>
                    <a:pt x="29410" y="13313"/>
                    <a:pt x="30258" y="11725"/>
                  </a:cubicBezTo>
                  <a:cubicBezTo>
                    <a:pt x="30635" y="11023"/>
                    <a:pt x="31011" y="10320"/>
                    <a:pt x="31383" y="9618"/>
                  </a:cubicBezTo>
                  <a:lnTo>
                    <a:pt x="33246" y="6132"/>
                  </a:lnTo>
                  <a:lnTo>
                    <a:pt x="34585" y="3610"/>
                  </a:lnTo>
                  <a:lnTo>
                    <a:pt x="35160" y="6596"/>
                  </a:lnTo>
                  <a:cubicBezTo>
                    <a:pt x="35241" y="6991"/>
                    <a:pt x="35589" y="7281"/>
                    <a:pt x="35988" y="7281"/>
                  </a:cubicBezTo>
                  <a:cubicBezTo>
                    <a:pt x="36041" y="7281"/>
                    <a:pt x="36100" y="7275"/>
                    <a:pt x="36151" y="7264"/>
                  </a:cubicBezTo>
                  <a:cubicBezTo>
                    <a:pt x="36371" y="7222"/>
                    <a:pt x="36563" y="7096"/>
                    <a:pt x="36691" y="6909"/>
                  </a:cubicBezTo>
                  <a:cubicBezTo>
                    <a:pt x="36818" y="6724"/>
                    <a:pt x="36865" y="6498"/>
                    <a:pt x="36818" y="6277"/>
                  </a:cubicBezTo>
                  <a:lnTo>
                    <a:pt x="35624" y="65"/>
                  </a:lnTo>
                  <a:cubicBezTo>
                    <a:pt x="35618" y="41"/>
                    <a:pt x="35606" y="25"/>
                    <a:pt x="35583" y="12"/>
                  </a:cubicBezTo>
                  <a:cubicBezTo>
                    <a:pt x="35569" y="5"/>
                    <a:pt x="35554" y="1"/>
                    <a:pt x="35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75"/>
            <p:cNvSpPr/>
            <p:nvPr/>
          </p:nvSpPr>
          <p:spPr>
            <a:xfrm>
              <a:off x="5686735" y="2427571"/>
              <a:ext cx="2800462" cy="1587871"/>
            </a:xfrm>
            <a:custGeom>
              <a:avLst/>
              <a:gdLst/>
              <a:ahLst/>
              <a:cxnLst/>
              <a:rect l="l" t="t" r="r" b="b"/>
              <a:pathLst>
                <a:path w="36737" h="20830" extrusionOk="0">
                  <a:moveTo>
                    <a:pt x="35456" y="0"/>
                  </a:moveTo>
                  <a:lnTo>
                    <a:pt x="30107" y="2083"/>
                  </a:lnTo>
                  <a:cubicBezTo>
                    <a:pt x="29713" y="2239"/>
                    <a:pt x="29515" y="2680"/>
                    <a:pt x="29671" y="3074"/>
                  </a:cubicBezTo>
                  <a:cubicBezTo>
                    <a:pt x="29788" y="3378"/>
                    <a:pt x="30075" y="3561"/>
                    <a:pt x="30381" y="3561"/>
                  </a:cubicBezTo>
                  <a:cubicBezTo>
                    <a:pt x="30473" y="3561"/>
                    <a:pt x="30567" y="3545"/>
                    <a:pt x="30658" y="3510"/>
                  </a:cubicBezTo>
                  <a:lnTo>
                    <a:pt x="33194" y="2523"/>
                  </a:lnTo>
                  <a:lnTo>
                    <a:pt x="33194" y="2523"/>
                  </a:lnTo>
                  <a:lnTo>
                    <a:pt x="31684" y="5261"/>
                  </a:lnTo>
                  <a:lnTo>
                    <a:pt x="29794" y="8725"/>
                  </a:lnTo>
                  <a:cubicBezTo>
                    <a:pt x="28535" y="11033"/>
                    <a:pt x="27264" y="13336"/>
                    <a:pt x="26011" y="15657"/>
                  </a:cubicBezTo>
                  <a:lnTo>
                    <a:pt x="25901" y="15860"/>
                  </a:lnTo>
                  <a:lnTo>
                    <a:pt x="24938" y="14496"/>
                  </a:lnTo>
                  <a:lnTo>
                    <a:pt x="22659" y="11277"/>
                  </a:lnTo>
                  <a:lnTo>
                    <a:pt x="20385" y="8051"/>
                  </a:lnTo>
                  <a:lnTo>
                    <a:pt x="19242" y="6439"/>
                  </a:lnTo>
                  <a:lnTo>
                    <a:pt x="18673" y="5639"/>
                  </a:lnTo>
                  <a:lnTo>
                    <a:pt x="18598" y="5534"/>
                  </a:lnTo>
                  <a:lnTo>
                    <a:pt x="18563" y="5488"/>
                  </a:lnTo>
                  <a:lnTo>
                    <a:pt x="18534" y="5441"/>
                  </a:lnTo>
                  <a:lnTo>
                    <a:pt x="18482" y="5384"/>
                  </a:lnTo>
                  <a:cubicBezTo>
                    <a:pt x="18354" y="5227"/>
                    <a:pt x="18175" y="5087"/>
                    <a:pt x="17977" y="5001"/>
                  </a:cubicBezTo>
                  <a:cubicBezTo>
                    <a:pt x="17801" y="4925"/>
                    <a:pt x="17611" y="4886"/>
                    <a:pt x="17421" y="4886"/>
                  </a:cubicBezTo>
                  <a:cubicBezTo>
                    <a:pt x="17193" y="4886"/>
                    <a:pt x="16965" y="4942"/>
                    <a:pt x="16759" y="5053"/>
                  </a:cubicBezTo>
                  <a:cubicBezTo>
                    <a:pt x="16574" y="5151"/>
                    <a:pt x="16405" y="5302"/>
                    <a:pt x="16290" y="5470"/>
                  </a:cubicBezTo>
                  <a:cubicBezTo>
                    <a:pt x="16255" y="5516"/>
                    <a:pt x="16231" y="5564"/>
                    <a:pt x="16202" y="5604"/>
                  </a:cubicBezTo>
                  <a:lnTo>
                    <a:pt x="16174" y="5668"/>
                  </a:lnTo>
                  <a:lnTo>
                    <a:pt x="16162" y="5690"/>
                  </a:lnTo>
                  <a:lnTo>
                    <a:pt x="16104" y="5802"/>
                  </a:lnTo>
                  <a:lnTo>
                    <a:pt x="15889" y="6247"/>
                  </a:lnTo>
                  <a:lnTo>
                    <a:pt x="15449" y="7130"/>
                  </a:lnTo>
                  <a:lnTo>
                    <a:pt x="14579" y="8899"/>
                  </a:lnTo>
                  <a:lnTo>
                    <a:pt x="12833" y="12442"/>
                  </a:lnTo>
                  <a:lnTo>
                    <a:pt x="11963" y="14212"/>
                  </a:lnTo>
                  <a:lnTo>
                    <a:pt x="11527" y="15100"/>
                  </a:lnTo>
                  <a:lnTo>
                    <a:pt x="11388" y="15390"/>
                  </a:lnTo>
                  <a:lnTo>
                    <a:pt x="10703" y="14752"/>
                  </a:lnTo>
                  <a:lnTo>
                    <a:pt x="9259" y="13406"/>
                  </a:lnTo>
                  <a:lnTo>
                    <a:pt x="6370" y="10715"/>
                  </a:lnTo>
                  <a:lnTo>
                    <a:pt x="6011" y="10378"/>
                  </a:lnTo>
                  <a:lnTo>
                    <a:pt x="5964" y="10332"/>
                  </a:lnTo>
                  <a:cubicBezTo>
                    <a:pt x="5923" y="10303"/>
                    <a:pt x="5889" y="10268"/>
                    <a:pt x="5848" y="10239"/>
                  </a:cubicBezTo>
                  <a:cubicBezTo>
                    <a:pt x="5760" y="10174"/>
                    <a:pt x="5674" y="10123"/>
                    <a:pt x="5575" y="10088"/>
                  </a:cubicBezTo>
                  <a:cubicBezTo>
                    <a:pt x="5427" y="10024"/>
                    <a:pt x="5263" y="9993"/>
                    <a:pt x="5102" y="9993"/>
                  </a:cubicBezTo>
                  <a:cubicBezTo>
                    <a:pt x="5056" y="9993"/>
                    <a:pt x="5011" y="9996"/>
                    <a:pt x="4967" y="10000"/>
                  </a:cubicBezTo>
                  <a:cubicBezTo>
                    <a:pt x="4764" y="10019"/>
                    <a:pt x="4566" y="10088"/>
                    <a:pt x="4392" y="10204"/>
                  </a:cubicBezTo>
                  <a:cubicBezTo>
                    <a:pt x="4218" y="10319"/>
                    <a:pt x="4079" y="10477"/>
                    <a:pt x="3980" y="10656"/>
                  </a:cubicBezTo>
                  <a:cubicBezTo>
                    <a:pt x="3923" y="10772"/>
                    <a:pt x="3923" y="10779"/>
                    <a:pt x="3905" y="10825"/>
                  </a:cubicBezTo>
                  <a:lnTo>
                    <a:pt x="3853" y="10935"/>
                  </a:lnTo>
                  <a:lnTo>
                    <a:pt x="3754" y="11162"/>
                  </a:lnTo>
                  <a:cubicBezTo>
                    <a:pt x="3493" y="11764"/>
                    <a:pt x="3227" y="12367"/>
                    <a:pt x="2976" y="12977"/>
                  </a:cubicBezTo>
                  <a:lnTo>
                    <a:pt x="2210" y="14798"/>
                  </a:lnTo>
                  <a:cubicBezTo>
                    <a:pt x="1961" y="15408"/>
                    <a:pt x="1712" y="16011"/>
                    <a:pt x="1468" y="16626"/>
                  </a:cubicBezTo>
                  <a:cubicBezTo>
                    <a:pt x="981" y="17850"/>
                    <a:pt x="505" y="19079"/>
                    <a:pt x="65" y="20321"/>
                  </a:cubicBezTo>
                  <a:cubicBezTo>
                    <a:pt x="1" y="20495"/>
                    <a:pt x="76" y="20691"/>
                    <a:pt x="239" y="20784"/>
                  </a:cubicBezTo>
                  <a:cubicBezTo>
                    <a:pt x="296" y="20815"/>
                    <a:pt x="358" y="20829"/>
                    <a:pt x="420" y="20829"/>
                  </a:cubicBezTo>
                  <a:cubicBezTo>
                    <a:pt x="556" y="20829"/>
                    <a:pt x="687" y="20758"/>
                    <a:pt x="756" y="20634"/>
                  </a:cubicBezTo>
                  <a:cubicBezTo>
                    <a:pt x="1393" y="19473"/>
                    <a:pt x="1990" y="18302"/>
                    <a:pt x="2582" y="17124"/>
                  </a:cubicBezTo>
                  <a:cubicBezTo>
                    <a:pt x="2879" y="16533"/>
                    <a:pt x="3163" y="15941"/>
                    <a:pt x="3452" y="15349"/>
                  </a:cubicBezTo>
                  <a:lnTo>
                    <a:pt x="4299" y="13569"/>
                  </a:lnTo>
                  <a:cubicBezTo>
                    <a:pt x="4584" y="12977"/>
                    <a:pt x="4856" y="12373"/>
                    <a:pt x="5134" y="11781"/>
                  </a:cubicBezTo>
                  <a:lnTo>
                    <a:pt x="5169" y="11695"/>
                  </a:lnTo>
                  <a:lnTo>
                    <a:pt x="5315" y="11834"/>
                  </a:lnTo>
                  <a:lnTo>
                    <a:pt x="8175" y="14554"/>
                  </a:lnTo>
                  <a:lnTo>
                    <a:pt x="9607" y="15917"/>
                  </a:lnTo>
                  <a:lnTo>
                    <a:pt x="10320" y="16597"/>
                  </a:lnTo>
                  <a:lnTo>
                    <a:pt x="10501" y="16765"/>
                  </a:lnTo>
                  <a:cubicBezTo>
                    <a:pt x="10506" y="16771"/>
                    <a:pt x="10552" y="16817"/>
                    <a:pt x="10587" y="16846"/>
                  </a:cubicBezTo>
                  <a:cubicBezTo>
                    <a:pt x="10628" y="16875"/>
                    <a:pt x="10662" y="16904"/>
                    <a:pt x="10710" y="16932"/>
                  </a:cubicBezTo>
                  <a:cubicBezTo>
                    <a:pt x="10790" y="16985"/>
                    <a:pt x="10877" y="17031"/>
                    <a:pt x="10970" y="17066"/>
                  </a:cubicBezTo>
                  <a:cubicBezTo>
                    <a:pt x="11130" y="17127"/>
                    <a:pt x="11298" y="17158"/>
                    <a:pt x="11465" y="17158"/>
                  </a:cubicBezTo>
                  <a:cubicBezTo>
                    <a:pt x="11692" y="17158"/>
                    <a:pt x="11918" y="17101"/>
                    <a:pt x="12119" y="16991"/>
                  </a:cubicBezTo>
                  <a:cubicBezTo>
                    <a:pt x="12298" y="16897"/>
                    <a:pt x="12450" y="16758"/>
                    <a:pt x="12571" y="16602"/>
                  </a:cubicBezTo>
                  <a:cubicBezTo>
                    <a:pt x="12600" y="16562"/>
                    <a:pt x="12630" y="16521"/>
                    <a:pt x="12652" y="16474"/>
                  </a:cubicBezTo>
                  <a:cubicBezTo>
                    <a:pt x="12675" y="16439"/>
                    <a:pt x="12705" y="16382"/>
                    <a:pt x="12710" y="16375"/>
                  </a:cubicBezTo>
                  <a:lnTo>
                    <a:pt x="12763" y="16265"/>
                  </a:lnTo>
                  <a:lnTo>
                    <a:pt x="12989" y="15825"/>
                  </a:lnTo>
                  <a:lnTo>
                    <a:pt x="13430" y="14943"/>
                  </a:lnTo>
                  <a:lnTo>
                    <a:pt x="14311" y="13173"/>
                  </a:lnTo>
                  <a:lnTo>
                    <a:pt x="16075" y="9647"/>
                  </a:lnTo>
                  <a:lnTo>
                    <a:pt x="16962" y="7877"/>
                  </a:lnTo>
                  <a:lnTo>
                    <a:pt x="17403" y="6996"/>
                  </a:lnTo>
                  <a:lnTo>
                    <a:pt x="17462" y="6874"/>
                  </a:lnTo>
                  <a:lnTo>
                    <a:pt x="17850" y="7425"/>
                  </a:lnTo>
                  <a:lnTo>
                    <a:pt x="18993" y="9038"/>
                  </a:lnTo>
                  <a:lnTo>
                    <a:pt x="21278" y="12257"/>
                  </a:lnTo>
                  <a:lnTo>
                    <a:pt x="23558" y="15477"/>
                  </a:lnTo>
                  <a:lnTo>
                    <a:pt x="24701" y="17090"/>
                  </a:lnTo>
                  <a:lnTo>
                    <a:pt x="24771" y="17188"/>
                  </a:lnTo>
                  <a:lnTo>
                    <a:pt x="24799" y="17229"/>
                  </a:lnTo>
                  <a:lnTo>
                    <a:pt x="24846" y="17287"/>
                  </a:lnTo>
                  <a:cubicBezTo>
                    <a:pt x="24881" y="17328"/>
                    <a:pt x="24910" y="17362"/>
                    <a:pt x="24950" y="17397"/>
                  </a:cubicBezTo>
                  <a:cubicBezTo>
                    <a:pt x="25095" y="17542"/>
                    <a:pt x="25280" y="17658"/>
                    <a:pt x="25472" y="17722"/>
                  </a:cubicBezTo>
                  <a:cubicBezTo>
                    <a:pt x="25622" y="17773"/>
                    <a:pt x="25778" y="17799"/>
                    <a:pt x="25933" y="17799"/>
                  </a:cubicBezTo>
                  <a:cubicBezTo>
                    <a:pt x="26183" y="17799"/>
                    <a:pt x="26432" y="17733"/>
                    <a:pt x="26650" y="17600"/>
                  </a:cubicBezTo>
                  <a:cubicBezTo>
                    <a:pt x="26830" y="17496"/>
                    <a:pt x="26986" y="17350"/>
                    <a:pt x="27096" y="17183"/>
                  </a:cubicBezTo>
                  <a:cubicBezTo>
                    <a:pt x="27125" y="17141"/>
                    <a:pt x="27154" y="17095"/>
                    <a:pt x="27178" y="17055"/>
                  </a:cubicBezTo>
                  <a:lnTo>
                    <a:pt x="27207" y="17002"/>
                  </a:lnTo>
                  <a:lnTo>
                    <a:pt x="27264" y="16892"/>
                  </a:lnTo>
                  <a:lnTo>
                    <a:pt x="27497" y="16457"/>
                  </a:lnTo>
                  <a:cubicBezTo>
                    <a:pt x="28755" y="14142"/>
                    <a:pt x="29985" y="11823"/>
                    <a:pt x="31226" y="9502"/>
                  </a:cubicBezTo>
                  <a:lnTo>
                    <a:pt x="33089" y="6022"/>
                  </a:lnTo>
                  <a:lnTo>
                    <a:pt x="34533" y="3296"/>
                  </a:lnTo>
                  <a:lnTo>
                    <a:pt x="35154" y="6503"/>
                  </a:lnTo>
                  <a:cubicBezTo>
                    <a:pt x="35223" y="6868"/>
                    <a:pt x="35542" y="7124"/>
                    <a:pt x="35901" y="7124"/>
                  </a:cubicBezTo>
                  <a:cubicBezTo>
                    <a:pt x="35954" y="7124"/>
                    <a:pt x="36000" y="7117"/>
                    <a:pt x="36048" y="7112"/>
                  </a:cubicBezTo>
                  <a:cubicBezTo>
                    <a:pt x="36465" y="7031"/>
                    <a:pt x="36737" y="6630"/>
                    <a:pt x="36656" y="6212"/>
                  </a:cubicBezTo>
                  <a:lnTo>
                    <a:pt x="354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75"/>
            <p:cNvSpPr/>
            <p:nvPr/>
          </p:nvSpPr>
          <p:spPr>
            <a:xfrm>
              <a:off x="5680103" y="2421625"/>
              <a:ext cx="2810295" cy="1600144"/>
            </a:xfrm>
            <a:custGeom>
              <a:avLst/>
              <a:gdLst/>
              <a:ahLst/>
              <a:cxnLst/>
              <a:rect l="l" t="t" r="r" b="b"/>
              <a:pathLst>
                <a:path w="36866" h="20991" extrusionOk="0">
                  <a:moveTo>
                    <a:pt x="35484" y="188"/>
                  </a:moveTo>
                  <a:lnTo>
                    <a:pt x="36662" y="6308"/>
                  </a:lnTo>
                  <a:cubicBezTo>
                    <a:pt x="36697" y="6488"/>
                    <a:pt x="36662" y="6668"/>
                    <a:pt x="36558" y="6819"/>
                  </a:cubicBezTo>
                  <a:cubicBezTo>
                    <a:pt x="36459" y="6975"/>
                    <a:pt x="36302" y="7074"/>
                    <a:pt x="36122" y="7109"/>
                  </a:cubicBezTo>
                  <a:cubicBezTo>
                    <a:pt x="36076" y="7120"/>
                    <a:pt x="36036" y="7120"/>
                    <a:pt x="35988" y="7120"/>
                  </a:cubicBezTo>
                  <a:cubicBezTo>
                    <a:pt x="35664" y="7120"/>
                    <a:pt x="35380" y="6889"/>
                    <a:pt x="35316" y="6569"/>
                  </a:cubicBezTo>
                  <a:lnTo>
                    <a:pt x="34701" y="3356"/>
                  </a:lnTo>
                  <a:cubicBezTo>
                    <a:pt x="34695" y="3321"/>
                    <a:pt x="34666" y="3297"/>
                    <a:pt x="34631" y="3292"/>
                  </a:cubicBezTo>
                  <a:cubicBezTo>
                    <a:pt x="34627" y="3291"/>
                    <a:pt x="34623" y="3291"/>
                    <a:pt x="34619" y="3291"/>
                  </a:cubicBezTo>
                  <a:cubicBezTo>
                    <a:pt x="34590" y="3291"/>
                    <a:pt x="34566" y="3307"/>
                    <a:pt x="34550" y="3332"/>
                  </a:cubicBezTo>
                  <a:lnTo>
                    <a:pt x="33107" y="6059"/>
                  </a:lnTo>
                  <a:lnTo>
                    <a:pt x="31244" y="9540"/>
                  </a:lnTo>
                  <a:cubicBezTo>
                    <a:pt x="30867" y="10241"/>
                    <a:pt x="30496" y="10949"/>
                    <a:pt x="30119" y="11650"/>
                  </a:cubicBezTo>
                  <a:cubicBezTo>
                    <a:pt x="29266" y="13240"/>
                    <a:pt x="28390" y="14887"/>
                    <a:pt x="27514" y="16501"/>
                  </a:cubicBezTo>
                  <a:lnTo>
                    <a:pt x="27195" y="17092"/>
                  </a:lnTo>
                  <a:cubicBezTo>
                    <a:pt x="27172" y="17133"/>
                    <a:pt x="27142" y="17179"/>
                    <a:pt x="27120" y="17213"/>
                  </a:cubicBezTo>
                  <a:cubicBezTo>
                    <a:pt x="27009" y="17376"/>
                    <a:pt x="26864" y="17516"/>
                    <a:pt x="26696" y="17609"/>
                  </a:cubicBezTo>
                  <a:cubicBezTo>
                    <a:pt x="26491" y="17734"/>
                    <a:pt x="26258" y="17797"/>
                    <a:pt x="26022" y="17797"/>
                  </a:cubicBezTo>
                  <a:cubicBezTo>
                    <a:pt x="25876" y="17797"/>
                    <a:pt x="25730" y="17773"/>
                    <a:pt x="25589" y="17724"/>
                  </a:cubicBezTo>
                  <a:cubicBezTo>
                    <a:pt x="25408" y="17660"/>
                    <a:pt x="25228" y="17556"/>
                    <a:pt x="25089" y="17417"/>
                  </a:cubicBezTo>
                  <a:cubicBezTo>
                    <a:pt x="25060" y="17387"/>
                    <a:pt x="25025" y="17353"/>
                    <a:pt x="24997" y="17312"/>
                  </a:cubicBezTo>
                  <a:lnTo>
                    <a:pt x="19143" y="9069"/>
                  </a:lnTo>
                  <a:lnTo>
                    <a:pt x="17611" y="6906"/>
                  </a:lnTo>
                  <a:cubicBezTo>
                    <a:pt x="17600" y="6882"/>
                    <a:pt x="17571" y="6871"/>
                    <a:pt x="17542" y="6871"/>
                  </a:cubicBezTo>
                  <a:cubicBezTo>
                    <a:pt x="17514" y="6871"/>
                    <a:pt x="17490" y="6889"/>
                    <a:pt x="17479" y="6917"/>
                  </a:cubicBezTo>
                  <a:lnTo>
                    <a:pt x="12722" y="16419"/>
                  </a:lnTo>
                  <a:cubicBezTo>
                    <a:pt x="12717" y="16431"/>
                    <a:pt x="12693" y="16477"/>
                    <a:pt x="12669" y="16517"/>
                  </a:cubicBezTo>
                  <a:cubicBezTo>
                    <a:pt x="12647" y="16552"/>
                    <a:pt x="12623" y="16593"/>
                    <a:pt x="12594" y="16634"/>
                  </a:cubicBezTo>
                  <a:cubicBezTo>
                    <a:pt x="12478" y="16785"/>
                    <a:pt x="12334" y="16906"/>
                    <a:pt x="12171" y="16999"/>
                  </a:cubicBezTo>
                  <a:cubicBezTo>
                    <a:pt x="11981" y="17102"/>
                    <a:pt x="11768" y="17154"/>
                    <a:pt x="11554" y="17154"/>
                  </a:cubicBezTo>
                  <a:cubicBezTo>
                    <a:pt x="11396" y="17154"/>
                    <a:pt x="11237" y="17126"/>
                    <a:pt x="11086" y="17069"/>
                  </a:cubicBezTo>
                  <a:cubicBezTo>
                    <a:pt x="10993" y="17034"/>
                    <a:pt x="10912" y="16993"/>
                    <a:pt x="10837" y="16941"/>
                  </a:cubicBezTo>
                  <a:cubicBezTo>
                    <a:pt x="10797" y="16918"/>
                    <a:pt x="10762" y="16889"/>
                    <a:pt x="10727" y="16860"/>
                  </a:cubicBezTo>
                  <a:cubicBezTo>
                    <a:pt x="10698" y="16836"/>
                    <a:pt x="10651" y="16796"/>
                    <a:pt x="10639" y="16785"/>
                  </a:cubicBezTo>
                  <a:lnTo>
                    <a:pt x="5314" y="11720"/>
                  </a:lnTo>
                  <a:cubicBezTo>
                    <a:pt x="5301" y="11703"/>
                    <a:pt x="5281" y="11696"/>
                    <a:pt x="5262" y="11696"/>
                  </a:cubicBezTo>
                  <a:cubicBezTo>
                    <a:pt x="5256" y="11696"/>
                    <a:pt x="5250" y="11696"/>
                    <a:pt x="5245" y="11698"/>
                  </a:cubicBezTo>
                  <a:cubicBezTo>
                    <a:pt x="5215" y="11703"/>
                    <a:pt x="5199" y="11720"/>
                    <a:pt x="5186" y="11744"/>
                  </a:cubicBezTo>
                  <a:lnTo>
                    <a:pt x="5146" y="11824"/>
                  </a:lnTo>
                  <a:cubicBezTo>
                    <a:pt x="5047" y="12033"/>
                    <a:pt x="4949" y="12249"/>
                    <a:pt x="4851" y="12463"/>
                  </a:cubicBezTo>
                  <a:cubicBezTo>
                    <a:pt x="4677" y="12846"/>
                    <a:pt x="4497" y="13229"/>
                    <a:pt x="4316" y="13612"/>
                  </a:cubicBezTo>
                  <a:lnTo>
                    <a:pt x="3464" y="15392"/>
                  </a:lnTo>
                  <a:cubicBezTo>
                    <a:pt x="3365" y="15601"/>
                    <a:pt x="3261" y="15810"/>
                    <a:pt x="3162" y="16019"/>
                  </a:cubicBezTo>
                  <a:cubicBezTo>
                    <a:pt x="2971" y="16402"/>
                    <a:pt x="2785" y="16785"/>
                    <a:pt x="2594" y="17168"/>
                  </a:cubicBezTo>
                  <a:cubicBezTo>
                    <a:pt x="1887" y="18583"/>
                    <a:pt x="1330" y="19662"/>
                    <a:pt x="773" y="20672"/>
                  </a:cubicBezTo>
                  <a:cubicBezTo>
                    <a:pt x="738" y="20741"/>
                    <a:pt x="674" y="20793"/>
                    <a:pt x="592" y="20816"/>
                  </a:cubicBezTo>
                  <a:cubicBezTo>
                    <a:pt x="566" y="20824"/>
                    <a:pt x="538" y="20828"/>
                    <a:pt x="511" y="20828"/>
                  </a:cubicBezTo>
                  <a:cubicBezTo>
                    <a:pt x="461" y="20828"/>
                    <a:pt x="412" y="20815"/>
                    <a:pt x="366" y="20793"/>
                  </a:cubicBezTo>
                  <a:cubicBezTo>
                    <a:pt x="233" y="20718"/>
                    <a:pt x="174" y="20567"/>
                    <a:pt x="227" y="20428"/>
                  </a:cubicBezTo>
                  <a:cubicBezTo>
                    <a:pt x="610" y="19342"/>
                    <a:pt x="1044" y="18201"/>
                    <a:pt x="1631" y="16732"/>
                  </a:cubicBezTo>
                  <a:cubicBezTo>
                    <a:pt x="1788" y="16338"/>
                    <a:pt x="1949" y="15944"/>
                    <a:pt x="2107" y="15548"/>
                  </a:cubicBezTo>
                  <a:cubicBezTo>
                    <a:pt x="2200" y="15334"/>
                    <a:pt x="2286" y="15120"/>
                    <a:pt x="2374" y="14905"/>
                  </a:cubicBezTo>
                  <a:lnTo>
                    <a:pt x="3133" y="13084"/>
                  </a:lnTo>
                  <a:cubicBezTo>
                    <a:pt x="3296" y="12694"/>
                    <a:pt x="3470" y="12306"/>
                    <a:pt x="3638" y="11912"/>
                  </a:cubicBezTo>
                  <a:cubicBezTo>
                    <a:pt x="3731" y="11703"/>
                    <a:pt x="3823" y="11489"/>
                    <a:pt x="3916" y="11274"/>
                  </a:cubicBezTo>
                  <a:lnTo>
                    <a:pt x="4061" y="10937"/>
                  </a:lnTo>
                  <a:cubicBezTo>
                    <a:pt x="4067" y="10919"/>
                    <a:pt x="4072" y="10908"/>
                    <a:pt x="4079" y="10897"/>
                  </a:cubicBezTo>
                  <a:cubicBezTo>
                    <a:pt x="4091" y="10873"/>
                    <a:pt x="4096" y="10850"/>
                    <a:pt x="4136" y="10775"/>
                  </a:cubicBezTo>
                  <a:cubicBezTo>
                    <a:pt x="4230" y="10606"/>
                    <a:pt x="4363" y="10456"/>
                    <a:pt x="4525" y="10351"/>
                  </a:cubicBezTo>
                  <a:cubicBezTo>
                    <a:pt x="4682" y="10241"/>
                    <a:pt x="4873" y="10177"/>
                    <a:pt x="5065" y="10154"/>
                  </a:cubicBezTo>
                  <a:cubicBezTo>
                    <a:pt x="5105" y="10154"/>
                    <a:pt x="5146" y="10148"/>
                    <a:pt x="5186" y="10148"/>
                  </a:cubicBezTo>
                  <a:cubicBezTo>
                    <a:pt x="5338" y="10148"/>
                    <a:pt x="5488" y="10177"/>
                    <a:pt x="5633" y="10236"/>
                  </a:cubicBezTo>
                  <a:cubicBezTo>
                    <a:pt x="5721" y="10276"/>
                    <a:pt x="5807" y="10322"/>
                    <a:pt x="5882" y="10381"/>
                  </a:cubicBezTo>
                  <a:cubicBezTo>
                    <a:pt x="5924" y="10410"/>
                    <a:pt x="5964" y="10439"/>
                    <a:pt x="5999" y="10474"/>
                  </a:cubicBezTo>
                  <a:lnTo>
                    <a:pt x="11416" y="15526"/>
                  </a:lnTo>
                  <a:cubicBezTo>
                    <a:pt x="11430" y="15539"/>
                    <a:pt x="11450" y="15545"/>
                    <a:pt x="11468" y="15545"/>
                  </a:cubicBezTo>
                  <a:cubicBezTo>
                    <a:pt x="11474" y="15545"/>
                    <a:pt x="11480" y="15544"/>
                    <a:pt x="11486" y="15543"/>
                  </a:cubicBezTo>
                  <a:cubicBezTo>
                    <a:pt x="11509" y="15537"/>
                    <a:pt x="11533" y="15526"/>
                    <a:pt x="11544" y="15502"/>
                  </a:cubicBezTo>
                  <a:lnTo>
                    <a:pt x="16318" y="5803"/>
                  </a:lnTo>
                  <a:lnTo>
                    <a:pt x="16371" y="5706"/>
                  </a:lnTo>
                  <a:cubicBezTo>
                    <a:pt x="16393" y="5671"/>
                    <a:pt x="16411" y="5636"/>
                    <a:pt x="16441" y="5594"/>
                  </a:cubicBezTo>
                  <a:cubicBezTo>
                    <a:pt x="16551" y="5438"/>
                    <a:pt x="16707" y="5299"/>
                    <a:pt x="16888" y="5200"/>
                  </a:cubicBezTo>
                  <a:cubicBezTo>
                    <a:pt x="17082" y="5098"/>
                    <a:pt x="17299" y="5045"/>
                    <a:pt x="17516" y="5045"/>
                  </a:cubicBezTo>
                  <a:cubicBezTo>
                    <a:pt x="17694" y="5045"/>
                    <a:pt x="17871" y="5081"/>
                    <a:pt x="18036" y="5154"/>
                  </a:cubicBezTo>
                  <a:cubicBezTo>
                    <a:pt x="18216" y="5235"/>
                    <a:pt x="18384" y="5363"/>
                    <a:pt x="18511" y="5513"/>
                  </a:cubicBezTo>
                  <a:lnTo>
                    <a:pt x="25924" y="15984"/>
                  </a:lnTo>
                  <a:cubicBezTo>
                    <a:pt x="25942" y="16008"/>
                    <a:pt x="25965" y="16019"/>
                    <a:pt x="25994" y="16019"/>
                  </a:cubicBezTo>
                  <a:cubicBezTo>
                    <a:pt x="26023" y="16019"/>
                    <a:pt x="26047" y="16001"/>
                    <a:pt x="26058" y="15979"/>
                  </a:cubicBezTo>
                  <a:lnTo>
                    <a:pt x="26173" y="15770"/>
                  </a:lnTo>
                  <a:cubicBezTo>
                    <a:pt x="27038" y="14156"/>
                    <a:pt x="27932" y="12527"/>
                    <a:pt x="28796" y="10949"/>
                  </a:cubicBezTo>
                  <a:cubicBezTo>
                    <a:pt x="29185" y="10247"/>
                    <a:pt x="29568" y="9545"/>
                    <a:pt x="29950" y="8844"/>
                  </a:cubicBezTo>
                  <a:lnTo>
                    <a:pt x="31841" y="5380"/>
                  </a:lnTo>
                  <a:lnTo>
                    <a:pt x="33350" y="2643"/>
                  </a:lnTo>
                  <a:cubicBezTo>
                    <a:pt x="33367" y="2614"/>
                    <a:pt x="33367" y="2573"/>
                    <a:pt x="33343" y="2549"/>
                  </a:cubicBezTo>
                  <a:cubicBezTo>
                    <a:pt x="33327" y="2532"/>
                    <a:pt x="33304" y="2521"/>
                    <a:pt x="33279" y="2521"/>
                  </a:cubicBezTo>
                  <a:cubicBezTo>
                    <a:pt x="33270" y="2521"/>
                    <a:pt x="33261" y="2523"/>
                    <a:pt x="33251" y="2526"/>
                  </a:cubicBezTo>
                  <a:lnTo>
                    <a:pt x="30716" y="3513"/>
                  </a:lnTo>
                  <a:cubicBezTo>
                    <a:pt x="30635" y="3545"/>
                    <a:pt x="30551" y="3561"/>
                    <a:pt x="30467" y="3561"/>
                  </a:cubicBezTo>
                  <a:cubicBezTo>
                    <a:pt x="30195" y="3561"/>
                    <a:pt x="29935" y="3395"/>
                    <a:pt x="29828" y="3123"/>
                  </a:cubicBezTo>
                  <a:cubicBezTo>
                    <a:pt x="29765" y="2956"/>
                    <a:pt x="29771" y="2769"/>
                    <a:pt x="29840" y="2601"/>
                  </a:cubicBezTo>
                  <a:cubicBezTo>
                    <a:pt x="29916" y="2434"/>
                    <a:pt x="30049" y="2306"/>
                    <a:pt x="30223" y="2236"/>
                  </a:cubicBezTo>
                  <a:lnTo>
                    <a:pt x="35484" y="188"/>
                  </a:lnTo>
                  <a:close/>
                  <a:moveTo>
                    <a:pt x="35548" y="0"/>
                  </a:moveTo>
                  <a:cubicBezTo>
                    <a:pt x="35536" y="0"/>
                    <a:pt x="35525" y="3"/>
                    <a:pt x="35514" y="9"/>
                  </a:cubicBezTo>
                  <a:lnTo>
                    <a:pt x="30165" y="2091"/>
                  </a:lnTo>
                  <a:cubicBezTo>
                    <a:pt x="29950" y="2172"/>
                    <a:pt x="29788" y="2330"/>
                    <a:pt x="29696" y="2538"/>
                  </a:cubicBezTo>
                  <a:cubicBezTo>
                    <a:pt x="29608" y="2740"/>
                    <a:pt x="29602" y="2973"/>
                    <a:pt x="29683" y="3182"/>
                  </a:cubicBezTo>
                  <a:cubicBezTo>
                    <a:pt x="29813" y="3517"/>
                    <a:pt x="30131" y="3721"/>
                    <a:pt x="30469" y="3721"/>
                  </a:cubicBezTo>
                  <a:cubicBezTo>
                    <a:pt x="30570" y="3721"/>
                    <a:pt x="30674" y="3702"/>
                    <a:pt x="30775" y="3663"/>
                  </a:cubicBezTo>
                  <a:lnTo>
                    <a:pt x="33107" y="2758"/>
                  </a:lnTo>
                  <a:lnTo>
                    <a:pt x="33107" y="2758"/>
                  </a:lnTo>
                  <a:lnTo>
                    <a:pt x="31702" y="5299"/>
                  </a:lnTo>
                  <a:lnTo>
                    <a:pt x="29811" y="8761"/>
                  </a:lnTo>
                  <a:cubicBezTo>
                    <a:pt x="29428" y="9465"/>
                    <a:pt x="29040" y="10166"/>
                    <a:pt x="28657" y="10868"/>
                  </a:cubicBezTo>
                  <a:cubicBezTo>
                    <a:pt x="27793" y="12451"/>
                    <a:pt x="26899" y="14081"/>
                    <a:pt x="26029" y="15695"/>
                  </a:cubicBezTo>
                  <a:lnTo>
                    <a:pt x="25983" y="15786"/>
                  </a:lnTo>
                  <a:lnTo>
                    <a:pt x="20535" y="8083"/>
                  </a:lnTo>
                  <a:lnTo>
                    <a:pt x="18824" y="5671"/>
                  </a:lnTo>
                  <a:lnTo>
                    <a:pt x="18633" y="5409"/>
                  </a:lnTo>
                  <a:cubicBezTo>
                    <a:pt x="18489" y="5241"/>
                    <a:pt x="18302" y="5096"/>
                    <a:pt x="18099" y="5009"/>
                  </a:cubicBezTo>
                  <a:cubicBezTo>
                    <a:pt x="17911" y="4927"/>
                    <a:pt x="17709" y="4886"/>
                    <a:pt x="17508" y="4886"/>
                  </a:cubicBezTo>
                  <a:cubicBezTo>
                    <a:pt x="17267" y="4886"/>
                    <a:pt x="17026" y="4944"/>
                    <a:pt x="16811" y="5061"/>
                  </a:cubicBezTo>
                  <a:cubicBezTo>
                    <a:pt x="16609" y="5165"/>
                    <a:pt x="16435" y="5328"/>
                    <a:pt x="16307" y="5502"/>
                  </a:cubicBezTo>
                  <a:cubicBezTo>
                    <a:pt x="16283" y="5543"/>
                    <a:pt x="16261" y="5583"/>
                    <a:pt x="16232" y="5623"/>
                  </a:cubicBezTo>
                  <a:lnTo>
                    <a:pt x="12850" y="12486"/>
                  </a:lnTo>
                  <a:lnTo>
                    <a:pt x="11445" y="15334"/>
                  </a:lnTo>
                  <a:lnTo>
                    <a:pt x="6516" y="10734"/>
                  </a:lnTo>
                  <a:lnTo>
                    <a:pt x="6104" y="10351"/>
                  </a:lnTo>
                  <a:cubicBezTo>
                    <a:pt x="6063" y="10317"/>
                    <a:pt x="6021" y="10282"/>
                    <a:pt x="5981" y="10247"/>
                  </a:cubicBezTo>
                  <a:cubicBezTo>
                    <a:pt x="5889" y="10183"/>
                    <a:pt x="5796" y="10131"/>
                    <a:pt x="5692" y="10091"/>
                  </a:cubicBezTo>
                  <a:cubicBezTo>
                    <a:pt x="5533" y="10023"/>
                    <a:pt x="5365" y="9990"/>
                    <a:pt x="5193" y="9990"/>
                  </a:cubicBezTo>
                  <a:cubicBezTo>
                    <a:pt x="5145" y="9990"/>
                    <a:pt x="5096" y="9992"/>
                    <a:pt x="5047" y="9998"/>
                  </a:cubicBezTo>
                  <a:cubicBezTo>
                    <a:pt x="4827" y="10021"/>
                    <a:pt x="4618" y="10097"/>
                    <a:pt x="4439" y="10218"/>
                  </a:cubicBezTo>
                  <a:cubicBezTo>
                    <a:pt x="4253" y="10335"/>
                    <a:pt x="4102" y="10509"/>
                    <a:pt x="3997" y="10699"/>
                  </a:cubicBezTo>
                  <a:cubicBezTo>
                    <a:pt x="3951" y="10780"/>
                    <a:pt x="3940" y="10809"/>
                    <a:pt x="3933" y="10839"/>
                  </a:cubicBezTo>
                  <a:lnTo>
                    <a:pt x="3772" y="11210"/>
                  </a:lnTo>
                  <a:cubicBezTo>
                    <a:pt x="3678" y="11425"/>
                    <a:pt x="3585" y="11639"/>
                    <a:pt x="3493" y="11848"/>
                  </a:cubicBezTo>
                  <a:cubicBezTo>
                    <a:pt x="3319" y="12242"/>
                    <a:pt x="3151" y="12632"/>
                    <a:pt x="2988" y="13020"/>
                  </a:cubicBezTo>
                  <a:lnTo>
                    <a:pt x="2222" y="14841"/>
                  </a:lnTo>
                  <a:cubicBezTo>
                    <a:pt x="2136" y="15056"/>
                    <a:pt x="2048" y="15270"/>
                    <a:pt x="1962" y="15486"/>
                  </a:cubicBezTo>
                  <a:cubicBezTo>
                    <a:pt x="1799" y="15880"/>
                    <a:pt x="1636" y="16274"/>
                    <a:pt x="1480" y="16675"/>
                  </a:cubicBezTo>
                  <a:cubicBezTo>
                    <a:pt x="894" y="18148"/>
                    <a:pt x="460" y="19285"/>
                    <a:pt x="77" y="20375"/>
                  </a:cubicBezTo>
                  <a:cubicBezTo>
                    <a:pt x="0" y="20584"/>
                    <a:pt x="88" y="20822"/>
                    <a:pt x="291" y="20932"/>
                  </a:cubicBezTo>
                  <a:cubicBezTo>
                    <a:pt x="361" y="20967"/>
                    <a:pt x="436" y="20990"/>
                    <a:pt x="511" y="20990"/>
                  </a:cubicBezTo>
                  <a:cubicBezTo>
                    <a:pt x="552" y="20990"/>
                    <a:pt x="599" y="20978"/>
                    <a:pt x="639" y="20967"/>
                  </a:cubicBezTo>
                  <a:cubicBezTo>
                    <a:pt x="755" y="20932"/>
                    <a:pt x="854" y="20857"/>
                    <a:pt x="912" y="20747"/>
                  </a:cubicBezTo>
                  <a:cubicBezTo>
                    <a:pt x="1469" y="19737"/>
                    <a:pt x="2031" y="18653"/>
                    <a:pt x="2739" y="17237"/>
                  </a:cubicBezTo>
                  <a:cubicBezTo>
                    <a:pt x="2931" y="16854"/>
                    <a:pt x="3116" y="16471"/>
                    <a:pt x="3301" y="16089"/>
                  </a:cubicBezTo>
                  <a:cubicBezTo>
                    <a:pt x="3406" y="15880"/>
                    <a:pt x="3504" y="15671"/>
                    <a:pt x="3609" y="15462"/>
                  </a:cubicBezTo>
                  <a:lnTo>
                    <a:pt x="4462" y="13681"/>
                  </a:lnTo>
                  <a:cubicBezTo>
                    <a:pt x="4642" y="13299"/>
                    <a:pt x="4821" y="12916"/>
                    <a:pt x="4995" y="12527"/>
                  </a:cubicBezTo>
                  <a:cubicBezTo>
                    <a:pt x="5094" y="12324"/>
                    <a:pt x="5186" y="12115"/>
                    <a:pt x="5285" y="11912"/>
                  </a:cubicBezTo>
                  <a:lnTo>
                    <a:pt x="10529" y="16895"/>
                  </a:lnTo>
                  <a:cubicBezTo>
                    <a:pt x="10541" y="16913"/>
                    <a:pt x="10599" y="16959"/>
                    <a:pt x="10623" y="16982"/>
                  </a:cubicBezTo>
                  <a:cubicBezTo>
                    <a:pt x="10663" y="17017"/>
                    <a:pt x="10703" y="17045"/>
                    <a:pt x="10749" y="17074"/>
                  </a:cubicBezTo>
                  <a:cubicBezTo>
                    <a:pt x="10831" y="17133"/>
                    <a:pt x="10929" y="17179"/>
                    <a:pt x="11033" y="17219"/>
                  </a:cubicBezTo>
                  <a:cubicBezTo>
                    <a:pt x="11198" y="17283"/>
                    <a:pt x="11375" y="17315"/>
                    <a:pt x="11552" y="17315"/>
                  </a:cubicBezTo>
                  <a:cubicBezTo>
                    <a:pt x="11794" y="17315"/>
                    <a:pt x="12035" y="17256"/>
                    <a:pt x="12246" y="17138"/>
                  </a:cubicBezTo>
                  <a:cubicBezTo>
                    <a:pt x="12433" y="17039"/>
                    <a:pt x="12594" y="16895"/>
                    <a:pt x="12722" y="16726"/>
                  </a:cubicBezTo>
                  <a:cubicBezTo>
                    <a:pt x="12751" y="16686"/>
                    <a:pt x="12786" y="16640"/>
                    <a:pt x="12808" y="16593"/>
                  </a:cubicBezTo>
                  <a:cubicBezTo>
                    <a:pt x="12832" y="16552"/>
                    <a:pt x="12867" y="16488"/>
                    <a:pt x="12867" y="16488"/>
                  </a:cubicBezTo>
                  <a:lnTo>
                    <a:pt x="17560" y="7109"/>
                  </a:lnTo>
                  <a:lnTo>
                    <a:pt x="24719" y="17208"/>
                  </a:lnTo>
                  <a:lnTo>
                    <a:pt x="24875" y="17417"/>
                  </a:lnTo>
                  <a:cubicBezTo>
                    <a:pt x="24909" y="17457"/>
                    <a:pt x="24944" y="17497"/>
                    <a:pt x="24979" y="17532"/>
                  </a:cubicBezTo>
                  <a:cubicBezTo>
                    <a:pt x="25136" y="17690"/>
                    <a:pt x="25327" y="17805"/>
                    <a:pt x="25536" y="17875"/>
                  </a:cubicBezTo>
                  <a:cubicBezTo>
                    <a:pt x="25695" y="17928"/>
                    <a:pt x="25859" y="17954"/>
                    <a:pt x="26021" y="17954"/>
                  </a:cubicBezTo>
                  <a:cubicBezTo>
                    <a:pt x="26286" y="17954"/>
                    <a:pt x="26547" y="17884"/>
                    <a:pt x="26778" y="17748"/>
                  </a:cubicBezTo>
                  <a:cubicBezTo>
                    <a:pt x="26963" y="17637"/>
                    <a:pt x="27131" y="17486"/>
                    <a:pt x="27252" y="17307"/>
                  </a:cubicBezTo>
                  <a:cubicBezTo>
                    <a:pt x="27282" y="17261"/>
                    <a:pt x="27311" y="17213"/>
                    <a:pt x="27335" y="17173"/>
                  </a:cubicBezTo>
                  <a:lnTo>
                    <a:pt x="27659" y="16576"/>
                  </a:lnTo>
                  <a:cubicBezTo>
                    <a:pt x="28529" y="14964"/>
                    <a:pt x="29410" y="13315"/>
                    <a:pt x="30258" y="11727"/>
                  </a:cubicBezTo>
                  <a:cubicBezTo>
                    <a:pt x="30635" y="11024"/>
                    <a:pt x="31011" y="10317"/>
                    <a:pt x="31383" y="9615"/>
                  </a:cubicBezTo>
                  <a:lnTo>
                    <a:pt x="33246" y="6134"/>
                  </a:lnTo>
                  <a:lnTo>
                    <a:pt x="34585" y="3605"/>
                  </a:lnTo>
                  <a:lnTo>
                    <a:pt x="35160" y="6598"/>
                  </a:lnTo>
                  <a:cubicBezTo>
                    <a:pt x="35241" y="6993"/>
                    <a:pt x="35589" y="7283"/>
                    <a:pt x="35988" y="7283"/>
                  </a:cubicBezTo>
                  <a:cubicBezTo>
                    <a:pt x="36041" y="7283"/>
                    <a:pt x="36100" y="7277"/>
                    <a:pt x="36151" y="7265"/>
                  </a:cubicBezTo>
                  <a:cubicBezTo>
                    <a:pt x="36371" y="7224"/>
                    <a:pt x="36563" y="7098"/>
                    <a:pt x="36691" y="6911"/>
                  </a:cubicBezTo>
                  <a:cubicBezTo>
                    <a:pt x="36818" y="6726"/>
                    <a:pt x="36865" y="6499"/>
                    <a:pt x="36818" y="6279"/>
                  </a:cubicBezTo>
                  <a:lnTo>
                    <a:pt x="35624" y="67"/>
                  </a:lnTo>
                  <a:cubicBezTo>
                    <a:pt x="35618" y="44"/>
                    <a:pt x="35606" y="20"/>
                    <a:pt x="35583" y="9"/>
                  </a:cubicBezTo>
                  <a:cubicBezTo>
                    <a:pt x="35571" y="3"/>
                    <a:pt x="35560" y="0"/>
                    <a:pt x="35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25" name="Google Shape;4625;p75"/>
          <p:cNvSpPr/>
          <p:nvPr/>
        </p:nvSpPr>
        <p:spPr>
          <a:xfrm rot="-1752184">
            <a:off x="8656358" y="3214785"/>
            <a:ext cx="71343" cy="65992"/>
          </a:xfrm>
          <a:custGeom>
            <a:avLst/>
            <a:gdLst/>
            <a:ahLst/>
            <a:cxnLst/>
            <a:rect l="l" t="t" r="r" b="b"/>
            <a:pathLst>
              <a:path w="1040" h="962" extrusionOk="0">
                <a:moveTo>
                  <a:pt x="598" y="133"/>
                </a:moveTo>
                <a:cubicBezTo>
                  <a:pt x="691" y="150"/>
                  <a:pt x="772" y="196"/>
                  <a:pt x="830" y="273"/>
                </a:cubicBezTo>
                <a:cubicBezTo>
                  <a:pt x="882" y="348"/>
                  <a:pt x="905" y="440"/>
                  <a:pt x="894" y="533"/>
                </a:cubicBezTo>
                <a:cubicBezTo>
                  <a:pt x="876" y="626"/>
                  <a:pt x="830" y="707"/>
                  <a:pt x="755" y="765"/>
                </a:cubicBezTo>
                <a:cubicBezTo>
                  <a:pt x="692" y="812"/>
                  <a:pt x="619" y="834"/>
                  <a:pt x="547" y="834"/>
                </a:cubicBezTo>
                <a:cubicBezTo>
                  <a:pt x="439" y="834"/>
                  <a:pt x="332" y="784"/>
                  <a:pt x="262" y="690"/>
                </a:cubicBezTo>
                <a:cubicBezTo>
                  <a:pt x="204" y="614"/>
                  <a:pt x="180" y="522"/>
                  <a:pt x="198" y="428"/>
                </a:cubicBezTo>
                <a:cubicBezTo>
                  <a:pt x="209" y="335"/>
                  <a:pt x="262" y="254"/>
                  <a:pt x="337" y="196"/>
                </a:cubicBezTo>
                <a:cubicBezTo>
                  <a:pt x="394" y="156"/>
                  <a:pt x="471" y="133"/>
                  <a:pt x="546" y="133"/>
                </a:cubicBezTo>
                <a:close/>
                <a:moveTo>
                  <a:pt x="543" y="0"/>
                </a:moveTo>
                <a:cubicBezTo>
                  <a:pt x="442" y="0"/>
                  <a:pt x="347" y="31"/>
                  <a:pt x="262" y="92"/>
                </a:cubicBezTo>
                <a:cubicBezTo>
                  <a:pt x="46" y="249"/>
                  <a:pt x="0" y="551"/>
                  <a:pt x="158" y="765"/>
                </a:cubicBezTo>
                <a:cubicBezTo>
                  <a:pt x="250" y="892"/>
                  <a:pt x="394" y="962"/>
                  <a:pt x="546" y="962"/>
                </a:cubicBezTo>
                <a:cubicBezTo>
                  <a:pt x="645" y="962"/>
                  <a:pt x="742" y="934"/>
                  <a:pt x="830" y="870"/>
                </a:cubicBezTo>
                <a:cubicBezTo>
                  <a:pt x="935" y="795"/>
                  <a:pt x="999" y="683"/>
                  <a:pt x="1021" y="557"/>
                </a:cubicBezTo>
                <a:cubicBezTo>
                  <a:pt x="1039" y="428"/>
                  <a:pt x="1010" y="300"/>
                  <a:pt x="935" y="196"/>
                </a:cubicBezTo>
                <a:cubicBezTo>
                  <a:pt x="859" y="92"/>
                  <a:pt x="742" y="29"/>
                  <a:pt x="616" y="5"/>
                </a:cubicBezTo>
                <a:cubicBezTo>
                  <a:pt x="591" y="2"/>
                  <a:pt x="567" y="0"/>
                  <a:pt x="54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6" name="Google Shape;4626;p75"/>
          <p:cNvGrpSpPr/>
          <p:nvPr/>
        </p:nvGrpSpPr>
        <p:grpSpPr>
          <a:xfrm rot="-1751942">
            <a:off x="8448855" y="3512443"/>
            <a:ext cx="121075" cy="113396"/>
            <a:chOff x="-1622839" y="4549431"/>
            <a:chExt cx="141542" cy="132566"/>
          </a:xfrm>
        </p:grpSpPr>
        <p:sp>
          <p:nvSpPr>
            <p:cNvPr id="4627" name="Google Shape;4627;p75"/>
            <p:cNvSpPr/>
            <p:nvPr/>
          </p:nvSpPr>
          <p:spPr>
            <a:xfrm>
              <a:off x="-1616225" y="4555572"/>
              <a:ext cx="132188" cy="120377"/>
            </a:xfrm>
            <a:custGeom>
              <a:avLst/>
              <a:gdLst/>
              <a:ahLst/>
              <a:cxnLst/>
              <a:rect l="l" t="t" r="r" b="b"/>
              <a:pathLst>
                <a:path w="1399" h="1274" extrusionOk="0">
                  <a:moveTo>
                    <a:pt x="709" y="1"/>
                  </a:moveTo>
                  <a:cubicBezTo>
                    <a:pt x="657" y="1"/>
                    <a:pt x="604" y="7"/>
                    <a:pt x="552" y="21"/>
                  </a:cubicBezTo>
                  <a:cubicBezTo>
                    <a:pt x="209" y="102"/>
                    <a:pt x="1" y="444"/>
                    <a:pt x="81" y="787"/>
                  </a:cubicBezTo>
                  <a:cubicBezTo>
                    <a:pt x="150" y="1079"/>
                    <a:pt x="414" y="1274"/>
                    <a:pt x="699" y="1274"/>
                  </a:cubicBezTo>
                  <a:cubicBezTo>
                    <a:pt x="748" y="1274"/>
                    <a:pt x="797" y="1268"/>
                    <a:pt x="847" y="1256"/>
                  </a:cubicBezTo>
                  <a:cubicBezTo>
                    <a:pt x="1189" y="1169"/>
                    <a:pt x="1398" y="827"/>
                    <a:pt x="1318" y="485"/>
                  </a:cubicBezTo>
                  <a:cubicBezTo>
                    <a:pt x="1248" y="195"/>
                    <a:pt x="992" y="1"/>
                    <a:pt x="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75"/>
            <p:cNvSpPr/>
            <p:nvPr/>
          </p:nvSpPr>
          <p:spPr>
            <a:xfrm>
              <a:off x="-1622839" y="4549431"/>
              <a:ext cx="141542" cy="132566"/>
            </a:xfrm>
            <a:custGeom>
              <a:avLst/>
              <a:gdLst/>
              <a:ahLst/>
              <a:cxnLst/>
              <a:rect l="l" t="t" r="r" b="b"/>
              <a:pathLst>
                <a:path w="1498" h="1403" extrusionOk="0">
                  <a:moveTo>
                    <a:pt x="772" y="132"/>
                  </a:moveTo>
                  <a:cubicBezTo>
                    <a:pt x="877" y="132"/>
                    <a:pt x="975" y="161"/>
                    <a:pt x="1067" y="213"/>
                  </a:cubicBezTo>
                  <a:cubicBezTo>
                    <a:pt x="1195" y="295"/>
                    <a:pt x="1289" y="416"/>
                    <a:pt x="1323" y="568"/>
                  </a:cubicBezTo>
                  <a:cubicBezTo>
                    <a:pt x="1364" y="712"/>
                    <a:pt x="1335" y="868"/>
                    <a:pt x="1259" y="996"/>
                  </a:cubicBezTo>
                  <a:cubicBezTo>
                    <a:pt x="1179" y="1130"/>
                    <a:pt x="1051" y="1222"/>
                    <a:pt x="906" y="1257"/>
                  </a:cubicBezTo>
                  <a:cubicBezTo>
                    <a:pt x="860" y="1268"/>
                    <a:pt x="814" y="1274"/>
                    <a:pt x="769" y="1274"/>
                  </a:cubicBezTo>
                  <a:cubicBezTo>
                    <a:pt x="512" y="1274"/>
                    <a:pt x="279" y="1095"/>
                    <a:pt x="215" y="834"/>
                  </a:cubicBezTo>
                  <a:cubicBezTo>
                    <a:pt x="140" y="533"/>
                    <a:pt x="331" y="220"/>
                    <a:pt x="633" y="143"/>
                  </a:cubicBezTo>
                  <a:cubicBezTo>
                    <a:pt x="679" y="137"/>
                    <a:pt x="726" y="132"/>
                    <a:pt x="772" y="132"/>
                  </a:cubicBezTo>
                  <a:close/>
                  <a:moveTo>
                    <a:pt x="777" y="0"/>
                  </a:moveTo>
                  <a:cubicBezTo>
                    <a:pt x="720" y="0"/>
                    <a:pt x="662" y="7"/>
                    <a:pt x="604" y="22"/>
                  </a:cubicBezTo>
                  <a:cubicBezTo>
                    <a:pt x="226" y="108"/>
                    <a:pt x="1" y="491"/>
                    <a:pt x="87" y="868"/>
                  </a:cubicBezTo>
                  <a:cubicBezTo>
                    <a:pt x="169" y="1187"/>
                    <a:pt x="453" y="1403"/>
                    <a:pt x="772" y="1403"/>
                  </a:cubicBezTo>
                  <a:cubicBezTo>
                    <a:pt x="824" y="1403"/>
                    <a:pt x="882" y="1396"/>
                    <a:pt x="935" y="1385"/>
                  </a:cubicBezTo>
                  <a:cubicBezTo>
                    <a:pt x="1115" y="1339"/>
                    <a:pt x="1271" y="1229"/>
                    <a:pt x="1369" y="1066"/>
                  </a:cubicBezTo>
                  <a:cubicBezTo>
                    <a:pt x="1468" y="903"/>
                    <a:pt x="1497" y="718"/>
                    <a:pt x="1450" y="538"/>
                  </a:cubicBezTo>
                  <a:cubicBezTo>
                    <a:pt x="1404" y="352"/>
                    <a:pt x="1294" y="201"/>
                    <a:pt x="1137" y="103"/>
                  </a:cubicBezTo>
                  <a:cubicBezTo>
                    <a:pt x="1026" y="35"/>
                    <a:pt x="903" y="0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29" name="Google Shape;4629;p75"/>
          <p:cNvGrpSpPr/>
          <p:nvPr/>
        </p:nvGrpSpPr>
        <p:grpSpPr>
          <a:xfrm>
            <a:off x="6725889" y="3996993"/>
            <a:ext cx="650920" cy="648414"/>
            <a:chOff x="1899384" y="2835470"/>
            <a:chExt cx="2512235" cy="2502562"/>
          </a:xfrm>
        </p:grpSpPr>
        <p:sp>
          <p:nvSpPr>
            <p:cNvPr id="4630" name="Google Shape;4630;p75"/>
            <p:cNvSpPr/>
            <p:nvPr/>
          </p:nvSpPr>
          <p:spPr>
            <a:xfrm>
              <a:off x="1899384" y="2835470"/>
              <a:ext cx="2512235" cy="2502562"/>
            </a:xfrm>
            <a:custGeom>
              <a:avLst/>
              <a:gdLst/>
              <a:ahLst/>
              <a:cxnLst/>
              <a:rect l="l" t="t" r="r" b="b"/>
              <a:pathLst>
                <a:path w="12564" h="12515" extrusionOk="0">
                  <a:moveTo>
                    <a:pt x="6282" y="3929"/>
                  </a:moveTo>
                  <a:cubicBezTo>
                    <a:pt x="6523" y="3929"/>
                    <a:pt x="6763" y="3975"/>
                    <a:pt x="7000" y="4051"/>
                  </a:cubicBezTo>
                  <a:cubicBezTo>
                    <a:pt x="8213" y="4453"/>
                    <a:pt x="8885" y="5770"/>
                    <a:pt x="8483" y="6980"/>
                  </a:cubicBezTo>
                  <a:cubicBezTo>
                    <a:pt x="8289" y="7565"/>
                    <a:pt x="7883" y="8056"/>
                    <a:pt x="7330" y="8326"/>
                  </a:cubicBezTo>
                  <a:cubicBezTo>
                    <a:pt x="7001" y="8495"/>
                    <a:pt x="6645" y="8579"/>
                    <a:pt x="6284" y="8579"/>
                  </a:cubicBezTo>
                  <a:cubicBezTo>
                    <a:pt x="6039" y="8579"/>
                    <a:pt x="5792" y="8540"/>
                    <a:pt x="5550" y="8462"/>
                  </a:cubicBezTo>
                  <a:cubicBezTo>
                    <a:pt x="4340" y="8071"/>
                    <a:pt x="3665" y="6757"/>
                    <a:pt x="4071" y="5529"/>
                  </a:cubicBezTo>
                  <a:cubicBezTo>
                    <a:pt x="4383" y="4557"/>
                    <a:pt x="5295" y="3929"/>
                    <a:pt x="6282" y="3929"/>
                  </a:cubicBezTo>
                  <a:close/>
                  <a:moveTo>
                    <a:pt x="6286" y="3714"/>
                  </a:moveTo>
                  <a:cubicBezTo>
                    <a:pt x="5208" y="3714"/>
                    <a:pt x="4209" y="4399"/>
                    <a:pt x="3859" y="5468"/>
                  </a:cubicBezTo>
                  <a:cubicBezTo>
                    <a:pt x="3429" y="6800"/>
                    <a:pt x="4161" y="8236"/>
                    <a:pt x="5493" y="8670"/>
                  </a:cubicBezTo>
                  <a:cubicBezTo>
                    <a:pt x="5744" y="8760"/>
                    <a:pt x="6013" y="8807"/>
                    <a:pt x="6282" y="8807"/>
                  </a:cubicBezTo>
                  <a:cubicBezTo>
                    <a:pt x="6673" y="8807"/>
                    <a:pt x="7061" y="8717"/>
                    <a:pt x="7434" y="8537"/>
                  </a:cubicBezTo>
                  <a:cubicBezTo>
                    <a:pt x="8034" y="8222"/>
                    <a:pt x="8483" y="7697"/>
                    <a:pt x="8691" y="7055"/>
                  </a:cubicBezTo>
                  <a:cubicBezTo>
                    <a:pt x="9139" y="5709"/>
                    <a:pt x="8407" y="4273"/>
                    <a:pt x="7075" y="3839"/>
                  </a:cubicBezTo>
                  <a:cubicBezTo>
                    <a:pt x="6813" y="3754"/>
                    <a:pt x="6547" y="3714"/>
                    <a:pt x="6286" y="3714"/>
                  </a:cubicBezTo>
                  <a:close/>
                  <a:moveTo>
                    <a:pt x="7673" y="216"/>
                  </a:moveTo>
                  <a:cubicBezTo>
                    <a:pt x="7708" y="216"/>
                    <a:pt x="7744" y="222"/>
                    <a:pt x="7779" y="235"/>
                  </a:cubicBezTo>
                  <a:lnTo>
                    <a:pt x="8633" y="519"/>
                  </a:lnTo>
                  <a:cubicBezTo>
                    <a:pt x="8795" y="565"/>
                    <a:pt x="8885" y="745"/>
                    <a:pt x="8827" y="910"/>
                  </a:cubicBezTo>
                  <a:lnTo>
                    <a:pt x="8454" y="2076"/>
                  </a:lnTo>
                  <a:cubicBezTo>
                    <a:pt x="8436" y="2119"/>
                    <a:pt x="8454" y="2180"/>
                    <a:pt x="8497" y="2195"/>
                  </a:cubicBezTo>
                  <a:cubicBezTo>
                    <a:pt x="9064" y="2507"/>
                    <a:pt x="9559" y="2927"/>
                    <a:pt x="9947" y="3451"/>
                  </a:cubicBezTo>
                  <a:cubicBezTo>
                    <a:pt x="9971" y="3472"/>
                    <a:pt x="10008" y="3485"/>
                    <a:pt x="10050" y="3485"/>
                  </a:cubicBezTo>
                  <a:cubicBezTo>
                    <a:pt x="10065" y="3485"/>
                    <a:pt x="10081" y="3484"/>
                    <a:pt x="10098" y="3480"/>
                  </a:cubicBezTo>
                  <a:lnTo>
                    <a:pt x="11189" y="2927"/>
                  </a:lnTo>
                  <a:cubicBezTo>
                    <a:pt x="11234" y="2901"/>
                    <a:pt x="11281" y="2888"/>
                    <a:pt x="11327" y="2888"/>
                  </a:cubicBezTo>
                  <a:cubicBezTo>
                    <a:pt x="11437" y="2888"/>
                    <a:pt x="11542" y="2957"/>
                    <a:pt x="11595" y="3063"/>
                  </a:cubicBezTo>
                  <a:lnTo>
                    <a:pt x="12011" y="3853"/>
                  </a:lnTo>
                  <a:cubicBezTo>
                    <a:pt x="12086" y="4004"/>
                    <a:pt x="12025" y="4198"/>
                    <a:pt x="11878" y="4273"/>
                  </a:cubicBezTo>
                  <a:lnTo>
                    <a:pt x="10769" y="4826"/>
                  </a:lnTo>
                  <a:cubicBezTo>
                    <a:pt x="10726" y="4858"/>
                    <a:pt x="10712" y="4901"/>
                    <a:pt x="10726" y="4962"/>
                  </a:cubicBezTo>
                  <a:cubicBezTo>
                    <a:pt x="10905" y="5576"/>
                    <a:pt x="10949" y="6219"/>
                    <a:pt x="10859" y="6861"/>
                  </a:cubicBezTo>
                  <a:cubicBezTo>
                    <a:pt x="10859" y="6922"/>
                    <a:pt x="10891" y="6965"/>
                    <a:pt x="10934" y="6980"/>
                  </a:cubicBezTo>
                  <a:lnTo>
                    <a:pt x="12101" y="7371"/>
                  </a:lnTo>
                  <a:cubicBezTo>
                    <a:pt x="12191" y="7400"/>
                    <a:pt x="12252" y="7443"/>
                    <a:pt x="12280" y="7518"/>
                  </a:cubicBezTo>
                  <a:cubicBezTo>
                    <a:pt x="12327" y="7593"/>
                    <a:pt x="12327" y="7683"/>
                    <a:pt x="12313" y="7759"/>
                  </a:cubicBezTo>
                  <a:lnTo>
                    <a:pt x="12025" y="8609"/>
                  </a:lnTo>
                  <a:cubicBezTo>
                    <a:pt x="11997" y="8685"/>
                    <a:pt x="11936" y="8760"/>
                    <a:pt x="11878" y="8789"/>
                  </a:cubicBezTo>
                  <a:cubicBezTo>
                    <a:pt x="11836" y="8815"/>
                    <a:pt x="11789" y="8826"/>
                    <a:pt x="11743" y="8826"/>
                  </a:cubicBezTo>
                  <a:cubicBezTo>
                    <a:pt x="11707" y="8826"/>
                    <a:pt x="11671" y="8819"/>
                    <a:pt x="11638" y="8807"/>
                  </a:cubicBezTo>
                  <a:lnTo>
                    <a:pt x="10471" y="8430"/>
                  </a:lnTo>
                  <a:cubicBezTo>
                    <a:pt x="10461" y="8426"/>
                    <a:pt x="10449" y="8424"/>
                    <a:pt x="10437" y="8424"/>
                  </a:cubicBezTo>
                  <a:cubicBezTo>
                    <a:pt x="10400" y="8424"/>
                    <a:pt x="10360" y="8441"/>
                    <a:pt x="10338" y="8476"/>
                  </a:cubicBezTo>
                  <a:cubicBezTo>
                    <a:pt x="10022" y="9044"/>
                    <a:pt x="9602" y="9539"/>
                    <a:pt x="9096" y="9927"/>
                  </a:cubicBezTo>
                  <a:cubicBezTo>
                    <a:pt x="9050" y="9955"/>
                    <a:pt x="9035" y="10016"/>
                    <a:pt x="9064" y="10077"/>
                  </a:cubicBezTo>
                  <a:lnTo>
                    <a:pt x="9620" y="11169"/>
                  </a:lnTo>
                  <a:cubicBezTo>
                    <a:pt x="9649" y="11244"/>
                    <a:pt x="9664" y="11319"/>
                    <a:pt x="9635" y="11391"/>
                  </a:cubicBezTo>
                  <a:cubicBezTo>
                    <a:pt x="9602" y="11481"/>
                    <a:pt x="9559" y="11542"/>
                    <a:pt x="9484" y="11571"/>
                  </a:cubicBezTo>
                  <a:lnTo>
                    <a:pt x="8676" y="11991"/>
                  </a:lnTo>
                  <a:cubicBezTo>
                    <a:pt x="8632" y="12013"/>
                    <a:pt x="8586" y="12023"/>
                    <a:pt x="8540" y="12023"/>
                  </a:cubicBezTo>
                  <a:cubicBezTo>
                    <a:pt x="8428" y="12023"/>
                    <a:pt x="8320" y="11962"/>
                    <a:pt x="8256" y="11858"/>
                  </a:cubicBezTo>
                  <a:lnTo>
                    <a:pt x="7704" y="10749"/>
                  </a:lnTo>
                  <a:cubicBezTo>
                    <a:pt x="7693" y="10716"/>
                    <a:pt x="7656" y="10700"/>
                    <a:pt x="7620" y="10700"/>
                  </a:cubicBezTo>
                  <a:cubicBezTo>
                    <a:pt x="7608" y="10700"/>
                    <a:pt x="7596" y="10702"/>
                    <a:pt x="7585" y="10705"/>
                  </a:cubicBezTo>
                  <a:cubicBezTo>
                    <a:pt x="7168" y="10825"/>
                    <a:pt x="6745" y="10884"/>
                    <a:pt x="6320" y="10884"/>
                  </a:cubicBezTo>
                  <a:cubicBezTo>
                    <a:pt x="6104" y="10884"/>
                    <a:pt x="5888" y="10868"/>
                    <a:pt x="5672" y="10838"/>
                  </a:cubicBezTo>
                  <a:cubicBezTo>
                    <a:pt x="5611" y="10838"/>
                    <a:pt x="5564" y="10871"/>
                    <a:pt x="5550" y="10914"/>
                  </a:cubicBezTo>
                  <a:lnTo>
                    <a:pt x="5177" y="12080"/>
                  </a:lnTo>
                  <a:cubicBezTo>
                    <a:pt x="5126" y="12216"/>
                    <a:pt x="4996" y="12301"/>
                    <a:pt x="4870" y="12301"/>
                  </a:cubicBezTo>
                  <a:cubicBezTo>
                    <a:pt x="4842" y="12301"/>
                    <a:pt x="4815" y="12297"/>
                    <a:pt x="4789" y="12288"/>
                  </a:cubicBezTo>
                  <a:lnTo>
                    <a:pt x="3920" y="12005"/>
                  </a:lnTo>
                  <a:cubicBezTo>
                    <a:pt x="3845" y="11976"/>
                    <a:pt x="3787" y="11915"/>
                    <a:pt x="3741" y="11858"/>
                  </a:cubicBezTo>
                  <a:cubicBezTo>
                    <a:pt x="3712" y="11782"/>
                    <a:pt x="3698" y="11693"/>
                    <a:pt x="3726" y="11617"/>
                  </a:cubicBezTo>
                  <a:lnTo>
                    <a:pt x="4114" y="10451"/>
                  </a:lnTo>
                  <a:cubicBezTo>
                    <a:pt x="4128" y="10390"/>
                    <a:pt x="4100" y="10347"/>
                    <a:pt x="4057" y="10314"/>
                  </a:cubicBezTo>
                  <a:cubicBezTo>
                    <a:pt x="3486" y="10002"/>
                    <a:pt x="3009" y="9582"/>
                    <a:pt x="2603" y="9076"/>
                  </a:cubicBezTo>
                  <a:cubicBezTo>
                    <a:pt x="2589" y="9044"/>
                    <a:pt x="2560" y="9029"/>
                    <a:pt x="2513" y="9029"/>
                  </a:cubicBezTo>
                  <a:cubicBezTo>
                    <a:pt x="2499" y="9029"/>
                    <a:pt x="2484" y="9029"/>
                    <a:pt x="2470" y="9044"/>
                  </a:cubicBezTo>
                  <a:lnTo>
                    <a:pt x="1379" y="9596"/>
                  </a:lnTo>
                  <a:cubicBezTo>
                    <a:pt x="1332" y="9617"/>
                    <a:pt x="1279" y="9630"/>
                    <a:pt x="1228" y="9630"/>
                  </a:cubicBezTo>
                  <a:cubicBezTo>
                    <a:pt x="1197" y="9630"/>
                    <a:pt x="1167" y="9625"/>
                    <a:pt x="1138" y="9614"/>
                  </a:cubicBezTo>
                  <a:cubicBezTo>
                    <a:pt x="1063" y="9582"/>
                    <a:pt x="1006" y="9539"/>
                    <a:pt x="959" y="9464"/>
                  </a:cubicBezTo>
                  <a:lnTo>
                    <a:pt x="557" y="8656"/>
                  </a:lnTo>
                  <a:cubicBezTo>
                    <a:pt x="510" y="8581"/>
                    <a:pt x="510" y="8505"/>
                    <a:pt x="539" y="8415"/>
                  </a:cubicBezTo>
                  <a:cubicBezTo>
                    <a:pt x="557" y="8340"/>
                    <a:pt x="614" y="8283"/>
                    <a:pt x="690" y="8236"/>
                  </a:cubicBezTo>
                  <a:lnTo>
                    <a:pt x="1781" y="7683"/>
                  </a:lnTo>
                  <a:cubicBezTo>
                    <a:pt x="1828" y="7669"/>
                    <a:pt x="1856" y="7608"/>
                    <a:pt x="1842" y="7565"/>
                  </a:cubicBezTo>
                  <a:cubicBezTo>
                    <a:pt x="1662" y="6937"/>
                    <a:pt x="1601" y="6294"/>
                    <a:pt x="1691" y="5648"/>
                  </a:cubicBezTo>
                  <a:cubicBezTo>
                    <a:pt x="1706" y="5605"/>
                    <a:pt x="1662" y="5544"/>
                    <a:pt x="1616" y="5529"/>
                  </a:cubicBezTo>
                  <a:lnTo>
                    <a:pt x="449" y="5156"/>
                  </a:lnTo>
                  <a:cubicBezTo>
                    <a:pt x="288" y="5095"/>
                    <a:pt x="198" y="4916"/>
                    <a:pt x="255" y="4768"/>
                  </a:cubicBezTo>
                  <a:lnTo>
                    <a:pt x="539" y="3900"/>
                  </a:lnTo>
                  <a:cubicBezTo>
                    <a:pt x="557" y="3824"/>
                    <a:pt x="614" y="3763"/>
                    <a:pt x="690" y="3720"/>
                  </a:cubicBezTo>
                  <a:cubicBezTo>
                    <a:pt x="737" y="3702"/>
                    <a:pt x="784" y="3689"/>
                    <a:pt x="834" y="3689"/>
                  </a:cubicBezTo>
                  <a:cubicBezTo>
                    <a:pt x="865" y="3689"/>
                    <a:pt x="896" y="3694"/>
                    <a:pt x="930" y="3706"/>
                  </a:cubicBezTo>
                  <a:lnTo>
                    <a:pt x="2097" y="4094"/>
                  </a:lnTo>
                  <a:cubicBezTo>
                    <a:pt x="2104" y="4096"/>
                    <a:pt x="2113" y="4097"/>
                    <a:pt x="2121" y="4097"/>
                  </a:cubicBezTo>
                  <a:cubicBezTo>
                    <a:pt x="2160" y="4097"/>
                    <a:pt x="2203" y="4071"/>
                    <a:pt x="2215" y="4033"/>
                  </a:cubicBezTo>
                  <a:cubicBezTo>
                    <a:pt x="2531" y="3465"/>
                    <a:pt x="2948" y="2974"/>
                    <a:pt x="3472" y="2582"/>
                  </a:cubicBezTo>
                  <a:cubicBezTo>
                    <a:pt x="3500" y="2554"/>
                    <a:pt x="3518" y="2493"/>
                    <a:pt x="3500" y="2450"/>
                  </a:cubicBezTo>
                  <a:lnTo>
                    <a:pt x="2948" y="1358"/>
                  </a:lnTo>
                  <a:cubicBezTo>
                    <a:pt x="2858" y="1208"/>
                    <a:pt x="2933" y="1014"/>
                    <a:pt x="3084" y="938"/>
                  </a:cubicBezTo>
                  <a:lnTo>
                    <a:pt x="3877" y="533"/>
                  </a:lnTo>
                  <a:cubicBezTo>
                    <a:pt x="3917" y="509"/>
                    <a:pt x="3962" y="499"/>
                    <a:pt x="4007" y="499"/>
                  </a:cubicBezTo>
                  <a:cubicBezTo>
                    <a:pt x="4043" y="499"/>
                    <a:pt x="4080" y="506"/>
                    <a:pt x="4114" y="519"/>
                  </a:cubicBezTo>
                  <a:cubicBezTo>
                    <a:pt x="4190" y="533"/>
                    <a:pt x="4265" y="594"/>
                    <a:pt x="4294" y="669"/>
                  </a:cubicBezTo>
                  <a:lnTo>
                    <a:pt x="4846" y="1760"/>
                  </a:lnTo>
                  <a:cubicBezTo>
                    <a:pt x="4873" y="1799"/>
                    <a:pt x="4907" y="1825"/>
                    <a:pt x="4952" y="1825"/>
                  </a:cubicBezTo>
                  <a:cubicBezTo>
                    <a:pt x="4962" y="1825"/>
                    <a:pt x="4972" y="1824"/>
                    <a:pt x="4983" y="1822"/>
                  </a:cubicBezTo>
                  <a:cubicBezTo>
                    <a:pt x="5408" y="1697"/>
                    <a:pt x="5846" y="1630"/>
                    <a:pt x="6289" y="1630"/>
                  </a:cubicBezTo>
                  <a:cubicBezTo>
                    <a:pt x="6486" y="1630"/>
                    <a:pt x="6684" y="1643"/>
                    <a:pt x="6882" y="1671"/>
                  </a:cubicBezTo>
                  <a:cubicBezTo>
                    <a:pt x="6890" y="1673"/>
                    <a:pt x="6898" y="1674"/>
                    <a:pt x="6905" y="1674"/>
                  </a:cubicBezTo>
                  <a:cubicBezTo>
                    <a:pt x="6954" y="1674"/>
                    <a:pt x="6988" y="1636"/>
                    <a:pt x="7000" y="1595"/>
                  </a:cubicBezTo>
                  <a:lnTo>
                    <a:pt x="7391" y="429"/>
                  </a:lnTo>
                  <a:cubicBezTo>
                    <a:pt x="7425" y="299"/>
                    <a:pt x="7543" y="216"/>
                    <a:pt x="7673" y="216"/>
                  </a:cubicBezTo>
                  <a:close/>
                  <a:moveTo>
                    <a:pt x="7677" y="0"/>
                  </a:moveTo>
                  <a:cubicBezTo>
                    <a:pt x="7459" y="0"/>
                    <a:pt x="7251" y="138"/>
                    <a:pt x="7180" y="353"/>
                  </a:cubicBezTo>
                  <a:lnTo>
                    <a:pt x="6821" y="1448"/>
                  </a:lnTo>
                  <a:cubicBezTo>
                    <a:pt x="6627" y="1424"/>
                    <a:pt x="6434" y="1412"/>
                    <a:pt x="6241" y="1412"/>
                  </a:cubicBezTo>
                  <a:cubicBezTo>
                    <a:pt x="5825" y="1412"/>
                    <a:pt x="5411" y="1468"/>
                    <a:pt x="5012" y="1581"/>
                  </a:cubicBezTo>
                  <a:lnTo>
                    <a:pt x="4487" y="565"/>
                  </a:lnTo>
                  <a:cubicBezTo>
                    <a:pt x="4430" y="443"/>
                    <a:pt x="4326" y="353"/>
                    <a:pt x="4190" y="310"/>
                  </a:cubicBezTo>
                  <a:cubicBezTo>
                    <a:pt x="4131" y="290"/>
                    <a:pt x="4069" y="278"/>
                    <a:pt x="4008" y="278"/>
                  </a:cubicBezTo>
                  <a:cubicBezTo>
                    <a:pt x="3930" y="278"/>
                    <a:pt x="3854" y="297"/>
                    <a:pt x="3787" y="339"/>
                  </a:cubicBezTo>
                  <a:lnTo>
                    <a:pt x="2980" y="745"/>
                  </a:lnTo>
                  <a:cubicBezTo>
                    <a:pt x="2725" y="877"/>
                    <a:pt x="2621" y="1193"/>
                    <a:pt x="2739" y="1448"/>
                  </a:cubicBezTo>
                  <a:lnTo>
                    <a:pt x="3263" y="2464"/>
                  </a:lnTo>
                  <a:cubicBezTo>
                    <a:pt x="2768" y="2852"/>
                    <a:pt x="2380" y="3315"/>
                    <a:pt x="2065" y="3853"/>
                  </a:cubicBezTo>
                  <a:lnTo>
                    <a:pt x="988" y="3494"/>
                  </a:lnTo>
                  <a:cubicBezTo>
                    <a:pt x="936" y="3477"/>
                    <a:pt x="884" y="3469"/>
                    <a:pt x="831" y="3469"/>
                  </a:cubicBezTo>
                  <a:cubicBezTo>
                    <a:pt x="749" y="3469"/>
                    <a:pt x="667" y="3489"/>
                    <a:pt x="586" y="3527"/>
                  </a:cubicBezTo>
                  <a:cubicBezTo>
                    <a:pt x="467" y="3584"/>
                    <a:pt x="360" y="3706"/>
                    <a:pt x="331" y="3839"/>
                  </a:cubicBezTo>
                  <a:lnTo>
                    <a:pt x="47" y="4693"/>
                  </a:lnTo>
                  <a:cubicBezTo>
                    <a:pt x="1" y="4826"/>
                    <a:pt x="19" y="4977"/>
                    <a:pt x="76" y="5095"/>
                  </a:cubicBezTo>
                  <a:cubicBezTo>
                    <a:pt x="137" y="5217"/>
                    <a:pt x="241" y="5321"/>
                    <a:pt x="377" y="5364"/>
                  </a:cubicBezTo>
                  <a:lnTo>
                    <a:pt x="1469" y="5709"/>
                  </a:lnTo>
                  <a:cubicBezTo>
                    <a:pt x="1393" y="6323"/>
                    <a:pt x="1436" y="6937"/>
                    <a:pt x="1601" y="7532"/>
                  </a:cubicBezTo>
                  <a:lnTo>
                    <a:pt x="586" y="8042"/>
                  </a:lnTo>
                  <a:cubicBezTo>
                    <a:pt x="467" y="8103"/>
                    <a:pt x="377" y="8222"/>
                    <a:pt x="331" y="8358"/>
                  </a:cubicBezTo>
                  <a:cubicBezTo>
                    <a:pt x="288" y="8491"/>
                    <a:pt x="288" y="8627"/>
                    <a:pt x="360" y="8760"/>
                  </a:cubicBezTo>
                  <a:lnTo>
                    <a:pt x="765" y="9553"/>
                  </a:lnTo>
                  <a:cubicBezTo>
                    <a:pt x="826" y="9686"/>
                    <a:pt x="930" y="9776"/>
                    <a:pt x="1063" y="9822"/>
                  </a:cubicBezTo>
                  <a:cubicBezTo>
                    <a:pt x="1117" y="9839"/>
                    <a:pt x="1172" y="9848"/>
                    <a:pt x="1227" y="9848"/>
                  </a:cubicBezTo>
                  <a:cubicBezTo>
                    <a:pt x="1312" y="9848"/>
                    <a:pt x="1395" y="9829"/>
                    <a:pt x="1469" y="9794"/>
                  </a:cubicBezTo>
                  <a:lnTo>
                    <a:pt x="2484" y="9284"/>
                  </a:lnTo>
                  <a:cubicBezTo>
                    <a:pt x="2872" y="9761"/>
                    <a:pt x="3339" y="10167"/>
                    <a:pt x="3877" y="10465"/>
                  </a:cubicBezTo>
                  <a:lnTo>
                    <a:pt x="3518" y="11542"/>
                  </a:lnTo>
                  <a:cubicBezTo>
                    <a:pt x="3472" y="11678"/>
                    <a:pt x="3486" y="11825"/>
                    <a:pt x="3547" y="11947"/>
                  </a:cubicBezTo>
                  <a:cubicBezTo>
                    <a:pt x="3608" y="12080"/>
                    <a:pt x="3726" y="12170"/>
                    <a:pt x="3859" y="12217"/>
                  </a:cubicBezTo>
                  <a:lnTo>
                    <a:pt x="4714" y="12500"/>
                  </a:lnTo>
                  <a:cubicBezTo>
                    <a:pt x="4775" y="12515"/>
                    <a:pt x="4818" y="12515"/>
                    <a:pt x="4879" y="12515"/>
                  </a:cubicBezTo>
                  <a:cubicBezTo>
                    <a:pt x="4968" y="12515"/>
                    <a:pt x="5044" y="12500"/>
                    <a:pt x="5116" y="12468"/>
                  </a:cubicBezTo>
                  <a:cubicBezTo>
                    <a:pt x="5238" y="12396"/>
                    <a:pt x="5342" y="12288"/>
                    <a:pt x="5385" y="12156"/>
                  </a:cubicBezTo>
                  <a:lnTo>
                    <a:pt x="5729" y="11079"/>
                  </a:lnTo>
                  <a:cubicBezTo>
                    <a:pt x="5908" y="11101"/>
                    <a:pt x="6086" y="11111"/>
                    <a:pt x="6265" y="11111"/>
                  </a:cubicBezTo>
                  <a:cubicBezTo>
                    <a:pt x="6699" y="11111"/>
                    <a:pt x="7131" y="11049"/>
                    <a:pt x="7556" y="10942"/>
                  </a:cubicBezTo>
                  <a:lnTo>
                    <a:pt x="8063" y="11947"/>
                  </a:lnTo>
                  <a:cubicBezTo>
                    <a:pt x="8158" y="12137"/>
                    <a:pt x="8341" y="12244"/>
                    <a:pt x="8535" y="12244"/>
                  </a:cubicBezTo>
                  <a:cubicBezTo>
                    <a:pt x="8617" y="12244"/>
                    <a:pt x="8700" y="12225"/>
                    <a:pt x="8780" y="12184"/>
                  </a:cubicBezTo>
                  <a:lnTo>
                    <a:pt x="9574" y="11782"/>
                  </a:lnTo>
                  <a:cubicBezTo>
                    <a:pt x="9710" y="11707"/>
                    <a:pt x="9800" y="11603"/>
                    <a:pt x="9843" y="11466"/>
                  </a:cubicBezTo>
                  <a:cubicBezTo>
                    <a:pt x="9890" y="11334"/>
                    <a:pt x="9872" y="11183"/>
                    <a:pt x="9814" y="11064"/>
                  </a:cubicBezTo>
                  <a:lnTo>
                    <a:pt x="9305" y="10045"/>
                  </a:lnTo>
                  <a:cubicBezTo>
                    <a:pt x="9782" y="9672"/>
                    <a:pt x="10188" y="9209"/>
                    <a:pt x="10486" y="8670"/>
                  </a:cubicBezTo>
                  <a:lnTo>
                    <a:pt x="11562" y="9015"/>
                  </a:lnTo>
                  <a:cubicBezTo>
                    <a:pt x="11622" y="9034"/>
                    <a:pt x="11683" y="9044"/>
                    <a:pt x="11744" y="9044"/>
                  </a:cubicBezTo>
                  <a:cubicBezTo>
                    <a:pt x="11822" y="9044"/>
                    <a:pt x="11899" y="9027"/>
                    <a:pt x="11968" y="8986"/>
                  </a:cubicBezTo>
                  <a:cubicBezTo>
                    <a:pt x="12101" y="8925"/>
                    <a:pt x="12191" y="8821"/>
                    <a:pt x="12237" y="8685"/>
                  </a:cubicBezTo>
                  <a:lnTo>
                    <a:pt x="12521" y="7820"/>
                  </a:lnTo>
                  <a:cubicBezTo>
                    <a:pt x="12564" y="7683"/>
                    <a:pt x="12549" y="7550"/>
                    <a:pt x="12492" y="7414"/>
                  </a:cubicBezTo>
                  <a:cubicBezTo>
                    <a:pt x="12417" y="7295"/>
                    <a:pt x="12313" y="7206"/>
                    <a:pt x="12176" y="7159"/>
                  </a:cubicBezTo>
                  <a:lnTo>
                    <a:pt x="11099" y="6800"/>
                  </a:lnTo>
                  <a:cubicBezTo>
                    <a:pt x="11175" y="6186"/>
                    <a:pt x="11114" y="5576"/>
                    <a:pt x="10967" y="4991"/>
                  </a:cubicBezTo>
                  <a:lnTo>
                    <a:pt x="11968" y="4467"/>
                  </a:lnTo>
                  <a:cubicBezTo>
                    <a:pt x="12237" y="4334"/>
                    <a:pt x="12341" y="4018"/>
                    <a:pt x="12205" y="3763"/>
                  </a:cubicBezTo>
                  <a:lnTo>
                    <a:pt x="11803" y="2956"/>
                  </a:lnTo>
                  <a:cubicBezTo>
                    <a:pt x="11705" y="2775"/>
                    <a:pt x="11508" y="2669"/>
                    <a:pt x="11310" y="2669"/>
                  </a:cubicBezTo>
                  <a:cubicBezTo>
                    <a:pt x="11234" y="2669"/>
                    <a:pt x="11156" y="2685"/>
                    <a:pt x="11085" y="2719"/>
                  </a:cubicBezTo>
                  <a:lnTo>
                    <a:pt x="10069" y="3243"/>
                  </a:lnTo>
                  <a:cubicBezTo>
                    <a:pt x="9692" y="2748"/>
                    <a:pt x="9229" y="2360"/>
                    <a:pt x="8691" y="2044"/>
                  </a:cubicBezTo>
                  <a:lnTo>
                    <a:pt x="9035" y="967"/>
                  </a:lnTo>
                  <a:cubicBezTo>
                    <a:pt x="9125" y="698"/>
                    <a:pt x="8974" y="400"/>
                    <a:pt x="8705" y="310"/>
                  </a:cubicBezTo>
                  <a:lnTo>
                    <a:pt x="7840" y="27"/>
                  </a:lnTo>
                  <a:cubicBezTo>
                    <a:pt x="7786" y="9"/>
                    <a:pt x="7732" y="0"/>
                    <a:pt x="7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75"/>
            <p:cNvSpPr/>
            <p:nvPr/>
          </p:nvSpPr>
          <p:spPr>
            <a:xfrm>
              <a:off x="1980167" y="2898060"/>
              <a:ext cx="2350671" cy="2377384"/>
            </a:xfrm>
            <a:custGeom>
              <a:avLst/>
              <a:gdLst/>
              <a:ahLst/>
              <a:cxnLst/>
              <a:rect l="l" t="t" r="r" b="b"/>
              <a:pathLst>
                <a:path w="11756" h="11889" extrusionOk="0">
                  <a:moveTo>
                    <a:pt x="6056" y="3321"/>
                  </a:moveTo>
                  <a:cubicBezTo>
                    <a:pt x="6325" y="3321"/>
                    <a:pt x="6580" y="3350"/>
                    <a:pt x="6849" y="3439"/>
                  </a:cubicBezTo>
                  <a:cubicBezTo>
                    <a:pt x="7492" y="3651"/>
                    <a:pt x="8016" y="4100"/>
                    <a:pt x="8332" y="4710"/>
                  </a:cubicBezTo>
                  <a:cubicBezTo>
                    <a:pt x="8629" y="5324"/>
                    <a:pt x="8690" y="6013"/>
                    <a:pt x="8479" y="6656"/>
                  </a:cubicBezTo>
                  <a:cubicBezTo>
                    <a:pt x="8271" y="7298"/>
                    <a:pt x="7807" y="7822"/>
                    <a:pt x="7208" y="8138"/>
                  </a:cubicBezTo>
                  <a:cubicBezTo>
                    <a:pt x="7147" y="8167"/>
                    <a:pt x="7090" y="8181"/>
                    <a:pt x="7029" y="8210"/>
                  </a:cubicBezTo>
                  <a:cubicBezTo>
                    <a:pt x="6968" y="8242"/>
                    <a:pt x="6924" y="8285"/>
                    <a:pt x="6863" y="8317"/>
                  </a:cubicBezTo>
                  <a:cubicBezTo>
                    <a:pt x="6490" y="8497"/>
                    <a:pt x="6102" y="8587"/>
                    <a:pt x="5711" y="8587"/>
                  </a:cubicBezTo>
                  <a:cubicBezTo>
                    <a:pt x="5442" y="8587"/>
                    <a:pt x="5173" y="8540"/>
                    <a:pt x="4922" y="8450"/>
                  </a:cubicBezTo>
                  <a:cubicBezTo>
                    <a:pt x="3590" y="8016"/>
                    <a:pt x="2858" y="6580"/>
                    <a:pt x="3288" y="5248"/>
                  </a:cubicBezTo>
                  <a:cubicBezTo>
                    <a:pt x="3529" y="4516"/>
                    <a:pt x="4067" y="3963"/>
                    <a:pt x="4742" y="3694"/>
                  </a:cubicBezTo>
                  <a:cubicBezTo>
                    <a:pt x="5130" y="3454"/>
                    <a:pt x="5593" y="3321"/>
                    <a:pt x="6056" y="3321"/>
                  </a:cubicBezTo>
                  <a:close/>
                  <a:moveTo>
                    <a:pt x="7179" y="1"/>
                  </a:moveTo>
                  <a:cubicBezTo>
                    <a:pt x="7179" y="15"/>
                    <a:pt x="7165" y="29"/>
                    <a:pt x="7165" y="29"/>
                  </a:cubicBezTo>
                  <a:lnTo>
                    <a:pt x="6788" y="1196"/>
                  </a:lnTo>
                  <a:cubicBezTo>
                    <a:pt x="6774" y="1243"/>
                    <a:pt x="6731" y="1271"/>
                    <a:pt x="6684" y="1271"/>
                  </a:cubicBezTo>
                  <a:lnTo>
                    <a:pt x="6670" y="1271"/>
                  </a:lnTo>
                  <a:cubicBezTo>
                    <a:pt x="6594" y="1271"/>
                    <a:pt x="6537" y="1257"/>
                    <a:pt x="6476" y="1257"/>
                  </a:cubicBezTo>
                  <a:lnTo>
                    <a:pt x="6429" y="1375"/>
                  </a:lnTo>
                  <a:cubicBezTo>
                    <a:pt x="6415" y="1422"/>
                    <a:pt x="6386" y="1451"/>
                    <a:pt x="6325" y="1451"/>
                  </a:cubicBezTo>
                  <a:lnTo>
                    <a:pt x="6311" y="1451"/>
                  </a:lnTo>
                  <a:cubicBezTo>
                    <a:pt x="6117" y="1422"/>
                    <a:pt x="5909" y="1408"/>
                    <a:pt x="5697" y="1408"/>
                  </a:cubicBezTo>
                  <a:cubicBezTo>
                    <a:pt x="5263" y="1408"/>
                    <a:pt x="4832" y="1479"/>
                    <a:pt x="4412" y="1602"/>
                  </a:cubicBezTo>
                  <a:lnTo>
                    <a:pt x="4383" y="1602"/>
                  </a:lnTo>
                  <a:cubicBezTo>
                    <a:pt x="4336" y="1602"/>
                    <a:pt x="4293" y="1587"/>
                    <a:pt x="4275" y="1540"/>
                  </a:cubicBezTo>
                  <a:lnTo>
                    <a:pt x="3723" y="449"/>
                  </a:lnTo>
                  <a:cubicBezTo>
                    <a:pt x="3694" y="374"/>
                    <a:pt x="3619" y="313"/>
                    <a:pt x="3543" y="299"/>
                  </a:cubicBezTo>
                  <a:cubicBezTo>
                    <a:pt x="3514" y="284"/>
                    <a:pt x="3486" y="284"/>
                    <a:pt x="3453" y="284"/>
                  </a:cubicBezTo>
                  <a:cubicBezTo>
                    <a:pt x="3396" y="284"/>
                    <a:pt x="3349" y="284"/>
                    <a:pt x="3306" y="313"/>
                  </a:cubicBezTo>
                  <a:lnTo>
                    <a:pt x="3260" y="331"/>
                  </a:lnTo>
                  <a:lnTo>
                    <a:pt x="2858" y="539"/>
                  </a:lnTo>
                  <a:cubicBezTo>
                    <a:pt x="2782" y="582"/>
                    <a:pt x="2721" y="643"/>
                    <a:pt x="2707" y="718"/>
                  </a:cubicBezTo>
                  <a:cubicBezTo>
                    <a:pt x="2678" y="808"/>
                    <a:pt x="2678" y="884"/>
                    <a:pt x="2721" y="959"/>
                  </a:cubicBezTo>
                  <a:lnTo>
                    <a:pt x="3274" y="2050"/>
                  </a:lnTo>
                  <a:cubicBezTo>
                    <a:pt x="3306" y="2093"/>
                    <a:pt x="3288" y="2154"/>
                    <a:pt x="3245" y="2183"/>
                  </a:cubicBezTo>
                  <a:cubicBezTo>
                    <a:pt x="2721" y="2589"/>
                    <a:pt x="2301" y="3066"/>
                    <a:pt x="2003" y="3633"/>
                  </a:cubicBezTo>
                  <a:cubicBezTo>
                    <a:pt x="1975" y="3680"/>
                    <a:pt x="1942" y="3694"/>
                    <a:pt x="1899" y="3694"/>
                  </a:cubicBezTo>
                  <a:lnTo>
                    <a:pt x="1870" y="3694"/>
                  </a:lnTo>
                  <a:lnTo>
                    <a:pt x="1748" y="3651"/>
                  </a:lnTo>
                  <a:cubicBezTo>
                    <a:pt x="1705" y="3709"/>
                    <a:pt x="1673" y="3755"/>
                    <a:pt x="1644" y="3813"/>
                  </a:cubicBezTo>
                  <a:cubicBezTo>
                    <a:pt x="1630" y="3859"/>
                    <a:pt x="1583" y="3874"/>
                    <a:pt x="1555" y="3874"/>
                  </a:cubicBezTo>
                  <a:lnTo>
                    <a:pt x="1526" y="3874"/>
                  </a:lnTo>
                  <a:lnTo>
                    <a:pt x="359" y="3486"/>
                  </a:lnTo>
                  <a:lnTo>
                    <a:pt x="327" y="3486"/>
                  </a:lnTo>
                  <a:cubicBezTo>
                    <a:pt x="313" y="3486"/>
                    <a:pt x="313" y="3500"/>
                    <a:pt x="313" y="3515"/>
                  </a:cubicBezTo>
                  <a:lnTo>
                    <a:pt x="29" y="4369"/>
                  </a:lnTo>
                  <a:cubicBezTo>
                    <a:pt x="0" y="4441"/>
                    <a:pt x="15" y="4531"/>
                    <a:pt x="43" y="4606"/>
                  </a:cubicBezTo>
                  <a:cubicBezTo>
                    <a:pt x="90" y="4667"/>
                    <a:pt x="147" y="4728"/>
                    <a:pt x="223" y="4757"/>
                  </a:cubicBezTo>
                  <a:lnTo>
                    <a:pt x="1389" y="5130"/>
                  </a:lnTo>
                  <a:cubicBezTo>
                    <a:pt x="1450" y="5144"/>
                    <a:pt x="1479" y="5205"/>
                    <a:pt x="1465" y="5248"/>
                  </a:cubicBezTo>
                  <a:cubicBezTo>
                    <a:pt x="1389" y="5895"/>
                    <a:pt x="1436" y="6537"/>
                    <a:pt x="1616" y="7165"/>
                  </a:cubicBezTo>
                  <a:cubicBezTo>
                    <a:pt x="1630" y="7208"/>
                    <a:pt x="1616" y="7269"/>
                    <a:pt x="1555" y="7284"/>
                  </a:cubicBezTo>
                  <a:lnTo>
                    <a:pt x="1135" y="7510"/>
                  </a:lnTo>
                  <a:lnTo>
                    <a:pt x="463" y="7851"/>
                  </a:lnTo>
                  <a:cubicBezTo>
                    <a:pt x="388" y="7883"/>
                    <a:pt x="345" y="7941"/>
                    <a:pt x="313" y="8030"/>
                  </a:cubicBezTo>
                  <a:cubicBezTo>
                    <a:pt x="284" y="8106"/>
                    <a:pt x="298" y="8181"/>
                    <a:pt x="327" y="8256"/>
                  </a:cubicBezTo>
                  <a:lnTo>
                    <a:pt x="733" y="9064"/>
                  </a:lnTo>
                  <a:cubicBezTo>
                    <a:pt x="794" y="9168"/>
                    <a:pt x="898" y="9229"/>
                    <a:pt x="1016" y="9229"/>
                  </a:cubicBezTo>
                  <a:cubicBezTo>
                    <a:pt x="1063" y="9229"/>
                    <a:pt x="1106" y="9229"/>
                    <a:pt x="1153" y="9197"/>
                  </a:cubicBezTo>
                  <a:lnTo>
                    <a:pt x="1899" y="8824"/>
                  </a:lnTo>
                  <a:lnTo>
                    <a:pt x="2244" y="8644"/>
                  </a:lnTo>
                  <a:cubicBezTo>
                    <a:pt x="2258" y="8630"/>
                    <a:pt x="2272" y="8630"/>
                    <a:pt x="2301" y="8630"/>
                  </a:cubicBezTo>
                  <a:cubicBezTo>
                    <a:pt x="2333" y="8630"/>
                    <a:pt x="2362" y="8644"/>
                    <a:pt x="2377" y="8676"/>
                  </a:cubicBezTo>
                  <a:cubicBezTo>
                    <a:pt x="2782" y="9197"/>
                    <a:pt x="3260" y="9617"/>
                    <a:pt x="3827" y="9915"/>
                  </a:cubicBezTo>
                  <a:cubicBezTo>
                    <a:pt x="3888" y="9947"/>
                    <a:pt x="3902" y="10004"/>
                    <a:pt x="3888" y="10051"/>
                  </a:cubicBezTo>
                  <a:lnTo>
                    <a:pt x="3500" y="11218"/>
                  </a:lnTo>
                  <a:cubicBezTo>
                    <a:pt x="3486" y="11293"/>
                    <a:pt x="3486" y="11383"/>
                    <a:pt x="3529" y="11458"/>
                  </a:cubicBezTo>
                  <a:cubicBezTo>
                    <a:pt x="3557" y="11530"/>
                    <a:pt x="3619" y="11577"/>
                    <a:pt x="3708" y="11605"/>
                  </a:cubicBezTo>
                  <a:lnTo>
                    <a:pt x="4563" y="11889"/>
                  </a:lnTo>
                  <a:lnTo>
                    <a:pt x="4591" y="11889"/>
                  </a:lnTo>
                  <a:cubicBezTo>
                    <a:pt x="4591" y="11889"/>
                    <a:pt x="4591" y="11875"/>
                    <a:pt x="4606" y="11860"/>
                  </a:cubicBezTo>
                  <a:lnTo>
                    <a:pt x="4979" y="10694"/>
                  </a:lnTo>
                  <a:cubicBezTo>
                    <a:pt x="4993" y="10651"/>
                    <a:pt x="5040" y="10618"/>
                    <a:pt x="5083" y="10618"/>
                  </a:cubicBezTo>
                  <a:lnTo>
                    <a:pt x="5101" y="10618"/>
                  </a:lnTo>
                  <a:cubicBezTo>
                    <a:pt x="5158" y="10633"/>
                    <a:pt x="5234" y="10633"/>
                    <a:pt x="5295" y="10651"/>
                  </a:cubicBezTo>
                  <a:lnTo>
                    <a:pt x="5324" y="10529"/>
                  </a:lnTo>
                  <a:cubicBezTo>
                    <a:pt x="5338" y="10485"/>
                    <a:pt x="5385" y="10453"/>
                    <a:pt x="5428" y="10453"/>
                  </a:cubicBezTo>
                  <a:lnTo>
                    <a:pt x="5442" y="10453"/>
                  </a:lnTo>
                  <a:cubicBezTo>
                    <a:pt x="5654" y="10471"/>
                    <a:pt x="5862" y="10485"/>
                    <a:pt x="6056" y="10485"/>
                  </a:cubicBezTo>
                  <a:cubicBezTo>
                    <a:pt x="6504" y="10485"/>
                    <a:pt x="6939" y="10424"/>
                    <a:pt x="7359" y="10306"/>
                  </a:cubicBezTo>
                  <a:lnTo>
                    <a:pt x="7387" y="10306"/>
                  </a:lnTo>
                  <a:cubicBezTo>
                    <a:pt x="7434" y="10306"/>
                    <a:pt x="7463" y="10320"/>
                    <a:pt x="7492" y="10363"/>
                  </a:cubicBezTo>
                  <a:lnTo>
                    <a:pt x="8044" y="11458"/>
                  </a:lnTo>
                  <a:cubicBezTo>
                    <a:pt x="8077" y="11530"/>
                    <a:pt x="8134" y="11577"/>
                    <a:pt x="8224" y="11605"/>
                  </a:cubicBezTo>
                  <a:cubicBezTo>
                    <a:pt x="8256" y="11620"/>
                    <a:pt x="8285" y="11620"/>
                    <a:pt x="8314" y="11620"/>
                  </a:cubicBezTo>
                  <a:cubicBezTo>
                    <a:pt x="8360" y="11620"/>
                    <a:pt x="8403" y="11605"/>
                    <a:pt x="8450" y="11591"/>
                  </a:cubicBezTo>
                  <a:lnTo>
                    <a:pt x="8913" y="11351"/>
                  </a:lnTo>
                  <a:cubicBezTo>
                    <a:pt x="8988" y="11322"/>
                    <a:pt x="9031" y="11261"/>
                    <a:pt x="9064" y="11171"/>
                  </a:cubicBezTo>
                  <a:cubicBezTo>
                    <a:pt x="9093" y="11099"/>
                    <a:pt x="9078" y="11024"/>
                    <a:pt x="9049" y="10949"/>
                  </a:cubicBezTo>
                  <a:lnTo>
                    <a:pt x="8493" y="9857"/>
                  </a:lnTo>
                  <a:cubicBezTo>
                    <a:pt x="8464" y="9796"/>
                    <a:pt x="8479" y="9735"/>
                    <a:pt x="8525" y="9707"/>
                  </a:cubicBezTo>
                  <a:cubicBezTo>
                    <a:pt x="9031" y="9319"/>
                    <a:pt x="9451" y="8824"/>
                    <a:pt x="9767" y="8256"/>
                  </a:cubicBezTo>
                  <a:cubicBezTo>
                    <a:pt x="9782" y="8228"/>
                    <a:pt x="9825" y="8195"/>
                    <a:pt x="9871" y="8195"/>
                  </a:cubicBezTo>
                  <a:cubicBezTo>
                    <a:pt x="9871" y="8195"/>
                    <a:pt x="9886" y="8210"/>
                    <a:pt x="9900" y="8210"/>
                  </a:cubicBezTo>
                  <a:lnTo>
                    <a:pt x="10019" y="8242"/>
                  </a:lnTo>
                  <a:cubicBezTo>
                    <a:pt x="10051" y="8195"/>
                    <a:pt x="10080" y="8138"/>
                    <a:pt x="10108" y="8077"/>
                  </a:cubicBezTo>
                  <a:cubicBezTo>
                    <a:pt x="10141" y="8048"/>
                    <a:pt x="10169" y="8030"/>
                    <a:pt x="10216" y="8030"/>
                  </a:cubicBezTo>
                  <a:lnTo>
                    <a:pt x="10245" y="8030"/>
                  </a:lnTo>
                  <a:lnTo>
                    <a:pt x="11411" y="8407"/>
                  </a:lnTo>
                  <a:cubicBezTo>
                    <a:pt x="11426" y="8422"/>
                    <a:pt x="11426" y="8422"/>
                    <a:pt x="11440" y="8422"/>
                  </a:cubicBezTo>
                  <a:cubicBezTo>
                    <a:pt x="11440" y="8407"/>
                    <a:pt x="11454" y="8407"/>
                    <a:pt x="11454" y="8389"/>
                  </a:cubicBezTo>
                  <a:lnTo>
                    <a:pt x="11742" y="7539"/>
                  </a:lnTo>
                  <a:cubicBezTo>
                    <a:pt x="11756" y="7463"/>
                    <a:pt x="11756" y="7373"/>
                    <a:pt x="11709" y="7298"/>
                  </a:cubicBezTo>
                  <a:cubicBezTo>
                    <a:pt x="11681" y="7223"/>
                    <a:pt x="11620" y="7180"/>
                    <a:pt x="11530" y="7151"/>
                  </a:cubicBezTo>
                  <a:lnTo>
                    <a:pt x="10363" y="6760"/>
                  </a:lnTo>
                  <a:cubicBezTo>
                    <a:pt x="10320" y="6745"/>
                    <a:pt x="10288" y="6702"/>
                    <a:pt x="10288" y="6641"/>
                  </a:cubicBezTo>
                  <a:cubicBezTo>
                    <a:pt x="10378" y="5999"/>
                    <a:pt x="10334" y="5356"/>
                    <a:pt x="10155" y="4742"/>
                  </a:cubicBezTo>
                  <a:cubicBezTo>
                    <a:pt x="10141" y="4681"/>
                    <a:pt x="10155" y="4638"/>
                    <a:pt x="10198" y="4606"/>
                  </a:cubicBezTo>
                  <a:lnTo>
                    <a:pt x="10812" y="4308"/>
                  </a:lnTo>
                  <a:lnTo>
                    <a:pt x="11307" y="4053"/>
                  </a:lnTo>
                  <a:cubicBezTo>
                    <a:pt x="11454" y="3978"/>
                    <a:pt x="11515" y="3784"/>
                    <a:pt x="11440" y="3633"/>
                  </a:cubicBezTo>
                  <a:lnTo>
                    <a:pt x="11024" y="2843"/>
                  </a:lnTo>
                  <a:cubicBezTo>
                    <a:pt x="10977" y="2736"/>
                    <a:pt x="10859" y="2664"/>
                    <a:pt x="10754" y="2664"/>
                  </a:cubicBezTo>
                  <a:cubicBezTo>
                    <a:pt x="10708" y="2664"/>
                    <a:pt x="10665" y="2678"/>
                    <a:pt x="10618" y="2693"/>
                  </a:cubicBezTo>
                  <a:lnTo>
                    <a:pt x="9871" y="3080"/>
                  </a:lnTo>
                  <a:lnTo>
                    <a:pt x="9527" y="3260"/>
                  </a:lnTo>
                  <a:lnTo>
                    <a:pt x="9466" y="3260"/>
                  </a:lnTo>
                  <a:cubicBezTo>
                    <a:pt x="9437" y="3260"/>
                    <a:pt x="9408" y="3245"/>
                    <a:pt x="9376" y="3231"/>
                  </a:cubicBezTo>
                  <a:cubicBezTo>
                    <a:pt x="8988" y="2707"/>
                    <a:pt x="8493" y="2287"/>
                    <a:pt x="7926" y="1975"/>
                  </a:cubicBezTo>
                  <a:cubicBezTo>
                    <a:pt x="7883" y="1960"/>
                    <a:pt x="7865" y="1899"/>
                    <a:pt x="7883" y="1856"/>
                  </a:cubicBezTo>
                  <a:lnTo>
                    <a:pt x="8256" y="690"/>
                  </a:lnTo>
                  <a:cubicBezTo>
                    <a:pt x="8314" y="525"/>
                    <a:pt x="8224" y="345"/>
                    <a:pt x="8062" y="299"/>
                  </a:cubicBezTo>
                  <a:lnTo>
                    <a:pt x="7208" y="15"/>
                  </a:lnTo>
                  <a:cubicBezTo>
                    <a:pt x="7194" y="15"/>
                    <a:pt x="7194" y="1"/>
                    <a:pt x="7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2" name="Google Shape;4632;p75"/>
          <p:cNvGrpSpPr/>
          <p:nvPr/>
        </p:nvGrpSpPr>
        <p:grpSpPr>
          <a:xfrm>
            <a:off x="7376809" y="3477513"/>
            <a:ext cx="961494" cy="474270"/>
            <a:chOff x="6539450" y="2236325"/>
            <a:chExt cx="834775" cy="411800"/>
          </a:xfrm>
        </p:grpSpPr>
        <p:sp>
          <p:nvSpPr>
            <p:cNvPr id="4633" name="Google Shape;4633;p75"/>
            <p:cNvSpPr/>
            <p:nvPr/>
          </p:nvSpPr>
          <p:spPr>
            <a:xfrm>
              <a:off x="6883750" y="2260000"/>
              <a:ext cx="404550" cy="356125"/>
            </a:xfrm>
            <a:custGeom>
              <a:avLst/>
              <a:gdLst/>
              <a:ahLst/>
              <a:cxnLst/>
              <a:rect l="l" t="t" r="r" b="b"/>
              <a:pathLst>
                <a:path w="16182" h="14245" extrusionOk="0">
                  <a:moveTo>
                    <a:pt x="368" y="0"/>
                  </a:moveTo>
                  <a:cubicBezTo>
                    <a:pt x="149" y="0"/>
                    <a:pt x="0" y="184"/>
                    <a:pt x="0" y="368"/>
                  </a:cubicBezTo>
                  <a:lnTo>
                    <a:pt x="0" y="13876"/>
                  </a:lnTo>
                  <a:cubicBezTo>
                    <a:pt x="0" y="14096"/>
                    <a:pt x="149" y="14245"/>
                    <a:pt x="368" y="14245"/>
                  </a:cubicBezTo>
                  <a:lnTo>
                    <a:pt x="14648" y="14245"/>
                  </a:lnTo>
                  <a:cubicBezTo>
                    <a:pt x="14797" y="14245"/>
                    <a:pt x="14937" y="14131"/>
                    <a:pt x="14972" y="14025"/>
                  </a:cubicBezTo>
                  <a:lnTo>
                    <a:pt x="16147" y="10808"/>
                  </a:lnTo>
                  <a:cubicBezTo>
                    <a:pt x="16182" y="10668"/>
                    <a:pt x="16147" y="10519"/>
                    <a:pt x="16033" y="10405"/>
                  </a:cubicBezTo>
                  <a:lnTo>
                    <a:pt x="5733" y="1937"/>
                  </a:lnTo>
                  <a:cubicBezTo>
                    <a:pt x="5663" y="1902"/>
                    <a:pt x="5628" y="1858"/>
                    <a:pt x="5628" y="1788"/>
                  </a:cubicBezTo>
                  <a:lnTo>
                    <a:pt x="5076" y="254"/>
                  </a:lnTo>
                  <a:cubicBezTo>
                    <a:pt x="5005" y="105"/>
                    <a:pt x="4892" y="0"/>
                    <a:pt x="47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75"/>
            <p:cNvSpPr/>
            <p:nvPr/>
          </p:nvSpPr>
          <p:spPr>
            <a:xfrm>
              <a:off x="6881100" y="2257150"/>
              <a:ext cx="410925" cy="361600"/>
            </a:xfrm>
            <a:custGeom>
              <a:avLst/>
              <a:gdLst/>
              <a:ahLst/>
              <a:cxnLst/>
              <a:rect l="l" t="t" r="r" b="b"/>
              <a:pathLst>
                <a:path w="16437" h="14464" extrusionOk="0">
                  <a:moveTo>
                    <a:pt x="4822" y="219"/>
                  </a:moveTo>
                  <a:cubicBezTo>
                    <a:pt x="4927" y="219"/>
                    <a:pt x="5041" y="298"/>
                    <a:pt x="5076" y="403"/>
                  </a:cubicBezTo>
                  <a:lnTo>
                    <a:pt x="5620" y="1937"/>
                  </a:lnTo>
                  <a:cubicBezTo>
                    <a:pt x="5655" y="2016"/>
                    <a:pt x="5699" y="2086"/>
                    <a:pt x="5769" y="2157"/>
                  </a:cubicBezTo>
                  <a:lnTo>
                    <a:pt x="16069" y="10598"/>
                  </a:lnTo>
                  <a:cubicBezTo>
                    <a:pt x="16139" y="10668"/>
                    <a:pt x="16174" y="10782"/>
                    <a:pt x="16139" y="10887"/>
                  </a:cubicBezTo>
                  <a:lnTo>
                    <a:pt x="14973" y="14069"/>
                  </a:lnTo>
                  <a:cubicBezTo>
                    <a:pt x="14938" y="14174"/>
                    <a:pt x="14859" y="14245"/>
                    <a:pt x="14754" y="14245"/>
                  </a:cubicBezTo>
                  <a:lnTo>
                    <a:pt x="474" y="14245"/>
                  </a:lnTo>
                  <a:cubicBezTo>
                    <a:pt x="325" y="14245"/>
                    <a:pt x="220" y="14139"/>
                    <a:pt x="220" y="13990"/>
                  </a:cubicBezTo>
                  <a:lnTo>
                    <a:pt x="220" y="482"/>
                  </a:lnTo>
                  <a:cubicBezTo>
                    <a:pt x="220" y="333"/>
                    <a:pt x="325" y="219"/>
                    <a:pt x="474" y="219"/>
                  </a:cubicBezTo>
                  <a:close/>
                  <a:moveTo>
                    <a:pt x="474" y="0"/>
                  </a:moveTo>
                  <a:cubicBezTo>
                    <a:pt x="176" y="0"/>
                    <a:pt x="1" y="219"/>
                    <a:pt x="1" y="482"/>
                  </a:cubicBezTo>
                  <a:lnTo>
                    <a:pt x="1" y="13990"/>
                  </a:lnTo>
                  <a:cubicBezTo>
                    <a:pt x="1" y="14245"/>
                    <a:pt x="176" y="14464"/>
                    <a:pt x="474" y="14464"/>
                  </a:cubicBezTo>
                  <a:lnTo>
                    <a:pt x="14754" y="14464"/>
                  </a:lnTo>
                  <a:cubicBezTo>
                    <a:pt x="14938" y="14464"/>
                    <a:pt x="15122" y="14359"/>
                    <a:pt x="15192" y="14174"/>
                  </a:cubicBezTo>
                  <a:lnTo>
                    <a:pt x="16358" y="10957"/>
                  </a:lnTo>
                  <a:cubicBezTo>
                    <a:pt x="16437" y="10782"/>
                    <a:pt x="16358" y="10563"/>
                    <a:pt x="16218" y="10414"/>
                  </a:cubicBezTo>
                  <a:lnTo>
                    <a:pt x="5918" y="1972"/>
                  </a:lnTo>
                  <a:cubicBezTo>
                    <a:pt x="5874" y="1937"/>
                    <a:pt x="5839" y="1902"/>
                    <a:pt x="5839" y="1867"/>
                  </a:cubicBezTo>
                  <a:lnTo>
                    <a:pt x="5296" y="333"/>
                  </a:lnTo>
                  <a:cubicBezTo>
                    <a:pt x="5217" y="149"/>
                    <a:pt x="5041" y="0"/>
                    <a:pt x="4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75"/>
            <p:cNvSpPr/>
            <p:nvPr/>
          </p:nvSpPr>
          <p:spPr>
            <a:xfrm>
              <a:off x="6898425" y="2239825"/>
              <a:ext cx="357900" cy="355250"/>
            </a:xfrm>
            <a:custGeom>
              <a:avLst/>
              <a:gdLst/>
              <a:ahLst/>
              <a:cxnLst/>
              <a:rect l="l" t="t" r="r" b="b"/>
              <a:pathLst>
                <a:path w="14316" h="14210" extrusionOk="0">
                  <a:moveTo>
                    <a:pt x="360" y="1"/>
                  </a:moveTo>
                  <a:cubicBezTo>
                    <a:pt x="185" y="1"/>
                    <a:pt x="0" y="150"/>
                    <a:pt x="0" y="334"/>
                  </a:cubicBezTo>
                  <a:lnTo>
                    <a:pt x="0" y="13886"/>
                  </a:lnTo>
                  <a:cubicBezTo>
                    <a:pt x="0" y="14061"/>
                    <a:pt x="185" y="14210"/>
                    <a:pt x="360" y="14210"/>
                  </a:cubicBezTo>
                  <a:lnTo>
                    <a:pt x="13947" y="14210"/>
                  </a:lnTo>
                  <a:cubicBezTo>
                    <a:pt x="14131" y="14210"/>
                    <a:pt x="14315" y="14061"/>
                    <a:pt x="14315" y="13886"/>
                  </a:cubicBezTo>
                  <a:lnTo>
                    <a:pt x="14315" y="2227"/>
                  </a:lnTo>
                  <a:cubicBezTo>
                    <a:pt x="14315" y="2008"/>
                    <a:pt x="14131" y="1868"/>
                    <a:pt x="13947" y="1868"/>
                  </a:cubicBezTo>
                  <a:lnTo>
                    <a:pt x="5917" y="1868"/>
                  </a:lnTo>
                  <a:cubicBezTo>
                    <a:pt x="5768" y="1868"/>
                    <a:pt x="5619" y="1754"/>
                    <a:pt x="5584" y="1614"/>
                  </a:cubicBezTo>
                  <a:lnTo>
                    <a:pt x="5076" y="220"/>
                  </a:lnTo>
                  <a:cubicBezTo>
                    <a:pt x="5041" y="80"/>
                    <a:pt x="4892" y="1"/>
                    <a:pt x="47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75"/>
            <p:cNvSpPr/>
            <p:nvPr/>
          </p:nvSpPr>
          <p:spPr>
            <a:xfrm>
              <a:off x="6895575" y="2236325"/>
              <a:ext cx="363600" cy="362500"/>
            </a:xfrm>
            <a:custGeom>
              <a:avLst/>
              <a:gdLst/>
              <a:ahLst/>
              <a:cxnLst/>
              <a:rect l="l" t="t" r="r" b="b"/>
              <a:pathLst>
                <a:path w="14544" h="14500" extrusionOk="0">
                  <a:moveTo>
                    <a:pt x="4857" y="255"/>
                  </a:moveTo>
                  <a:cubicBezTo>
                    <a:pt x="4971" y="255"/>
                    <a:pt x="5041" y="325"/>
                    <a:pt x="5076" y="395"/>
                  </a:cubicBezTo>
                  <a:lnTo>
                    <a:pt x="5593" y="1824"/>
                  </a:lnTo>
                  <a:cubicBezTo>
                    <a:pt x="5663" y="2008"/>
                    <a:pt x="5847" y="2113"/>
                    <a:pt x="6031" y="2113"/>
                  </a:cubicBezTo>
                  <a:lnTo>
                    <a:pt x="14061" y="2113"/>
                  </a:lnTo>
                  <a:cubicBezTo>
                    <a:pt x="14210" y="2113"/>
                    <a:pt x="14324" y="2227"/>
                    <a:pt x="14324" y="2367"/>
                  </a:cubicBezTo>
                  <a:lnTo>
                    <a:pt x="14324" y="14026"/>
                  </a:lnTo>
                  <a:cubicBezTo>
                    <a:pt x="14324" y="14131"/>
                    <a:pt x="14210" y="14245"/>
                    <a:pt x="14061" y="14245"/>
                  </a:cubicBezTo>
                  <a:lnTo>
                    <a:pt x="474" y="14245"/>
                  </a:lnTo>
                  <a:cubicBezTo>
                    <a:pt x="334" y="14245"/>
                    <a:pt x="220" y="14131"/>
                    <a:pt x="220" y="14026"/>
                  </a:cubicBezTo>
                  <a:lnTo>
                    <a:pt x="220" y="474"/>
                  </a:lnTo>
                  <a:cubicBezTo>
                    <a:pt x="220" y="360"/>
                    <a:pt x="334" y="255"/>
                    <a:pt x="474" y="255"/>
                  </a:cubicBezTo>
                  <a:close/>
                  <a:moveTo>
                    <a:pt x="474" y="0"/>
                  </a:moveTo>
                  <a:cubicBezTo>
                    <a:pt x="220" y="0"/>
                    <a:pt x="1" y="220"/>
                    <a:pt x="1" y="474"/>
                  </a:cubicBezTo>
                  <a:lnTo>
                    <a:pt x="1" y="14026"/>
                  </a:lnTo>
                  <a:cubicBezTo>
                    <a:pt x="1" y="14280"/>
                    <a:pt x="220" y="14499"/>
                    <a:pt x="474" y="14499"/>
                  </a:cubicBezTo>
                  <a:lnTo>
                    <a:pt x="14061" y="14499"/>
                  </a:lnTo>
                  <a:cubicBezTo>
                    <a:pt x="14324" y="14499"/>
                    <a:pt x="14543" y="14280"/>
                    <a:pt x="14543" y="14026"/>
                  </a:cubicBezTo>
                  <a:lnTo>
                    <a:pt x="14543" y="2367"/>
                  </a:lnTo>
                  <a:cubicBezTo>
                    <a:pt x="14543" y="2113"/>
                    <a:pt x="14324" y="1894"/>
                    <a:pt x="14061" y="1894"/>
                  </a:cubicBezTo>
                  <a:lnTo>
                    <a:pt x="6031" y="1894"/>
                  </a:lnTo>
                  <a:cubicBezTo>
                    <a:pt x="5918" y="1894"/>
                    <a:pt x="5847" y="1824"/>
                    <a:pt x="5812" y="1710"/>
                  </a:cubicBezTo>
                  <a:lnTo>
                    <a:pt x="5295" y="325"/>
                  </a:lnTo>
                  <a:cubicBezTo>
                    <a:pt x="5225" y="141"/>
                    <a:pt x="5041" y="0"/>
                    <a:pt x="48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75"/>
            <p:cNvSpPr/>
            <p:nvPr/>
          </p:nvSpPr>
          <p:spPr>
            <a:xfrm>
              <a:off x="6570575" y="2335825"/>
              <a:ext cx="394500" cy="126025"/>
            </a:xfrm>
            <a:custGeom>
              <a:avLst/>
              <a:gdLst/>
              <a:ahLst/>
              <a:cxnLst/>
              <a:rect l="l" t="t" r="r" b="b"/>
              <a:pathLst>
                <a:path w="15780" h="5041" extrusionOk="0">
                  <a:moveTo>
                    <a:pt x="9713" y="0"/>
                  </a:moveTo>
                  <a:lnTo>
                    <a:pt x="4708" y="4707"/>
                  </a:lnTo>
                  <a:lnTo>
                    <a:pt x="220" y="70"/>
                  </a:lnTo>
                  <a:cubicBezTo>
                    <a:pt x="185" y="53"/>
                    <a:pt x="148" y="44"/>
                    <a:pt x="115" y="44"/>
                  </a:cubicBezTo>
                  <a:cubicBezTo>
                    <a:pt x="82" y="44"/>
                    <a:pt x="53" y="53"/>
                    <a:pt x="36" y="70"/>
                  </a:cubicBezTo>
                  <a:cubicBezTo>
                    <a:pt x="1" y="105"/>
                    <a:pt x="1" y="184"/>
                    <a:pt x="36" y="254"/>
                  </a:cubicBezTo>
                  <a:lnTo>
                    <a:pt x="4708" y="5040"/>
                  </a:lnTo>
                  <a:lnTo>
                    <a:pt x="9748" y="324"/>
                  </a:lnTo>
                  <a:lnTo>
                    <a:pt x="15560" y="4821"/>
                  </a:lnTo>
                  <a:cubicBezTo>
                    <a:pt x="15595" y="4839"/>
                    <a:pt x="15632" y="4848"/>
                    <a:pt x="15665" y="4848"/>
                  </a:cubicBezTo>
                  <a:cubicBezTo>
                    <a:pt x="15698" y="4848"/>
                    <a:pt x="15727" y="4839"/>
                    <a:pt x="15744" y="4821"/>
                  </a:cubicBezTo>
                  <a:cubicBezTo>
                    <a:pt x="15779" y="4742"/>
                    <a:pt x="15744" y="4672"/>
                    <a:pt x="15709" y="4637"/>
                  </a:cubicBezTo>
                  <a:lnTo>
                    <a:pt x="97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75"/>
            <p:cNvSpPr/>
            <p:nvPr/>
          </p:nvSpPr>
          <p:spPr>
            <a:xfrm>
              <a:off x="6542300" y="2308425"/>
              <a:ext cx="62925" cy="62925"/>
            </a:xfrm>
            <a:custGeom>
              <a:avLst/>
              <a:gdLst/>
              <a:ahLst/>
              <a:cxnLst/>
              <a:rect l="l" t="t" r="r" b="b"/>
              <a:pathLst>
                <a:path w="2517" h="2517" extrusionOk="0">
                  <a:moveTo>
                    <a:pt x="1237" y="0"/>
                  </a:moveTo>
                  <a:cubicBezTo>
                    <a:pt x="544" y="0"/>
                    <a:pt x="1" y="544"/>
                    <a:pt x="1" y="1236"/>
                  </a:cubicBezTo>
                  <a:cubicBezTo>
                    <a:pt x="1" y="1938"/>
                    <a:pt x="544" y="2516"/>
                    <a:pt x="1237" y="2516"/>
                  </a:cubicBezTo>
                  <a:cubicBezTo>
                    <a:pt x="1938" y="2516"/>
                    <a:pt x="2517" y="1938"/>
                    <a:pt x="2517" y="1236"/>
                  </a:cubicBezTo>
                  <a:cubicBezTo>
                    <a:pt x="2517" y="544"/>
                    <a:pt x="1938" y="0"/>
                    <a:pt x="12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75"/>
            <p:cNvSpPr/>
            <p:nvPr/>
          </p:nvSpPr>
          <p:spPr>
            <a:xfrm>
              <a:off x="6539450" y="2305575"/>
              <a:ext cx="68625" cy="68625"/>
            </a:xfrm>
            <a:custGeom>
              <a:avLst/>
              <a:gdLst/>
              <a:ahLst/>
              <a:cxnLst/>
              <a:rect l="l" t="t" r="r" b="b"/>
              <a:pathLst>
                <a:path w="2745" h="2745" extrusionOk="0">
                  <a:moveTo>
                    <a:pt x="1351" y="220"/>
                  </a:moveTo>
                  <a:cubicBezTo>
                    <a:pt x="1973" y="220"/>
                    <a:pt x="2490" y="737"/>
                    <a:pt x="2490" y="1350"/>
                  </a:cubicBezTo>
                  <a:cubicBezTo>
                    <a:pt x="2490" y="2008"/>
                    <a:pt x="1973" y="2490"/>
                    <a:pt x="1351" y="2490"/>
                  </a:cubicBezTo>
                  <a:cubicBezTo>
                    <a:pt x="737" y="2490"/>
                    <a:pt x="220" y="2008"/>
                    <a:pt x="220" y="1350"/>
                  </a:cubicBezTo>
                  <a:cubicBezTo>
                    <a:pt x="220" y="737"/>
                    <a:pt x="737" y="220"/>
                    <a:pt x="1351" y="220"/>
                  </a:cubicBezTo>
                  <a:close/>
                  <a:moveTo>
                    <a:pt x="1351" y="0"/>
                  </a:moveTo>
                  <a:cubicBezTo>
                    <a:pt x="623" y="0"/>
                    <a:pt x="1" y="623"/>
                    <a:pt x="1" y="1350"/>
                  </a:cubicBezTo>
                  <a:cubicBezTo>
                    <a:pt x="1" y="2122"/>
                    <a:pt x="623" y="2744"/>
                    <a:pt x="1351" y="2744"/>
                  </a:cubicBezTo>
                  <a:cubicBezTo>
                    <a:pt x="2122" y="2744"/>
                    <a:pt x="2745" y="2122"/>
                    <a:pt x="2745" y="1350"/>
                  </a:cubicBezTo>
                  <a:cubicBezTo>
                    <a:pt x="2745" y="623"/>
                    <a:pt x="2122" y="0"/>
                    <a:pt x="1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75"/>
            <p:cNvSpPr/>
            <p:nvPr/>
          </p:nvSpPr>
          <p:spPr>
            <a:xfrm>
              <a:off x="6782500" y="2308425"/>
              <a:ext cx="62925" cy="62925"/>
            </a:xfrm>
            <a:custGeom>
              <a:avLst/>
              <a:gdLst/>
              <a:ahLst/>
              <a:cxnLst/>
              <a:rect l="l" t="t" r="r" b="b"/>
              <a:pathLst>
                <a:path w="2517" h="2517" extrusionOk="0">
                  <a:moveTo>
                    <a:pt x="1236" y="0"/>
                  </a:moveTo>
                  <a:cubicBezTo>
                    <a:pt x="544" y="0"/>
                    <a:pt x="0" y="544"/>
                    <a:pt x="0" y="1236"/>
                  </a:cubicBezTo>
                  <a:cubicBezTo>
                    <a:pt x="0" y="1938"/>
                    <a:pt x="544" y="2516"/>
                    <a:pt x="1236" y="2516"/>
                  </a:cubicBezTo>
                  <a:cubicBezTo>
                    <a:pt x="1929" y="2516"/>
                    <a:pt x="2516" y="1938"/>
                    <a:pt x="2516" y="1236"/>
                  </a:cubicBezTo>
                  <a:cubicBezTo>
                    <a:pt x="2516" y="544"/>
                    <a:pt x="1929" y="0"/>
                    <a:pt x="12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75"/>
            <p:cNvSpPr/>
            <p:nvPr/>
          </p:nvSpPr>
          <p:spPr>
            <a:xfrm>
              <a:off x="6779650" y="2305575"/>
              <a:ext cx="68625" cy="68625"/>
            </a:xfrm>
            <a:custGeom>
              <a:avLst/>
              <a:gdLst/>
              <a:ahLst/>
              <a:cxnLst/>
              <a:rect l="l" t="t" r="r" b="b"/>
              <a:pathLst>
                <a:path w="2745" h="2745" extrusionOk="0">
                  <a:moveTo>
                    <a:pt x="1350" y="220"/>
                  </a:moveTo>
                  <a:cubicBezTo>
                    <a:pt x="2008" y="220"/>
                    <a:pt x="2525" y="737"/>
                    <a:pt x="2525" y="1350"/>
                  </a:cubicBezTo>
                  <a:cubicBezTo>
                    <a:pt x="2525" y="2008"/>
                    <a:pt x="2008" y="2490"/>
                    <a:pt x="1350" y="2490"/>
                  </a:cubicBezTo>
                  <a:cubicBezTo>
                    <a:pt x="728" y="2490"/>
                    <a:pt x="220" y="2008"/>
                    <a:pt x="220" y="1350"/>
                  </a:cubicBezTo>
                  <a:cubicBezTo>
                    <a:pt x="220" y="737"/>
                    <a:pt x="728" y="220"/>
                    <a:pt x="1350" y="220"/>
                  </a:cubicBezTo>
                  <a:close/>
                  <a:moveTo>
                    <a:pt x="1350" y="0"/>
                  </a:moveTo>
                  <a:cubicBezTo>
                    <a:pt x="623" y="0"/>
                    <a:pt x="0" y="623"/>
                    <a:pt x="0" y="1350"/>
                  </a:cubicBezTo>
                  <a:cubicBezTo>
                    <a:pt x="0" y="2122"/>
                    <a:pt x="623" y="2744"/>
                    <a:pt x="1350" y="2744"/>
                  </a:cubicBezTo>
                  <a:cubicBezTo>
                    <a:pt x="2122" y="2744"/>
                    <a:pt x="2744" y="2122"/>
                    <a:pt x="2744" y="1350"/>
                  </a:cubicBezTo>
                  <a:cubicBezTo>
                    <a:pt x="2744" y="623"/>
                    <a:pt x="2122" y="0"/>
                    <a:pt x="1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75"/>
            <p:cNvSpPr/>
            <p:nvPr/>
          </p:nvSpPr>
          <p:spPr>
            <a:xfrm>
              <a:off x="6656475" y="2422600"/>
              <a:ext cx="62925" cy="62925"/>
            </a:xfrm>
            <a:custGeom>
              <a:avLst/>
              <a:gdLst/>
              <a:ahLst/>
              <a:cxnLst/>
              <a:rect l="l" t="t" r="r" b="b"/>
              <a:pathLst>
                <a:path w="2517" h="2517" extrusionOk="0">
                  <a:moveTo>
                    <a:pt x="1272" y="0"/>
                  </a:moveTo>
                  <a:cubicBezTo>
                    <a:pt x="580" y="0"/>
                    <a:pt x="1" y="579"/>
                    <a:pt x="1" y="1271"/>
                  </a:cubicBezTo>
                  <a:cubicBezTo>
                    <a:pt x="1" y="1973"/>
                    <a:pt x="580" y="2516"/>
                    <a:pt x="1272" y="2516"/>
                  </a:cubicBezTo>
                  <a:cubicBezTo>
                    <a:pt x="1973" y="2516"/>
                    <a:pt x="2517" y="1973"/>
                    <a:pt x="2517" y="1271"/>
                  </a:cubicBezTo>
                  <a:cubicBezTo>
                    <a:pt x="2517" y="579"/>
                    <a:pt x="1973" y="0"/>
                    <a:pt x="12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75"/>
            <p:cNvSpPr/>
            <p:nvPr/>
          </p:nvSpPr>
          <p:spPr>
            <a:xfrm>
              <a:off x="6653650" y="2419750"/>
              <a:ext cx="68600" cy="68625"/>
            </a:xfrm>
            <a:custGeom>
              <a:avLst/>
              <a:gdLst/>
              <a:ahLst/>
              <a:cxnLst/>
              <a:rect l="l" t="t" r="r" b="b"/>
              <a:pathLst>
                <a:path w="2744" h="2745" extrusionOk="0">
                  <a:moveTo>
                    <a:pt x="1385" y="255"/>
                  </a:moveTo>
                  <a:cubicBezTo>
                    <a:pt x="2007" y="255"/>
                    <a:pt x="2525" y="772"/>
                    <a:pt x="2525" y="1385"/>
                  </a:cubicBezTo>
                  <a:cubicBezTo>
                    <a:pt x="2525" y="2008"/>
                    <a:pt x="2007" y="2525"/>
                    <a:pt x="1385" y="2525"/>
                  </a:cubicBezTo>
                  <a:cubicBezTo>
                    <a:pt x="728" y="2525"/>
                    <a:pt x="254" y="2008"/>
                    <a:pt x="254" y="1385"/>
                  </a:cubicBezTo>
                  <a:cubicBezTo>
                    <a:pt x="254" y="772"/>
                    <a:pt x="728" y="255"/>
                    <a:pt x="1385" y="255"/>
                  </a:cubicBezTo>
                  <a:close/>
                  <a:moveTo>
                    <a:pt x="1385" y="0"/>
                  </a:moveTo>
                  <a:cubicBezTo>
                    <a:pt x="622" y="0"/>
                    <a:pt x="0" y="623"/>
                    <a:pt x="0" y="1385"/>
                  </a:cubicBezTo>
                  <a:cubicBezTo>
                    <a:pt x="0" y="2122"/>
                    <a:pt x="622" y="2744"/>
                    <a:pt x="1385" y="2744"/>
                  </a:cubicBezTo>
                  <a:cubicBezTo>
                    <a:pt x="2121" y="2744"/>
                    <a:pt x="2744" y="2122"/>
                    <a:pt x="2744" y="1385"/>
                  </a:cubicBezTo>
                  <a:cubicBezTo>
                    <a:pt x="2744" y="623"/>
                    <a:pt x="2121" y="0"/>
                    <a:pt x="1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75"/>
            <p:cNvSpPr/>
            <p:nvPr/>
          </p:nvSpPr>
          <p:spPr>
            <a:xfrm>
              <a:off x="6930425" y="2422600"/>
              <a:ext cx="62050" cy="62925"/>
            </a:xfrm>
            <a:custGeom>
              <a:avLst/>
              <a:gdLst/>
              <a:ahLst/>
              <a:cxnLst/>
              <a:rect l="l" t="t" r="r" b="b"/>
              <a:pathLst>
                <a:path w="2482" h="2517" extrusionOk="0">
                  <a:moveTo>
                    <a:pt x="1236" y="0"/>
                  </a:moveTo>
                  <a:cubicBezTo>
                    <a:pt x="544" y="0"/>
                    <a:pt x="0" y="579"/>
                    <a:pt x="0" y="1271"/>
                  </a:cubicBezTo>
                  <a:cubicBezTo>
                    <a:pt x="0" y="1973"/>
                    <a:pt x="544" y="2516"/>
                    <a:pt x="1236" y="2516"/>
                  </a:cubicBezTo>
                  <a:cubicBezTo>
                    <a:pt x="1929" y="2516"/>
                    <a:pt x="2481" y="1973"/>
                    <a:pt x="2481" y="1271"/>
                  </a:cubicBezTo>
                  <a:cubicBezTo>
                    <a:pt x="2481" y="579"/>
                    <a:pt x="1929" y="0"/>
                    <a:pt x="1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75"/>
            <p:cNvSpPr/>
            <p:nvPr/>
          </p:nvSpPr>
          <p:spPr>
            <a:xfrm>
              <a:off x="6927575" y="2419750"/>
              <a:ext cx="68625" cy="68625"/>
            </a:xfrm>
            <a:custGeom>
              <a:avLst/>
              <a:gdLst/>
              <a:ahLst/>
              <a:cxnLst/>
              <a:rect l="l" t="t" r="r" b="b"/>
              <a:pathLst>
                <a:path w="2745" h="2745" extrusionOk="0">
                  <a:moveTo>
                    <a:pt x="1350" y="255"/>
                  </a:moveTo>
                  <a:cubicBezTo>
                    <a:pt x="1973" y="255"/>
                    <a:pt x="2481" y="772"/>
                    <a:pt x="2481" y="1385"/>
                  </a:cubicBezTo>
                  <a:cubicBezTo>
                    <a:pt x="2481" y="2008"/>
                    <a:pt x="1973" y="2525"/>
                    <a:pt x="1350" y="2525"/>
                  </a:cubicBezTo>
                  <a:cubicBezTo>
                    <a:pt x="728" y="2525"/>
                    <a:pt x="220" y="2008"/>
                    <a:pt x="220" y="1385"/>
                  </a:cubicBezTo>
                  <a:cubicBezTo>
                    <a:pt x="220" y="772"/>
                    <a:pt x="728" y="255"/>
                    <a:pt x="1350" y="255"/>
                  </a:cubicBezTo>
                  <a:close/>
                  <a:moveTo>
                    <a:pt x="1350" y="0"/>
                  </a:moveTo>
                  <a:cubicBezTo>
                    <a:pt x="588" y="0"/>
                    <a:pt x="0" y="623"/>
                    <a:pt x="0" y="1385"/>
                  </a:cubicBezTo>
                  <a:cubicBezTo>
                    <a:pt x="0" y="2122"/>
                    <a:pt x="588" y="2744"/>
                    <a:pt x="1350" y="2744"/>
                  </a:cubicBezTo>
                  <a:cubicBezTo>
                    <a:pt x="2122" y="2744"/>
                    <a:pt x="2744" y="2122"/>
                    <a:pt x="2744" y="1385"/>
                  </a:cubicBezTo>
                  <a:cubicBezTo>
                    <a:pt x="2744" y="623"/>
                    <a:pt x="2122" y="0"/>
                    <a:pt x="1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75"/>
            <p:cNvSpPr/>
            <p:nvPr/>
          </p:nvSpPr>
          <p:spPr>
            <a:xfrm>
              <a:off x="6901050" y="2380525"/>
              <a:ext cx="471200" cy="214550"/>
            </a:xfrm>
            <a:custGeom>
              <a:avLst/>
              <a:gdLst/>
              <a:ahLst/>
              <a:cxnLst/>
              <a:rect l="l" t="t" r="r" b="b"/>
              <a:pathLst>
                <a:path w="18848" h="8582" extrusionOk="0">
                  <a:moveTo>
                    <a:pt x="3945" y="0"/>
                  </a:moveTo>
                  <a:cubicBezTo>
                    <a:pt x="3805" y="0"/>
                    <a:pt x="3656" y="70"/>
                    <a:pt x="3621" y="219"/>
                  </a:cubicBezTo>
                  <a:lnTo>
                    <a:pt x="115" y="8109"/>
                  </a:lnTo>
                  <a:cubicBezTo>
                    <a:pt x="1" y="8328"/>
                    <a:pt x="185" y="8582"/>
                    <a:pt x="439" y="8582"/>
                  </a:cubicBezTo>
                  <a:lnTo>
                    <a:pt x="14868" y="8582"/>
                  </a:lnTo>
                  <a:cubicBezTo>
                    <a:pt x="15017" y="8582"/>
                    <a:pt x="15122" y="8512"/>
                    <a:pt x="15201" y="8398"/>
                  </a:cubicBezTo>
                  <a:lnTo>
                    <a:pt x="18742" y="509"/>
                  </a:lnTo>
                  <a:cubicBezTo>
                    <a:pt x="18847" y="255"/>
                    <a:pt x="18663" y="0"/>
                    <a:pt x="184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75"/>
            <p:cNvSpPr/>
            <p:nvPr/>
          </p:nvSpPr>
          <p:spPr>
            <a:xfrm>
              <a:off x="6900175" y="2376800"/>
              <a:ext cx="474050" cy="222025"/>
            </a:xfrm>
            <a:custGeom>
              <a:avLst/>
              <a:gdLst/>
              <a:ahLst/>
              <a:cxnLst/>
              <a:rect l="l" t="t" r="r" b="b"/>
              <a:pathLst>
                <a:path w="18962" h="8881" extrusionOk="0">
                  <a:moveTo>
                    <a:pt x="18444" y="255"/>
                  </a:moveTo>
                  <a:cubicBezTo>
                    <a:pt x="18523" y="255"/>
                    <a:pt x="18593" y="298"/>
                    <a:pt x="18663" y="368"/>
                  </a:cubicBezTo>
                  <a:cubicBezTo>
                    <a:pt x="18698" y="439"/>
                    <a:pt x="18698" y="517"/>
                    <a:pt x="18663" y="588"/>
                  </a:cubicBezTo>
                  <a:lnTo>
                    <a:pt x="15122" y="8477"/>
                  </a:lnTo>
                  <a:cubicBezTo>
                    <a:pt x="15087" y="8582"/>
                    <a:pt x="14973" y="8626"/>
                    <a:pt x="14903" y="8626"/>
                  </a:cubicBezTo>
                  <a:lnTo>
                    <a:pt x="474" y="8626"/>
                  </a:lnTo>
                  <a:cubicBezTo>
                    <a:pt x="404" y="8626"/>
                    <a:pt x="334" y="8582"/>
                    <a:pt x="290" y="8512"/>
                  </a:cubicBezTo>
                  <a:cubicBezTo>
                    <a:pt x="220" y="8442"/>
                    <a:pt x="220" y="8363"/>
                    <a:pt x="255" y="8293"/>
                  </a:cubicBezTo>
                  <a:lnTo>
                    <a:pt x="3761" y="404"/>
                  </a:lnTo>
                  <a:cubicBezTo>
                    <a:pt x="3796" y="298"/>
                    <a:pt x="3875" y="255"/>
                    <a:pt x="3980" y="255"/>
                  </a:cubicBezTo>
                  <a:close/>
                  <a:moveTo>
                    <a:pt x="3980" y="0"/>
                  </a:moveTo>
                  <a:cubicBezTo>
                    <a:pt x="3796" y="0"/>
                    <a:pt x="3621" y="149"/>
                    <a:pt x="3542" y="298"/>
                  </a:cubicBezTo>
                  <a:lnTo>
                    <a:pt x="36" y="8188"/>
                  </a:lnTo>
                  <a:cubicBezTo>
                    <a:pt x="1" y="8328"/>
                    <a:pt x="1" y="8512"/>
                    <a:pt x="71" y="8661"/>
                  </a:cubicBezTo>
                  <a:cubicBezTo>
                    <a:pt x="185" y="8766"/>
                    <a:pt x="334" y="8880"/>
                    <a:pt x="474" y="8880"/>
                  </a:cubicBezTo>
                  <a:lnTo>
                    <a:pt x="14903" y="8880"/>
                  </a:lnTo>
                  <a:cubicBezTo>
                    <a:pt x="15087" y="8880"/>
                    <a:pt x="15271" y="8766"/>
                    <a:pt x="15341" y="8582"/>
                  </a:cubicBezTo>
                  <a:lnTo>
                    <a:pt x="18882" y="693"/>
                  </a:lnTo>
                  <a:cubicBezTo>
                    <a:pt x="18961" y="553"/>
                    <a:pt x="18917" y="368"/>
                    <a:pt x="18847" y="219"/>
                  </a:cubicBezTo>
                  <a:cubicBezTo>
                    <a:pt x="18777" y="114"/>
                    <a:pt x="18593" y="0"/>
                    <a:pt x="18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75"/>
            <p:cNvSpPr/>
            <p:nvPr/>
          </p:nvSpPr>
          <p:spPr>
            <a:xfrm>
              <a:off x="7075500" y="2380525"/>
              <a:ext cx="216525" cy="263875"/>
            </a:xfrm>
            <a:custGeom>
              <a:avLst/>
              <a:gdLst/>
              <a:ahLst/>
              <a:cxnLst/>
              <a:rect l="l" t="t" r="r" b="b"/>
              <a:pathLst>
                <a:path w="8661" h="10555" extrusionOk="0">
                  <a:moveTo>
                    <a:pt x="0" y="0"/>
                  </a:moveTo>
                  <a:cubicBezTo>
                    <a:pt x="658" y="70"/>
                    <a:pt x="1166" y="623"/>
                    <a:pt x="1245" y="1315"/>
                  </a:cubicBezTo>
                  <a:lnTo>
                    <a:pt x="1245" y="8617"/>
                  </a:lnTo>
                  <a:cubicBezTo>
                    <a:pt x="1245" y="9713"/>
                    <a:pt x="2087" y="10554"/>
                    <a:pt x="3182" y="10554"/>
                  </a:cubicBezTo>
                  <a:lnTo>
                    <a:pt x="8661" y="10554"/>
                  </a:lnTo>
                  <a:lnTo>
                    <a:pt x="8661" y="1938"/>
                  </a:lnTo>
                  <a:cubicBezTo>
                    <a:pt x="8661" y="1245"/>
                    <a:pt x="8293" y="623"/>
                    <a:pt x="7706" y="290"/>
                  </a:cubicBezTo>
                  <a:cubicBezTo>
                    <a:pt x="7486" y="106"/>
                    <a:pt x="7197" y="0"/>
                    <a:pt x="68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75"/>
            <p:cNvSpPr/>
            <p:nvPr/>
          </p:nvSpPr>
          <p:spPr>
            <a:xfrm>
              <a:off x="7071775" y="2376800"/>
              <a:ext cx="222900" cy="271325"/>
            </a:xfrm>
            <a:custGeom>
              <a:avLst/>
              <a:gdLst/>
              <a:ahLst/>
              <a:cxnLst/>
              <a:rect l="l" t="t" r="r" b="b"/>
              <a:pathLst>
                <a:path w="8916" h="10853" extrusionOk="0">
                  <a:moveTo>
                    <a:pt x="7013" y="255"/>
                  </a:moveTo>
                  <a:cubicBezTo>
                    <a:pt x="7311" y="255"/>
                    <a:pt x="7565" y="333"/>
                    <a:pt x="7784" y="517"/>
                  </a:cubicBezTo>
                  <a:lnTo>
                    <a:pt x="7819" y="517"/>
                  </a:lnTo>
                  <a:cubicBezTo>
                    <a:pt x="8372" y="877"/>
                    <a:pt x="8696" y="1429"/>
                    <a:pt x="8696" y="2087"/>
                  </a:cubicBezTo>
                  <a:lnTo>
                    <a:pt x="8696" y="10598"/>
                  </a:lnTo>
                  <a:lnTo>
                    <a:pt x="3331" y="10598"/>
                  </a:lnTo>
                  <a:cubicBezTo>
                    <a:pt x="2306" y="10598"/>
                    <a:pt x="1499" y="9792"/>
                    <a:pt x="1499" y="8766"/>
                  </a:cubicBezTo>
                  <a:lnTo>
                    <a:pt x="1499" y="1429"/>
                  </a:lnTo>
                  <a:cubicBezTo>
                    <a:pt x="1464" y="956"/>
                    <a:pt x="1175" y="517"/>
                    <a:pt x="772" y="255"/>
                  </a:cubicBezTo>
                  <a:close/>
                  <a:moveTo>
                    <a:pt x="7013" y="0"/>
                  </a:moveTo>
                  <a:lnTo>
                    <a:pt x="2674" y="35"/>
                  </a:lnTo>
                  <a:lnTo>
                    <a:pt x="114" y="35"/>
                  </a:lnTo>
                  <a:cubicBezTo>
                    <a:pt x="79" y="35"/>
                    <a:pt x="0" y="79"/>
                    <a:pt x="0" y="149"/>
                  </a:cubicBezTo>
                  <a:cubicBezTo>
                    <a:pt x="0" y="219"/>
                    <a:pt x="79" y="255"/>
                    <a:pt x="114" y="255"/>
                  </a:cubicBezTo>
                  <a:cubicBezTo>
                    <a:pt x="737" y="333"/>
                    <a:pt x="1210" y="842"/>
                    <a:pt x="1245" y="1464"/>
                  </a:cubicBezTo>
                  <a:lnTo>
                    <a:pt x="1245" y="8766"/>
                  </a:lnTo>
                  <a:cubicBezTo>
                    <a:pt x="1245" y="9897"/>
                    <a:pt x="2192" y="10852"/>
                    <a:pt x="3331" y="10852"/>
                  </a:cubicBezTo>
                  <a:lnTo>
                    <a:pt x="8810" y="10852"/>
                  </a:lnTo>
                  <a:cubicBezTo>
                    <a:pt x="8880" y="10852"/>
                    <a:pt x="8915" y="10773"/>
                    <a:pt x="8915" y="10703"/>
                  </a:cubicBezTo>
                  <a:lnTo>
                    <a:pt x="8915" y="2087"/>
                  </a:lnTo>
                  <a:cubicBezTo>
                    <a:pt x="8915" y="1350"/>
                    <a:pt x="8547" y="693"/>
                    <a:pt x="7933" y="333"/>
                  </a:cubicBezTo>
                  <a:cubicBezTo>
                    <a:pt x="7670" y="114"/>
                    <a:pt x="7346" y="0"/>
                    <a:pt x="7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75"/>
            <p:cNvSpPr/>
            <p:nvPr/>
          </p:nvSpPr>
          <p:spPr>
            <a:xfrm>
              <a:off x="7150450" y="2588700"/>
              <a:ext cx="205350" cy="56575"/>
            </a:xfrm>
            <a:custGeom>
              <a:avLst/>
              <a:gdLst/>
              <a:ahLst/>
              <a:cxnLst/>
              <a:rect l="l" t="t" r="r" b="b"/>
              <a:pathLst>
                <a:path w="8214" h="2263" extrusionOk="0">
                  <a:moveTo>
                    <a:pt x="1166" y="1"/>
                  </a:moveTo>
                  <a:lnTo>
                    <a:pt x="1166" y="807"/>
                  </a:lnTo>
                  <a:cubicBezTo>
                    <a:pt x="1166" y="1500"/>
                    <a:pt x="658" y="2122"/>
                    <a:pt x="0" y="2227"/>
                  </a:cubicBezTo>
                  <a:lnTo>
                    <a:pt x="360" y="2227"/>
                  </a:lnTo>
                  <a:lnTo>
                    <a:pt x="6794" y="2262"/>
                  </a:lnTo>
                  <a:cubicBezTo>
                    <a:pt x="7591" y="2227"/>
                    <a:pt x="8214" y="1605"/>
                    <a:pt x="8214" y="807"/>
                  </a:cubicBezTo>
                  <a:lnTo>
                    <a:pt x="82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75"/>
            <p:cNvSpPr/>
            <p:nvPr/>
          </p:nvSpPr>
          <p:spPr>
            <a:xfrm>
              <a:off x="7147600" y="2585850"/>
              <a:ext cx="211050" cy="62275"/>
            </a:xfrm>
            <a:custGeom>
              <a:avLst/>
              <a:gdLst/>
              <a:ahLst/>
              <a:cxnLst/>
              <a:rect l="l" t="t" r="r" b="b"/>
              <a:pathLst>
                <a:path w="8442" h="2491" extrusionOk="0">
                  <a:moveTo>
                    <a:pt x="8223" y="220"/>
                  </a:moveTo>
                  <a:lnTo>
                    <a:pt x="8223" y="921"/>
                  </a:lnTo>
                  <a:cubicBezTo>
                    <a:pt x="8223" y="1281"/>
                    <a:pt x="8074" y="1614"/>
                    <a:pt x="7819" y="1868"/>
                  </a:cubicBezTo>
                  <a:cubicBezTo>
                    <a:pt x="7600" y="2087"/>
                    <a:pt x="7267" y="2236"/>
                    <a:pt x="6908" y="2236"/>
                  </a:cubicBezTo>
                  <a:lnTo>
                    <a:pt x="693" y="2236"/>
                  </a:lnTo>
                  <a:cubicBezTo>
                    <a:pt x="1131" y="1938"/>
                    <a:pt x="1394" y="1465"/>
                    <a:pt x="1394" y="921"/>
                  </a:cubicBezTo>
                  <a:lnTo>
                    <a:pt x="1394" y="220"/>
                  </a:lnTo>
                  <a:close/>
                  <a:moveTo>
                    <a:pt x="1280" y="1"/>
                  </a:moveTo>
                  <a:cubicBezTo>
                    <a:pt x="1245" y="1"/>
                    <a:pt x="1210" y="1"/>
                    <a:pt x="1210" y="45"/>
                  </a:cubicBezTo>
                  <a:cubicBezTo>
                    <a:pt x="1175" y="45"/>
                    <a:pt x="1175" y="80"/>
                    <a:pt x="1175" y="115"/>
                  </a:cubicBezTo>
                  <a:lnTo>
                    <a:pt x="1175" y="921"/>
                  </a:lnTo>
                  <a:cubicBezTo>
                    <a:pt x="1175" y="1535"/>
                    <a:pt x="693" y="2122"/>
                    <a:pt x="79" y="2236"/>
                  </a:cubicBezTo>
                  <a:cubicBezTo>
                    <a:pt x="35" y="2236"/>
                    <a:pt x="0" y="2306"/>
                    <a:pt x="0" y="2341"/>
                  </a:cubicBezTo>
                  <a:cubicBezTo>
                    <a:pt x="0" y="2455"/>
                    <a:pt x="79" y="2455"/>
                    <a:pt x="219" y="2490"/>
                  </a:cubicBezTo>
                  <a:lnTo>
                    <a:pt x="6908" y="2490"/>
                  </a:lnTo>
                  <a:cubicBezTo>
                    <a:pt x="7749" y="2490"/>
                    <a:pt x="8442" y="1798"/>
                    <a:pt x="8442" y="921"/>
                  </a:cubicBezTo>
                  <a:lnTo>
                    <a:pt x="8442" y="115"/>
                  </a:lnTo>
                  <a:cubicBezTo>
                    <a:pt x="8442" y="45"/>
                    <a:pt x="8407" y="1"/>
                    <a:pt x="8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75"/>
            <p:cNvSpPr/>
            <p:nvPr/>
          </p:nvSpPr>
          <p:spPr>
            <a:xfrm>
              <a:off x="7137525" y="2422600"/>
              <a:ext cx="107825" cy="25"/>
            </a:xfrm>
            <a:custGeom>
              <a:avLst/>
              <a:gdLst/>
              <a:ahLst/>
              <a:cxnLst/>
              <a:rect l="l" t="t" r="r" b="b"/>
              <a:pathLst>
                <a:path w="4313" h="1" extrusionOk="0">
                  <a:moveTo>
                    <a:pt x="0" y="0"/>
                  </a:moveTo>
                  <a:lnTo>
                    <a:pt x="43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75"/>
            <p:cNvSpPr/>
            <p:nvPr/>
          </p:nvSpPr>
          <p:spPr>
            <a:xfrm>
              <a:off x="7134000" y="2418875"/>
              <a:ext cx="114200" cy="6375"/>
            </a:xfrm>
            <a:custGeom>
              <a:avLst/>
              <a:gdLst/>
              <a:ahLst/>
              <a:cxnLst/>
              <a:rect l="l" t="t" r="r" b="b"/>
              <a:pathLst>
                <a:path w="4568" h="255" extrusionOk="0">
                  <a:moveTo>
                    <a:pt x="141" y="0"/>
                  </a:moveTo>
                  <a:cubicBezTo>
                    <a:pt x="71" y="0"/>
                    <a:pt x="1" y="70"/>
                    <a:pt x="1" y="149"/>
                  </a:cubicBezTo>
                  <a:cubicBezTo>
                    <a:pt x="1" y="184"/>
                    <a:pt x="71" y="255"/>
                    <a:pt x="141" y="255"/>
                  </a:cubicBezTo>
                  <a:lnTo>
                    <a:pt x="4454" y="255"/>
                  </a:lnTo>
                  <a:cubicBezTo>
                    <a:pt x="4524" y="255"/>
                    <a:pt x="4568" y="184"/>
                    <a:pt x="4568" y="149"/>
                  </a:cubicBezTo>
                  <a:cubicBezTo>
                    <a:pt x="4568" y="70"/>
                    <a:pt x="4524" y="0"/>
                    <a:pt x="44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75"/>
            <p:cNvSpPr/>
            <p:nvPr/>
          </p:nvSpPr>
          <p:spPr>
            <a:xfrm>
              <a:off x="7143000" y="2458975"/>
              <a:ext cx="108725" cy="25"/>
            </a:xfrm>
            <a:custGeom>
              <a:avLst/>
              <a:gdLst/>
              <a:ahLst/>
              <a:cxnLst/>
              <a:rect l="l" t="t" r="r" b="b"/>
              <a:pathLst>
                <a:path w="4349" h="1" extrusionOk="0">
                  <a:moveTo>
                    <a:pt x="0" y="0"/>
                  </a:moveTo>
                  <a:lnTo>
                    <a:pt x="43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75"/>
            <p:cNvSpPr/>
            <p:nvPr/>
          </p:nvSpPr>
          <p:spPr>
            <a:xfrm>
              <a:off x="7140375" y="2456350"/>
              <a:ext cx="114200" cy="5500"/>
            </a:xfrm>
            <a:custGeom>
              <a:avLst/>
              <a:gdLst/>
              <a:ahLst/>
              <a:cxnLst/>
              <a:rect l="l" t="t" r="r" b="b"/>
              <a:pathLst>
                <a:path w="4568" h="220" extrusionOk="0">
                  <a:moveTo>
                    <a:pt x="105" y="0"/>
                  </a:moveTo>
                  <a:cubicBezTo>
                    <a:pt x="70" y="0"/>
                    <a:pt x="0" y="35"/>
                    <a:pt x="0" y="105"/>
                  </a:cubicBezTo>
                  <a:cubicBezTo>
                    <a:pt x="0" y="184"/>
                    <a:pt x="70" y="219"/>
                    <a:pt x="105" y="219"/>
                  </a:cubicBezTo>
                  <a:lnTo>
                    <a:pt x="4453" y="219"/>
                  </a:lnTo>
                  <a:cubicBezTo>
                    <a:pt x="4532" y="219"/>
                    <a:pt x="4567" y="184"/>
                    <a:pt x="4567" y="105"/>
                  </a:cubicBezTo>
                  <a:cubicBezTo>
                    <a:pt x="4567" y="35"/>
                    <a:pt x="4532" y="0"/>
                    <a:pt x="4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75"/>
            <p:cNvSpPr/>
            <p:nvPr/>
          </p:nvSpPr>
          <p:spPr>
            <a:xfrm>
              <a:off x="7144975" y="2498200"/>
              <a:ext cx="108700" cy="25"/>
            </a:xfrm>
            <a:custGeom>
              <a:avLst/>
              <a:gdLst/>
              <a:ahLst/>
              <a:cxnLst/>
              <a:rect l="l" t="t" r="r" b="b"/>
              <a:pathLst>
                <a:path w="4348" h="1" extrusionOk="0">
                  <a:moveTo>
                    <a:pt x="0" y="1"/>
                  </a:moveTo>
                  <a:lnTo>
                    <a:pt x="43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75"/>
            <p:cNvSpPr/>
            <p:nvPr/>
          </p:nvSpPr>
          <p:spPr>
            <a:xfrm>
              <a:off x="7142125" y="2495575"/>
              <a:ext cx="114200" cy="5500"/>
            </a:xfrm>
            <a:custGeom>
              <a:avLst/>
              <a:gdLst/>
              <a:ahLst/>
              <a:cxnLst/>
              <a:rect l="l" t="t" r="r" b="b"/>
              <a:pathLst>
                <a:path w="4568" h="220" extrusionOk="0">
                  <a:moveTo>
                    <a:pt x="114" y="0"/>
                  </a:moveTo>
                  <a:cubicBezTo>
                    <a:pt x="35" y="0"/>
                    <a:pt x="0" y="35"/>
                    <a:pt x="0" y="106"/>
                  </a:cubicBezTo>
                  <a:cubicBezTo>
                    <a:pt x="0" y="184"/>
                    <a:pt x="35" y="219"/>
                    <a:pt x="114" y="219"/>
                  </a:cubicBezTo>
                  <a:lnTo>
                    <a:pt x="4462" y="219"/>
                  </a:lnTo>
                  <a:cubicBezTo>
                    <a:pt x="4497" y="219"/>
                    <a:pt x="4567" y="184"/>
                    <a:pt x="4567" y="106"/>
                  </a:cubicBezTo>
                  <a:cubicBezTo>
                    <a:pt x="4567" y="35"/>
                    <a:pt x="4497" y="0"/>
                    <a:pt x="44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75"/>
            <p:cNvSpPr/>
            <p:nvPr/>
          </p:nvSpPr>
          <p:spPr>
            <a:xfrm>
              <a:off x="7144100" y="2536550"/>
              <a:ext cx="108500" cy="25"/>
            </a:xfrm>
            <a:custGeom>
              <a:avLst/>
              <a:gdLst/>
              <a:ahLst/>
              <a:cxnLst/>
              <a:rect l="l" t="t" r="r" b="b"/>
              <a:pathLst>
                <a:path w="4340" h="1" extrusionOk="0">
                  <a:moveTo>
                    <a:pt x="0" y="1"/>
                  </a:moveTo>
                  <a:lnTo>
                    <a:pt x="43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75"/>
            <p:cNvSpPr/>
            <p:nvPr/>
          </p:nvSpPr>
          <p:spPr>
            <a:xfrm>
              <a:off x="7141250" y="2533925"/>
              <a:ext cx="114200" cy="6375"/>
            </a:xfrm>
            <a:custGeom>
              <a:avLst/>
              <a:gdLst/>
              <a:ahLst/>
              <a:cxnLst/>
              <a:rect l="l" t="t" r="r" b="b"/>
              <a:pathLst>
                <a:path w="4568" h="255" extrusionOk="0">
                  <a:moveTo>
                    <a:pt x="114" y="0"/>
                  </a:moveTo>
                  <a:cubicBezTo>
                    <a:pt x="35" y="0"/>
                    <a:pt x="0" y="70"/>
                    <a:pt x="0" y="106"/>
                  </a:cubicBezTo>
                  <a:cubicBezTo>
                    <a:pt x="0" y="184"/>
                    <a:pt x="35" y="255"/>
                    <a:pt x="114" y="255"/>
                  </a:cubicBezTo>
                  <a:lnTo>
                    <a:pt x="4453" y="255"/>
                  </a:lnTo>
                  <a:cubicBezTo>
                    <a:pt x="4532" y="255"/>
                    <a:pt x="4567" y="184"/>
                    <a:pt x="4567" y="106"/>
                  </a:cubicBezTo>
                  <a:cubicBezTo>
                    <a:pt x="4567" y="70"/>
                    <a:pt x="4532" y="0"/>
                    <a:pt x="4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0" name="Google Shape;4660;p75"/>
          <p:cNvGrpSpPr/>
          <p:nvPr/>
        </p:nvGrpSpPr>
        <p:grpSpPr>
          <a:xfrm>
            <a:off x="1495408" y="4034041"/>
            <a:ext cx="820114" cy="648361"/>
            <a:chOff x="6806124" y="841326"/>
            <a:chExt cx="1441832" cy="1139875"/>
          </a:xfrm>
        </p:grpSpPr>
        <p:sp>
          <p:nvSpPr>
            <p:cNvPr id="4661" name="Google Shape;4661;p75"/>
            <p:cNvSpPr/>
            <p:nvPr/>
          </p:nvSpPr>
          <p:spPr>
            <a:xfrm>
              <a:off x="6815144" y="851986"/>
              <a:ext cx="1419898" cy="1118350"/>
            </a:xfrm>
            <a:custGeom>
              <a:avLst/>
              <a:gdLst/>
              <a:ahLst/>
              <a:cxnLst/>
              <a:rect l="l" t="t" r="r" b="b"/>
              <a:pathLst>
                <a:path w="13853" h="10911" extrusionOk="0">
                  <a:moveTo>
                    <a:pt x="13726" y="1"/>
                  </a:moveTo>
                  <a:lnTo>
                    <a:pt x="97" y="3732"/>
                  </a:lnTo>
                  <a:cubicBezTo>
                    <a:pt x="30" y="3761"/>
                    <a:pt x="1" y="3858"/>
                    <a:pt x="68" y="3887"/>
                  </a:cubicBezTo>
                  <a:lnTo>
                    <a:pt x="8359" y="10891"/>
                  </a:lnTo>
                  <a:cubicBezTo>
                    <a:pt x="8374" y="10903"/>
                    <a:pt x="8394" y="10910"/>
                    <a:pt x="8413" y="10910"/>
                  </a:cubicBezTo>
                  <a:cubicBezTo>
                    <a:pt x="8440" y="10910"/>
                    <a:pt x="8468" y="10896"/>
                    <a:pt x="8485" y="10861"/>
                  </a:cubicBezTo>
                  <a:lnTo>
                    <a:pt x="13823" y="127"/>
                  </a:lnTo>
                  <a:cubicBezTo>
                    <a:pt x="13852" y="60"/>
                    <a:pt x="13793" y="1"/>
                    <a:pt x="137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75"/>
            <p:cNvSpPr/>
            <p:nvPr/>
          </p:nvSpPr>
          <p:spPr>
            <a:xfrm>
              <a:off x="6806124" y="841326"/>
              <a:ext cx="1441832" cy="1139875"/>
            </a:xfrm>
            <a:custGeom>
              <a:avLst/>
              <a:gdLst/>
              <a:ahLst/>
              <a:cxnLst/>
              <a:rect l="l" t="t" r="r" b="b"/>
              <a:pathLst>
                <a:path w="14067" h="11121" extrusionOk="0">
                  <a:moveTo>
                    <a:pt x="13785" y="231"/>
                  </a:moveTo>
                  <a:lnTo>
                    <a:pt x="8484" y="10898"/>
                  </a:lnTo>
                  <a:lnTo>
                    <a:pt x="244" y="3932"/>
                  </a:lnTo>
                  <a:lnTo>
                    <a:pt x="13785" y="231"/>
                  </a:lnTo>
                  <a:close/>
                  <a:moveTo>
                    <a:pt x="13857" y="1"/>
                  </a:moveTo>
                  <a:cubicBezTo>
                    <a:pt x="13835" y="1"/>
                    <a:pt x="13811" y="6"/>
                    <a:pt x="13785" y="16"/>
                  </a:cubicBezTo>
                  <a:lnTo>
                    <a:pt x="156" y="3747"/>
                  </a:lnTo>
                  <a:cubicBezTo>
                    <a:pt x="59" y="3777"/>
                    <a:pt x="30" y="3806"/>
                    <a:pt x="0" y="3902"/>
                  </a:cubicBezTo>
                  <a:cubicBezTo>
                    <a:pt x="0" y="3962"/>
                    <a:pt x="30" y="4021"/>
                    <a:pt x="59" y="4088"/>
                  </a:cubicBezTo>
                  <a:lnTo>
                    <a:pt x="8358" y="11083"/>
                  </a:lnTo>
                  <a:cubicBezTo>
                    <a:pt x="8418" y="11121"/>
                    <a:pt x="8447" y="11121"/>
                    <a:pt x="8484" y="11121"/>
                  </a:cubicBezTo>
                  <a:lnTo>
                    <a:pt x="8543" y="11121"/>
                  </a:lnTo>
                  <a:cubicBezTo>
                    <a:pt x="8603" y="11121"/>
                    <a:pt x="8632" y="11054"/>
                    <a:pt x="8669" y="11024"/>
                  </a:cubicBezTo>
                  <a:lnTo>
                    <a:pt x="14037" y="290"/>
                  </a:lnTo>
                  <a:cubicBezTo>
                    <a:pt x="14066" y="231"/>
                    <a:pt x="14037" y="134"/>
                    <a:pt x="14000" y="75"/>
                  </a:cubicBezTo>
                  <a:cubicBezTo>
                    <a:pt x="13957" y="32"/>
                    <a:pt x="13914" y="1"/>
                    <a:pt x="13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75"/>
            <p:cNvSpPr/>
            <p:nvPr/>
          </p:nvSpPr>
          <p:spPr>
            <a:xfrm>
              <a:off x="7026904" y="975700"/>
              <a:ext cx="1012368" cy="783901"/>
            </a:xfrm>
            <a:custGeom>
              <a:avLst/>
              <a:gdLst/>
              <a:ahLst/>
              <a:cxnLst/>
              <a:rect l="l" t="t" r="r" b="b"/>
              <a:pathLst>
                <a:path w="9877" h="7648" extrusionOk="0">
                  <a:moveTo>
                    <a:pt x="9780" y="0"/>
                  </a:moveTo>
                  <a:lnTo>
                    <a:pt x="67" y="2621"/>
                  </a:lnTo>
                  <a:cubicBezTo>
                    <a:pt x="0" y="2621"/>
                    <a:pt x="0" y="2680"/>
                    <a:pt x="37" y="2710"/>
                  </a:cubicBezTo>
                  <a:lnTo>
                    <a:pt x="5960" y="7648"/>
                  </a:lnTo>
                  <a:lnTo>
                    <a:pt x="5990" y="7648"/>
                  </a:lnTo>
                  <a:cubicBezTo>
                    <a:pt x="6019" y="7648"/>
                    <a:pt x="6049" y="7648"/>
                    <a:pt x="6049" y="7618"/>
                  </a:cubicBezTo>
                  <a:lnTo>
                    <a:pt x="9876" y="89"/>
                  </a:lnTo>
                  <a:cubicBezTo>
                    <a:pt x="9876" y="30"/>
                    <a:pt x="9847" y="0"/>
                    <a:pt x="9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75"/>
            <p:cNvSpPr/>
            <p:nvPr/>
          </p:nvSpPr>
          <p:spPr>
            <a:xfrm>
              <a:off x="7175628" y="1556964"/>
              <a:ext cx="234514" cy="379446"/>
            </a:xfrm>
            <a:custGeom>
              <a:avLst/>
              <a:gdLst/>
              <a:ahLst/>
              <a:cxnLst/>
              <a:rect l="l" t="t" r="r" b="b"/>
              <a:pathLst>
                <a:path w="2288" h="3702" extrusionOk="0">
                  <a:moveTo>
                    <a:pt x="0" y="0"/>
                  </a:moveTo>
                  <a:lnTo>
                    <a:pt x="0" y="3702"/>
                  </a:lnTo>
                  <a:lnTo>
                    <a:pt x="2288" y="19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75"/>
            <p:cNvSpPr/>
            <p:nvPr/>
          </p:nvSpPr>
          <p:spPr>
            <a:xfrm>
              <a:off x="7166506" y="1545586"/>
              <a:ext cx="255834" cy="400663"/>
            </a:xfrm>
            <a:custGeom>
              <a:avLst/>
              <a:gdLst/>
              <a:ahLst/>
              <a:cxnLst/>
              <a:rect l="l" t="t" r="r" b="b"/>
              <a:pathLst>
                <a:path w="2496" h="3909" extrusionOk="0">
                  <a:moveTo>
                    <a:pt x="215" y="363"/>
                  </a:moveTo>
                  <a:lnTo>
                    <a:pt x="2222" y="2088"/>
                  </a:lnTo>
                  <a:lnTo>
                    <a:pt x="215" y="3598"/>
                  </a:lnTo>
                  <a:lnTo>
                    <a:pt x="215" y="363"/>
                  </a:lnTo>
                  <a:close/>
                  <a:moveTo>
                    <a:pt x="123" y="0"/>
                  </a:moveTo>
                  <a:cubicBezTo>
                    <a:pt x="99" y="0"/>
                    <a:pt x="75" y="8"/>
                    <a:pt x="60" y="22"/>
                  </a:cubicBezTo>
                  <a:cubicBezTo>
                    <a:pt x="30" y="22"/>
                    <a:pt x="1" y="82"/>
                    <a:pt x="1" y="111"/>
                  </a:cubicBezTo>
                  <a:lnTo>
                    <a:pt x="1" y="3813"/>
                  </a:lnTo>
                  <a:cubicBezTo>
                    <a:pt x="1" y="3842"/>
                    <a:pt x="30" y="3879"/>
                    <a:pt x="60" y="3909"/>
                  </a:cubicBezTo>
                  <a:lnTo>
                    <a:pt x="186" y="3909"/>
                  </a:lnTo>
                  <a:lnTo>
                    <a:pt x="2436" y="2177"/>
                  </a:lnTo>
                  <a:cubicBezTo>
                    <a:pt x="2466" y="2177"/>
                    <a:pt x="2495" y="2147"/>
                    <a:pt x="2495" y="2117"/>
                  </a:cubicBezTo>
                  <a:cubicBezTo>
                    <a:pt x="2495" y="2058"/>
                    <a:pt x="2466" y="2029"/>
                    <a:pt x="2466" y="2029"/>
                  </a:cubicBezTo>
                  <a:lnTo>
                    <a:pt x="186" y="22"/>
                  </a:lnTo>
                  <a:cubicBezTo>
                    <a:pt x="171" y="8"/>
                    <a:pt x="147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75"/>
            <p:cNvSpPr/>
            <p:nvPr/>
          </p:nvSpPr>
          <p:spPr>
            <a:xfrm>
              <a:off x="7201457" y="858033"/>
              <a:ext cx="1030510" cy="702005"/>
            </a:xfrm>
            <a:custGeom>
              <a:avLst/>
              <a:gdLst/>
              <a:ahLst/>
              <a:cxnLst/>
              <a:rect l="l" t="t" r="r" b="b"/>
              <a:pathLst>
                <a:path w="10054" h="6849" extrusionOk="0">
                  <a:moveTo>
                    <a:pt x="10054" y="1"/>
                  </a:moveTo>
                  <a:lnTo>
                    <a:pt x="0" y="6849"/>
                  </a:lnTo>
                  <a:close/>
                </a:path>
              </a:pathLst>
            </a:custGeom>
            <a:solidFill>
              <a:srgbClr val="CBDA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75"/>
            <p:cNvSpPr/>
            <p:nvPr/>
          </p:nvSpPr>
          <p:spPr>
            <a:xfrm>
              <a:off x="7188543" y="846963"/>
              <a:ext cx="1056339" cy="722915"/>
            </a:xfrm>
            <a:custGeom>
              <a:avLst/>
              <a:gdLst/>
              <a:ahLst/>
              <a:cxnLst/>
              <a:rect l="l" t="t" r="r" b="b"/>
              <a:pathLst>
                <a:path w="10306" h="7053" extrusionOk="0">
                  <a:moveTo>
                    <a:pt x="10192" y="1"/>
                  </a:moveTo>
                  <a:cubicBezTo>
                    <a:pt x="10170" y="1"/>
                    <a:pt x="10145" y="8"/>
                    <a:pt x="10120" y="20"/>
                  </a:cubicBezTo>
                  <a:lnTo>
                    <a:pt x="59" y="6868"/>
                  </a:lnTo>
                  <a:cubicBezTo>
                    <a:pt x="0" y="6898"/>
                    <a:pt x="0" y="6957"/>
                    <a:pt x="30" y="7023"/>
                  </a:cubicBezTo>
                  <a:cubicBezTo>
                    <a:pt x="30" y="7053"/>
                    <a:pt x="89" y="7053"/>
                    <a:pt x="126" y="7053"/>
                  </a:cubicBezTo>
                  <a:lnTo>
                    <a:pt x="185" y="7053"/>
                  </a:lnTo>
                  <a:lnTo>
                    <a:pt x="10239" y="205"/>
                  </a:lnTo>
                  <a:cubicBezTo>
                    <a:pt x="10306" y="176"/>
                    <a:pt x="10306" y="109"/>
                    <a:pt x="10269" y="50"/>
                  </a:cubicBezTo>
                  <a:cubicBezTo>
                    <a:pt x="10251" y="15"/>
                    <a:pt x="10224" y="1"/>
                    <a:pt x="10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184C392-37C5-A12C-08BC-9A170BC39B75}"/>
              </a:ext>
            </a:extLst>
          </p:cNvPr>
          <p:cNvSpPr txBox="1"/>
          <p:nvPr/>
        </p:nvSpPr>
        <p:spPr>
          <a:xfrm>
            <a:off x="2604765" y="4698475"/>
            <a:ext cx="39228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800" i="1" dirty="0"/>
              <a:t>All revenue figures are net of discounts, excluding cancelled and returned orders. </a:t>
            </a:r>
          </a:p>
          <a:p>
            <a:pPr algn="ctr"/>
            <a:r>
              <a:rPr lang="en-ID" sz="800" i="1" dirty="0"/>
              <a:t>Reconciles exactly to source. Jan 2022 – Feb 2025.</a:t>
            </a:r>
            <a:endParaRPr lang="en-US" sz="8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0">
          <a:extLst>
            <a:ext uri="{FF2B5EF4-FFF2-40B4-BE49-F238E27FC236}">
              <a16:creationId xmlns:a16="http://schemas.microsoft.com/office/drawing/2014/main" id="{AC4D967E-63CD-6746-8250-9A295F0CD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1" name="Google Shape;5491;p80">
            <a:extLst>
              <a:ext uri="{FF2B5EF4-FFF2-40B4-BE49-F238E27FC236}">
                <a16:creationId xmlns:a16="http://schemas.microsoft.com/office/drawing/2014/main" id="{3A961F6E-4E11-3DC5-CB8D-AD3D6B9A9B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</a:t>
            </a:r>
            <a:r>
              <a:rPr lang="en" dirty="0">
                <a:solidFill>
                  <a:schemeClr val="accent4"/>
                </a:solidFill>
              </a:rPr>
              <a:t>You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5492" name="Google Shape;5492;p80">
            <a:extLst>
              <a:ext uri="{FF2B5EF4-FFF2-40B4-BE49-F238E27FC236}">
                <a16:creationId xmlns:a16="http://schemas.microsoft.com/office/drawing/2014/main" id="{2AA31A76-DEFC-14C4-10E7-64E087530D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04375" y="1167125"/>
            <a:ext cx="6155100" cy="12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D" dirty="0"/>
              <a:t>Let’s Connect. Always open to discussing data strategy!</a:t>
            </a:r>
          </a:p>
          <a:p>
            <a:pPr marL="0" lvl="0" indent="0">
              <a:buNone/>
            </a:pPr>
            <a:r>
              <a:rPr lang="en-ID" dirty="0"/>
              <a:t>Email : </a:t>
            </a:r>
            <a:r>
              <a:rPr lang="en-ID" dirty="0">
                <a:hlinkClick r:id="rId3"/>
              </a:rPr>
              <a:t>renaldybys@gmail.com</a:t>
            </a:r>
            <a:endParaRPr lang="en-ID" dirty="0"/>
          </a:p>
          <a:p>
            <a:pPr marL="0" lvl="0" indent="0">
              <a:buNone/>
            </a:pPr>
            <a:r>
              <a:rPr lang="en-US" dirty="0"/>
              <a:t>Portfolio : </a:t>
            </a:r>
            <a:r>
              <a:rPr lang="en-US" dirty="0">
                <a:hlinkClick r:id="rId4"/>
              </a:rPr>
              <a:t>Click Here!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Dataset : </a:t>
            </a:r>
            <a:r>
              <a:rPr lang="en-US" dirty="0">
                <a:hlinkClick r:id="rId5"/>
              </a:rPr>
              <a:t>Click Here!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Tableau Public : </a:t>
            </a:r>
            <a:r>
              <a:rPr lang="en-US" dirty="0">
                <a:hlinkClick r:id="rId6"/>
              </a:rPr>
              <a:t>Click Here!</a:t>
            </a:r>
            <a:endParaRPr dirty="0"/>
          </a:p>
        </p:txBody>
      </p:sp>
      <p:grpSp>
        <p:nvGrpSpPr>
          <p:cNvPr id="5493" name="Google Shape;5493;p80">
            <a:extLst>
              <a:ext uri="{FF2B5EF4-FFF2-40B4-BE49-F238E27FC236}">
                <a16:creationId xmlns:a16="http://schemas.microsoft.com/office/drawing/2014/main" id="{341AC867-987A-3A42-82B5-F9C3A31E5831}"/>
              </a:ext>
            </a:extLst>
          </p:cNvPr>
          <p:cNvGrpSpPr/>
          <p:nvPr/>
        </p:nvGrpSpPr>
        <p:grpSpPr>
          <a:xfrm>
            <a:off x="1117600" y="2621100"/>
            <a:ext cx="3277750" cy="1987400"/>
            <a:chOff x="4100300" y="1865150"/>
            <a:chExt cx="3277750" cy="1987400"/>
          </a:xfrm>
        </p:grpSpPr>
        <p:sp>
          <p:nvSpPr>
            <p:cNvPr id="5494" name="Google Shape;5494;p80">
              <a:extLst>
                <a:ext uri="{FF2B5EF4-FFF2-40B4-BE49-F238E27FC236}">
                  <a16:creationId xmlns:a16="http://schemas.microsoft.com/office/drawing/2014/main" id="{16943295-8054-546C-42AF-C1FFB8D7B4D5}"/>
                </a:ext>
              </a:extLst>
            </p:cNvPr>
            <p:cNvSpPr/>
            <p:nvPr/>
          </p:nvSpPr>
          <p:spPr>
            <a:xfrm>
              <a:off x="4100300" y="3230400"/>
              <a:ext cx="610300" cy="364000"/>
            </a:xfrm>
            <a:custGeom>
              <a:avLst/>
              <a:gdLst/>
              <a:ahLst/>
              <a:cxnLst/>
              <a:rect l="l" t="t" r="r" b="b"/>
              <a:pathLst>
                <a:path w="24412" h="14560" extrusionOk="0">
                  <a:moveTo>
                    <a:pt x="13157" y="0"/>
                  </a:moveTo>
                  <a:cubicBezTo>
                    <a:pt x="11235" y="0"/>
                    <a:pt x="10442" y="12862"/>
                    <a:pt x="10442" y="12862"/>
                  </a:cubicBezTo>
                  <a:cubicBezTo>
                    <a:pt x="10442" y="12862"/>
                    <a:pt x="9768" y="414"/>
                    <a:pt x="7447" y="414"/>
                  </a:cubicBezTo>
                  <a:cubicBezTo>
                    <a:pt x="7355" y="414"/>
                    <a:pt x="7260" y="433"/>
                    <a:pt x="7163" y="474"/>
                  </a:cubicBezTo>
                  <a:cubicBezTo>
                    <a:pt x="4649" y="1567"/>
                    <a:pt x="8322" y="12862"/>
                    <a:pt x="8322" y="12862"/>
                  </a:cubicBezTo>
                  <a:cubicBezTo>
                    <a:pt x="8322" y="12862"/>
                    <a:pt x="4446" y="2339"/>
                    <a:pt x="2678" y="2339"/>
                  </a:cubicBezTo>
                  <a:cubicBezTo>
                    <a:pt x="2542" y="2339"/>
                    <a:pt x="2418" y="2402"/>
                    <a:pt x="2310" y="2536"/>
                  </a:cubicBezTo>
                  <a:cubicBezTo>
                    <a:pt x="1399" y="3717"/>
                    <a:pt x="4161" y="9124"/>
                    <a:pt x="5742" y="12221"/>
                  </a:cubicBezTo>
                  <a:cubicBezTo>
                    <a:pt x="4443" y="11001"/>
                    <a:pt x="2424" y="9209"/>
                    <a:pt x="1424" y="9209"/>
                  </a:cubicBezTo>
                  <a:cubicBezTo>
                    <a:pt x="1230" y="9209"/>
                    <a:pt x="1074" y="9276"/>
                    <a:pt x="969" y="9430"/>
                  </a:cubicBezTo>
                  <a:cubicBezTo>
                    <a:pt x="0" y="10945"/>
                    <a:pt x="5560" y="14560"/>
                    <a:pt x="5560" y="14560"/>
                  </a:cubicBezTo>
                  <a:lnTo>
                    <a:pt x="7892" y="14531"/>
                  </a:lnTo>
                  <a:lnTo>
                    <a:pt x="17096" y="14465"/>
                  </a:lnTo>
                  <a:cubicBezTo>
                    <a:pt x="17096" y="14465"/>
                    <a:pt x="24412" y="7513"/>
                    <a:pt x="21920" y="6333"/>
                  </a:cubicBezTo>
                  <a:cubicBezTo>
                    <a:pt x="21738" y="6246"/>
                    <a:pt x="21549" y="6206"/>
                    <a:pt x="21355" y="6206"/>
                  </a:cubicBezTo>
                  <a:cubicBezTo>
                    <a:pt x="18887" y="6206"/>
                    <a:pt x="15543" y="12680"/>
                    <a:pt x="15543" y="12680"/>
                  </a:cubicBezTo>
                  <a:cubicBezTo>
                    <a:pt x="15543" y="12680"/>
                    <a:pt x="19981" y="3505"/>
                    <a:pt x="17547" y="2536"/>
                  </a:cubicBezTo>
                  <a:cubicBezTo>
                    <a:pt x="17449" y="2496"/>
                    <a:pt x="17350" y="2477"/>
                    <a:pt x="17250" y="2477"/>
                  </a:cubicBezTo>
                  <a:cubicBezTo>
                    <a:pt x="14932" y="2477"/>
                    <a:pt x="12446" y="12862"/>
                    <a:pt x="12446" y="12862"/>
                  </a:cubicBezTo>
                  <a:cubicBezTo>
                    <a:pt x="12446" y="12862"/>
                    <a:pt x="15245" y="503"/>
                    <a:pt x="13270" y="15"/>
                  </a:cubicBezTo>
                  <a:cubicBezTo>
                    <a:pt x="13232" y="5"/>
                    <a:pt x="13194" y="0"/>
                    <a:pt x="13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5" name="Google Shape;5495;p80">
              <a:extLst>
                <a:ext uri="{FF2B5EF4-FFF2-40B4-BE49-F238E27FC236}">
                  <a16:creationId xmlns:a16="http://schemas.microsoft.com/office/drawing/2014/main" id="{4EFB5283-33A5-47A4-936D-7597DAB5FB86}"/>
                </a:ext>
              </a:extLst>
            </p:cNvPr>
            <p:cNvSpPr/>
            <p:nvPr/>
          </p:nvSpPr>
          <p:spPr>
            <a:xfrm>
              <a:off x="4377375" y="3315100"/>
              <a:ext cx="45575" cy="277850"/>
            </a:xfrm>
            <a:custGeom>
              <a:avLst/>
              <a:gdLst/>
              <a:ahLst/>
              <a:cxnLst/>
              <a:rect l="l" t="t" r="r" b="b"/>
              <a:pathLst>
                <a:path w="1823" h="11114" extrusionOk="0">
                  <a:moveTo>
                    <a:pt x="1728" y="1"/>
                  </a:moveTo>
                  <a:cubicBezTo>
                    <a:pt x="1699" y="1"/>
                    <a:pt x="1640" y="30"/>
                    <a:pt x="1640" y="59"/>
                  </a:cubicBezTo>
                  <a:lnTo>
                    <a:pt x="1" y="11019"/>
                  </a:lnTo>
                  <a:cubicBezTo>
                    <a:pt x="1" y="11048"/>
                    <a:pt x="30" y="11113"/>
                    <a:pt x="59" y="11113"/>
                  </a:cubicBezTo>
                  <a:lnTo>
                    <a:pt x="88" y="11113"/>
                  </a:lnTo>
                  <a:cubicBezTo>
                    <a:pt x="125" y="11113"/>
                    <a:pt x="154" y="11077"/>
                    <a:pt x="183" y="11048"/>
                  </a:cubicBezTo>
                  <a:lnTo>
                    <a:pt x="1823" y="88"/>
                  </a:lnTo>
                  <a:cubicBezTo>
                    <a:pt x="1823" y="59"/>
                    <a:pt x="1793" y="1"/>
                    <a:pt x="1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6" name="Google Shape;5496;p80">
              <a:extLst>
                <a:ext uri="{FF2B5EF4-FFF2-40B4-BE49-F238E27FC236}">
                  <a16:creationId xmlns:a16="http://schemas.microsoft.com/office/drawing/2014/main" id="{5807BAF0-A0B4-0A8D-2136-0A178161A707}"/>
                </a:ext>
              </a:extLst>
            </p:cNvPr>
            <p:cNvSpPr/>
            <p:nvPr/>
          </p:nvSpPr>
          <p:spPr>
            <a:xfrm>
              <a:off x="4425100" y="3397075"/>
              <a:ext cx="75275" cy="195875"/>
            </a:xfrm>
            <a:custGeom>
              <a:avLst/>
              <a:gdLst/>
              <a:ahLst/>
              <a:cxnLst/>
              <a:rect l="l" t="t" r="r" b="b"/>
              <a:pathLst>
                <a:path w="3011" h="7835" extrusionOk="0">
                  <a:moveTo>
                    <a:pt x="2952" y="1"/>
                  </a:moveTo>
                  <a:cubicBezTo>
                    <a:pt x="2916" y="1"/>
                    <a:pt x="2858" y="1"/>
                    <a:pt x="2828" y="59"/>
                  </a:cubicBezTo>
                  <a:lnTo>
                    <a:pt x="1" y="7711"/>
                  </a:lnTo>
                  <a:cubicBezTo>
                    <a:pt x="1" y="7769"/>
                    <a:pt x="1" y="7798"/>
                    <a:pt x="67" y="7834"/>
                  </a:cubicBezTo>
                  <a:lnTo>
                    <a:pt x="96" y="7834"/>
                  </a:lnTo>
                  <a:cubicBezTo>
                    <a:pt x="125" y="7834"/>
                    <a:pt x="154" y="7798"/>
                    <a:pt x="154" y="7769"/>
                  </a:cubicBezTo>
                  <a:lnTo>
                    <a:pt x="3011" y="117"/>
                  </a:lnTo>
                  <a:cubicBezTo>
                    <a:pt x="3011" y="59"/>
                    <a:pt x="2981" y="30"/>
                    <a:pt x="29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80">
              <a:extLst>
                <a:ext uri="{FF2B5EF4-FFF2-40B4-BE49-F238E27FC236}">
                  <a16:creationId xmlns:a16="http://schemas.microsoft.com/office/drawing/2014/main" id="{82C37454-9574-9B82-C938-B1C6E9567DD5}"/>
                </a:ext>
              </a:extLst>
            </p:cNvPr>
            <p:cNvSpPr/>
            <p:nvPr/>
          </p:nvSpPr>
          <p:spPr>
            <a:xfrm>
              <a:off x="4486700" y="3477675"/>
              <a:ext cx="94925" cy="116725"/>
            </a:xfrm>
            <a:custGeom>
              <a:avLst/>
              <a:gdLst/>
              <a:ahLst/>
              <a:cxnLst/>
              <a:rect l="l" t="t" r="r" b="b"/>
              <a:pathLst>
                <a:path w="3797" h="4669" extrusionOk="0">
                  <a:moveTo>
                    <a:pt x="3686" y="1"/>
                  </a:moveTo>
                  <a:cubicBezTo>
                    <a:pt x="3660" y="1"/>
                    <a:pt x="3632" y="17"/>
                    <a:pt x="3614" y="56"/>
                  </a:cubicBezTo>
                  <a:cubicBezTo>
                    <a:pt x="2244" y="1783"/>
                    <a:pt x="182" y="4392"/>
                    <a:pt x="29" y="4516"/>
                  </a:cubicBezTo>
                  <a:cubicBezTo>
                    <a:pt x="0" y="4545"/>
                    <a:pt x="0" y="4610"/>
                    <a:pt x="29" y="4640"/>
                  </a:cubicBezTo>
                  <a:cubicBezTo>
                    <a:pt x="29" y="4669"/>
                    <a:pt x="58" y="4669"/>
                    <a:pt x="87" y="4669"/>
                  </a:cubicBezTo>
                  <a:cubicBezTo>
                    <a:pt x="124" y="4669"/>
                    <a:pt x="124" y="4669"/>
                    <a:pt x="153" y="4640"/>
                  </a:cubicBezTo>
                  <a:cubicBezTo>
                    <a:pt x="306" y="4516"/>
                    <a:pt x="3403" y="603"/>
                    <a:pt x="3767" y="143"/>
                  </a:cubicBezTo>
                  <a:cubicBezTo>
                    <a:pt x="3797" y="114"/>
                    <a:pt x="3797" y="56"/>
                    <a:pt x="3731" y="20"/>
                  </a:cubicBezTo>
                  <a:cubicBezTo>
                    <a:pt x="3719" y="8"/>
                    <a:pt x="3703" y="1"/>
                    <a:pt x="3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80">
              <a:extLst>
                <a:ext uri="{FF2B5EF4-FFF2-40B4-BE49-F238E27FC236}">
                  <a16:creationId xmlns:a16="http://schemas.microsoft.com/office/drawing/2014/main" id="{1C353640-7610-0B8D-1C58-258E10B4B7AF}"/>
                </a:ext>
              </a:extLst>
            </p:cNvPr>
            <p:cNvSpPr/>
            <p:nvPr/>
          </p:nvSpPr>
          <p:spPr>
            <a:xfrm>
              <a:off x="4286300" y="3296875"/>
              <a:ext cx="52300" cy="298975"/>
            </a:xfrm>
            <a:custGeom>
              <a:avLst/>
              <a:gdLst/>
              <a:ahLst/>
              <a:cxnLst/>
              <a:rect l="l" t="t" r="r" b="b"/>
              <a:pathLst>
                <a:path w="2092" h="11959" extrusionOk="0">
                  <a:moveTo>
                    <a:pt x="58" y="1"/>
                  </a:moveTo>
                  <a:cubicBezTo>
                    <a:pt x="29" y="30"/>
                    <a:pt x="0" y="59"/>
                    <a:pt x="0" y="88"/>
                  </a:cubicBezTo>
                  <a:lnTo>
                    <a:pt x="1946" y="11872"/>
                  </a:lnTo>
                  <a:cubicBezTo>
                    <a:pt x="1946" y="11930"/>
                    <a:pt x="1975" y="11959"/>
                    <a:pt x="2033" y="11959"/>
                  </a:cubicBezTo>
                  <a:cubicBezTo>
                    <a:pt x="2062" y="11930"/>
                    <a:pt x="2092" y="11901"/>
                    <a:pt x="2092" y="11842"/>
                  </a:cubicBezTo>
                  <a:lnTo>
                    <a:pt x="153" y="88"/>
                  </a:lnTo>
                  <a:cubicBezTo>
                    <a:pt x="153" y="30"/>
                    <a:pt x="124" y="1"/>
                    <a:pt x="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80">
              <a:extLst>
                <a:ext uri="{FF2B5EF4-FFF2-40B4-BE49-F238E27FC236}">
                  <a16:creationId xmlns:a16="http://schemas.microsoft.com/office/drawing/2014/main" id="{6EC901B2-6FBF-C7D5-411D-F9F2CDA2C7D0}"/>
                </a:ext>
              </a:extLst>
            </p:cNvPr>
            <p:cNvSpPr/>
            <p:nvPr/>
          </p:nvSpPr>
          <p:spPr>
            <a:xfrm>
              <a:off x="4219425" y="3420275"/>
              <a:ext cx="80550" cy="174850"/>
            </a:xfrm>
            <a:custGeom>
              <a:avLst/>
              <a:gdLst/>
              <a:ahLst/>
              <a:cxnLst/>
              <a:rect l="l" t="t" r="r" b="b"/>
              <a:pathLst>
                <a:path w="3222" h="6994" extrusionOk="0">
                  <a:moveTo>
                    <a:pt x="116" y="1"/>
                  </a:moveTo>
                  <a:cubicBezTo>
                    <a:pt x="101" y="1"/>
                    <a:pt x="83" y="4"/>
                    <a:pt x="66" y="13"/>
                  </a:cubicBezTo>
                  <a:cubicBezTo>
                    <a:pt x="30" y="13"/>
                    <a:pt x="1" y="71"/>
                    <a:pt x="30" y="100"/>
                  </a:cubicBezTo>
                  <a:lnTo>
                    <a:pt x="3040" y="6965"/>
                  </a:lnTo>
                  <a:cubicBezTo>
                    <a:pt x="3069" y="6994"/>
                    <a:pt x="3098" y="6994"/>
                    <a:pt x="3127" y="6994"/>
                  </a:cubicBezTo>
                  <a:lnTo>
                    <a:pt x="3163" y="6994"/>
                  </a:lnTo>
                  <a:cubicBezTo>
                    <a:pt x="3193" y="6965"/>
                    <a:pt x="3222" y="6936"/>
                    <a:pt x="3193" y="6870"/>
                  </a:cubicBezTo>
                  <a:lnTo>
                    <a:pt x="183" y="42"/>
                  </a:lnTo>
                  <a:cubicBezTo>
                    <a:pt x="183" y="21"/>
                    <a:pt x="154" y="1"/>
                    <a:pt x="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80">
              <a:extLst>
                <a:ext uri="{FF2B5EF4-FFF2-40B4-BE49-F238E27FC236}">
                  <a16:creationId xmlns:a16="http://schemas.microsoft.com/office/drawing/2014/main" id="{86248955-71CA-DF8C-7019-E6DC3639080E}"/>
                </a:ext>
              </a:extLst>
            </p:cNvPr>
            <p:cNvSpPr/>
            <p:nvPr/>
          </p:nvSpPr>
          <p:spPr>
            <a:xfrm>
              <a:off x="4175525" y="3510250"/>
              <a:ext cx="86550" cy="85600"/>
            </a:xfrm>
            <a:custGeom>
              <a:avLst/>
              <a:gdLst/>
              <a:ahLst/>
              <a:cxnLst/>
              <a:rect l="l" t="t" r="r" b="b"/>
              <a:pathLst>
                <a:path w="3462" h="3424" extrusionOk="0">
                  <a:moveTo>
                    <a:pt x="88" y="1"/>
                  </a:moveTo>
                  <a:cubicBezTo>
                    <a:pt x="66" y="1"/>
                    <a:pt x="44" y="10"/>
                    <a:pt x="30" y="28"/>
                  </a:cubicBezTo>
                  <a:cubicBezTo>
                    <a:pt x="1" y="57"/>
                    <a:pt x="1" y="116"/>
                    <a:pt x="30" y="145"/>
                  </a:cubicBezTo>
                  <a:lnTo>
                    <a:pt x="3309" y="3424"/>
                  </a:lnTo>
                  <a:lnTo>
                    <a:pt x="3426" y="3424"/>
                  </a:lnTo>
                  <a:cubicBezTo>
                    <a:pt x="3462" y="3366"/>
                    <a:pt x="3462" y="3337"/>
                    <a:pt x="3426" y="3307"/>
                  </a:cubicBezTo>
                  <a:lnTo>
                    <a:pt x="146" y="28"/>
                  </a:lnTo>
                  <a:cubicBezTo>
                    <a:pt x="132" y="10"/>
                    <a:pt x="110" y="1"/>
                    <a:pt x="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80">
              <a:extLst>
                <a:ext uri="{FF2B5EF4-FFF2-40B4-BE49-F238E27FC236}">
                  <a16:creationId xmlns:a16="http://schemas.microsoft.com/office/drawing/2014/main" id="{8D0FCBCE-DAC3-F9D2-4CDE-259D8A67D5D7}"/>
                </a:ext>
              </a:extLst>
            </p:cNvPr>
            <p:cNvSpPr/>
            <p:nvPr/>
          </p:nvSpPr>
          <p:spPr>
            <a:xfrm>
              <a:off x="4258225" y="3624800"/>
              <a:ext cx="255075" cy="220100"/>
            </a:xfrm>
            <a:custGeom>
              <a:avLst/>
              <a:gdLst/>
              <a:ahLst/>
              <a:cxnLst/>
              <a:rect l="l" t="t" r="r" b="b"/>
              <a:pathLst>
                <a:path w="10203" h="8804" extrusionOk="0">
                  <a:moveTo>
                    <a:pt x="1" y="1"/>
                  </a:moveTo>
                  <a:lnTo>
                    <a:pt x="1335" y="8803"/>
                  </a:lnTo>
                  <a:lnTo>
                    <a:pt x="8833" y="8803"/>
                  </a:lnTo>
                  <a:lnTo>
                    <a:pt x="10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80">
              <a:extLst>
                <a:ext uri="{FF2B5EF4-FFF2-40B4-BE49-F238E27FC236}">
                  <a16:creationId xmlns:a16="http://schemas.microsoft.com/office/drawing/2014/main" id="{815CE0BD-F127-D834-5E43-B88858801408}"/>
                </a:ext>
              </a:extLst>
            </p:cNvPr>
            <p:cNvSpPr/>
            <p:nvPr/>
          </p:nvSpPr>
          <p:spPr>
            <a:xfrm>
              <a:off x="4217975" y="3590550"/>
              <a:ext cx="334675" cy="42475"/>
            </a:xfrm>
            <a:custGeom>
              <a:avLst/>
              <a:gdLst/>
              <a:ahLst/>
              <a:cxnLst/>
              <a:rect l="l" t="t" r="r" b="b"/>
              <a:pathLst>
                <a:path w="13387" h="1699" extrusionOk="0">
                  <a:moveTo>
                    <a:pt x="452" y="1"/>
                  </a:moveTo>
                  <a:cubicBezTo>
                    <a:pt x="212" y="1"/>
                    <a:pt x="1" y="212"/>
                    <a:pt x="1" y="460"/>
                  </a:cubicBezTo>
                  <a:lnTo>
                    <a:pt x="1" y="1247"/>
                  </a:lnTo>
                  <a:cubicBezTo>
                    <a:pt x="1" y="1487"/>
                    <a:pt x="212" y="1699"/>
                    <a:pt x="452" y="1699"/>
                  </a:cubicBezTo>
                  <a:lnTo>
                    <a:pt x="12935" y="1699"/>
                  </a:lnTo>
                  <a:cubicBezTo>
                    <a:pt x="13205" y="1699"/>
                    <a:pt x="13387" y="1487"/>
                    <a:pt x="13387" y="1247"/>
                  </a:cubicBezTo>
                  <a:lnTo>
                    <a:pt x="13387" y="460"/>
                  </a:lnTo>
                  <a:cubicBezTo>
                    <a:pt x="13387" y="212"/>
                    <a:pt x="13205" y="1"/>
                    <a:pt x="12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80">
              <a:extLst>
                <a:ext uri="{FF2B5EF4-FFF2-40B4-BE49-F238E27FC236}">
                  <a16:creationId xmlns:a16="http://schemas.microsoft.com/office/drawing/2014/main" id="{65FA7047-687B-9175-C82D-B7F28DD59999}"/>
                </a:ext>
              </a:extLst>
            </p:cNvPr>
            <p:cNvSpPr/>
            <p:nvPr/>
          </p:nvSpPr>
          <p:spPr>
            <a:xfrm>
              <a:off x="4241475" y="3630825"/>
              <a:ext cx="283125" cy="4575"/>
            </a:xfrm>
            <a:custGeom>
              <a:avLst/>
              <a:gdLst/>
              <a:ahLst/>
              <a:cxnLst/>
              <a:rect l="l" t="t" r="r" b="b"/>
              <a:pathLst>
                <a:path w="11325" h="183" extrusionOk="0">
                  <a:moveTo>
                    <a:pt x="95" y="0"/>
                  </a:moveTo>
                  <a:cubicBezTo>
                    <a:pt x="30" y="0"/>
                    <a:pt x="1" y="58"/>
                    <a:pt x="1" y="88"/>
                  </a:cubicBezTo>
                  <a:cubicBezTo>
                    <a:pt x="1" y="153"/>
                    <a:pt x="30" y="182"/>
                    <a:pt x="95" y="182"/>
                  </a:cubicBezTo>
                  <a:lnTo>
                    <a:pt x="11266" y="182"/>
                  </a:lnTo>
                  <a:cubicBezTo>
                    <a:pt x="11296" y="182"/>
                    <a:pt x="11325" y="153"/>
                    <a:pt x="11325" y="88"/>
                  </a:cubicBezTo>
                  <a:cubicBezTo>
                    <a:pt x="11325" y="58"/>
                    <a:pt x="11296" y="0"/>
                    <a:pt x="112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80">
              <a:extLst>
                <a:ext uri="{FF2B5EF4-FFF2-40B4-BE49-F238E27FC236}">
                  <a16:creationId xmlns:a16="http://schemas.microsoft.com/office/drawing/2014/main" id="{CC8C95C7-573C-42D9-5449-DC8FB7FD568D}"/>
                </a:ext>
              </a:extLst>
            </p:cNvPr>
            <p:cNvSpPr/>
            <p:nvPr/>
          </p:nvSpPr>
          <p:spPr>
            <a:xfrm>
              <a:off x="5394175" y="2265650"/>
              <a:ext cx="212925" cy="224225"/>
            </a:xfrm>
            <a:custGeom>
              <a:avLst/>
              <a:gdLst/>
              <a:ahLst/>
              <a:cxnLst/>
              <a:rect l="l" t="t" r="r" b="b"/>
              <a:pathLst>
                <a:path w="8517" h="8969" extrusionOk="0">
                  <a:moveTo>
                    <a:pt x="2338" y="1"/>
                  </a:moveTo>
                  <a:cubicBezTo>
                    <a:pt x="965" y="1"/>
                    <a:pt x="1" y="1909"/>
                    <a:pt x="559" y="2811"/>
                  </a:cubicBezTo>
                  <a:cubicBezTo>
                    <a:pt x="1135" y="3809"/>
                    <a:pt x="5689" y="8968"/>
                    <a:pt x="5689" y="8968"/>
                  </a:cubicBezTo>
                  <a:lnTo>
                    <a:pt x="8517" y="5660"/>
                  </a:lnTo>
                  <a:cubicBezTo>
                    <a:pt x="6848" y="3292"/>
                    <a:pt x="4203" y="442"/>
                    <a:pt x="2687" y="42"/>
                  </a:cubicBezTo>
                  <a:cubicBezTo>
                    <a:pt x="2568" y="14"/>
                    <a:pt x="2452" y="1"/>
                    <a:pt x="2338" y="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80">
              <a:extLst>
                <a:ext uri="{FF2B5EF4-FFF2-40B4-BE49-F238E27FC236}">
                  <a16:creationId xmlns:a16="http://schemas.microsoft.com/office/drawing/2014/main" id="{1937C941-9E3E-867F-BC1E-4C28E9C33F06}"/>
                </a:ext>
              </a:extLst>
            </p:cNvPr>
            <p:cNvSpPr/>
            <p:nvPr/>
          </p:nvSpPr>
          <p:spPr>
            <a:xfrm>
              <a:off x="5398300" y="2264000"/>
              <a:ext cx="211000" cy="228975"/>
            </a:xfrm>
            <a:custGeom>
              <a:avLst/>
              <a:gdLst/>
              <a:ahLst/>
              <a:cxnLst/>
              <a:rect l="l" t="t" r="r" b="b"/>
              <a:pathLst>
                <a:path w="8440" h="9159" extrusionOk="0">
                  <a:moveTo>
                    <a:pt x="2187" y="173"/>
                  </a:moveTo>
                  <a:cubicBezTo>
                    <a:pt x="2282" y="173"/>
                    <a:pt x="2398" y="173"/>
                    <a:pt x="2493" y="202"/>
                  </a:cubicBezTo>
                  <a:cubicBezTo>
                    <a:pt x="3950" y="567"/>
                    <a:pt x="6530" y="3299"/>
                    <a:pt x="8228" y="5726"/>
                  </a:cubicBezTo>
                  <a:lnTo>
                    <a:pt x="5524" y="8888"/>
                  </a:lnTo>
                  <a:cubicBezTo>
                    <a:pt x="4949" y="8247"/>
                    <a:pt x="1006" y="3722"/>
                    <a:pt x="460" y="2840"/>
                  </a:cubicBezTo>
                  <a:cubicBezTo>
                    <a:pt x="183" y="2388"/>
                    <a:pt x="336" y="1601"/>
                    <a:pt x="788" y="960"/>
                  </a:cubicBezTo>
                  <a:cubicBezTo>
                    <a:pt x="1152" y="443"/>
                    <a:pt x="1670" y="173"/>
                    <a:pt x="2187" y="173"/>
                  </a:cubicBezTo>
                  <a:close/>
                  <a:moveTo>
                    <a:pt x="2155" y="0"/>
                  </a:moveTo>
                  <a:cubicBezTo>
                    <a:pt x="1604" y="0"/>
                    <a:pt x="1059" y="324"/>
                    <a:pt x="642" y="873"/>
                  </a:cubicBezTo>
                  <a:cubicBezTo>
                    <a:pt x="154" y="1565"/>
                    <a:pt x="1" y="2418"/>
                    <a:pt x="307" y="2935"/>
                  </a:cubicBezTo>
                  <a:cubicBezTo>
                    <a:pt x="912" y="3904"/>
                    <a:pt x="5255" y="8852"/>
                    <a:pt x="5466" y="9071"/>
                  </a:cubicBezTo>
                  <a:lnTo>
                    <a:pt x="5524" y="9158"/>
                  </a:lnTo>
                  <a:lnTo>
                    <a:pt x="8439" y="5726"/>
                  </a:lnTo>
                  <a:lnTo>
                    <a:pt x="8410" y="5697"/>
                  </a:lnTo>
                  <a:cubicBezTo>
                    <a:pt x="6683" y="3205"/>
                    <a:pt x="4038" y="414"/>
                    <a:pt x="2522" y="49"/>
                  </a:cubicBezTo>
                  <a:cubicBezTo>
                    <a:pt x="2400" y="16"/>
                    <a:pt x="2277" y="0"/>
                    <a:pt x="2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80">
              <a:extLst>
                <a:ext uri="{FF2B5EF4-FFF2-40B4-BE49-F238E27FC236}">
                  <a16:creationId xmlns:a16="http://schemas.microsoft.com/office/drawing/2014/main" id="{8A28137B-5AD1-5A77-5160-88EAB4DE61C2}"/>
                </a:ext>
              </a:extLst>
            </p:cNvPr>
            <p:cNvSpPr/>
            <p:nvPr/>
          </p:nvSpPr>
          <p:spPr>
            <a:xfrm>
              <a:off x="5367650" y="2283925"/>
              <a:ext cx="50350" cy="34525"/>
            </a:xfrm>
            <a:custGeom>
              <a:avLst/>
              <a:gdLst/>
              <a:ahLst/>
              <a:cxnLst/>
              <a:rect l="l" t="t" r="r" b="b"/>
              <a:pathLst>
                <a:path w="2014" h="1381" extrusionOk="0">
                  <a:moveTo>
                    <a:pt x="506" y="0"/>
                  </a:moveTo>
                  <a:cubicBezTo>
                    <a:pt x="137" y="0"/>
                    <a:pt x="0" y="269"/>
                    <a:pt x="105" y="622"/>
                  </a:cubicBezTo>
                  <a:cubicBezTo>
                    <a:pt x="258" y="1103"/>
                    <a:pt x="862" y="1380"/>
                    <a:pt x="862" y="1380"/>
                  </a:cubicBezTo>
                  <a:cubicBezTo>
                    <a:pt x="862" y="1380"/>
                    <a:pt x="2014" y="622"/>
                    <a:pt x="1169" y="192"/>
                  </a:cubicBezTo>
                  <a:cubicBezTo>
                    <a:pt x="898" y="58"/>
                    <a:pt x="677" y="0"/>
                    <a:pt x="5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80">
              <a:extLst>
                <a:ext uri="{FF2B5EF4-FFF2-40B4-BE49-F238E27FC236}">
                  <a16:creationId xmlns:a16="http://schemas.microsoft.com/office/drawing/2014/main" id="{2932A192-C1A2-63DA-4C40-FF8D989C5CB0}"/>
                </a:ext>
              </a:extLst>
            </p:cNvPr>
            <p:cNvSpPr/>
            <p:nvPr/>
          </p:nvSpPr>
          <p:spPr>
            <a:xfrm>
              <a:off x="5366425" y="2281850"/>
              <a:ext cx="41025" cy="38775"/>
            </a:xfrm>
            <a:custGeom>
              <a:avLst/>
              <a:gdLst/>
              <a:ahLst/>
              <a:cxnLst/>
              <a:rect l="l" t="t" r="r" b="b"/>
              <a:pathLst>
                <a:path w="1641" h="1551" extrusionOk="0">
                  <a:moveTo>
                    <a:pt x="547" y="188"/>
                  </a:moveTo>
                  <a:cubicBezTo>
                    <a:pt x="729" y="188"/>
                    <a:pt x="941" y="246"/>
                    <a:pt x="1188" y="370"/>
                  </a:cubicBezTo>
                  <a:cubicBezTo>
                    <a:pt x="1371" y="428"/>
                    <a:pt x="1429" y="552"/>
                    <a:pt x="1458" y="640"/>
                  </a:cubicBezTo>
                  <a:cubicBezTo>
                    <a:pt x="1458" y="917"/>
                    <a:pt x="1094" y="1252"/>
                    <a:pt x="882" y="1368"/>
                  </a:cubicBezTo>
                  <a:cubicBezTo>
                    <a:pt x="758" y="1310"/>
                    <a:pt x="365" y="1033"/>
                    <a:pt x="241" y="669"/>
                  </a:cubicBezTo>
                  <a:cubicBezTo>
                    <a:pt x="183" y="487"/>
                    <a:pt x="212" y="341"/>
                    <a:pt x="307" y="246"/>
                  </a:cubicBezTo>
                  <a:cubicBezTo>
                    <a:pt x="365" y="188"/>
                    <a:pt x="460" y="188"/>
                    <a:pt x="547" y="188"/>
                  </a:cubicBezTo>
                  <a:close/>
                  <a:moveTo>
                    <a:pt x="541" y="0"/>
                  </a:moveTo>
                  <a:cubicBezTo>
                    <a:pt x="357" y="0"/>
                    <a:pt x="247" y="62"/>
                    <a:pt x="183" y="122"/>
                  </a:cubicBezTo>
                  <a:cubicBezTo>
                    <a:pt x="30" y="246"/>
                    <a:pt x="1" y="457"/>
                    <a:pt x="59" y="705"/>
                  </a:cubicBezTo>
                  <a:cubicBezTo>
                    <a:pt x="241" y="1252"/>
                    <a:pt x="853" y="1551"/>
                    <a:pt x="853" y="1551"/>
                  </a:cubicBezTo>
                  <a:lnTo>
                    <a:pt x="941" y="1551"/>
                  </a:lnTo>
                  <a:cubicBezTo>
                    <a:pt x="970" y="1521"/>
                    <a:pt x="1640" y="1070"/>
                    <a:pt x="1611" y="640"/>
                  </a:cubicBezTo>
                  <a:cubicBezTo>
                    <a:pt x="1611" y="457"/>
                    <a:pt x="1487" y="304"/>
                    <a:pt x="1276" y="217"/>
                  </a:cubicBezTo>
                  <a:cubicBezTo>
                    <a:pt x="951" y="55"/>
                    <a:pt x="714" y="0"/>
                    <a:pt x="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80">
              <a:extLst>
                <a:ext uri="{FF2B5EF4-FFF2-40B4-BE49-F238E27FC236}">
                  <a16:creationId xmlns:a16="http://schemas.microsoft.com/office/drawing/2014/main" id="{E7ADD58F-9DCA-C1CD-182E-52DC4C7AC14F}"/>
                </a:ext>
              </a:extLst>
            </p:cNvPr>
            <p:cNvSpPr/>
            <p:nvPr/>
          </p:nvSpPr>
          <p:spPr>
            <a:xfrm>
              <a:off x="5368800" y="2260375"/>
              <a:ext cx="52300" cy="45125"/>
            </a:xfrm>
            <a:custGeom>
              <a:avLst/>
              <a:gdLst/>
              <a:ahLst/>
              <a:cxnLst/>
              <a:rect l="l" t="t" r="r" b="b"/>
              <a:pathLst>
                <a:path w="2092" h="1805" extrusionOk="0">
                  <a:moveTo>
                    <a:pt x="464" y="0"/>
                  </a:moveTo>
                  <a:cubicBezTo>
                    <a:pt x="192" y="0"/>
                    <a:pt x="46" y="192"/>
                    <a:pt x="29" y="435"/>
                  </a:cubicBezTo>
                  <a:cubicBezTo>
                    <a:pt x="0" y="865"/>
                    <a:pt x="365" y="1134"/>
                    <a:pt x="365" y="1134"/>
                  </a:cubicBezTo>
                  <a:lnTo>
                    <a:pt x="1334" y="1805"/>
                  </a:lnTo>
                  <a:cubicBezTo>
                    <a:pt x="1334" y="1805"/>
                    <a:pt x="2092" y="1047"/>
                    <a:pt x="1276" y="376"/>
                  </a:cubicBezTo>
                  <a:cubicBezTo>
                    <a:pt x="937" y="106"/>
                    <a:pt x="666" y="0"/>
                    <a:pt x="4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80">
              <a:extLst>
                <a:ext uri="{FF2B5EF4-FFF2-40B4-BE49-F238E27FC236}">
                  <a16:creationId xmlns:a16="http://schemas.microsoft.com/office/drawing/2014/main" id="{C8855E30-F56E-FC71-109B-B76137F2BCC5}"/>
                </a:ext>
              </a:extLst>
            </p:cNvPr>
            <p:cNvSpPr/>
            <p:nvPr/>
          </p:nvSpPr>
          <p:spPr>
            <a:xfrm>
              <a:off x="5366425" y="2257950"/>
              <a:ext cx="46300" cy="49750"/>
            </a:xfrm>
            <a:custGeom>
              <a:avLst/>
              <a:gdLst/>
              <a:ahLst/>
              <a:cxnLst/>
              <a:rect l="l" t="t" r="r" b="b"/>
              <a:pathLst>
                <a:path w="1852" h="1990" extrusionOk="0">
                  <a:moveTo>
                    <a:pt x="566" y="172"/>
                  </a:moveTo>
                  <a:cubicBezTo>
                    <a:pt x="721" y="172"/>
                    <a:pt x="967" y="259"/>
                    <a:pt x="1334" y="568"/>
                  </a:cubicBezTo>
                  <a:cubicBezTo>
                    <a:pt x="1553" y="714"/>
                    <a:pt x="1669" y="933"/>
                    <a:pt x="1669" y="1144"/>
                  </a:cubicBezTo>
                  <a:cubicBezTo>
                    <a:pt x="1698" y="1443"/>
                    <a:pt x="1516" y="1690"/>
                    <a:pt x="1429" y="1778"/>
                  </a:cubicBezTo>
                  <a:lnTo>
                    <a:pt x="518" y="1173"/>
                  </a:lnTo>
                  <a:cubicBezTo>
                    <a:pt x="489" y="1144"/>
                    <a:pt x="183" y="896"/>
                    <a:pt x="212" y="532"/>
                  </a:cubicBezTo>
                  <a:cubicBezTo>
                    <a:pt x="212" y="444"/>
                    <a:pt x="241" y="262"/>
                    <a:pt x="423" y="204"/>
                  </a:cubicBezTo>
                  <a:cubicBezTo>
                    <a:pt x="458" y="185"/>
                    <a:pt x="505" y="172"/>
                    <a:pt x="566" y="172"/>
                  </a:cubicBezTo>
                  <a:close/>
                  <a:moveTo>
                    <a:pt x="582" y="1"/>
                  </a:moveTo>
                  <a:cubicBezTo>
                    <a:pt x="494" y="1"/>
                    <a:pt x="422" y="21"/>
                    <a:pt x="365" y="51"/>
                  </a:cubicBezTo>
                  <a:cubicBezTo>
                    <a:pt x="183" y="109"/>
                    <a:pt x="59" y="291"/>
                    <a:pt x="30" y="503"/>
                  </a:cubicBezTo>
                  <a:cubicBezTo>
                    <a:pt x="1" y="991"/>
                    <a:pt x="394" y="1297"/>
                    <a:pt x="394" y="1297"/>
                  </a:cubicBezTo>
                  <a:lnTo>
                    <a:pt x="1400" y="1960"/>
                  </a:lnTo>
                  <a:cubicBezTo>
                    <a:pt x="1400" y="1989"/>
                    <a:pt x="1429" y="1989"/>
                    <a:pt x="1429" y="1989"/>
                  </a:cubicBezTo>
                  <a:cubicBezTo>
                    <a:pt x="1458" y="1989"/>
                    <a:pt x="1487" y="1989"/>
                    <a:pt x="1487" y="1960"/>
                  </a:cubicBezTo>
                  <a:cubicBezTo>
                    <a:pt x="1516" y="1960"/>
                    <a:pt x="1851" y="1596"/>
                    <a:pt x="1851" y="1144"/>
                  </a:cubicBezTo>
                  <a:cubicBezTo>
                    <a:pt x="1822" y="867"/>
                    <a:pt x="1698" y="626"/>
                    <a:pt x="1429" y="415"/>
                  </a:cubicBezTo>
                  <a:cubicBezTo>
                    <a:pt x="1053" y="99"/>
                    <a:pt x="777" y="1"/>
                    <a:pt x="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80">
              <a:extLst>
                <a:ext uri="{FF2B5EF4-FFF2-40B4-BE49-F238E27FC236}">
                  <a16:creationId xmlns:a16="http://schemas.microsoft.com/office/drawing/2014/main" id="{203E8D96-7167-00CA-9CD9-F2D5DE737193}"/>
                </a:ext>
              </a:extLst>
            </p:cNvPr>
            <p:cNvSpPr/>
            <p:nvPr/>
          </p:nvSpPr>
          <p:spPr>
            <a:xfrm>
              <a:off x="5375525" y="2220400"/>
              <a:ext cx="126100" cy="151050"/>
            </a:xfrm>
            <a:custGeom>
              <a:avLst/>
              <a:gdLst/>
              <a:ahLst/>
              <a:cxnLst/>
              <a:rect l="l" t="t" r="r" b="b"/>
              <a:pathLst>
                <a:path w="5044" h="6042" extrusionOk="0">
                  <a:moveTo>
                    <a:pt x="1" y="1"/>
                  </a:moveTo>
                  <a:lnTo>
                    <a:pt x="642" y="6042"/>
                  </a:lnTo>
                  <a:lnTo>
                    <a:pt x="4402" y="6042"/>
                  </a:lnTo>
                  <a:lnTo>
                    <a:pt x="50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80">
              <a:extLst>
                <a:ext uri="{FF2B5EF4-FFF2-40B4-BE49-F238E27FC236}">
                  <a16:creationId xmlns:a16="http://schemas.microsoft.com/office/drawing/2014/main" id="{AAA19951-0391-3517-52D6-D6822EE91C09}"/>
                </a:ext>
              </a:extLst>
            </p:cNvPr>
            <p:cNvSpPr/>
            <p:nvPr/>
          </p:nvSpPr>
          <p:spPr>
            <a:xfrm>
              <a:off x="5373350" y="2218225"/>
              <a:ext cx="130475" cy="155600"/>
            </a:xfrm>
            <a:custGeom>
              <a:avLst/>
              <a:gdLst/>
              <a:ahLst/>
              <a:cxnLst/>
              <a:rect l="l" t="t" r="r" b="b"/>
              <a:pathLst>
                <a:path w="5219" h="6224" extrusionOk="0">
                  <a:moveTo>
                    <a:pt x="5036" y="182"/>
                  </a:moveTo>
                  <a:lnTo>
                    <a:pt x="4402" y="6070"/>
                  </a:lnTo>
                  <a:lnTo>
                    <a:pt x="787" y="6070"/>
                  </a:lnTo>
                  <a:lnTo>
                    <a:pt x="183" y="182"/>
                  </a:lnTo>
                  <a:close/>
                  <a:moveTo>
                    <a:pt x="88" y="0"/>
                  </a:moveTo>
                  <a:cubicBezTo>
                    <a:pt x="59" y="0"/>
                    <a:pt x="30" y="29"/>
                    <a:pt x="30" y="29"/>
                  </a:cubicBezTo>
                  <a:cubicBezTo>
                    <a:pt x="0" y="58"/>
                    <a:pt x="0" y="88"/>
                    <a:pt x="0" y="117"/>
                  </a:cubicBezTo>
                  <a:lnTo>
                    <a:pt x="634" y="6165"/>
                  </a:lnTo>
                  <a:cubicBezTo>
                    <a:pt x="634" y="6194"/>
                    <a:pt x="664" y="6223"/>
                    <a:pt x="729" y="6223"/>
                  </a:cubicBezTo>
                  <a:lnTo>
                    <a:pt x="4489" y="6223"/>
                  </a:lnTo>
                  <a:cubicBezTo>
                    <a:pt x="4518" y="6223"/>
                    <a:pt x="4555" y="6194"/>
                    <a:pt x="4584" y="6165"/>
                  </a:cubicBezTo>
                  <a:lnTo>
                    <a:pt x="5189" y="117"/>
                  </a:lnTo>
                  <a:cubicBezTo>
                    <a:pt x="5218" y="88"/>
                    <a:pt x="5189" y="58"/>
                    <a:pt x="5189" y="29"/>
                  </a:cubicBezTo>
                  <a:cubicBezTo>
                    <a:pt x="5160" y="29"/>
                    <a:pt x="5131" y="0"/>
                    <a:pt x="5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80">
              <a:extLst>
                <a:ext uri="{FF2B5EF4-FFF2-40B4-BE49-F238E27FC236}">
                  <a16:creationId xmlns:a16="http://schemas.microsoft.com/office/drawing/2014/main" id="{D0124082-8832-53CD-02FE-32CF5D87220D}"/>
                </a:ext>
              </a:extLst>
            </p:cNvPr>
            <p:cNvSpPr/>
            <p:nvPr/>
          </p:nvSpPr>
          <p:spPr>
            <a:xfrm>
              <a:off x="5378625" y="2251550"/>
              <a:ext cx="119175" cy="78175"/>
            </a:xfrm>
            <a:custGeom>
              <a:avLst/>
              <a:gdLst/>
              <a:ahLst/>
              <a:cxnLst/>
              <a:rect l="l" t="t" r="r" b="b"/>
              <a:pathLst>
                <a:path w="4767" h="3127" extrusionOk="0">
                  <a:moveTo>
                    <a:pt x="1" y="1"/>
                  </a:moveTo>
                  <a:lnTo>
                    <a:pt x="336" y="3127"/>
                  </a:lnTo>
                  <a:lnTo>
                    <a:pt x="4461" y="3127"/>
                  </a:lnTo>
                  <a:lnTo>
                    <a:pt x="47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80">
              <a:extLst>
                <a:ext uri="{FF2B5EF4-FFF2-40B4-BE49-F238E27FC236}">
                  <a16:creationId xmlns:a16="http://schemas.microsoft.com/office/drawing/2014/main" id="{95CCE86A-B7F6-725D-8671-D4D9D291BD6D}"/>
                </a:ext>
              </a:extLst>
            </p:cNvPr>
            <p:cNvSpPr/>
            <p:nvPr/>
          </p:nvSpPr>
          <p:spPr>
            <a:xfrm>
              <a:off x="5376275" y="2250100"/>
              <a:ext cx="123700" cy="81275"/>
            </a:xfrm>
            <a:custGeom>
              <a:avLst/>
              <a:gdLst/>
              <a:ahLst/>
              <a:cxnLst/>
              <a:rect l="l" t="t" r="r" b="b"/>
              <a:pathLst>
                <a:path w="4948" h="3251" extrusionOk="0">
                  <a:moveTo>
                    <a:pt x="4766" y="153"/>
                  </a:moveTo>
                  <a:lnTo>
                    <a:pt x="4467" y="3097"/>
                  </a:lnTo>
                  <a:lnTo>
                    <a:pt x="488" y="3097"/>
                  </a:lnTo>
                  <a:lnTo>
                    <a:pt x="182" y="153"/>
                  </a:lnTo>
                  <a:close/>
                  <a:moveTo>
                    <a:pt x="95" y="0"/>
                  </a:moveTo>
                  <a:cubicBezTo>
                    <a:pt x="66" y="0"/>
                    <a:pt x="66" y="0"/>
                    <a:pt x="29" y="30"/>
                  </a:cubicBezTo>
                  <a:cubicBezTo>
                    <a:pt x="29" y="30"/>
                    <a:pt x="0" y="59"/>
                    <a:pt x="0" y="88"/>
                  </a:cubicBezTo>
                  <a:lnTo>
                    <a:pt x="335" y="3185"/>
                  </a:lnTo>
                  <a:cubicBezTo>
                    <a:pt x="335" y="3214"/>
                    <a:pt x="364" y="3250"/>
                    <a:pt x="430" y="3250"/>
                  </a:cubicBezTo>
                  <a:lnTo>
                    <a:pt x="4555" y="3250"/>
                  </a:lnTo>
                  <a:cubicBezTo>
                    <a:pt x="4584" y="3250"/>
                    <a:pt x="4620" y="3214"/>
                    <a:pt x="4620" y="3185"/>
                  </a:cubicBezTo>
                  <a:lnTo>
                    <a:pt x="4948" y="88"/>
                  </a:lnTo>
                  <a:cubicBezTo>
                    <a:pt x="4948" y="59"/>
                    <a:pt x="4948" y="30"/>
                    <a:pt x="4919" y="30"/>
                  </a:cubicBezTo>
                  <a:cubicBezTo>
                    <a:pt x="4919" y="0"/>
                    <a:pt x="4890" y="0"/>
                    <a:pt x="4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80">
              <a:extLst>
                <a:ext uri="{FF2B5EF4-FFF2-40B4-BE49-F238E27FC236}">
                  <a16:creationId xmlns:a16="http://schemas.microsoft.com/office/drawing/2014/main" id="{EFAD42BA-3CCD-CEB0-5757-E9125E497231}"/>
                </a:ext>
              </a:extLst>
            </p:cNvPr>
            <p:cNvSpPr/>
            <p:nvPr/>
          </p:nvSpPr>
          <p:spPr>
            <a:xfrm>
              <a:off x="5381550" y="2177950"/>
              <a:ext cx="114800" cy="27350"/>
            </a:xfrm>
            <a:custGeom>
              <a:avLst/>
              <a:gdLst/>
              <a:ahLst/>
              <a:cxnLst/>
              <a:rect l="l" t="t" r="r" b="b"/>
              <a:pathLst>
                <a:path w="4592" h="1094" extrusionOk="0">
                  <a:moveTo>
                    <a:pt x="183" y="1"/>
                  </a:moveTo>
                  <a:cubicBezTo>
                    <a:pt x="95" y="1"/>
                    <a:pt x="0" y="88"/>
                    <a:pt x="0" y="183"/>
                  </a:cubicBezTo>
                  <a:lnTo>
                    <a:pt x="0" y="912"/>
                  </a:lnTo>
                  <a:cubicBezTo>
                    <a:pt x="0" y="1036"/>
                    <a:pt x="95" y="1094"/>
                    <a:pt x="183" y="1094"/>
                  </a:cubicBezTo>
                  <a:lnTo>
                    <a:pt x="4409" y="1094"/>
                  </a:lnTo>
                  <a:cubicBezTo>
                    <a:pt x="4526" y="1094"/>
                    <a:pt x="4591" y="1036"/>
                    <a:pt x="4591" y="912"/>
                  </a:cubicBezTo>
                  <a:lnTo>
                    <a:pt x="4591" y="183"/>
                  </a:lnTo>
                  <a:cubicBezTo>
                    <a:pt x="4591" y="88"/>
                    <a:pt x="4526" y="1"/>
                    <a:pt x="4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80">
              <a:extLst>
                <a:ext uri="{FF2B5EF4-FFF2-40B4-BE49-F238E27FC236}">
                  <a16:creationId xmlns:a16="http://schemas.microsoft.com/office/drawing/2014/main" id="{4C8891A6-661C-B798-B0AD-AEB75E0D2A12}"/>
                </a:ext>
              </a:extLst>
            </p:cNvPr>
            <p:cNvSpPr/>
            <p:nvPr/>
          </p:nvSpPr>
          <p:spPr>
            <a:xfrm>
              <a:off x="5361875" y="2195450"/>
              <a:ext cx="154150" cy="27350"/>
            </a:xfrm>
            <a:custGeom>
              <a:avLst/>
              <a:gdLst/>
              <a:ahLst/>
              <a:cxnLst/>
              <a:rect l="l" t="t" r="r" b="b"/>
              <a:pathLst>
                <a:path w="6166" h="1094" extrusionOk="0">
                  <a:moveTo>
                    <a:pt x="212" y="0"/>
                  </a:moveTo>
                  <a:cubicBezTo>
                    <a:pt x="95" y="0"/>
                    <a:pt x="0" y="88"/>
                    <a:pt x="0" y="212"/>
                  </a:cubicBezTo>
                  <a:lnTo>
                    <a:pt x="0" y="882"/>
                  </a:lnTo>
                  <a:cubicBezTo>
                    <a:pt x="0" y="999"/>
                    <a:pt x="95" y="1093"/>
                    <a:pt x="212" y="1093"/>
                  </a:cubicBezTo>
                  <a:lnTo>
                    <a:pt x="5954" y="1093"/>
                  </a:lnTo>
                  <a:cubicBezTo>
                    <a:pt x="6071" y="1093"/>
                    <a:pt x="6165" y="999"/>
                    <a:pt x="6165" y="882"/>
                  </a:cubicBezTo>
                  <a:lnTo>
                    <a:pt x="6165" y="212"/>
                  </a:lnTo>
                  <a:cubicBezTo>
                    <a:pt x="6165" y="88"/>
                    <a:pt x="6071" y="0"/>
                    <a:pt x="5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80">
              <a:extLst>
                <a:ext uri="{FF2B5EF4-FFF2-40B4-BE49-F238E27FC236}">
                  <a16:creationId xmlns:a16="http://schemas.microsoft.com/office/drawing/2014/main" id="{49CB734A-58AE-BB47-D3C9-4D6C4FE4866A}"/>
                </a:ext>
              </a:extLst>
            </p:cNvPr>
            <p:cNvSpPr/>
            <p:nvPr/>
          </p:nvSpPr>
          <p:spPr>
            <a:xfrm>
              <a:off x="5463600" y="2271300"/>
              <a:ext cx="72825" cy="105625"/>
            </a:xfrm>
            <a:custGeom>
              <a:avLst/>
              <a:gdLst/>
              <a:ahLst/>
              <a:cxnLst/>
              <a:rect l="l" t="t" r="r" b="b"/>
              <a:pathLst>
                <a:path w="2913" h="4225" extrusionOk="0">
                  <a:moveTo>
                    <a:pt x="603" y="0"/>
                  </a:moveTo>
                  <a:cubicBezTo>
                    <a:pt x="247" y="0"/>
                    <a:pt x="1" y="523"/>
                    <a:pt x="428" y="1186"/>
                  </a:cubicBezTo>
                  <a:cubicBezTo>
                    <a:pt x="1185" y="2432"/>
                    <a:pt x="362" y="3007"/>
                    <a:pt x="1943" y="4224"/>
                  </a:cubicBezTo>
                  <a:lnTo>
                    <a:pt x="2912" y="2038"/>
                  </a:lnTo>
                  <a:cubicBezTo>
                    <a:pt x="2912" y="2038"/>
                    <a:pt x="1215" y="180"/>
                    <a:pt x="763" y="34"/>
                  </a:cubicBezTo>
                  <a:cubicBezTo>
                    <a:pt x="708" y="11"/>
                    <a:pt x="655" y="0"/>
                    <a:pt x="6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80">
              <a:extLst>
                <a:ext uri="{FF2B5EF4-FFF2-40B4-BE49-F238E27FC236}">
                  <a16:creationId xmlns:a16="http://schemas.microsoft.com/office/drawing/2014/main" id="{59CF1E45-F2E0-5C70-2B85-F6A31DD97D0F}"/>
                </a:ext>
              </a:extLst>
            </p:cNvPr>
            <p:cNvSpPr/>
            <p:nvPr/>
          </p:nvSpPr>
          <p:spPr>
            <a:xfrm>
              <a:off x="5464450" y="2269100"/>
              <a:ext cx="74350" cy="109275"/>
            </a:xfrm>
            <a:custGeom>
              <a:avLst/>
              <a:gdLst/>
              <a:ahLst/>
              <a:cxnLst/>
              <a:rect l="l" t="t" r="r" b="b"/>
              <a:pathLst>
                <a:path w="2974" h="4371" extrusionOk="0">
                  <a:moveTo>
                    <a:pt x="599" y="0"/>
                  </a:moveTo>
                  <a:cubicBezTo>
                    <a:pt x="457" y="0"/>
                    <a:pt x="327" y="53"/>
                    <a:pt x="241" y="180"/>
                  </a:cubicBezTo>
                  <a:cubicBezTo>
                    <a:pt x="58" y="363"/>
                    <a:pt x="0" y="785"/>
                    <a:pt x="328" y="1332"/>
                  </a:cubicBezTo>
                  <a:cubicBezTo>
                    <a:pt x="605" y="1791"/>
                    <a:pt x="663" y="2184"/>
                    <a:pt x="729" y="2520"/>
                  </a:cubicBezTo>
                  <a:cubicBezTo>
                    <a:pt x="787" y="3095"/>
                    <a:pt x="874" y="3613"/>
                    <a:pt x="1851" y="4371"/>
                  </a:cubicBezTo>
                  <a:lnTo>
                    <a:pt x="1909" y="4371"/>
                  </a:lnTo>
                  <a:cubicBezTo>
                    <a:pt x="1938" y="4371"/>
                    <a:pt x="1938" y="4371"/>
                    <a:pt x="1968" y="4341"/>
                  </a:cubicBezTo>
                  <a:cubicBezTo>
                    <a:pt x="2004" y="4312"/>
                    <a:pt x="2004" y="4247"/>
                    <a:pt x="1938" y="4217"/>
                  </a:cubicBezTo>
                  <a:cubicBezTo>
                    <a:pt x="1028" y="3518"/>
                    <a:pt x="969" y="3066"/>
                    <a:pt x="874" y="2520"/>
                  </a:cubicBezTo>
                  <a:cubicBezTo>
                    <a:pt x="816" y="2155"/>
                    <a:pt x="758" y="1725"/>
                    <a:pt x="452" y="1244"/>
                  </a:cubicBezTo>
                  <a:cubicBezTo>
                    <a:pt x="182" y="785"/>
                    <a:pt x="241" y="421"/>
                    <a:pt x="364" y="268"/>
                  </a:cubicBezTo>
                  <a:cubicBezTo>
                    <a:pt x="430" y="202"/>
                    <a:pt x="516" y="170"/>
                    <a:pt x="604" y="170"/>
                  </a:cubicBezTo>
                  <a:cubicBezTo>
                    <a:pt x="634" y="170"/>
                    <a:pt x="663" y="173"/>
                    <a:pt x="692" y="180"/>
                  </a:cubicBezTo>
                  <a:cubicBezTo>
                    <a:pt x="1057" y="333"/>
                    <a:pt x="2332" y="1667"/>
                    <a:pt x="2820" y="2184"/>
                  </a:cubicBezTo>
                  <a:cubicBezTo>
                    <a:pt x="2835" y="2199"/>
                    <a:pt x="2849" y="2206"/>
                    <a:pt x="2868" y="2206"/>
                  </a:cubicBezTo>
                  <a:cubicBezTo>
                    <a:pt x="2888" y="2206"/>
                    <a:pt x="2911" y="2199"/>
                    <a:pt x="2944" y="2184"/>
                  </a:cubicBezTo>
                  <a:cubicBezTo>
                    <a:pt x="2973" y="2155"/>
                    <a:pt x="2973" y="2090"/>
                    <a:pt x="2944" y="2061"/>
                  </a:cubicBezTo>
                  <a:cubicBezTo>
                    <a:pt x="2849" y="1973"/>
                    <a:pt x="1210" y="210"/>
                    <a:pt x="787" y="27"/>
                  </a:cubicBezTo>
                  <a:cubicBezTo>
                    <a:pt x="724" y="10"/>
                    <a:pt x="660" y="0"/>
                    <a:pt x="5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80">
              <a:extLst>
                <a:ext uri="{FF2B5EF4-FFF2-40B4-BE49-F238E27FC236}">
                  <a16:creationId xmlns:a16="http://schemas.microsoft.com/office/drawing/2014/main" id="{7A79AE5E-8DB2-9BC2-CBCB-481499FE8DCF}"/>
                </a:ext>
              </a:extLst>
            </p:cNvPr>
            <p:cNvSpPr/>
            <p:nvPr/>
          </p:nvSpPr>
          <p:spPr>
            <a:xfrm>
              <a:off x="5475725" y="2319875"/>
              <a:ext cx="476075" cy="389250"/>
            </a:xfrm>
            <a:custGeom>
              <a:avLst/>
              <a:gdLst/>
              <a:ahLst/>
              <a:cxnLst/>
              <a:rect l="l" t="t" r="r" b="b"/>
              <a:pathLst>
                <a:path w="19043" h="15570" extrusionOk="0">
                  <a:moveTo>
                    <a:pt x="17126" y="0"/>
                  </a:moveTo>
                  <a:lnTo>
                    <a:pt x="7988" y="5407"/>
                  </a:lnTo>
                  <a:lnTo>
                    <a:pt x="4978" y="1975"/>
                  </a:lnTo>
                  <a:lnTo>
                    <a:pt x="1" y="6041"/>
                  </a:lnTo>
                  <a:cubicBezTo>
                    <a:pt x="1" y="6041"/>
                    <a:pt x="2610" y="15034"/>
                    <a:pt x="8898" y="15544"/>
                  </a:cubicBezTo>
                  <a:cubicBezTo>
                    <a:pt x="9107" y="15561"/>
                    <a:pt x="9313" y="15569"/>
                    <a:pt x="9516" y="15569"/>
                  </a:cubicBezTo>
                  <a:cubicBezTo>
                    <a:pt x="15432" y="15569"/>
                    <a:pt x="19042" y="8534"/>
                    <a:pt x="19042" y="8534"/>
                  </a:cubicBezTo>
                  <a:lnTo>
                    <a:pt x="171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80">
              <a:extLst>
                <a:ext uri="{FF2B5EF4-FFF2-40B4-BE49-F238E27FC236}">
                  <a16:creationId xmlns:a16="http://schemas.microsoft.com/office/drawing/2014/main" id="{D30F3A46-C08D-2664-2ABA-EBB9B278CE2F}"/>
                </a:ext>
              </a:extLst>
            </p:cNvPr>
            <p:cNvSpPr/>
            <p:nvPr/>
          </p:nvSpPr>
          <p:spPr>
            <a:xfrm>
              <a:off x="5488675" y="2396100"/>
              <a:ext cx="139750" cy="111250"/>
            </a:xfrm>
            <a:custGeom>
              <a:avLst/>
              <a:gdLst/>
              <a:ahLst/>
              <a:cxnLst/>
              <a:rect l="l" t="t" r="r" b="b"/>
              <a:pathLst>
                <a:path w="5590" h="4450" extrusionOk="0">
                  <a:moveTo>
                    <a:pt x="5483" y="0"/>
                  </a:moveTo>
                  <a:cubicBezTo>
                    <a:pt x="5466" y="0"/>
                    <a:pt x="5448" y="7"/>
                    <a:pt x="5436" y="19"/>
                  </a:cubicBezTo>
                  <a:lnTo>
                    <a:pt x="29" y="4297"/>
                  </a:lnTo>
                  <a:cubicBezTo>
                    <a:pt x="0" y="4333"/>
                    <a:pt x="0" y="4391"/>
                    <a:pt x="29" y="4421"/>
                  </a:cubicBezTo>
                  <a:cubicBezTo>
                    <a:pt x="29" y="4421"/>
                    <a:pt x="59" y="4450"/>
                    <a:pt x="88" y="4450"/>
                  </a:cubicBezTo>
                  <a:cubicBezTo>
                    <a:pt x="124" y="4450"/>
                    <a:pt x="124" y="4450"/>
                    <a:pt x="153" y="4421"/>
                  </a:cubicBezTo>
                  <a:lnTo>
                    <a:pt x="5524" y="172"/>
                  </a:lnTo>
                  <a:cubicBezTo>
                    <a:pt x="5553" y="143"/>
                    <a:pt x="5589" y="78"/>
                    <a:pt x="5553" y="48"/>
                  </a:cubicBezTo>
                  <a:cubicBezTo>
                    <a:pt x="5536" y="14"/>
                    <a:pt x="5509" y="0"/>
                    <a:pt x="5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80">
              <a:extLst>
                <a:ext uri="{FF2B5EF4-FFF2-40B4-BE49-F238E27FC236}">
                  <a16:creationId xmlns:a16="http://schemas.microsoft.com/office/drawing/2014/main" id="{CC46878C-436B-7F90-7519-E31D5835D026}"/>
                </a:ext>
              </a:extLst>
            </p:cNvPr>
            <p:cNvSpPr/>
            <p:nvPr/>
          </p:nvSpPr>
          <p:spPr>
            <a:xfrm>
              <a:off x="5673025" y="2422050"/>
              <a:ext cx="53225" cy="32300"/>
            </a:xfrm>
            <a:custGeom>
              <a:avLst/>
              <a:gdLst/>
              <a:ahLst/>
              <a:cxnLst/>
              <a:rect l="l" t="t" r="r" b="b"/>
              <a:pathLst>
                <a:path w="2129" h="1292" extrusionOk="0">
                  <a:moveTo>
                    <a:pt x="2042" y="1"/>
                  </a:moveTo>
                  <a:cubicBezTo>
                    <a:pt x="2029" y="1"/>
                    <a:pt x="2016" y="5"/>
                    <a:pt x="2005" y="16"/>
                  </a:cubicBezTo>
                  <a:lnTo>
                    <a:pt x="66" y="1138"/>
                  </a:lnTo>
                  <a:cubicBezTo>
                    <a:pt x="37" y="1138"/>
                    <a:pt x="1" y="1196"/>
                    <a:pt x="37" y="1226"/>
                  </a:cubicBezTo>
                  <a:cubicBezTo>
                    <a:pt x="37" y="1255"/>
                    <a:pt x="66" y="1291"/>
                    <a:pt x="96" y="1291"/>
                  </a:cubicBezTo>
                  <a:cubicBezTo>
                    <a:pt x="125" y="1291"/>
                    <a:pt x="125" y="1291"/>
                    <a:pt x="154" y="1255"/>
                  </a:cubicBezTo>
                  <a:lnTo>
                    <a:pt x="2099" y="162"/>
                  </a:lnTo>
                  <a:cubicBezTo>
                    <a:pt x="2129" y="133"/>
                    <a:pt x="2129" y="74"/>
                    <a:pt x="2129" y="45"/>
                  </a:cubicBezTo>
                  <a:cubicBezTo>
                    <a:pt x="2108" y="25"/>
                    <a:pt x="2073" y="1"/>
                    <a:pt x="20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80">
              <a:extLst>
                <a:ext uri="{FF2B5EF4-FFF2-40B4-BE49-F238E27FC236}">
                  <a16:creationId xmlns:a16="http://schemas.microsoft.com/office/drawing/2014/main" id="{EBD6008A-C96C-26B5-58E5-CA192A286E25}"/>
                </a:ext>
              </a:extLst>
            </p:cNvPr>
            <p:cNvSpPr/>
            <p:nvPr/>
          </p:nvSpPr>
          <p:spPr>
            <a:xfrm>
              <a:off x="5473550" y="2367175"/>
              <a:ext cx="480425" cy="343675"/>
            </a:xfrm>
            <a:custGeom>
              <a:avLst/>
              <a:gdLst/>
              <a:ahLst/>
              <a:cxnLst/>
              <a:rect l="l" t="t" r="r" b="b"/>
              <a:pathLst>
                <a:path w="19217" h="13747" extrusionOk="0">
                  <a:moveTo>
                    <a:pt x="5070" y="0"/>
                  </a:moveTo>
                  <a:cubicBezTo>
                    <a:pt x="5052" y="0"/>
                    <a:pt x="5032" y="9"/>
                    <a:pt x="5007" y="25"/>
                  </a:cubicBezTo>
                  <a:lnTo>
                    <a:pt x="30" y="4091"/>
                  </a:lnTo>
                  <a:cubicBezTo>
                    <a:pt x="30" y="4120"/>
                    <a:pt x="0" y="4149"/>
                    <a:pt x="0" y="4179"/>
                  </a:cubicBezTo>
                  <a:cubicBezTo>
                    <a:pt x="30" y="4273"/>
                    <a:pt x="2733" y="13229"/>
                    <a:pt x="8985" y="13746"/>
                  </a:cubicBezTo>
                  <a:lnTo>
                    <a:pt x="9590" y="13746"/>
                  </a:lnTo>
                  <a:cubicBezTo>
                    <a:pt x="15486" y="13746"/>
                    <a:pt x="19158" y="6729"/>
                    <a:pt x="19217" y="6671"/>
                  </a:cubicBezTo>
                  <a:cubicBezTo>
                    <a:pt x="19217" y="6642"/>
                    <a:pt x="19217" y="6583"/>
                    <a:pt x="19158" y="6547"/>
                  </a:cubicBezTo>
                  <a:cubicBezTo>
                    <a:pt x="19129" y="6547"/>
                    <a:pt x="19063" y="6547"/>
                    <a:pt x="19063" y="6583"/>
                  </a:cubicBezTo>
                  <a:cubicBezTo>
                    <a:pt x="19007" y="6668"/>
                    <a:pt x="15366" y="13587"/>
                    <a:pt x="9568" y="13587"/>
                  </a:cubicBezTo>
                  <a:cubicBezTo>
                    <a:pt x="9376" y="13587"/>
                    <a:pt x="9182" y="13580"/>
                    <a:pt x="8985" y="13564"/>
                  </a:cubicBezTo>
                  <a:cubicBezTo>
                    <a:pt x="3097" y="13076"/>
                    <a:pt x="423" y="4944"/>
                    <a:pt x="183" y="4179"/>
                  </a:cubicBezTo>
                  <a:lnTo>
                    <a:pt x="5065" y="207"/>
                  </a:lnTo>
                  <a:lnTo>
                    <a:pt x="8927" y="4608"/>
                  </a:lnTo>
                  <a:cubicBezTo>
                    <a:pt x="8942" y="4623"/>
                    <a:pt x="8964" y="4630"/>
                    <a:pt x="8985" y="4630"/>
                  </a:cubicBezTo>
                  <a:cubicBezTo>
                    <a:pt x="9007" y="4630"/>
                    <a:pt x="9029" y="4623"/>
                    <a:pt x="9044" y="4608"/>
                  </a:cubicBezTo>
                  <a:cubicBezTo>
                    <a:pt x="9073" y="4579"/>
                    <a:pt x="9073" y="4514"/>
                    <a:pt x="9044" y="4485"/>
                  </a:cubicBezTo>
                  <a:lnTo>
                    <a:pt x="5131" y="54"/>
                  </a:lnTo>
                  <a:cubicBezTo>
                    <a:pt x="5114" y="16"/>
                    <a:pt x="5095" y="0"/>
                    <a:pt x="5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80">
              <a:extLst>
                <a:ext uri="{FF2B5EF4-FFF2-40B4-BE49-F238E27FC236}">
                  <a16:creationId xmlns:a16="http://schemas.microsoft.com/office/drawing/2014/main" id="{33BCC24E-D5B2-D74F-987A-E1CE5F3EF375}"/>
                </a:ext>
              </a:extLst>
            </p:cNvPr>
            <p:cNvSpPr/>
            <p:nvPr/>
          </p:nvSpPr>
          <p:spPr>
            <a:xfrm>
              <a:off x="5912225" y="2311775"/>
              <a:ext cx="160900" cy="386875"/>
            </a:xfrm>
            <a:custGeom>
              <a:avLst/>
              <a:gdLst/>
              <a:ahLst/>
              <a:cxnLst/>
              <a:rect l="l" t="t" r="r" b="b"/>
              <a:pathLst>
                <a:path w="6436" h="15475" extrusionOk="0">
                  <a:moveTo>
                    <a:pt x="2363" y="1"/>
                  </a:moveTo>
                  <a:cubicBezTo>
                    <a:pt x="2130" y="1"/>
                    <a:pt x="1923" y="7"/>
                    <a:pt x="1764" y="18"/>
                  </a:cubicBezTo>
                  <a:cubicBezTo>
                    <a:pt x="883" y="84"/>
                    <a:pt x="336" y="1235"/>
                    <a:pt x="154" y="2241"/>
                  </a:cubicBezTo>
                  <a:cubicBezTo>
                    <a:pt x="1" y="3210"/>
                    <a:pt x="394" y="6642"/>
                    <a:pt x="394" y="6642"/>
                  </a:cubicBezTo>
                  <a:lnTo>
                    <a:pt x="2129" y="15474"/>
                  </a:lnTo>
                  <a:lnTo>
                    <a:pt x="3703" y="15474"/>
                  </a:lnTo>
                  <a:lnTo>
                    <a:pt x="4584" y="13317"/>
                  </a:lnTo>
                  <a:cubicBezTo>
                    <a:pt x="4584" y="13317"/>
                    <a:pt x="5830" y="5943"/>
                    <a:pt x="6137" y="3939"/>
                  </a:cubicBezTo>
                  <a:cubicBezTo>
                    <a:pt x="6435" y="1935"/>
                    <a:pt x="5619" y="1177"/>
                    <a:pt x="5226" y="601"/>
                  </a:cubicBezTo>
                  <a:cubicBezTo>
                    <a:pt x="4877" y="128"/>
                    <a:pt x="3370" y="1"/>
                    <a:pt x="23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3" name="Google Shape;5523;p80">
              <a:extLst>
                <a:ext uri="{FF2B5EF4-FFF2-40B4-BE49-F238E27FC236}">
                  <a16:creationId xmlns:a16="http://schemas.microsoft.com/office/drawing/2014/main" id="{C4F07796-C97D-781C-F829-F0E211A4DC20}"/>
                </a:ext>
              </a:extLst>
            </p:cNvPr>
            <p:cNvSpPr/>
            <p:nvPr/>
          </p:nvSpPr>
          <p:spPr>
            <a:xfrm>
              <a:off x="5978175" y="2298550"/>
              <a:ext cx="4575" cy="330325"/>
            </a:xfrm>
            <a:custGeom>
              <a:avLst/>
              <a:gdLst/>
              <a:ahLst/>
              <a:cxnLst/>
              <a:rect l="l" t="t" r="r" b="b"/>
              <a:pathLst>
                <a:path w="183" h="13213" extrusionOk="0">
                  <a:moveTo>
                    <a:pt x="95" y="1"/>
                  </a:moveTo>
                  <a:cubicBezTo>
                    <a:pt x="66" y="1"/>
                    <a:pt x="1" y="66"/>
                    <a:pt x="1" y="96"/>
                  </a:cubicBezTo>
                  <a:lnTo>
                    <a:pt x="1" y="13118"/>
                  </a:lnTo>
                  <a:cubicBezTo>
                    <a:pt x="1" y="13154"/>
                    <a:pt x="66" y="13212"/>
                    <a:pt x="95" y="13212"/>
                  </a:cubicBezTo>
                  <a:cubicBezTo>
                    <a:pt x="154" y="13212"/>
                    <a:pt x="183" y="13154"/>
                    <a:pt x="183" y="13118"/>
                  </a:cubicBezTo>
                  <a:lnTo>
                    <a:pt x="183" y="96"/>
                  </a:lnTo>
                  <a:cubicBezTo>
                    <a:pt x="183" y="66"/>
                    <a:pt x="154" y="1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4" name="Google Shape;5524;p80">
              <a:extLst>
                <a:ext uri="{FF2B5EF4-FFF2-40B4-BE49-F238E27FC236}">
                  <a16:creationId xmlns:a16="http://schemas.microsoft.com/office/drawing/2014/main" id="{7205BC2F-EDC1-AAB6-353A-12F7B330673A}"/>
                </a:ext>
              </a:extLst>
            </p:cNvPr>
            <p:cNvSpPr/>
            <p:nvPr/>
          </p:nvSpPr>
          <p:spPr>
            <a:xfrm>
              <a:off x="5915325" y="2283425"/>
              <a:ext cx="142675" cy="100950"/>
            </a:xfrm>
            <a:custGeom>
              <a:avLst/>
              <a:gdLst/>
              <a:ahLst/>
              <a:cxnLst/>
              <a:rect l="l" t="t" r="r" b="b"/>
              <a:pathLst>
                <a:path w="5707" h="4038" extrusionOk="0">
                  <a:moveTo>
                    <a:pt x="3885" y="1"/>
                  </a:moveTo>
                  <a:cubicBezTo>
                    <a:pt x="3885" y="1"/>
                    <a:pt x="2005" y="1"/>
                    <a:pt x="1575" y="96"/>
                  </a:cubicBezTo>
                  <a:cubicBezTo>
                    <a:pt x="1123" y="154"/>
                    <a:pt x="1" y="1334"/>
                    <a:pt x="1" y="1334"/>
                  </a:cubicBezTo>
                  <a:lnTo>
                    <a:pt x="1181" y="3885"/>
                  </a:lnTo>
                  <a:lnTo>
                    <a:pt x="2609" y="1699"/>
                  </a:lnTo>
                  <a:lnTo>
                    <a:pt x="4009" y="4038"/>
                  </a:lnTo>
                  <a:cubicBezTo>
                    <a:pt x="4009" y="4038"/>
                    <a:pt x="5706" y="1641"/>
                    <a:pt x="5284" y="1218"/>
                  </a:cubicBezTo>
                  <a:cubicBezTo>
                    <a:pt x="4883" y="788"/>
                    <a:pt x="3885" y="1"/>
                    <a:pt x="38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80">
              <a:extLst>
                <a:ext uri="{FF2B5EF4-FFF2-40B4-BE49-F238E27FC236}">
                  <a16:creationId xmlns:a16="http://schemas.microsoft.com/office/drawing/2014/main" id="{5126A232-FEA8-6198-3F8D-AC0AB00B713F}"/>
                </a:ext>
              </a:extLst>
            </p:cNvPr>
            <p:cNvSpPr/>
            <p:nvPr/>
          </p:nvSpPr>
          <p:spPr>
            <a:xfrm>
              <a:off x="5912950" y="2281250"/>
              <a:ext cx="146500" cy="105500"/>
            </a:xfrm>
            <a:custGeom>
              <a:avLst/>
              <a:gdLst/>
              <a:ahLst/>
              <a:cxnLst/>
              <a:rect l="l" t="t" r="r" b="b"/>
              <a:pathLst>
                <a:path w="5860" h="4220" extrusionOk="0">
                  <a:moveTo>
                    <a:pt x="3951" y="146"/>
                  </a:moveTo>
                  <a:cubicBezTo>
                    <a:pt x="4104" y="270"/>
                    <a:pt x="4949" y="970"/>
                    <a:pt x="5313" y="1363"/>
                  </a:cubicBezTo>
                  <a:cubicBezTo>
                    <a:pt x="5561" y="1604"/>
                    <a:pt x="4767" y="3003"/>
                    <a:pt x="4104" y="3972"/>
                  </a:cubicBezTo>
                  <a:lnTo>
                    <a:pt x="2792" y="1728"/>
                  </a:lnTo>
                  <a:cubicBezTo>
                    <a:pt x="2763" y="1728"/>
                    <a:pt x="2734" y="1698"/>
                    <a:pt x="2704" y="1698"/>
                  </a:cubicBezTo>
                  <a:cubicBezTo>
                    <a:pt x="2675" y="1698"/>
                    <a:pt x="2646" y="1728"/>
                    <a:pt x="2646" y="1728"/>
                  </a:cubicBezTo>
                  <a:lnTo>
                    <a:pt x="1276" y="3790"/>
                  </a:lnTo>
                  <a:lnTo>
                    <a:pt x="183" y="1458"/>
                  </a:lnTo>
                  <a:cubicBezTo>
                    <a:pt x="547" y="1094"/>
                    <a:pt x="1371" y="328"/>
                    <a:pt x="1670" y="270"/>
                  </a:cubicBezTo>
                  <a:cubicBezTo>
                    <a:pt x="2063" y="183"/>
                    <a:pt x="3703" y="183"/>
                    <a:pt x="3951" y="146"/>
                  </a:cubicBezTo>
                  <a:close/>
                  <a:moveTo>
                    <a:pt x="3980" y="1"/>
                  </a:moveTo>
                  <a:cubicBezTo>
                    <a:pt x="3885" y="1"/>
                    <a:pt x="2100" y="30"/>
                    <a:pt x="1641" y="88"/>
                  </a:cubicBezTo>
                  <a:cubicBezTo>
                    <a:pt x="1189" y="183"/>
                    <a:pt x="154" y="1239"/>
                    <a:pt x="30" y="1363"/>
                  </a:cubicBezTo>
                  <a:cubicBezTo>
                    <a:pt x="1" y="1392"/>
                    <a:pt x="1" y="1421"/>
                    <a:pt x="30" y="1458"/>
                  </a:cubicBezTo>
                  <a:lnTo>
                    <a:pt x="1189" y="4008"/>
                  </a:lnTo>
                  <a:cubicBezTo>
                    <a:pt x="1218" y="4038"/>
                    <a:pt x="1247" y="4067"/>
                    <a:pt x="1276" y="4067"/>
                  </a:cubicBezTo>
                  <a:cubicBezTo>
                    <a:pt x="1305" y="4067"/>
                    <a:pt x="1334" y="4067"/>
                    <a:pt x="1334" y="4038"/>
                  </a:cubicBezTo>
                  <a:lnTo>
                    <a:pt x="2704" y="1939"/>
                  </a:lnTo>
                  <a:lnTo>
                    <a:pt x="4009" y="4191"/>
                  </a:lnTo>
                  <a:cubicBezTo>
                    <a:pt x="4038" y="4191"/>
                    <a:pt x="4067" y="4220"/>
                    <a:pt x="4104" y="4220"/>
                  </a:cubicBezTo>
                  <a:cubicBezTo>
                    <a:pt x="4133" y="4220"/>
                    <a:pt x="4162" y="4220"/>
                    <a:pt x="4162" y="4191"/>
                  </a:cubicBezTo>
                  <a:cubicBezTo>
                    <a:pt x="4468" y="3761"/>
                    <a:pt x="5860" y="1698"/>
                    <a:pt x="5437" y="1239"/>
                  </a:cubicBezTo>
                  <a:cubicBezTo>
                    <a:pt x="5044" y="817"/>
                    <a:pt x="4067" y="59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80">
              <a:extLst>
                <a:ext uri="{FF2B5EF4-FFF2-40B4-BE49-F238E27FC236}">
                  <a16:creationId xmlns:a16="http://schemas.microsoft.com/office/drawing/2014/main" id="{D7092806-8255-7060-2C11-E54E12312783}"/>
                </a:ext>
              </a:extLst>
            </p:cNvPr>
            <p:cNvSpPr/>
            <p:nvPr/>
          </p:nvSpPr>
          <p:spPr>
            <a:xfrm>
              <a:off x="5780150" y="2915775"/>
              <a:ext cx="194400" cy="718900"/>
            </a:xfrm>
            <a:custGeom>
              <a:avLst/>
              <a:gdLst/>
              <a:ahLst/>
              <a:cxnLst/>
              <a:rect l="l" t="t" r="r" b="b"/>
              <a:pathLst>
                <a:path w="7776" h="28756" extrusionOk="0">
                  <a:moveTo>
                    <a:pt x="7776" y="0"/>
                  </a:moveTo>
                  <a:lnTo>
                    <a:pt x="1247" y="518"/>
                  </a:lnTo>
                  <a:lnTo>
                    <a:pt x="1" y="28544"/>
                  </a:lnTo>
                  <a:lnTo>
                    <a:pt x="5590" y="28755"/>
                  </a:lnTo>
                  <a:lnTo>
                    <a:pt x="77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80">
              <a:extLst>
                <a:ext uri="{FF2B5EF4-FFF2-40B4-BE49-F238E27FC236}">
                  <a16:creationId xmlns:a16="http://schemas.microsoft.com/office/drawing/2014/main" id="{DC2C6E7B-D73B-7C3E-D12B-2DF72C6241AE}"/>
                </a:ext>
              </a:extLst>
            </p:cNvPr>
            <p:cNvSpPr/>
            <p:nvPr/>
          </p:nvSpPr>
          <p:spPr>
            <a:xfrm>
              <a:off x="5777775" y="2913400"/>
              <a:ext cx="198975" cy="723450"/>
            </a:xfrm>
            <a:custGeom>
              <a:avLst/>
              <a:gdLst/>
              <a:ahLst/>
              <a:cxnLst/>
              <a:rect l="l" t="t" r="r" b="b"/>
              <a:pathLst>
                <a:path w="7959" h="28938" extrusionOk="0">
                  <a:moveTo>
                    <a:pt x="7776" y="183"/>
                  </a:moveTo>
                  <a:lnTo>
                    <a:pt x="5590" y="28755"/>
                  </a:lnTo>
                  <a:lnTo>
                    <a:pt x="183" y="28544"/>
                  </a:lnTo>
                  <a:lnTo>
                    <a:pt x="1429" y="700"/>
                  </a:lnTo>
                  <a:lnTo>
                    <a:pt x="7776" y="183"/>
                  </a:lnTo>
                  <a:close/>
                  <a:moveTo>
                    <a:pt x="7835" y="1"/>
                  </a:moveTo>
                  <a:lnTo>
                    <a:pt x="1342" y="547"/>
                  </a:lnTo>
                  <a:cubicBezTo>
                    <a:pt x="1313" y="547"/>
                    <a:pt x="1247" y="584"/>
                    <a:pt x="1247" y="613"/>
                  </a:cubicBezTo>
                  <a:lnTo>
                    <a:pt x="1" y="28639"/>
                  </a:lnTo>
                  <a:cubicBezTo>
                    <a:pt x="1" y="28668"/>
                    <a:pt x="1" y="28697"/>
                    <a:pt x="37" y="28697"/>
                  </a:cubicBezTo>
                  <a:cubicBezTo>
                    <a:pt x="37" y="28726"/>
                    <a:pt x="66" y="28726"/>
                    <a:pt x="96" y="28726"/>
                  </a:cubicBezTo>
                  <a:lnTo>
                    <a:pt x="5685" y="28938"/>
                  </a:lnTo>
                  <a:cubicBezTo>
                    <a:pt x="5714" y="28938"/>
                    <a:pt x="5743" y="28908"/>
                    <a:pt x="5743" y="28850"/>
                  </a:cubicBezTo>
                  <a:lnTo>
                    <a:pt x="7929" y="95"/>
                  </a:lnTo>
                  <a:cubicBezTo>
                    <a:pt x="7958" y="95"/>
                    <a:pt x="7929" y="66"/>
                    <a:pt x="7929" y="37"/>
                  </a:cubicBezTo>
                  <a:cubicBezTo>
                    <a:pt x="7900" y="37"/>
                    <a:pt x="7871" y="1"/>
                    <a:pt x="7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80">
              <a:extLst>
                <a:ext uri="{FF2B5EF4-FFF2-40B4-BE49-F238E27FC236}">
                  <a16:creationId xmlns:a16="http://schemas.microsoft.com/office/drawing/2014/main" id="{EE4E3290-52F0-4DD3-AF45-320977339EB0}"/>
                </a:ext>
              </a:extLst>
            </p:cNvPr>
            <p:cNvSpPr/>
            <p:nvPr/>
          </p:nvSpPr>
          <p:spPr>
            <a:xfrm>
              <a:off x="5659650" y="3621700"/>
              <a:ext cx="261725" cy="229975"/>
            </a:xfrm>
            <a:custGeom>
              <a:avLst/>
              <a:gdLst/>
              <a:ahLst/>
              <a:cxnLst/>
              <a:rect l="l" t="t" r="r" b="b"/>
              <a:pathLst>
                <a:path w="10469" h="9199" extrusionOk="0">
                  <a:moveTo>
                    <a:pt x="10468" y="1"/>
                  </a:moveTo>
                  <a:lnTo>
                    <a:pt x="4726" y="88"/>
                  </a:lnTo>
                  <a:lnTo>
                    <a:pt x="4063" y="5007"/>
                  </a:lnTo>
                  <a:lnTo>
                    <a:pt x="390" y="8228"/>
                  </a:lnTo>
                  <a:cubicBezTo>
                    <a:pt x="0" y="8582"/>
                    <a:pt x="251" y="9199"/>
                    <a:pt x="742" y="9199"/>
                  </a:cubicBezTo>
                  <a:cubicBezTo>
                    <a:pt x="755" y="9199"/>
                    <a:pt x="769" y="9198"/>
                    <a:pt x="784" y="9197"/>
                  </a:cubicBezTo>
                  <a:lnTo>
                    <a:pt x="4821" y="9139"/>
                  </a:lnTo>
                  <a:lnTo>
                    <a:pt x="8916" y="6377"/>
                  </a:lnTo>
                  <a:lnTo>
                    <a:pt x="8952" y="9051"/>
                  </a:lnTo>
                  <a:lnTo>
                    <a:pt x="10315" y="9015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80">
              <a:extLst>
                <a:ext uri="{FF2B5EF4-FFF2-40B4-BE49-F238E27FC236}">
                  <a16:creationId xmlns:a16="http://schemas.microsoft.com/office/drawing/2014/main" id="{959CBD47-BF91-F702-F882-D08F6E9BFA72}"/>
                </a:ext>
              </a:extLst>
            </p:cNvPr>
            <p:cNvSpPr/>
            <p:nvPr/>
          </p:nvSpPr>
          <p:spPr>
            <a:xfrm>
              <a:off x="5773225" y="3646675"/>
              <a:ext cx="149600" cy="6925"/>
            </a:xfrm>
            <a:custGeom>
              <a:avLst/>
              <a:gdLst/>
              <a:ahLst/>
              <a:cxnLst/>
              <a:rect l="l" t="t" r="r" b="b"/>
              <a:pathLst>
                <a:path w="5984" h="277" extrusionOk="0">
                  <a:moveTo>
                    <a:pt x="5896" y="0"/>
                  </a:moveTo>
                  <a:lnTo>
                    <a:pt x="95" y="95"/>
                  </a:lnTo>
                  <a:cubicBezTo>
                    <a:pt x="37" y="95"/>
                    <a:pt x="1" y="124"/>
                    <a:pt x="1" y="182"/>
                  </a:cubicBezTo>
                  <a:cubicBezTo>
                    <a:pt x="1" y="219"/>
                    <a:pt x="37" y="277"/>
                    <a:pt x="95" y="277"/>
                  </a:cubicBezTo>
                  <a:lnTo>
                    <a:pt x="5896" y="182"/>
                  </a:lnTo>
                  <a:cubicBezTo>
                    <a:pt x="5954" y="182"/>
                    <a:pt x="5983" y="124"/>
                    <a:pt x="5983" y="95"/>
                  </a:cubicBezTo>
                  <a:cubicBezTo>
                    <a:pt x="5983" y="37"/>
                    <a:pt x="5954" y="0"/>
                    <a:pt x="58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80">
              <a:extLst>
                <a:ext uri="{FF2B5EF4-FFF2-40B4-BE49-F238E27FC236}">
                  <a16:creationId xmlns:a16="http://schemas.microsoft.com/office/drawing/2014/main" id="{5128A1E2-2450-8A1C-7856-FA8B2491C690}"/>
                </a:ext>
              </a:extLst>
            </p:cNvPr>
            <p:cNvSpPr/>
            <p:nvPr/>
          </p:nvSpPr>
          <p:spPr>
            <a:xfrm>
              <a:off x="5739175" y="3761875"/>
              <a:ext cx="32625" cy="13250"/>
            </a:xfrm>
            <a:custGeom>
              <a:avLst/>
              <a:gdLst/>
              <a:ahLst/>
              <a:cxnLst/>
              <a:rect l="l" t="t" r="r" b="b"/>
              <a:pathLst>
                <a:path w="1305" h="530" extrusionOk="0">
                  <a:moveTo>
                    <a:pt x="91" y="1"/>
                  </a:moveTo>
                  <a:cubicBezTo>
                    <a:pt x="60" y="1"/>
                    <a:pt x="29" y="28"/>
                    <a:pt x="29" y="70"/>
                  </a:cubicBezTo>
                  <a:cubicBezTo>
                    <a:pt x="0" y="100"/>
                    <a:pt x="29" y="165"/>
                    <a:pt x="87" y="165"/>
                  </a:cubicBezTo>
                  <a:lnTo>
                    <a:pt x="1181" y="493"/>
                  </a:lnTo>
                  <a:lnTo>
                    <a:pt x="1217" y="529"/>
                  </a:lnTo>
                  <a:cubicBezTo>
                    <a:pt x="1246" y="529"/>
                    <a:pt x="1275" y="493"/>
                    <a:pt x="1304" y="464"/>
                  </a:cubicBezTo>
                  <a:cubicBezTo>
                    <a:pt x="1304" y="406"/>
                    <a:pt x="1275" y="376"/>
                    <a:pt x="1246" y="347"/>
                  </a:cubicBezTo>
                  <a:lnTo>
                    <a:pt x="124" y="12"/>
                  </a:lnTo>
                  <a:cubicBezTo>
                    <a:pt x="114" y="4"/>
                    <a:pt x="103" y="1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80">
              <a:extLst>
                <a:ext uri="{FF2B5EF4-FFF2-40B4-BE49-F238E27FC236}">
                  <a16:creationId xmlns:a16="http://schemas.microsoft.com/office/drawing/2014/main" id="{3D116521-6398-682C-480A-3E75E7FB39D1}"/>
                </a:ext>
              </a:extLst>
            </p:cNvPr>
            <p:cNvSpPr/>
            <p:nvPr/>
          </p:nvSpPr>
          <p:spPr>
            <a:xfrm>
              <a:off x="5720950" y="3778750"/>
              <a:ext cx="35000" cy="15325"/>
            </a:xfrm>
            <a:custGeom>
              <a:avLst/>
              <a:gdLst/>
              <a:ahLst/>
              <a:cxnLst/>
              <a:rect l="l" t="t" r="r" b="b"/>
              <a:pathLst>
                <a:path w="1400" h="613" extrusionOk="0">
                  <a:moveTo>
                    <a:pt x="153" y="0"/>
                  </a:moveTo>
                  <a:cubicBezTo>
                    <a:pt x="88" y="0"/>
                    <a:pt x="59" y="0"/>
                    <a:pt x="29" y="66"/>
                  </a:cubicBezTo>
                  <a:cubicBezTo>
                    <a:pt x="0" y="95"/>
                    <a:pt x="29" y="153"/>
                    <a:pt x="88" y="153"/>
                  </a:cubicBezTo>
                  <a:lnTo>
                    <a:pt x="1276" y="612"/>
                  </a:lnTo>
                  <a:cubicBezTo>
                    <a:pt x="1334" y="612"/>
                    <a:pt x="1363" y="583"/>
                    <a:pt x="1363" y="547"/>
                  </a:cubicBezTo>
                  <a:cubicBezTo>
                    <a:pt x="1399" y="488"/>
                    <a:pt x="1363" y="459"/>
                    <a:pt x="1305" y="430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80">
              <a:extLst>
                <a:ext uri="{FF2B5EF4-FFF2-40B4-BE49-F238E27FC236}">
                  <a16:creationId xmlns:a16="http://schemas.microsoft.com/office/drawing/2014/main" id="{F60A2FC9-6450-23BB-C953-82A70FC25A93}"/>
                </a:ext>
              </a:extLst>
            </p:cNvPr>
            <p:cNvSpPr/>
            <p:nvPr/>
          </p:nvSpPr>
          <p:spPr>
            <a:xfrm>
              <a:off x="5702000" y="3794775"/>
              <a:ext cx="30275" cy="15150"/>
            </a:xfrm>
            <a:custGeom>
              <a:avLst/>
              <a:gdLst/>
              <a:ahLst/>
              <a:cxnLst/>
              <a:rect l="l" t="t" r="r" b="b"/>
              <a:pathLst>
                <a:path w="1211" h="606" extrusionOk="0">
                  <a:moveTo>
                    <a:pt x="117" y="0"/>
                  </a:moveTo>
                  <a:cubicBezTo>
                    <a:pt x="59" y="0"/>
                    <a:pt x="30" y="0"/>
                    <a:pt x="0" y="59"/>
                  </a:cubicBezTo>
                  <a:cubicBezTo>
                    <a:pt x="0" y="88"/>
                    <a:pt x="0" y="153"/>
                    <a:pt x="59" y="153"/>
                  </a:cubicBezTo>
                  <a:lnTo>
                    <a:pt x="1094" y="605"/>
                  </a:lnTo>
                  <a:lnTo>
                    <a:pt x="1123" y="605"/>
                  </a:lnTo>
                  <a:cubicBezTo>
                    <a:pt x="1152" y="605"/>
                    <a:pt x="1181" y="576"/>
                    <a:pt x="1181" y="547"/>
                  </a:cubicBezTo>
                  <a:cubicBezTo>
                    <a:pt x="1210" y="518"/>
                    <a:pt x="1181" y="452"/>
                    <a:pt x="1152" y="452"/>
                  </a:cubicBezTo>
                  <a:lnTo>
                    <a:pt x="1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80">
              <a:extLst>
                <a:ext uri="{FF2B5EF4-FFF2-40B4-BE49-F238E27FC236}">
                  <a16:creationId xmlns:a16="http://schemas.microsoft.com/office/drawing/2014/main" id="{CE2D46D3-C945-75A7-AF06-D1057FA759BC}"/>
                </a:ext>
              </a:extLst>
            </p:cNvPr>
            <p:cNvSpPr/>
            <p:nvPr/>
          </p:nvSpPr>
          <p:spPr>
            <a:xfrm>
              <a:off x="5974525" y="2913400"/>
              <a:ext cx="193500" cy="718900"/>
            </a:xfrm>
            <a:custGeom>
              <a:avLst/>
              <a:gdLst/>
              <a:ahLst/>
              <a:cxnLst/>
              <a:rect l="l" t="t" r="r" b="b"/>
              <a:pathLst>
                <a:path w="7740" h="28756" extrusionOk="0">
                  <a:moveTo>
                    <a:pt x="7740" y="1"/>
                  </a:moveTo>
                  <a:lnTo>
                    <a:pt x="1240" y="547"/>
                  </a:lnTo>
                  <a:lnTo>
                    <a:pt x="1" y="28544"/>
                  </a:lnTo>
                  <a:lnTo>
                    <a:pt x="5554" y="28755"/>
                  </a:lnTo>
                  <a:lnTo>
                    <a:pt x="77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80">
              <a:extLst>
                <a:ext uri="{FF2B5EF4-FFF2-40B4-BE49-F238E27FC236}">
                  <a16:creationId xmlns:a16="http://schemas.microsoft.com/office/drawing/2014/main" id="{214C701A-372E-EEC0-6C7F-F43C4F648D35}"/>
                </a:ext>
              </a:extLst>
            </p:cNvPr>
            <p:cNvSpPr/>
            <p:nvPr/>
          </p:nvSpPr>
          <p:spPr>
            <a:xfrm>
              <a:off x="5972175" y="2911950"/>
              <a:ext cx="198225" cy="722725"/>
            </a:xfrm>
            <a:custGeom>
              <a:avLst/>
              <a:gdLst/>
              <a:ahLst/>
              <a:cxnLst/>
              <a:rect l="l" t="t" r="r" b="b"/>
              <a:pathLst>
                <a:path w="7929" h="28909" extrusionOk="0">
                  <a:moveTo>
                    <a:pt x="7746" y="153"/>
                  </a:moveTo>
                  <a:lnTo>
                    <a:pt x="5589" y="28726"/>
                  </a:lnTo>
                  <a:lnTo>
                    <a:pt x="153" y="28544"/>
                  </a:lnTo>
                  <a:lnTo>
                    <a:pt x="1399" y="671"/>
                  </a:lnTo>
                  <a:lnTo>
                    <a:pt x="7746" y="153"/>
                  </a:lnTo>
                  <a:close/>
                  <a:moveTo>
                    <a:pt x="7834" y="0"/>
                  </a:moveTo>
                  <a:lnTo>
                    <a:pt x="1305" y="518"/>
                  </a:lnTo>
                  <a:cubicBezTo>
                    <a:pt x="1275" y="518"/>
                    <a:pt x="1246" y="547"/>
                    <a:pt x="1246" y="576"/>
                  </a:cubicBezTo>
                  <a:lnTo>
                    <a:pt x="0" y="28602"/>
                  </a:lnTo>
                  <a:lnTo>
                    <a:pt x="0" y="28660"/>
                  </a:lnTo>
                  <a:cubicBezTo>
                    <a:pt x="29" y="28697"/>
                    <a:pt x="59" y="28697"/>
                    <a:pt x="59" y="28697"/>
                  </a:cubicBezTo>
                  <a:lnTo>
                    <a:pt x="5648" y="28908"/>
                  </a:lnTo>
                  <a:cubicBezTo>
                    <a:pt x="5706" y="28908"/>
                    <a:pt x="5742" y="28879"/>
                    <a:pt x="5742" y="28813"/>
                  </a:cubicBezTo>
                  <a:lnTo>
                    <a:pt x="7929" y="95"/>
                  </a:lnTo>
                  <a:cubicBezTo>
                    <a:pt x="7929" y="59"/>
                    <a:pt x="7929" y="29"/>
                    <a:pt x="78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80">
              <a:extLst>
                <a:ext uri="{FF2B5EF4-FFF2-40B4-BE49-F238E27FC236}">
                  <a16:creationId xmlns:a16="http://schemas.microsoft.com/office/drawing/2014/main" id="{269EE4E6-D29C-2FA8-907B-764C23B71876}"/>
                </a:ext>
              </a:extLst>
            </p:cNvPr>
            <p:cNvSpPr/>
            <p:nvPr/>
          </p:nvSpPr>
          <p:spPr>
            <a:xfrm>
              <a:off x="5853950" y="3619350"/>
              <a:ext cx="260900" cy="230825"/>
            </a:xfrm>
            <a:custGeom>
              <a:avLst/>
              <a:gdLst/>
              <a:ahLst/>
              <a:cxnLst/>
              <a:rect l="l" t="t" r="r" b="b"/>
              <a:pathLst>
                <a:path w="10436" h="9233" extrusionOk="0">
                  <a:moveTo>
                    <a:pt x="10435" y="0"/>
                  </a:moveTo>
                  <a:lnTo>
                    <a:pt x="4729" y="95"/>
                  </a:lnTo>
                  <a:lnTo>
                    <a:pt x="4059" y="5014"/>
                  </a:lnTo>
                  <a:lnTo>
                    <a:pt x="357" y="8264"/>
                  </a:lnTo>
                  <a:cubicBezTo>
                    <a:pt x="1" y="8591"/>
                    <a:pt x="223" y="9205"/>
                    <a:pt x="716" y="9205"/>
                  </a:cubicBezTo>
                  <a:cubicBezTo>
                    <a:pt x="727" y="9205"/>
                    <a:pt x="739" y="9204"/>
                    <a:pt x="750" y="9204"/>
                  </a:cubicBezTo>
                  <a:lnTo>
                    <a:pt x="4700" y="9174"/>
                  </a:lnTo>
                  <a:lnTo>
                    <a:pt x="8919" y="6471"/>
                  </a:lnTo>
                  <a:lnTo>
                    <a:pt x="8948" y="9233"/>
                  </a:lnTo>
                  <a:lnTo>
                    <a:pt x="10195" y="9204"/>
                  </a:lnTo>
                  <a:lnTo>
                    <a:pt x="104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80">
              <a:extLst>
                <a:ext uri="{FF2B5EF4-FFF2-40B4-BE49-F238E27FC236}">
                  <a16:creationId xmlns:a16="http://schemas.microsoft.com/office/drawing/2014/main" id="{2F7CAE1D-7380-B17A-E62E-E6DC5A5F580B}"/>
                </a:ext>
              </a:extLst>
            </p:cNvPr>
            <p:cNvSpPr/>
            <p:nvPr/>
          </p:nvSpPr>
          <p:spPr>
            <a:xfrm>
              <a:off x="5967625" y="3644475"/>
              <a:ext cx="149575" cy="6775"/>
            </a:xfrm>
            <a:custGeom>
              <a:avLst/>
              <a:gdLst/>
              <a:ahLst/>
              <a:cxnLst/>
              <a:rect l="l" t="t" r="r" b="b"/>
              <a:pathLst>
                <a:path w="5983" h="271" extrusionOk="0">
                  <a:moveTo>
                    <a:pt x="5888" y="1"/>
                  </a:moveTo>
                  <a:lnTo>
                    <a:pt x="58" y="88"/>
                  </a:lnTo>
                  <a:cubicBezTo>
                    <a:pt x="29" y="88"/>
                    <a:pt x="0" y="154"/>
                    <a:pt x="0" y="183"/>
                  </a:cubicBezTo>
                  <a:cubicBezTo>
                    <a:pt x="0" y="241"/>
                    <a:pt x="29" y="270"/>
                    <a:pt x="58" y="270"/>
                  </a:cubicBezTo>
                  <a:lnTo>
                    <a:pt x="5888" y="183"/>
                  </a:lnTo>
                  <a:cubicBezTo>
                    <a:pt x="5924" y="183"/>
                    <a:pt x="5983" y="154"/>
                    <a:pt x="5983" y="88"/>
                  </a:cubicBezTo>
                  <a:cubicBezTo>
                    <a:pt x="5954" y="59"/>
                    <a:pt x="5924" y="1"/>
                    <a:pt x="58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80">
              <a:extLst>
                <a:ext uri="{FF2B5EF4-FFF2-40B4-BE49-F238E27FC236}">
                  <a16:creationId xmlns:a16="http://schemas.microsoft.com/office/drawing/2014/main" id="{01C1A5B3-6FDF-8544-0DEF-97CCA574ECC2}"/>
                </a:ext>
              </a:extLst>
            </p:cNvPr>
            <p:cNvSpPr/>
            <p:nvPr/>
          </p:nvSpPr>
          <p:spPr>
            <a:xfrm>
              <a:off x="5933550" y="3759800"/>
              <a:ext cx="32625" cy="12950"/>
            </a:xfrm>
            <a:custGeom>
              <a:avLst/>
              <a:gdLst/>
              <a:ahLst/>
              <a:cxnLst/>
              <a:rect l="l" t="t" r="r" b="b"/>
              <a:pathLst>
                <a:path w="1305" h="518" extrusionOk="0">
                  <a:moveTo>
                    <a:pt x="117" y="0"/>
                  </a:moveTo>
                  <a:cubicBezTo>
                    <a:pt x="59" y="0"/>
                    <a:pt x="30" y="0"/>
                    <a:pt x="0" y="66"/>
                  </a:cubicBezTo>
                  <a:cubicBezTo>
                    <a:pt x="0" y="95"/>
                    <a:pt x="30" y="153"/>
                    <a:pt x="59" y="153"/>
                  </a:cubicBezTo>
                  <a:lnTo>
                    <a:pt x="1181" y="518"/>
                  </a:lnTo>
                  <a:lnTo>
                    <a:pt x="1210" y="518"/>
                  </a:lnTo>
                  <a:cubicBezTo>
                    <a:pt x="1239" y="518"/>
                    <a:pt x="1276" y="489"/>
                    <a:pt x="1276" y="459"/>
                  </a:cubicBezTo>
                  <a:cubicBezTo>
                    <a:pt x="1305" y="394"/>
                    <a:pt x="1276" y="365"/>
                    <a:pt x="1210" y="336"/>
                  </a:cubicBezTo>
                  <a:lnTo>
                    <a:pt x="1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80">
              <a:extLst>
                <a:ext uri="{FF2B5EF4-FFF2-40B4-BE49-F238E27FC236}">
                  <a16:creationId xmlns:a16="http://schemas.microsoft.com/office/drawing/2014/main" id="{ABD7F68B-B060-8AD4-271D-A42694CB2FD8}"/>
                </a:ext>
              </a:extLst>
            </p:cNvPr>
            <p:cNvSpPr/>
            <p:nvPr/>
          </p:nvSpPr>
          <p:spPr>
            <a:xfrm>
              <a:off x="5915325" y="3776550"/>
              <a:ext cx="34100" cy="15150"/>
            </a:xfrm>
            <a:custGeom>
              <a:avLst/>
              <a:gdLst/>
              <a:ahLst/>
              <a:cxnLst/>
              <a:rect l="l" t="t" r="r" b="b"/>
              <a:pathLst>
                <a:path w="1364" h="606" extrusionOk="0">
                  <a:moveTo>
                    <a:pt x="117" y="1"/>
                  </a:moveTo>
                  <a:cubicBezTo>
                    <a:pt x="88" y="1"/>
                    <a:pt x="30" y="1"/>
                    <a:pt x="1" y="59"/>
                  </a:cubicBezTo>
                  <a:cubicBezTo>
                    <a:pt x="1" y="88"/>
                    <a:pt x="30" y="154"/>
                    <a:pt x="59" y="154"/>
                  </a:cubicBezTo>
                  <a:lnTo>
                    <a:pt x="1239" y="606"/>
                  </a:lnTo>
                  <a:lnTo>
                    <a:pt x="1276" y="606"/>
                  </a:lnTo>
                  <a:cubicBezTo>
                    <a:pt x="1305" y="606"/>
                    <a:pt x="1334" y="576"/>
                    <a:pt x="1363" y="547"/>
                  </a:cubicBezTo>
                  <a:cubicBezTo>
                    <a:pt x="1363" y="518"/>
                    <a:pt x="1334" y="453"/>
                    <a:pt x="1305" y="453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80">
              <a:extLst>
                <a:ext uri="{FF2B5EF4-FFF2-40B4-BE49-F238E27FC236}">
                  <a16:creationId xmlns:a16="http://schemas.microsoft.com/office/drawing/2014/main" id="{C28B3602-D006-0309-27EB-9EA22F7239B6}"/>
                </a:ext>
              </a:extLst>
            </p:cNvPr>
            <p:cNvSpPr/>
            <p:nvPr/>
          </p:nvSpPr>
          <p:spPr>
            <a:xfrm>
              <a:off x="5895475" y="3792925"/>
              <a:ext cx="30450" cy="14800"/>
            </a:xfrm>
            <a:custGeom>
              <a:avLst/>
              <a:gdLst/>
              <a:ahLst/>
              <a:cxnLst/>
              <a:rect l="l" t="t" r="r" b="b"/>
              <a:pathLst>
                <a:path w="1218" h="592" extrusionOk="0">
                  <a:moveTo>
                    <a:pt x="91" y="1"/>
                  </a:moveTo>
                  <a:cubicBezTo>
                    <a:pt x="62" y="1"/>
                    <a:pt x="30" y="25"/>
                    <a:pt x="30" y="45"/>
                  </a:cubicBezTo>
                  <a:cubicBezTo>
                    <a:pt x="0" y="74"/>
                    <a:pt x="30" y="133"/>
                    <a:pt x="66" y="162"/>
                  </a:cubicBezTo>
                  <a:lnTo>
                    <a:pt x="1093" y="592"/>
                  </a:lnTo>
                  <a:lnTo>
                    <a:pt x="1123" y="592"/>
                  </a:lnTo>
                  <a:cubicBezTo>
                    <a:pt x="1159" y="592"/>
                    <a:pt x="1188" y="592"/>
                    <a:pt x="1217" y="563"/>
                  </a:cubicBezTo>
                  <a:cubicBezTo>
                    <a:pt x="1217" y="497"/>
                    <a:pt x="1217" y="468"/>
                    <a:pt x="1159" y="439"/>
                  </a:cubicBezTo>
                  <a:lnTo>
                    <a:pt x="124" y="16"/>
                  </a:lnTo>
                  <a:cubicBezTo>
                    <a:pt x="116" y="5"/>
                    <a:pt x="104" y="1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80">
              <a:extLst>
                <a:ext uri="{FF2B5EF4-FFF2-40B4-BE49-F238E27FC236}">
                  <a16:creationId xmlns:a16="http://schemas.microsoft.com/office/drawing/2014/main" id="{022C5CB9-5735-000E-A5D5-D50A3F786844}"/>
                </a:ext>
              </a:extLst>
            </p:cNvPr>
            <p:cNvSpPr/>
            <p:nvPr/>
          </p:nvSpPr>
          <p:spPr>
            <a:xfrm>
              <a:off x="5786175" y="2828500"/>
              <a:ext cx="418300" cy="407575"/>
            </a:xfrm>
            <a:custGeom>
              <a:avLst/>
              <a:gdLst/>
              <a:ahLst/>
              <a:cxnLst/>
              <a:rect l="l" t="t" r="r" b="b"/>
              <a:pathLst>
                <a:path w="16732" h="16303" extrusionOk="0">
                  <a:moveTo>
                    <a:pt x="277" y="1"/>
                  </a:moveTo>
                  <a:lnTo>
                    <a:pt x="0" y="15909"/>
                  </a:lnTo>
                  <a:lnTo>
                    <a:pt x="15063" y="16302"/>
                  </a:lnTo>
                  <a:lnTo>
                    <a:pt x="167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80">
              <a:extLst>
                <a:ext uri="{FF2B5EF4-FFF2-40B4-BE49-F238E27FC236}">
                  <a16:creationId xmlns:a16="http://schemas.microsoft.com/office/drawing/2014/main" id="{107E864A-0176-861A-3877-05A9C1ACBEFB}"/>
                </a:ext>
              </a:extLst>
            </p:cNvPr>
            <p:cNvSpPr/>
            <p:nvPr/>
          </p:nvSpPr>
          <p:spPr>
            <a:xfrm>
              <a:off x="5958500" y="2305475"/>
              <a:ext cx="277125" cy="725850"/>
            </a:xfrm>
            <a:custGeom>
              <a:avLst/>
              <a:gdLst/>
              <a:ahLst/>
              <a:cxnLst/>
              <a:rect l="l" t="t" r="r" b="b"/>
              <a:pathLst>
                <a:path w="11085" h="29034" extrusionOk="0">
                  <a:moveTo>
                    <a:pt x="3251" y="1"/>
                  </a:moveTo>
                  <a:lnTo>
                    <a:pt x="3251" y="1"/>
                  </a:lnTo>
                  <a:cubicBezTo>
                    <a:pt x="4038" y="2675"/>
                    <a:pt x="759" y="10173"/>
                    <a:pt x="759" y="10173"/>
                  </a:cubicBezTo>
                  <a:lnTo>
                    <a:pt x="759" y="24019"/>
                  </a:lnTo>
                  <a:cubicBezTo>
                    <a:pt x="759" y="24019"/>
                    <a:pt x="1" y="26475"/>
                    <a:pt x="4373" y="28326"/>
                  </a:cubicBezTo>
                  <a:cubicBezTo>
                    <a:pt x="5437" y="28785"/>
                    <a:pt x="6319" y="28843"/>
                    <a:pt x="7135" y="28967"/>
                  </a:cubicBezTo>
                  <a:cubicBezTo>
                    <a:pt x="7518" y="29013"/>
                    <a:pt x="7877" y="29033"/>
                    <a:pt x="8209" y="29033"/>
                  </a:cubicBezTo>
                  <a:cubicBezTo>
                    <a:pt x="10058" y="29033"/>
                    <a:pt x="11084" y="28420"/>
                    <a:pt x="11084" y="28420"/>
                  </a:cubicBezTo>
                  <a:lnTo>
                    <a:pt x="9867" y="13147"/>
                  </a:lnTo>
                  <a:lnTo>
                    <a:pt x="9714" y="3856"/>
                  </a:lnTo>
                  <a:lnTo>
                    <a:pt x="32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80">
              <a:extLst>
                <a:ext uri="{FF2B5EF4-FFF2-40B4-BE49-F238E27FC236}">
                  <a16:creationId xmlns:a16="http://schemas.microsoft.com/office/drawing/2014/main" id="{245B6233-C784-5E7E-FAA3-EBB355071E17}"/>
                </a:ext>
              </a:extLst>
            </p:cNvPr>
            <p:cNvSpPr/>
            <p:nvPr/>
          </p:nvSpPr>
          <p:spPr>
            <a:xfrm>
              <a:off x="5972175" y="2547600"/>
              <a:ext cx="264900" cy="486600"/>
            </a:xfrm>
            <a:custGeom>
              <a:avLst/>
              <a:gdLst/>
              <a:ahLst/>
              <a:cxnLst/>
              <a:rect l="l" t="t" r="r" b="b"/>
              <a:pathLst>
                <a:path w="10596" h="19464" extrusionOk="0">
                  <a:moveTo>
                    <a:pt x="9204" y="0"/>
                  </a:moveTo>
                  <a:cubicBezTo>
                    <a:pt x="9167" y="0"/>
                    <a:pt x="9109" y="29"/>
                    <a:pt x="9109" y="59"/>
                  </a:cubicBezTo>
                  <a:cubicBezTo>
                    <a:pt x="8956" y="969"/>
                    <a:pt x="10326" y="17518"/>
                    <a:pt x="10443" y="18677"/>
                  </a:cubicBezTo>
                  <a:cubicBezTo>
                    <a:pt x="10298" y="18801"/>
                    <a:pt x="9630" y="19280"/>
                    <a:pt x="7971" y="19280"/>
                  </a:cubicBezTo>
                  <a:cubicBezTo>
                    <a:pt x="7202" y="19280"/>
                    <a:pt x="6219" y="19177"/>
                    <a:pt x="4977" y="18888"/>
                  </a:cubicBezTo>
                  <a:cubicBezTo>
                    <a:pt x="758" y="17883"/>
                    <a:pt x="306" y="15274"/>
                    <a:pt x="306" y="15274"/>
                  </a:cubicBezTo>
                  <a:lnTo>
                    <a:pt x="182" y="4861"/>
                  </a:lnTo>
                  <a:cubicBezTo>
                    <a:pt x="182" y="4832"/>
                    <a:pt x="124" y="4795"/>
                    <a:pt x="95" y="4795"/>
                  </a:cubicBezTo>
                  <a:cubicBezTo>
                    <a:pt x="29" y="4795"/>
                    <a:pt x="0" y="4832"/>
                    <a:pt x="0" y="4890"/>
                  </a:cubicBezTo>
                  <a:lnTo>
                    <a:pt x="124" y="15274"/>
                  </a:lnTo>
                  <a:cubicBezTo>
                    <a:pt x="124" y="15303"/>
                    <a:pt x="605" y="18036"/>
                    <a:pt x="4948" y="19041"/>
                  </a:cubicBezTo>
                  <a:cubicBezTo>
                    <a:pt x="6223" y="19340"/>
                    <a:pt x="7200" y="19464"/>
                    <a:pt x="7987" y="19464"/>
                  </a:cubicBezTo>
                  <a:cubicBezTo>
                    <a:pt x="9896" y="19464"/>
                    <a:pt x="10537" y="18823"/>
                    <a:pt x="10596" y="18764"/>
                  </a:cubicBezTo>
                  <a:lnTo>
                    <a:pt x="10596" y="18706"/>
                  </a:lnTo>
                  <a:cubicBezTo>
                    <a:pt x="10596" y="18524"/>
                    <a:pt x="9109" y="1006"/>
                    <a:pt x="9262" y="95"/>
                  </a:cubicBezTo>
                  <a:cubicBezTo>
                    <a:pt x="9291" y="59"/>
                    <a:pt x="9262" y="0"/>
                    <a:pt x="9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80">
              <a:extLst>
                <a:ext uri="{FF2B5EF4-FFF2-40B4-BE49-F238E27FC236}">
                  <a16:creationId xmlns:a16="http://schemas.microsoft.com/office/drawing/2014/main" id="{D7AE0942-419B-0D47-EB60-52023DC9E699}"/>
                </a:ext>
              </a:extLst>
            </p:cNvPr>
            <p:cNvSpPr/>
            <p:nvPr/>
          </p:nvSpPr>
          <p:spPr>
            <a:xfrm>
              <a:off x="6105700" y="2814375"/>
              <a:ext cx="91125" cy="48225"/>
            </a:xfrm>
            <a:custGeom>
              <a:avLst/>
              <a:gdLst/>
              <a:ahLst/>
              <a:cxnLst/>
              <a:rect l="l" t="t" r="r" b="b"/>
              <a:pathLst>
                <a:path w="3645" h="1929" extrusionOk="0">
                  <a:moveTo>
                    <a:pt x="94" y="0"/>
                  </a:moveTo>
                  <a:cubicBezTo>
                    <a:pt x="71" y="0"/>
                    <a:pt x="54" y="14"/>
                    <a:pt x="37" y="48"/>
                  </a:cubicBezTo>
                  <a:cubicBezTo>
                    <a:pt x="1" y="78"/>
                    <a:pt x="37" y="136"/>
                    <a:pt x="66" y="172"/>
                  </a:cubicBezTo>
                  <a:cubicBezTo>
                    <a:pt x="1189" y="777"/>
                    <a:pt x="2340" y="1382"/>
                    <a:pt x="3528" y="1929"/>
                  </a:cubicBezTo>
                  <a:lnTo>
                    <a:pt x="3557" y="1929"/>
                  </a:lnTo>
                  <a:cubicBezTo>
                    <a:pt x="3586" y="1929"/>
                    <a:pt x="3615" y="1929"/>
                    <a:pt x="3644" y="1899"/>
                  </a:cubicBezTo>
                  <a:cubicBezTo>
                    <a:pt x="3644" y="1841"/>
                    <a:pt x="3644" y="1812"/>
                    <a:pt x="3586" y="1776"/>
                  </a:cubicBezTo>
                  <a:cubicBezTo>
                    <a:pt x="2435" y="1229"/>
                    <a:pt x="1276" y="624"/>
                    <a:pt x="154" y="19"/>
                  </a:cubicBezTo>
                  <a:cubicBezTo>
                    <a:pt x="130" y="7"/>
                    <a:pt x="110" y="0"/>
                    <a:pt x="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80">
              <a:extLst>
                <a:ext uri="{FF2B5EF4-FFF2-40B4-BE49-F238E27FC236}">
                  <a16:creationId xmlns:a16="http://schemas.microsoft.com/office/drawing/2014/main" id="{D7473476-488D-58ED-E86B-1D59DB972390}"/>
                </a:ext>
              </a:extLst>
            </p:cNvPr>
            <p:cNvSpPr/>
            <p:nvPr/>
          </p:nvSpPr>
          <p:spPr>
            <a:xfrm>
              <a:off x="5975275" y="2359825"/>
              <a:ext cx="150300" cy="311500"/>
            </a:xfrm>
            <a:custGeom>
              <a:avLst/>
              <a:gdLst/>
              <a:ahLst/>
              <a:cxnLst/>
              <a:rect l="l" t="t" r="r" b="b"/>
              <a:pathLst>
                <a:path w="6012" h="12460" extrusionOk="0">
                  <a:moveTo>
                    <a:pt x="4492" y="1"/>
                  </a:moveTo>
                  <a:cubicBezTo>
                    <a:pt x="4480" y="1"/>
                    <a:pt x="4468" y="4"/>
                    <a:pt x="4460" y="13"/>
                  </a:cubicBezTo>
                  <a:cubicBezTo>
                    <a:pt x="4402" y="13"/>
                    <a:pt x="4402" y="71"/>
                    <a:pt x="4431" y="100"/>
                  </a:cubicBezTo>
                  <a:cubicBezTo>
                    <a:pt x="5400" y="1988"/>
                    <a:pt x="5735" y="3015"/>
                    <a:pt x="5830" y="3321"/>
                  </a:cubicBezTo>
                  <a:lnTo>
                    <a:pt x="3731" y="3321"/>
                  </a:lnTo>
                  <a:cubicBezTo>
                    <a:pt x="3702" y="3321"/>
                    <a:pt x="3673" y="3350"/>
                    <a:pt x="3673" y="3350"/>
                  </a:cubicBezTo>
                  <a:cubicBezTo>
                    <a:pt x="3644" y="3379"/>
                    <a:pt x="3644" y="3416"/>
                    <a:pt x="3644" y="3445"/>
                  </a:cubicBezTo>
                  <a:lnTo>
                    <a:pt x="4708" y="6083"/>
                  </a:lnTo>
                  <a:lnTo>
                    <a:pt x="29" y="12343"/>
                  </a:lnTo>
                  <a:cubicBezTo>
                    <a:pt x="0" y="12372"/>
                    <a:pt x="0" y="12430"/>
                    <a:pt x="29" y="12459"/>
                  </a:cubicBezTo>
                  <a:lnTo>
                    <a:pt x="88" y="12459"/>
                  </a:lnTo>
                  <a:cubicBezTo>
                    <a:pt x="117" y="12459"/>
                    <a:pt x="153" y="12459"/>
                    <a:pt x="153" y="12430"/>
                  </a:cubicBezTo>
                  <a:lnTo>
                    <a:pt x="4890" y="6149"/>
                  </a:lnTo>
                  <a:lnTo>
                    <a:pt x="4890" y="6054"/>
                  </a:lnTo>
                  <a:lnTo>
                    <a:pt x="3855" y="3503"/>
                  </a:lnTo>
                  <a:lnTo>
                    <a:pt x="5917" y="3503"/>
                  </a:lnTo>
                  <a:cubicBezTo>
                    <a:pt x="5946" y="3503"/>
                    <a:pt x="5983" y="3474"/>
                    <a:pt x="6012" y="3474"/>
                  </a:cubicBezTo>
                  <a:lnTo>
                    <a:pt x="6012" y="3379"/>
                  </a:lnTo>
                  <a:cubicBezTo>
                    <a:pt x="6012" y="3350"/>
                    <a:pt x="5801" y="2323"/>
                    <a:pt x="4555" y="42"/>
                  </a:cubicBezTo>
                  <a:cubicBezTo>
                    <a:pt x="4555" y="21"/>
                    <a:pt x="4522" y="1"/>
                    <a:pt x="4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80">
              <a:extLst>
                <a:ext uri="{FF2B5EF4-FFF2-40B4-BE49-F238E27FC236}">
                  <a16:creationId xmlns:a16="http://schemas.microsoft.com/office/drawing/2014/main" id="{D3C6AA6A-101B-99B5-19BC-7BC9C67C9F44}"/>
                </a:ext>
              </a:extLst>
            </p:cNvPr>
            <p:cNvSpPr/>
            <p:nvPr/>
          </p:nvSpPr>
          <p:spPr>
            <a:xfrm>
              <a:off x="5747550" y="2305475"/>
              <a:ext cx="253425" cy="725850"/>
            </a:xfrm>
            <a:custGeom>
              <a:avLst/>
              <a:gdLst/>
              <a:ahLst/>
              <a:cxnLst/>
              <a:rect l="l" t="t" r="r" b="b"/>
              <a:pathLst>
                <a:path w="10137" h="29034" extrusionOk="0">
                  <a:moveTo>
                    <a:pt x="7163" y="1"/>
                  </a:moveTo>
                  <a:lnTo>
                    <a:pt x="1246" y="3856"/>
                  </a:lnTo>
                  <a:lnTo>
                    <a:pt x="1246" y="12994"/>
                  </a:lnTo>
                  <a:lnTo>
                    <a:pt x="0" y="28420"/>
                  </a:lnTo>
                  <a:cubicBezTo>
                    <a:pt x="0" y="28420"/>
                    <a:pt x="807" y="29033"/>
                    <a:pt x="2478" y="29033"/>
                  </a:cubicBezTo>
                  <a:cubicBezTo>
                    <a:pt x="2778" y="29033"/>
                    <a:pt x="3106" y="29013"/>
                    <a:pt x="3462" y="28967"/>
                  </a:cubicBezTo>
                  <a:cubicBezTo>
                    <a:pt x="4219" y="28872"/>
                    <a:pt x="5130" y="28785"/>
                    <a:pt x="6100" y="28326"/>
                  </a:cubicBezTo>
                  <a:cubicBezTo>
                    <a:pt x="10137" y="26475"/>
                    <a:pt x="9444" y="24019"/>
                    <a:pt x="9444" y="24019"/>
                  </a:cubicBezTo>
                  <a:lnTo>
                    <a:pt x="9444" y="10173"/>
                  </a:lnTo>
                  <a:cubicBezTo>
                    <a:pt x="9444" y="10173"/>
                    <a:pt x="6406" y="2675"/>
                    <a:pt x="71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80">
              <a:extLst>
                <a:ext uri="{FF2B5EF4-FFF2-40B4-BE49-F238E27FC236}">
                  <a16:creationId xmlns:a16="http://schemas.microsoft.com/office/drawing/2014/main" id="{3BE5E85A-4C4A-186F-48E1-B75E1EA5CF88}"/>
                </a:ext>
              </a:extLst>
            </p:cNvPr>
            <p:cNvSpPr/>
            <p:nvPr/>
          </p:nvSpPr>
          <p:spPr>
            <a:xfrm>
              <a:off x="5945575" y="2665275"/>
              <a:ext cx="22800" cy="24250"/>
            </a:xfrm>
            <a:custGeom>
              <a:avLst/>
              <a:gdLst/>
              <a:ahLst/>
              <a:cxnLst/>
              <a:rect l="l" t="t" r="r" b="b"/>
              <a:pathLst>
                <a:path w="912" h="970" extrusionOk="0">
                  <a:moveTo>
                    <a:pt x="459" y="183"/>
                  </a:moveTo>
                  <a:cubicBezTo>
                    <a:pt x="612" y="183"/>
                    <a:pt x="729" y="307"/>
                    <a:pt x="729" y="489"/>
                  </a:cubicBezTo>
                  <a:cubicBezTo>
                    <a:pt x="729" y="671"/>
                    <a:pt x="612" y="788"/>
                    <a:pt x="459" y="788"/>
                  </a:cubicBezTo>
                  <a:cubicBezTo>
                    <a:pt x="306" y="788"/>
                    <a:pt x="182" y="671"/>
                    <a:pt x="182" y="489"/>
                  </a:cubicBezTo>
                  <a:cubicBezTo>
                    <a:pt x="182" y="307"/>
                    <a:pt x="306" y="183"/>
                    <a:pt x="459" y="183"/>
                  </a:cubicBezTo>
                  <a:close/>
                  <a:moveTo>
                    <a:pt x="459" y="1"/>
                  </a:moveTo>
                  <a:cubicBezTo>
                    <a:pt x="212" y="1"/>
                    <a:pt x="0" y="212"/>
                    <a:pt x="0" y="489"/>
                  </a:cubicBezTo>
                  <a:cubicBezTo>
                    <a:pt x="0" y="759"/>
                    <a:pt x="212" y="970"/>
                    <a:pt x="459" y="970"/>
                  </a:cubicBezTo>
                  <a:cubicBezTo>
                    <a:pt x="700" y="970"/>
                    <a:pt x="911" y="759"/>
                    <a:pt x="911" y="489"/>
                  </a:cubicBezTo>
                  <a:cubicBezTo>
                    <a:pt x="911" y="212"/>
                    <a:pt x="700" y="1"/>
                    <a:pt x="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80">
              <a:extLst>
                <a:ext uri="{FF2B5EF4-FFF2-40B4-BE49-F238E27FC236}">
                  <a16:creationId xmlns:a16="http://schemas.microsoft.com/office/drawing/2014/main" id="{C2349508-1CDC-D1DF-0B7E-4EC8025750C1}"/>
                </a:ext>
              </a:extLst>
            </p:cNvPr>
            <p:cNvSpPr/>
            <p:nvPr/>
          </p:nvSpPr>
          <p:spPr>
            <a:xfrm>
              <a:off x="5945575" y="2737425"/>
              <a:ext cx="22800" cy="23525"/>
            </a:xfrm>
            <a:custGeom>
              <a:avLst/>
              <a:gdLst/>
              <a:ahLst/>
              <a:cxnLst/>
              <a:rect l="l" t="t" r="r" b="b"/>
              <a:pathLst>
                <a:path w="912" h="941" extrusionOk="0">
                  <a:moveTo>
                    <a:pt x="459" y="183"/>
                  </a:moveTo>
                  <a:cubicBezTo>
                    <a:pt x="612" y="183"/>
                    <a:pt x="729" y="299"/>
                    <a:pt x="729" y="481"/>
                  </a:cubicBezTo>
                  <a:cubicBezTo>
                    <a:pt x="729" y="634"/>
                    <a:pt x="612" y="787"/>
                    <a:pt x="459" y="787"/>
                  </a:cubicBezTo>
                  <a:cubicBezTo>
                    <a:pt x="306" y="787"/>
                    <a:pt x="182" y="634"/>
                    <a:pt x="182" y="481"/>
                  </a:cubicBezTo>
                  <a:cubicBezTo>
                    <a:pt x="182" y="299"/>
                    <a:pt x="306" y="183"/>
                    <a:pt x="459" y="183"/>
                  </a:cubicBezTo>
                  <a:close/>
                  <a:moveTo>
                    <a:pt x="459" y="0"/>
                  </a:moveTo>
                  <a:cubicBezTo>
                    <a:pt x="212" y="0"/>
                    <a:pt x="0" y="212"/>
                    <a:pt x="0" y="481"/>
                  </a:cubicBezTo>
                  <a:cubicBezTo>
                    <a:pt x="0" y="729"/>
                    <a:pt x="212" y="940"/>
                    <a:pt x="459" y="940"/>
                  </a:cubicBezTo>
                  <a:cubicBezTo>
                    <a:pt x="700" y="940"/>
                    <a:pt x="911" y="729"/>
                    <a:pt x="911" y="481"/>
                  </a:cubicBezTo>
                  <a:cubicBezTo>
                    <a:pt x="911" y="212"/>
                    <a:pt x="700" y="0"/>
                    <a:pt x="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80">
              <a:extLst>
                <a:ext uri="{FF2B5EF4-FFF2-40B4-BE49-F238E27FC236}">
                  <a16:creationId xmlns:a16="http://schemas.microsoft.com/office/drawing/2014/main" id="{EEED852C-2DE8-8236-C070-14930204E5E9}"/>
                </a:ext>
              </a:extLst>
            </p:cNvPr>
            <p:cNvSpPr/>
            <p:nvPr/>
          </p:nvSpPr>
          <p:spPr>
            <a:xfrm>
              <a:off x="5945575" y="2809575"/>
              <a:ext cx="22800" cy="23525"/>
            </a:xfrm>
            <a:custGeom>
              <a:avLst/>
              <a:gdLst/>
              <a:ahLst/>
              <a:cxnLst/>
              <a:rect l="l" t="t" r="r" b="b"/>
              <a:pathLst>
                <a:path w="912" h="941" extrusionOk="0">
                  <a:moveTo>
                    <a:pt x="459" y="146"/>
                  </a:moveTo>
                  <a:cubicBezTo>
                    <a:pt x="612" y="146"/>
                    <a:pt x="729" y="299"/>
                    <a:pt x="729" y="452"/>
                  </a:cubicBezTo>
                  <a:cubicBezTo>
                    <a:pt x="729" y="634"/>
                    <a:pt x="612" y="758"/>
                    <a:pt x="459" y="758"/>
                  </a:cubicBezTo>
                  <a:cubicBezTo>
                    <a:pt x="306" y="758"/>
                    <a:pt x="182" y="634"/>
                    <a:pt x="182" y="452"/>
                  </a:cubicBezTo>
                  <a:cubicBezTo>
                    <a:pt x="182" y="299"/>
                    <a:pt x="306" y="146"/>
                    <a:pt x="459" y="146"/>
                  </a:cubicBezTo>
                  <a:close/>
                  <a:moveTo>
                    <a:pt x="459" y="0"/>
                  </a:moveTo>
                  <a:cubicBezTo>
                    <a:pt x="212" y="0"/>
                    <a:pt x="0" y="211"/>
                    <a:pt x="0" y="452"/>
                  </a:cubicBezTo>
                  <a:cubicBezTo>
                    <a:pt x="0" y="729"/>
                    <a:pt x="212" y="940"/>
                    <a:pt x="459" y="940"/>
                  </a:cubicBezTo>
                  <a:cubicBezTo>
                    <a:pt x="700" y="940"/>
                    <a:pt x="911" y="729"/>
                    <a:pt x="911" y="452"/>
                  </a:cubicBezTo>
                  <a:cubicBezTo>
                    <a:pt x="911" y="211"/>
                    <a:pt x="700" y="0"/>
                    <a:pt x="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80">
              <a:extLst>
                <a:ext uri="{FF2B5EF4-FFF2-40B4-BE49-F238E27FC236}">
                  <a16:creationId xmlns:a16="http://schemas.microsoft.com/office/drawing/2014/main" id="{86AF1041-477F-0A61-AA2F-273C3D99C16E}"/>
                </a:ext>
              </a:extLst>
            </p:cNvPr>
            <p:cNvSpPr/>
            <p:nvPr/>
          </p:nvSpPr>
          <p:spPr>
            <a:xfrm>
              <a:off x="5745175" y="2549950"/>
              <a:ext cx="240675" cy="484250"/>
            </a:xfrm>
            <a:custGeom>
              <a:avLst/>
              <a:gdLst/>
              <a:ahLst/>
              <a:cxnLst/>
              <a:rect l="l" t="t" r="r" b="b"/>
              <a:pathLst>
                <a:path w="9627" h="19370" extrusionOk="0">
                  <a:moveTo>
                    <a:pt x="9415" y="1"/>
                  </a:moveTo>
                  <a:cubicBezTo>
                    <a:pt x="9386" y="1"/>
                    <a:pt x="9321" y="30"/>
                    <a:pt x="9321" y="88"/>
                  </a:cubicBezTo>
                  <a:lnTo>
                    <a:pt x="9445" y="15151"/>
                  </a:lnTo>
                  <a:cubicBezTo>
                    <a:pt x="9445" y="15180"/>
                    <a:pt x="9022" y="17789"/>
                    <a:pt x="5131" y="18794"/>
                  </a:cubicBezTo>
                  <a:cubicBezTo>
                    <a:pt x="4006" y="19083"/>
                    <a:pt x="3113" y="19186"/>
                    <a:pt x="2412" y="19186"/>
                  </a:cubicBezTo>
                  <a:cubicBezTo>
                    <a:pt x="899" y="19186"/>
                    <a:pt x="278" y="18707"/>
                    <a:pt x="154" y="18583"/>
                  </a:cubicBezTo>
                  <a:cubicBezTo>
                    <a:pt x="248" y="17577"/>
                    <a:pt x="1523" y="3579"/>
                    <a:pt x="1370" y="2668"/>
                  </a:cubicBezTo>
                  <a:cubicBezTo>
                    <a:pt x="1370" y="2625"/>
                    <a:pt x="1335" y="2598"/>
                    <a:pt x="1305" y="2598"/>
                  </a:cubicBezTo>
                  <a:cubicBezTo>
                    <a:pt x="1294" y="2598"/>
                    <a:pt x="1284" y="2602"/>
                    <a:pt x="1276" y="2610"/>
                  </a:cubicBezTo>
                  <a:cubicBezTo>
                    <a:pt x="1217" y="2610"/>
                    <a:pt x="1188" y="2639"/>
                    <a:pt x="1217" y="2697"/>
                  </a:cubicBezTo>
                  <a:cubicBezTo>
                    <a:pt x="1341" y="3579"/>
                    <a:pt x="0" y="18459"/>
                    <a:pt x="0" y="18612"/>
                  </a:cubicBezTo>
                  <a:lnTo>
                    <a:pt x="0" y="18670"/>
                  </a:lnTo>
                  <a:cubicBezTo>
                    <a:pt x="66" y="18729"/>
                    <a:pt x="642" y="19370"/>
                    <a:pt x="2398" y="19370"/>
                  </a:cubicBezTo>
                  <a:cubicBezTo>
                    <a:pt x="3127" y="19370"/>
                    <a:pt x="4038" y="19246"/>
                    <a:pt x="5196" y="18947"/>
                  </a:cubicBezTo>
                  <a:cubicBezTo>
                    <a:pt x="9175" y="17942"/>
                    <a:pt x="9627" y="15209"/>
                    <a:pt x="9627" y="15180"/>
                  </a:cubicBezTo>
                  <a:lnTo>
                    <a:pt x="9503" y="88"/>
                  </a:lnTo>
                  <a:cubicBezTo>
                    <a:pt x="9503" y="30"/>
                    <a:pt x="9474" y="1"/>
                    <a:pt x="9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80">
              <a:extLst>
                <a:ext uri="{FF2B5EF4-FFF2-40B4-BE49-F238E27FC236}">
                  <a16:creationId xmlns:a16="http://schemas.microsoft.com/office/drawing/2014/main" id="{1D29D6B8-FF47-F7CA-F587-CA27BA54CC34}"/>
                </a:ext>
              </a:extLst>
            </p:cNvPr>
            <p:cNvSpPr/>
            <p:nvPr/>
          </p:nvSpPr>
          <p:spPr>
            <a:xfrm>
              <a:off x="5780150" y="2814375"/>
              <a:ext cx="83475" cy="48225"/>
            </a:xfrm>
            <a:custGeom>
              <a:avLst/>
              <a:gdLst/>
              <a:ahLst/>
              <a:cxnLst/>
              <a:rect l="l" t="t" r="r" b="b"/>
              <a:pathLst>
                <a:path w="3339" h="1929" extrusionOk="0">
                  <a:moveTo>
                    <a:pt x="3269" y="0"/>
                  </a:moveTo>
                  <a:cubicBezTo>
                    <a:pt x="3251" y="0"/>
                    <a:pt x="3234" y="7"/>
                    <a:pt x="3222" y="19"/>
                  </a:cubicBezTo>
                  <a:cubicBezTo>
                    <a:pt x="2187" y="624"/>
                    <a:pt x="1123" y="1229"/>
                    <a:pt x="59" y="1776"/>
                  </a:cubicBezTo>
                  <a:cubicBezTo>
                    <a:pt x="1" y="1812"/>
                    <a:pt x="1" y="1841"/>
                    <a:pt x="30" y="1899"/>
                  </a:cubicBezTo>
                  <a:cubicBezTo>
                    <a:pt x="30" y="1929"/>
                    <a:pt x="59" y="1929"/>
                    <a:pt x="88" y="1929"/>
                  </a:cubicBezTo>
                  <a:lnTo>
                    <a:pt x="124" y="1929"/>
                  </a:lnTo>
                  <a:cubicBezTo>
                    <a:pt x="1218" y="1382"/>
                    <a:pt x="2274" y="777"/>
                    <a:pt x="3309" y="172"/>
                  </a:cubicBezTo>
                  <a:cubicBezTo>
                    <a:pt x="3338" y="136"/>
                    <a:pt x="3338" y="78"/>
                    <a:pt x="3338" y="48"/>
                  </a:cubicBezTo>
                  <a:cubicBezTo>
                    <a:pt x="3321" y="14"/>
                    <a:pt x="3294" y="0"/>
                    <a:pt x="3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5551;p80">
              <a:extLst>
                <a:ext uri="{FF2B5EF4-FFF2-40B4-BE49-F238E27FC236}">
                  <a16:creationId xmlns:a16="http://schemas.microsoft.com/office/drawing/2014/main" id="{11F23C11-6C5F-240D-83BF-36B0475A779D}"/>
                </a:ext>
              </a:extLst>
            </p:cNvPr>
            <p:cNvSpPr/>
            <p:nvPr/>
          </p:nvSpPr>
          <p:spPr>
            <a:xfrm>
              <a:off x="5847750" y="2359825"/>
              <a:ext cx="135925" cy="304750"/>
            </a:xfrm>
            <a:custGeom>
              <a:avLst/>
              <a:gdLst/>
              <a:ahLst/>
              <a:cxnLst/>
              <a:rect l="l" t="t" r="r" b="b"/>
              <a:pathLst>
                <a:path w="5437" h="12190" extrusionOk="0">
                  <a:moveTo>
                    <a:pt x="1392" y="1"/>
                  </a:moveTo>
                  <a:cubicBezTo>
                    <a:pt x="1360" y="1"/>
                    <a:pt x="1325" y="21"/>
                    <a:pt x="1305" y="42"/>
                  </a:cubicBezTo>
                  <a:cubicBezTo>
                    <a:pt x="211" y="2352"/>
                    <a:pt x="0" y="3350"/>
                    <a:pt x="0" y="3379"/>
                  </a:cubicBezTo>
                  <a:lnTo>
                    <a:pt x="0" y="3474"/>
                  </a:lnTo>
                  <a:cubicBezTo>
                    <a:pt x="29" y="3474"/>
                    <a:pt x="58" y="3503"/>
                    <a:pt x="58" y="3503"/>
                  </a:cubicBezTo>
                  <a:lnTo>
                    <a:pt x="2092" y="3503"/>
                  </a:lnTo>
                  <a:lnTo>
                    <a:pt x="1028" y="6054"/>
                  </a:lnTo>
                  <a:cubicBezTo>
                    <a:pt x="998" y="6083"/>
                    <a:pt x="998" y="6112"/>
                    <a:pt x="1028" y="6149"/>
                  </a:cubicBezTo>
                  <a:lnTo>
                    <a:pt x="5283" y="12124"/>
                  </a:lnTo>
                  <a:cubicBezTo>
                    <a:pt x="5312" y="12160"/>
                    <a:pt x="5312" y="12190"/>
                    <a:pt x="5342" y="12190"/>
                  </a:cubicBezTo>
                  <a:cubicBezTo>
                    <a:pt x="5371" y="12190"/>
                    <a:pt x="5371" y="12190"/>
                    <a:pt x="5400" y="12160"/>
                  </a:cubicBezTo>
                  <a:cubicBezTo>
                    <a:pt x="5436" y="12124"/>
                    <a:pt x="5436" y="12095"/>
                    <a:pt x="5436" y="12036"/>
                  </a:cubicBezTo>
                  <a:lnTo>
                    <a:pt x="1181" y="6083"/>
                  </a:lnTo>
                  <a:lnTo>
                    <a:pt x="2303" y="3445"/>
                  </a:lnTo>
                  <a:cubicBezTo>
                    <a:pt x="2303" y="3416"/>
                    <a:pt x="2303" y="3379"/>
                    <a:pt x="2274" y="3350"/>
                  </a:cubicBezTo>
                  <a:cubicBezTo>
                    <a:pt x="2274" y="3350"/>
                    <a:pt x="2245" y="3321"/>
                    <a:pt x="2215" y="3321"/>
                  </a:cubicBezTo>
                  <a:lnTo>
                    <a:pt x="182" y="3321"/>
                  </a:lnTo>
                  <a:cubicBezTo>
                    <a:pt x="241" y="3015"/>
                    <a:pt x="547" y="1988"/>
                    <a:pt x="1458" y="100"/>
                  </a:cubicBezTo>
                  <a:cubicBezTo>
                    <a:pt x="1487" y="71"/>
                    <a:pt x="1458" y="13"/>
                    <a:pt x="1428" y="13"/>
                  </a:cubicBezTo>
                  <a:cubicBezTo>
                    <a:pt x="1418" y="4"/>
                    <a:pt x="1405" y="1"/>
                    <a:pt x="1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5552;p80">
              <a:extLst>
                <a:ext uri="{FF2B5EF4-FFF2-40B4-BE49-F238E27FC236}">
                  <a16:creationId xmlns:a16="http://schemas.microsoft.com/office/drawing/2014/main" id="{6DCCECC7-E691-07A9-EFBE-F5D93D77D42E}"/>
                </a:ext>
              </a:extLst>
            </p:cNvPr>
            <p:cNvSpPr/>
            <p:nvPr/>
          </p:nvSpPr>
          <p:spPr>
            <a:xfrm>
              <a:off x="5908400" y="2303650"/>
              <a:ext cx="151050" cy="250900"/>
            </a:xfrm>
            <a:custGeom>
              <a:avLst/>
              <a:gdLst/>
              <a:ahLst/>
              <a:cxnLst/>
              <a:rect l="l" t="t" r="r" b="b"/>
              <a:pathLst>
                <a:path w="6042" h="10036" extrusionOk="0">
                  <a:moveTo>
                    <a:pt x="700" y="1"/>
                  </a:moveTo>
                  <a:cubicBezTo>
                    <a:pt x="673" y="1"/>
                    <a:pt x="642" y="32"/>
                    <a:pt x="642" y="74"/>
                  </a:cubicBezTo>
                  <a:cubicBezTo>
                    <a:pt x="1" y="2413"/>
                    <a:pt x="2129" y="8242"/>
                    <a:pt x="2792" y="9970"/>
                  </a:cubicBezTo>
                  <a:cubicBezTo>
                    <a:pt x="2828" y="9999"/>
                    <a:pt x="2857" y="10035"/>
                    <a:pt x="2886" y="10035"/>
                  </a:cubicBezTo>
                  <a:cubicBezTo>
                    <a:pt x="2916" y="10035"/>
                    <a:pt x="2945" y="9999"/>
                    <a:pt x="2974" y="9970"/>
                  </a:cubicBezTo>
                  <a:cubicBezTo>
                    <a:pt x="3703" y="8242"/>
                    <a:pt x="6042" y="2413"/>
                    <a:pt x="5342" y="74"/>
                  </a:cubicBezTo>
                  <a:cubicBezTo>
                    <a:pt x="5321" y="32"/>
                    <a:pt x="5300" y="1"/>
                    <a:pt x="5268" y="1"/>
                  </a:cubicBezTo>
                  <a:cubicBezTo>
                    <a:pt x="5256" y="1"/>
                    <a:pt x="5242" y="5"/>
                    <a:pt x="5226" y="15"/>
                  </a:cubicBezTo>
                  <a:cubicBezTo>
                    <a:pt x="5196" y="15"/>
                    <a:pt x="5160" y="74"/>
                    <a:pt x="5160" y="103"/>
                  </a:cubicBezTo>
                  <a:cubicBezTo>
                    <a:pt x="5830" y="2347"/>
                    <a:pt x="3557" y="8148"/>
                    <a:pt x="2886" y="9729"/>
                  </a:cubicBezTo>
                  <a:cubicBezTo>
                    <a:pt x="2282" y="8148"/>
                    <a:pt x="183" y="2347"/>
                    <a:pt x="788" y="103"/>
                  </a:cubicBezTo>
                  <a:cubicBezTo>
                    <a:pt x="824" y="74"/>
                    <a:pt x="788" y="15"/>
                    <a:pt x="729" y="15"/>
                  </a:cubicBezTo>
                  <a:cubicBezTo>
                    <a:pt x="721" y="5"/>
                    <a:pt x="711" y="1"/>
                    <a:pt x="7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80">
              <a:extLst>
                <a:ext uri="{FF2B5EF4-FFF2-40B4-BE49-F238E27FC236}">
                  <a16:creationId xmlns:a16="http://schemas.microsoft.com/office/drawing/2014/main" id="{79D84522-44E6-9E8D-91EB-66A3F5F5064A}"/>
                </a:ext>
              </a:extLst>
            </p:cNvPr>
            <p:cNvSpPr/>
            <p:nvPr/>
          </p:nvSpPr>
          <p:spPr>
            <a:xfrm>
              <a:off x="5861400" y="2073200"/>
              <a:ext cx="258900" cy="204725"/>
            </a:xfrm>
            <a:custGeom>
              <a:avLst/>
              <a:gdLst/>
              <a:ahLst/>
              <a:cxnLst/>
              <a:rect l="l" t="t" r="r" b="b"/>
              <a:pathLst>
                <a:path w="10356" h="8189" extrusionOk="0">
                  <a:moveTo>
                    <a:pt x="6042" y="1"/>
                  </a:moveTo>
                  <a:lnTo>
                    <a:pt x="6100" y="1094"/>
                  </a:lnTo>
                  <a:cubicBezTo>
                    <a:pt x="5718" y="1069"/>
                    <a:pt x="5293" y="1051"/>
                    <a:pt x="4857" y="1051"/>
                  </a:cubicBezTo>
                  <a:cubicBezTo>
                    <a:pt x="3594" y="1051"/>
                    <a:pt x="2247" y="1203"/>
                    <a:pt x="1640" y="1793"/>
                  </a:cubicBezTo>
                  <a:cubicBezTo>
                    <a:pt x="336" y="3003"/>
                    <a:pt x="1" y="6923"/>
                    <a:pt x="970" y="7652"/>
                  </a:cubicBezTo>
                  <a:cubicBezTo>
                    <a:pt x="1327" y="7901"/>
                    <a:pt x="3105" y="8188"/>
                    <a:pt x="4915" y="8188"/>
                  </a:cubicBezTo>
                  <a:cubicBezTo>
                    <a:pt x="6654" y="8188"/>
                    <a:pt x="8422" y="7923"/>
                    <a:pt x="8986" y="7106"/>
                  </a:cubicBezTo>
                  <a:cubicBezTo>
                    <a:pt x="10356" y="5131"/>
                    <a:pt x="8286" y="1881"/>
                    <a:pt x="7740" y="1305"/>
                  </a:cubicBezTo>
                  <a:cubicBezTo>
                    <a:pt x="7193" y="635"/>
                    <a:pt x="6770" y="394"/>
                    <a:pt x="60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80">
              <a:extLst>
                <a:ext uri="{FF2B5EF4-FFF2-40B4-BE49-F238E27FC236}">
                  <a16:creationId xmlns:a16="http://schemas.microsoft.com/office/drawing/2014/main" id="{BEF2B425-2F23-383D-F188-F0414B2F3DCE}"/>
                </a:ext>
              </a:extLst>
            </p:cNvPr>
            <p:cNvSpPr/>
            <p:nvPr/>
          </p:nvSpPr>
          <p:spPr>
            <a:xfrm>
              <a:off x="5867425" y="2070825"/>
              <a:ext cx="255075" cy="209550"/>
            </a:xfrm>
            <a:custGeom>
              <a:avLst/>
              <a:gdLst/>
              <a:ahLst/>
              <a:cxnLst/>
              <a:rect l="l" t="t" r="r" b="b"/>
              <a:pathLst>
                <a:path w="10203" h="8382" extrusionOk="0">
                  <a:moveTo>
                    <a:pt x="5888" y="249"/>
                  </a:moveTo>
                  <a:lnTo>
                    <a:pt x="5888" y="249"/>
                  </a:lnTo>
                  <a:cubicBezTo>
                    <a:pt x="6500" y="584"/>
                    <a:pt x="6923" y="824"/>
                    <a:pt x="7440" y="1458"/>
                  </a:cubicBezTo>
                  <a:cubicBezTo>
                    <a:pt x="8045" y="2100"/>
                    <a:pt x="9991" y="5255"/>
                    <a:pt x="8686" y="7142"/>
                  </a:cubicBezTo>
                  <a:cubicBezTo>
                    <a:pt x="8380" y="7565"/>
                    <a:pt x="7710" y="7900"/>
                    <a:pt x="6653" y="8053"/>
                  </a:cubicBezTo>
                  <a:cubicBezTo>
                    <a:pt x="6024" y="8162"/>
                    <a:pt x="5327" y="8205"/>
                    <a:pt x="4640" y="8205"/>
                  </a:cubicBezTo>
                  <a:cubicBezTo>
                    <a:pt x="2838" y="8205"/>
                    <a:pt x="1098" y="7905"/>
                    <a:pt x="787" y="7689"/>
                  </a:cubicBezTo>
                  <a:cubicBezTo>
                    <a:pt x="488" y="7470"/>
                    <a:pt x="306" y="6895"/>
                    <a:pt x="277" y="6108"/>
                  </a:cubicBezTo>
                  <a:cubicBezTo>
                    <a:pt x="182" y="4679"/>
                    <a:pt x="605" y="2734"/>
                    <a:pt x="1458" y="1947"/>
                  </a:cubicBezTo>
                  <a:cubicBezTo>
                    <a:pt x="1946" y="1495"/>
                    <a:pt x="3039" y="1247"/>
                    <a:pt x="4584" y="1247"/>
                  </a:cubicBezTo>
                  <a:cubicBezTo>
                    <a:pt x="4977" y="1247"/>
                    <a:pt x="5407" y="1247"/>
                    <a:pt x="5859" y="1276"/>
                  </a:cubicBezTo>
                  <a:cubicBezTo>
                    <a:pt x="5888" y="1276"/>
                    <a:pt x="5925" y="1276"/>
                    <a:pt x="5925" y="1247"/>
                  </a:cubicBezTo>
                  <a:cubicBezTo>
                    <a:pt x="5954" y="1247"/>
                    <a:pt x="5954" y="1218"/>
                    <a:pt x="5954" y="1189"/>
                  </a:cubicBezTo>
                  <a:lnTo>
                    <a:pt x="5888" y="249"/>
                  </a:lnTo>
                  <a:close/>
                  <a:moveTo>
                    <a:pt x="5830" y="1"/>
                  </a:moveTo>
                  <a:cubicBezTo>
                    <a:pt x="5830" y="1"/>
                    <a:pt x="5801" y="1"/>
                    <a:pt x="5772" y="37"/>
                  </a:cubicBezTo>
                  <a:cubicBezTo>
                    <a:pt x="5742" y="37"/>
                    <a:pt x="5706" y="67"/>
                    <a:pt x="5706" y="96"/>
                  </a:cubicBezTo>
                  <a:lnTo>
                    <a:pt x="5772" y="1094"/>
                  </a:lnTo>
                  <a:cubicBezTo>
                    <a:pt x="5434" y="1075"/>
                    <a:pt x="5076" y="1063"/>
                    <a:pt x="4713" y="1063"/>
                  </a:cubicBezTo>
                  <a:cubicBezTo>
                    <a:pt x="3377" y="1063"/>
                    <a:pt x="1981" y="1227"/>
                    <a:pt x="1334" y="1823"/>
                  </a:cubicBezTo>
                  <a:cubicBezTo>
                    <a:pt x="459" y="2646"/>
                    <a:pt x="0" y="4650"/>
                    <a:pt x="95" y="6108"/>
                  </a:cubicBezTo>
                  <a:cubicBezTo>
                    <a:pt x="153" y="6960"/>
                    <a:pt x="365" y="7565"/>
                    <a:pt x="700" y="7805"/>
                  </a:cubicBezTo>
                  <a:cubicBezTo>
                    <a:pt x="1035" y="8082"/>
                    <a:pt x="2828" y="8381"/>
                    <a:pt x="4678" y="8381"/>
                  </a:cubicBezTo>
                  <a:cubicBezTo>
                    <a:pt x="5378" y="8381"/>
                    <a:pt x="6070" y="8323"/>
                    <a:pt x="6682" y="8235"/>
                  </a:cubicBezTo>
                  <a:cubicBezTo>
                    <a:pt x="7776" y="8053"/>
                    <a:pt x="8504" y="7718"/>
                    <a:pt x="8839" y="7230"/>
                  </a:cubicBezTo>
                  <a:cubicBezTo>
                    <a:pt x="10202" y="5255"/>
                    <a:pt x="8198" y="2005"/>
                    <a:pt x="7564" y="1342"/>
                  </a:cubicBezTo>
                  <a:cubicBezTo>
                    <a:pt x="6981" y="642"/>
                    <a:pt x="6529" y="402"/>
                    <a:pt x="5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80">
              <a:extLst>
                <a:ext uri="{FF2B5EF4-FFF2-40B4-BE49-F238E27FC236}">
                  <a16:creationId xmlns:a16="http://schemas.microsoft.com/office/drawing/2014/main" id="{675E4235-B6C6-D63F-83D8-C4B40F9E452E}"/>
                </a:ext>
              </a:extLst>
            </p:cNvPr>
            <p:cNvSpPr/>
            <p:nvPr/>
          </p:nvSpPr>
          <p:spPr>
            <a:xfrm>
              <a:off x="5882525" y="2110750"/>
              <a:ext cx="187150" cy="203450"/>
            </a:xfrm>
            <a:custGeom>
              <a:avLst/>
              <a:gdLst/>
              <a:ahLst/>
              <a:cxnLst/>
              <a:rect l="l" t="t" r="r" b="b"/>
              <a:pathLst>
                <a:path w="7486" h="8138" extrusionOk="0">
                  <a:moveTo>
                    <a:pt x="2651" y="1"/>
                  </a:moveTo>
                  <a:cubicBezTo>
                    <a:pt x="2466" y="1"/>
                    <a:pt x="2273" y="6"/>
                    <a:pt x="2071" y="14"/>
                  </a:cubicBezTo>
                  <a:cubicBezTo>
                    <a:pt x="1" y="80"/>
                    <a:pt x="365" y="2689"/>
                    <a:pt x="336" y="4146"/>
                  </a:cubicBezTo>
                  <a:cubicBezTo>
                    <a:pt x="394" y="5520"/>
                    <a:pt x="1311" y="6081"/>
                    <a:pt x="2431" y="6081"/>
                  </a:cubicBezTo>
                  <a:cubicBezTo>
                    <a:pt x="2570" y="6081"/>
                    <a:pt x="2713" y="6072"/>
                    <a:pt x="2858" y="6055"/>
                  </a:cubicBezTo>
                  <a:lnTo>
                    <a:pt x="2858" y="6055"/>
                  </a:lnTo>
                  <a:cubicBezTo>
                    <a:pt x="2858" y="6784"/>
                    <a:pt x="2646" y="8125"/>
                    <a:pt x="3710" y="8125"/>
                  </a:cubicBezTo>
                  <a:cubicBezTo>
                    <a:pt x="3795" y="8133"/>
                    <a:pt x="3884" y="8137"/>
                    <a:pt x="3974" y="8137"/>
                  </a:cubicBezTo>
                  <a:cubicBezTo>
                    <a:pt x="4551" y="8137"/>
                    <a:pt x="5168" y="7949"/>
                    <a:pt x="5168" y="7243"/>
                  </a:cubicBezTo>
                  <a:lnTo>
                    <a:pt x="5168" y="4452"/>
                  </a:lnTo>
                  <a:cubicBezTo>
                    <a:pt x="5413" y="4599"/>
                    <a:pt x="5643" y="4662"/>
                    <a:pt x="5849" y="4662"/>
                  </a:cubicBezTo>
                  <a:cubicBezTo>
                    <a:pt x="7050" y="4662"/>
                    <a:pt x="7486" y="2548"/>
                    <a:pt x="5802" y="2448"/>
                  </a:cubicBezTo>
                  <a:cubicBezTo>
                    <a:pt x="5561" y="2448"/>
                    <a:pt x="5350" y="2507"/>
                    <a:pt x="5168" y="2630"/>
                  </a:cubicBezTo>
                  <a:cubicBezTo>
                    <a:pt x="5273" y="435"/>
                    <a:pt x="4346" y="1"/>
                    <a:pt x="2651" y="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80">
              <a:extLst>
                <a:ext uri="{FF2B5EF4-FFF2-40B4-BE49-F238E27FC236}">
                  <a16:creationId xmlns:a16="http://schemas.microsoft.com/office/drawing/2014/main" id="{8646CA9C-7831-6115-7620-BA7B3E359170}"/>
                </a:ext>
              </a:extLst>
            </p:cNvPr>
            <p:cNvSpPr/>
            <p:nvPr/>
          </p:nvSpPr>
          <p:spPr>
            <a:xfrm>
              <a:off x="5887100" y="2108825"/>
              <a:ext cx="172350" cy="207250"/>
            </a:xfrm>
            <a:custGeom>
              <a:avLst/>
              <a:gdLst/>
              <a:ahLst/>
              <a:cxnLst/>
              <a:rect l="l" t="t" r="r" b="b"/>
              <a:pathLst>
                <a:path w="6894" h="8290" extrusionOk="0">
                  <a:moveTo>
                    <a:pt x="2556" y="165"/>
                  </a:moveTo>
                  <a:cubicBezTo>
                    <a:pt x="3372" y="165"/>
                    <a:pt x="3990" y="285"/>
                    <a:pt x="4372" y="667"/>
                  </a:cubicBezTo>
                  <a:cubicBezTo>
                    <a:pt x="4773" y="1068"/>
                    <a:pt x="4955" y="1702"/>
                    <a:pt x="4890" y="2707"/>
                  </a:cubicBezTo>
                  <a:cubicBezTo>
                    <a:pt x="4890" y="2737"/>
                    <a:pt x="4890" y="2766"/>
                    <a:pt x="4919" y="2795"/>
                  </a:cubicBezTo>
                  <a:lnTo>
                    <a:pt x="5014" y="2795"/>
                  </a:lnTo>
                  <a:cubicBezTo>
                    <a:pt x="5196" y="2671"/>
                    <a:pt x="5407" y="2584"/>
                    <a:pt x="5619" y="2584"/>
                  </a:cubicBezTo>
                  <a:cubicBezTo>
                    <a:pt x="6136" y="2642"/>
                    <a:pt x="6471" y="2890"/>
                    <a:pt x="6595" y="3283"/>
                  </a:cubicBezTo>
                  <a:cubicBezTo>
                    <a:pt x="6712" y="3677"/>
                    <a:pt x="6559" y="4194"/>
                    <a:pt x="6194" y="4464"/>
                  </a:cubicBezTo>
                  <a:cubicBezTo>
                    <a:pt x="6049" y="4598"/>
                    <a:pt x="5873" y="4661"/>
                    <a:pt x="5678" y="4661"/>
                  </a:cubicBezTo>
                  <a:cubicBezTo>
                    <a:pt x="5472" y="4661"/>
                    <a:pt x="5246" y="4591"/>
                    <a:pt x="5014" y="4464"/>
                  </a:cubicBezTo>
                  <a:cubicBezTo>
                    <a:pt x="4999" y="4449"/>
                    <a:pt x="4985" y="4442"/>
                    <a:pt x="4969" y="4442"/>
                  </a:cubicBezTo>
                  <a:cubicBezTo>
                    <a:pt x="4954" y="4442"/>
                    <a:pt x="4937" y="4449"/>
                    <a:pt x="4919" y="4464"/>
                  </a:cubicBezTo>
                  <a:cubicBezTo>
                    <a:pt x="4919" y="4464"/>
                    <a:pt x="4890" y="4493"/>
                    <a:pt x="4890" y="4529"/>
                  </a:cubicBezTo>
                  <a:lnTo>
                    <a:pt x="4890" y="6256"/>
                  </a:lnTo>
                  <a:lnTo>
                    <a:pt x="4890" y="7320"/>
                  </a:lnTo>
                  <a:cubicBezTo>
                    <a:pt x="4890" y="7561"/>
                    <a:pt x="4802" y="7743"/>
                    <a:pt x="4649" y="7896"/>
                  </a:cubicBezTo>
                  <a:cubicBezTo>
                    <a:pt x="4443" y="8083"/>
                    <a:pt x="4113" y="8127"/>
                    <a:pt x="3847" y="8127"/>
                  </a:cubicBezTo>
                  <a:cubicBezTo>
                    <a:pt x="3719" y="8127"/>
                    <a:pt x="3605" y="8117"/>
                    <a:pt x="3527" y="8107"/>
                  </a:cubicBezTo>
                  <a:cubicBezTo>
                    <a:pt x="3316" y="8107"/>
                    <a:pt x="3134" y="8049"/>
                    <a:pt x="3010" y="7925"/>
                  </a:cubicBezTo>
                  <a:cubicBezTo>
                    <a:pt x="2704" y="7626"/>
                    <a:pt x="2733" y="6985"/>
                    <a:pt x="2733" y="6497"/>
                  </a:cubicBezTo>
                  <a:cubicBezTo>
                    <a:pt x="2769" y="6380"/>
                    <a:pt x="2769" y="6256"/>
                    <a:pt x="2769" y="6132"/>
                  </a:cubicBezTo>
                  <a:cubicBezTo>
                    <a:pt x="2769" y="6132"/>
                    <a:pt x="2733" y="6103"/>
                    <a:pt x="2733" y="6074"/>
                  </a:cubicBezTo>
                  <a:lnTo>
                    <a:pt x="2675" y="6074"/>
                  </a:lnTo>
                  <a:cubicBezTo>
                    <a:pt x="2529" y="6092"/>
                    <a:pt x="2387" y="6101"/>
                    <a:pt x="2249" y="6101"/>
                  </a:cubicBezTo>
                  <a:cubicBezTo>
                    <a:pt x="1669" y="6101"/>
                    <a:pt x="1165" y="5940"/>
                    <a:pt x="824" y="5622"/>
                  </a:cubicBezTo>
                  <a:cubicBezTo>
                    <a:pt x="459" y="5316"/>
                    <a:pt x="277" y="4828"/>
                    <a:pt x="248" y="4223"/>
                  </a:cubicBezTo>
                  <a:lnTo>
                    <a:pt x="248" y="3618"/>
                  </a:lnTo>
                  <a:cubicBezTo>
                    <a:pt x="219" y="2190"/>
                    <a:pt x="182" y="244"/>
                    <a:pt x="1888" y="186"/>
                  </a:cubicBezTo>
                  <a:cubicBezTo>
                    <a:pt x="2123" y="173"/>
                    <a:pt x="2346" y="165"/>
                    <a:pt x="2556" y="165"/>
                  </a:cubicBezTo>
                  <a:close/>
                  <a:moveTo>
                    <a:pt x="2623" y="1"/>
                  </a:moveTo>
                  <a:cubicBezTo>
                    <a:pt x="2393" y="1"/>
                    <a:pt x="2147" y="12"/>
                    <a:pt x="1888" y="33"/>
                  </a:cubicBezTo>
                  <a:cubicBezTo>
                    <a:pt x="0" y="62"/>
                    <a:pt x="37" y="2124"/>
                    <a:pt x="66" y="3618"/>
                  </a:cubicBezTo>
                  <a:cubicBezTo>
                    <a:pt x="95" y="3830"/>
                    <a:pt x="95" y="4041"/>
                    <a:pt x="95" y="4223"/>
                  </a:cubicBezTo>
                  <a:cubicBezTo>
                    <a:pt x="95" y="4894"/>
                    <a:pt x="306" y="5404"/>
                    <a:pt x="729" y="5768"/>
                  </a:cubicBezTo>
                  <a:cubicBezTo>
                    <a:pt x="1106" y="6088"/>
                    <a:pt x="1662" y="6267"/>
                    <a:pt x="2310" y="6267"/>
                  </a:cubicBezTo>
                  <a:cubicBezTo>
                    <a:pt x="2400" y="6267"/>
                    <a:pt x="2493" y="6263"/>
                    <a:pt x="2587" y="6256"/>
                  </a:cubicBezTo>
                  <a:lnTo>
                    <a:pt x="2587" y="6497"/>
                  </a:lnTo>
                  <a:cubicBezTo>
                    <a:pt x="2551" y="7014"/>
                    <a:pt x="2551" y="7685"/>
                    <a:pt x="2886" y="8049"/>
                  </a:cubicBezTo>
                  <a:cubicBezTo>
                    <a:pt x="3039" y="8202"/>
                    <a:pt x="3250" y="8289"/>
                    <a:pt x="3527" y="8289"/>
                  </a:cubicBezTo>
                  <a:lnTo>
                    <a:pt x="3826" y="8289"/>
                  </a:lnTo>
                  <a:cubicBezTo>
                    <a:pt x="4103" y="8289"/>
                    <a:pt x="4496" y="8260"/>
                    <a:pt x="4773" y="8020"/>
                  </a:cubicBezTo>
                  <a:cubicBezTo>
                    <a:pt x="4955" y="7838"/>
                    <a:pt x="5043" y="7626"/>
                    <a:pt x="5043" y="7320"/>
                  </a:cubicBezTo>
                  <a:cubicBezTo>
                    <a:pt x="5043" y="7043"/>
                    <a:pt x="5072" y="6650"/>
                    <a:pt x="5072" y="6256"/>
                  </a:cubicBezTo>
                  <a:lnTo>
                    <a:pt x="5072" y="4675"/>
                  </a:lnTo>
                  <a:cubicBezTo>
                    <a:pt x="5278" y="4773"/>
                    <a:pt x="5477" y="4820"/>
                    <a:pt x="5666" y="4820"/>
                  </a:cubicBezTo>
                  <a:cubicBezTo>
                    <a:pt x="5899" y="4820"/>
                    <a:pt x="6117" y="4749"/>
                    <a:pt x="6318" y="4617"/>
                  </a:cubicBezTo>
                  <a:cubicBezTo>
                    <a:pt x="6712" y="4281"/>
                    <a:pt x="6894" y="3706"/>
                    <a:pt x="6741" y="3218"/>
                  </a:cubicBezTo>
                  <a:cubicBezTo>
                    <a:pt x="6624" y="2766"/>
                    <a:pt x="6194" y="2460"/>
                    <a:pt x="5619" y="2431"/>
                  </a:cubicBezTo>
                  <a:cubicBezTo>
                    <a:pt x="5436" y="2431"/>
                    <a:pt x="5225" y="2460"/>
                    <a:pt x="5072" y="2554"/>
                  </a:cubicBezTo>
                  <a:cubicBezTo>
                    <a:pt x="5101" y="1614"/>
                    <a:pt x="4919" y="973"/>
                    <a:pt x="4496" y="550"/>
                  </a:cubicBezTo>
                  <a:cubicBezTo>
                    <a:pt x="4070" y="147"/>
                    <a:pt x="3440" y="1"/>
                    <a:pt x="26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80">
              <a:extLst>
                <a:ext uri="{FF2B5EF4-FFF2-40B4-BE49-F238E27FC236}">
                  <a16:creationId xmlns:a16="http://schemas.microsoft.com/office/drawing/2014/main" id="{8B539B03-6A9A-C69B-7041-E6AEABE3718F}"/>
                </a:ext>
              </a:extLst>
            </p:cNvPr>
            <p:cNvSpPr/>
            <p:nvPr/>
          </p:nvSpPr>
          <p:spPr>
            <a:xfrm>
              <a:off x="5857500" y="2061650"/>
              <a:ext cx="209600" cy="136000"/>
            </a:xfrm>
            <a:custGeom>
              <a:avLst/>
              <a:gdLst/>
              <a:ahLst/>
              <a:cxnLst/>
              <a:rect l="l" t="t" r="r" b="b"/>
              <a:pathLst>
                <a:path w="8384" h="5440" extrusionOk="0">
                  <a:moveTo>
                    <a:pt x="3439" y="1"/>
                  </a:moveTo>
                  <a:cubicBezTo>
                    <a:pt x="420" y="1"/>
                    <a:pt x="0" y="3594"/>
                    <a:pt x="2309" y="3594"/>
                  </a:cubicBezTo>
                  <a:cubicBezTo>
                    <a:pt x="2822" y="3594"/>
                    <a:pt x="3469" y="3417"/>
                    <a:pt x="4252" y="2984"/>
                  </a:cubicBezTo>
                  <a:cubicBezTo>
                    <a:pt x="4405" y="3684"/>
                    <a:pt x="5075" y="4412"/>
                    <a:pt x="5680" y="4653"/>
                  </a:cubicBezTo>
                  <a:lnTo>
                    <a:pt x="6074" y="5440"/>
                  </a:lnTo>
                  <a:lnTo>
                    <a:pt x="6139" y="4711"/>
                  </a:lnTo>
                  <a:cubicBezTo>
                    <a:pt x="6304" y="4526"/>
                    <a:pt x="6582" y="4417"/>
                    <a:pt x="6864" y="4417"/>
                  </a:cubicBezTo>
                  <a:cubicBezTo>
                    <a:pt x="7093" y="4417"/>
                    <a:pt x="7326" y="4489"/>
                    <a:pt x="7502" y="4653"/>
                  </a:cubicBezTo>
                  <a:cubicBezTo>
                    <a:pt x="8384" y="3042"/>
                    <a:pt x="6832" y="798"/>
                    <a:pt x="6832" y="798"/>
                  </a:cubicBezTo>
                  <a:cubicBezTo>
                    <a:pt x="6408" y="451"/>
                    <a:pt x="5836" y="240"/>
                    <a:pt x="5187" y="240"/>
                  </a:cubicBezTo>
                  <a:cubicBezTo>
                    <a:pt x="5100" y="240"/>
                    <a:pt x="5012" y="244"/>
                    <a:pt x="4922" y="251"/>
                  </a:cubicBezTo>
                  <a:cubicBezTo>
                    <a:pt x="4373" y="77"/>
                    <a:pt x="3879" y="1"/>
                    <a:pt x="34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80">
              <a:extLst>
                <a:ext uri="{FF2B5EF4-FFF2-40B4-BE49-F238E27FC236}">
                  <a16:creationId xmlns:a16="http://schemas.microsoft.com/office/drawing/2014/main" id="{2AD41FDE-CBE5-E056-C3F2-52DF5E7488B1}"/>
                </a:ext>
              </a:extLst>
            </p:cNvPr>
            <p:cNvSpPr/>
            <p:nvPr/>
          </p:nvSpPr>
          <p:spPr>
            <a:xfrm>
              <a:off x="6011700" y="2183775"/>
              <a:ext cx="22800" cy="21525"/>
            </a:xfrm>
            <a:custGeom>
              <a:avLst/>
              <a:gdLst/>
              <a:ahLst/>
              <a:cxnLst/>
              <a:rect l="l" t="t" r="r" b="b"/>
              <a:pathLst>
                <a:path w="912" h="861" extrusionOk="0">
                  <a:moveTo>
                    <a:pt x="719" y="1"/>
                  </a:moveTo>
                  <a:cubicBezTo>
                    <a:pt x="517" y="1"/>
                    <a:pt x="369" y="63"/>
                    <a:pt x="241" y="190"/>
                  </a:cubicBezTo>
                  <a:cubicBezTo>
                    <a:pt x="1" y="402"/>
                    <a:pt x="30" y="766"/>
                    <a:pt x="30" y="766"/>
                  </a:cubicBezTo>
                  <a:cubicBezTo>
                    <a:pt x="30" y="832"/>
                    <a:pt x="59" y="861"/>
                    <a:pt x="117" y="861"/>
                  </a:cubicBezTo>
                  <a:cubicBezTo>
                    <a:pt x="154" y="861"/>
                    <a:pt x="183" y="803"/>
                    <a:pt x="183" y="766"/>
                  </a:cubicBezTo>
                  <a:cubicBezTo>
                    <a:pt x="183" y="766"/>
                    <a:pt x="183" y="467"/>
                    <a:pt x="365" y="314"/>
                  </a:cubicBezTo>
                  <a:cubicBezTo>
                    <a:pt x="432" y="219"/>
                    <a:pt x="538" y="180"/>
                    <a:pt x="679" y="180"/>
                  </a:cubicBezTo>
                  <a:cubicBezTo>
                    <a:pt x="721" y="180"/>
                    <a:pt x="767" y="184"/>
                    <a:pt x="817" y="190"/>
                  </a:cubicBezTo>
                  <a:cubicBezTo>
                    <a:pt x="882" y="190"/>
                    <a:pt x="911" y="161"/>
                    <a:pt x="911" y="103"/>
                  </a:cubicBezTo>
                  <a:cubicBezTo>
                    <a:pt x="911" y="74"/>
                    <a:pt x="882" y="37"/>
                    <a:pt x="846" y="8"/>
                  </a:cubicBezTo>
                  <a:cubicBezTo>
                    <a:pt x="801" y="3"/>
                    <a:pt x="759" y="1"/>
                    <a:pt x="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80">
              <a:extLst>
                <a:ext uri="{FF2B5EF4-FFF2-40B4-BE49-F238E27FC236}">
                  <a16:creationId xmlns:a16="http://schemas.microsoft.com/office/drawing/2014/main" id="{7A9095AD-589F-6FC1-EB13-CA11FE846354}"/>
                </a:ext>
              </a:extLst>
            </p:cNvPr>
            <p:cNvSpPr/>
            <p:nvPr/>
          </p:nvSpPr>
          <p:spPr>
            <a:xfrm>
              <a:off x="5872700" y="2059275"/>
              <a:ext cx="175450" cy="140025"/>
            </a:xfrm>
            <a:custGeom>
              <a:avLst/>
              <a:gdLst/>
              <a:ahLst/>
              <a:cxnLst/>
              <a:rect l="l" t="t" r="r" b="b"/>
              <a:pathLst>
                <a:path w="7018" h="5601" extrusionOk="0">
                  <a:moveTo>
                    <a:pt x="2826" y="0"/>
                  </a:moveTo>
                  <a:cubicBezTo>
                    <a:pt x="1350" y="0"/>
                    <a:pt x="668" y="836"/>
                    <a:pt x="460" y="1163"/>
                  </a:cubicBezTo>
                  <a:cubicBezTo>
                    <a:pt x="0" y="1920"/>
                    <a:pt x="30" y="2802"/>
                    <a:pt x="518" y="3319"/>
                  </a:cubicBezTo>
                  <a:cubicBezTo>
                    <a:pt x="695" y="3497"/>
                    <a:pt x="1067" y="3775"/>
                    <a:pt x="1715" y="3775"/>
                  </a:cubicBezTo>
                  <a:cubicBezTo>
                    <a:pt x="2184" y="3775"/>
                    <a:pt x="2797" y="3630"/>
                    <a:pt x="3586" y="3196"/>
                  </a:cubicBezTo>
                  <a:cubicBezTo>
                    <a:pt x="3768" y="3837"/>
                    <a:pt x="4373" y="4566"/>
                    <a:pt x="5014" y="4806"/>
                  </a:cubicBezTo>
                  <a:lnTo>
                    <a:pt x="5378" y="5564"/>
                  </a:lnTo>
                  <a:cubicBezTo>
                    <a:pt x="5408" y="5600"/>
                    <a:pt x="5437" y="5600"/>
                    <a:pt x="5466" y="5600"/>
                  </a:cubicBezTo>
                  <a:cubicBezTo>
                    <a:pt x="5531" y="5600"/>
                    <a:pt x="5531" y="5564"/>
                    <a:pt x="5561" y="5535"/>
                  </a:cubicBezTo>
                  <a:lnTo>
                    <a:pt x="5619" y="4835"/>
                  </a:lnTo>
                  <a:cubicBezTo>
                    <a:pt x="5743" y="4689"/>
                    <a:pt x="5983" y="4595"/>
                    <a:pt x="6195" y="4595"/>
                  </a:cubicBezTo>
                  <a:cubicBezTo>
                    <a:pt x="6442" y="4595"/>
                    <a:pt x="6683" y="4653"/>
                    <a:pt x="6865" y="4806"/>
                  </a:cubicBezTo>
                  <a:cubicBezTo>
                    <a:pt x="6880" y="4821"/>
                    <a:pt x="6894" y="4828"/>
                    <a:pt x="6909" y="4828"/>
                  </a:cubicBezTo>
                  <a:cubicBezTo>
                    <a:pt x="6923" y="4828"/>
                    <a:pt x="6938" y="4821"/>
                    <a:pt x="6952" y="4806"/>
                  </a:cubicBezTo>
                  <a:cubicBezTo>
                    <a:pt x="7018" y="4777"/>
                    <a:pt x="6989" y="4719"/>
                    <a:pt x="6952" y="4689"/>
                  </a:cubicBezTo>
                  <a:cubicBezTo>
                    <a:pt x="6770" y="4507"/>
                    <a:pt x="6501" y="4413"/>
                    <a:pt x="6195" y="4413"/>
                  </a:cubicBezTo>
                  <a:cubicBezTo>
                    <a:pt x="5896" y="4442"/>
                    <a:pt x="5619" y="4566"/>
                    <a:pt x="5466" y="4748"/>
                  </a:cubicBezTo>
                  <a:lnTo>
                    <a:pt x="5466" y="4777"/>
                  </a:lnTo>
                  <a:lnTo>
                    <a:pt x="5408" y="5236"/>
                  </a:lnTo>
                  <a:lnTo>
                    <a:pt x="5131" y="4719"/>
                  </a:lnTo>
                  <a:cubicBezTo>
                    <a:pt x="5131" y="4689"/>
                    <a:pt x="5101" y="4689"/>
                    <a:pt x="5101" y="4689"/>
                  </a:cubicBezTo>
                  <a:cubicBezTo>
                    <a:pt x="4497" y="4413"/>
                    <a:pt x="3855" y="3684"/>
                    <a:pt x="3739" y="3079"/>
                  </a:cubicBezTo>
                  <a:cubicBezTo>
                    <a:pt x="3739" y="3050"/>
                    <a:pt x="3710" y="3013"/>
                    <a:pt x="3673" y="3013"/>
                  </a:cubicBezTo>
                  <a:cubicBezTo>
                    <a:pt x="3659" y="2999"/>
                    <a:pt x="3644" y="2992"/>
                    <a:pt x="3633" y="2992"/>
                  </a:cubicBezTo>
                  <a:cubicBezTo>
                    <a:pt x="3622" y="2992"/>
                    <a:pt x="3615" y="2999"/>
                    <a:pt x="3615" y="3013"/>
                  </a:cubicBezTo>
                  <a:cubicBezTo>
                    <a:pt x="2887" y="3411"/>
                    <a:pt x="2239" y="3612"/>
                    <a:pt x="1707" y="3612"/>
                  </a:cubicBezTo>
                  <a:cubicBezTo>
                    <a:pt x="1265" y="3612"/>
                    <a:pt x="903" y="3473"/>
                    <a:pt x="642" y="3196"/>
                  </a:cubicBezTo>
                  <a:cubicBezTo>
                    <a:pt x="212" y="2744"/>
                    <a:pt x="183" y="1920"/>
                    <a:pt x="613" y="1257"/>
                  </a:cubicBezTo>
                  <a:cubicBezTo>
                    <a:pt x="796" y="956"/>
                    <a:pt x="1423" y="174"/>
                    <a:pt x="2796" y="174"/>
                  </a:cubicBezTo>
                  <a:cubicBezTo>
                    <a:pt x="3219" y="174"/>
                    <a:pt x="3712" y="248"/>
                    <a:pt x="4285" y="434"/>
                  </a:cubicBezTo>
                  <a:lnTo>
                    <a:pt x="4344" y="434"/>
                  </a:lnTo>
                  <a:cubicBezTo>
                    <a:pt x="4416" y="425"/>
                    <a:pt x="4490" y="421"/>
                    <a:pt x="4563" y="421"/>
                  </a:cubicBezTo>
                  <a:cubicBezTo>
                    <a:pt x="5251" y="421"/>
                    <a:pt x="5936" y="772"/>
                    <a:pt x="6318" y="1075"/>
                  </a:cubicBezTo>
                  <a:cubicBezTo>
                    <a:pt x="6330" y="1087"/>
                    <a:pt x="6348" y="1094"/>
                    <a:pt x="6366" y="1094"/>
                  </a:cubicBezTo>
                  <a:cubicBezTo>
                    <a:pt x="6392" y="1094"/>
                    <a:pt x="6421" y="1080"/>
                    <a:pt x="6442" y="1046"/>
                  </a:cubicBezTo>
                  <a:cubicBezTo>
                    <a:pt x="6471" y="1009"/>
                    <a:pt x="6471" y="980"/>
                    <a:pt x="6406" y="951"/>
                  </a:cubicBezTo>
                  <a:cubicBezTo>
                    <a:pt x="5986" y="586"/>
                    <a:pt x="5278" y="245"/>
                    <a:pt x="4519" y="245"/>
                  </a:cubicBezTo>
                  <a:cubicBezTo>
                    <a:pt x="4461" y="245"/>
                    <a:pt x="4402" y="247"/>
                    <a:pt x="4344" y="252"/>
                  </a:cubicBezTo>
                  <a:cubicBezTo>
                    <a:pt x="3764" y="73"/>
                    <a:pt x="3261" y="0"/>
                    <a:pt x="2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80">
              <a:extLst>
                <a:ext uri="{FF2B5EF4-FFF2-40B4-BE49-F238E27FC236}">
                  <a16:creationId xmlns:a16="http://schemas.microsoft.com/office/drawing/2014/main" id="{656F55E8-1594-A856-B2B2-B87E4124A3A6}"/>
                </a:ext>
              </a:extLst>
            </p:cNvPr>
            <p:cNvSpPr/>
            <p:nvPr/>
          </p:nvSpPr>
          <p:spPr>
            <a:xfrm>
              <a:off x="6075475" y="1977550"/>
              <a:ext cx="102400" cy="97875"/>
            </a:xfrm>
            <a:custGeom>
              <a:avLst/>
              <a:gdLst/>
              <a:ahLst/>
              <a:cxnLst/>
              <a:rect l="l" t="t" r="r" b="b"/>
              <a:pathLst>
                <a:path w="4096" h="3915" extrusionOk="0">
                  <a:moveTo>
                    <a:pt x="2033" y="154"/>
                  </a:moveTo>
                  <a:cubicBezTo>
                    <a:pt x="3068" y="154"/>
                    <a:pt x="3913" y="970"/>
                    <a:pt x="3913" y="1947"/>
                  </a:cubicBezTo>
                  <a:cubicBezTo>
                    <a:pt x="3913" y="2945"/>
                    <a:pt x="3068" y="3732"/>
                    <a:pt x="2033" y="3732"/>
                  </a:cubicBezTo>
                  <a:cubicBezTo>
                    <a:pt x="998" y="3732"/>
                    <a:pt x="182" y="2945"/>
                    <a:pt x="182" y="1947"/>
                  </a:cubicBezTo>
                  <a:cubicBezTo>
                    <a:pt x="182" y="970"/>
                    <a:pt x="998" y="154"/>
                    <a:pt x="2033" y="154"/>
                  </a:cubicBezTo>
                  <a:close/>
                  <a:moveTo>
                    <a:pt x="2033" y="1"/>
                  </a:moveTo>
                  <a:cubicBezTo>
                    <a:pt x="911" y="1"/>
                    <a:pt x="0" y="883"/>
                    <a:pt x="0" y="1947"/>
                  </a:cubicBezTo>
                  <a:cubicBezTo>
                    <a:pt x="0" y="3040"/>
                    <a:pt x="911" y="3914"/>
                    <a:pt x="2033" y="3914"/>
                  </a:cubicBezTo>
                  <a:cubicBezTo>
                    <a:pt x="3155" y="3914"/>
                    <a:pt x="4095" y="3040"/>
                    <a:pt x="4095" y="1947"/>
                  </a:cubicBezTo>
                  <a:cubicBezTo>
                    <a:pt x="4095" y="883"/>
                    <a:pt x="3155" y="1"/>
                    <a:pt x="20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80">
              <a:extLst>
                <a:ext uri="{FF2B5EF4-FFF2-40B4-BE49-F238E27FC236}">
                  <a16:creationId xmlns:a16="http://schemas.microsoft.com/office/drawing/2014/main" id="{686DC86D-2097-1A70-2EFE-CB1817F53FCE}"/>
                </a:ext>
              </a:extLst>
            </p:cNvPr>
            <p:cNvSpPr/>
            <p:nvPr/>
          </p:nvSpPr>
          <p:spPr>
            <a:xfrm>
              <a:off x="5909875" y="2168375"/>
              <a:ext cx="19150" cy="34575"/>
            </a:xfrm>
            <a:custGeom>
              <a:avLst/>
              <a:gdLst/>
              <a:ahLst/>
              <a:cxnLst/>
              <a:rect l="l" t="t" r="r" b="b"/>
              <a:pathLst>
                <a:path w="766" h="1383" extrusionOk="0">
                  <a:moveTo>
                    <a:pt x="592" y="0"/>
                  </a:moveTo>
                  <a:cubicBezTo>
                    <a:pt x="564" y="0"/>
                    <a:pt x="535" y="14"/>
                    <a:pt x="517" y="49"/>
                  </a:cubicBezTo>
                  <a:lnTo>
                    <a:pt x="0" y="901"/>
                  </a:lnTo>
                  <a:cubicBezTo>
                    <a:pt x="0" y="959"/>
                    <a:pt x="0" y="989"/>
                    <a:pt x="36" y="1018"/>
                  </a:cubicBezTo>
                  <a:lnTo>
                    <a:pt x="641" y="1382"/>
                  </a:lnTo>
                  <a:lnTo>
                    <a:pt x="670" y="1382"/>
                  </a:lnTo>
                  <a:cubicBezTo>
                    <a:pt x="700" y="1382"/>
                    <a:pt x="729" y="1382"/>
                    <a:pt x="729" y="1353"/>
                  </a:cubicBezTo>
                  <a:cubicBezTo>
                    <a:pt x="765" y="1324"/>
                    <a:pt x="765" y="1265"/>
                    <a:pt x="700" y="1236"/>
                  </a:cubicBezTo>
                  <a:lnTo>
                    <a:pt x="219" y="930"/>
                  </a:lnTo>
                  <a:lnTo>
                    <a:pt x="670" y="143"/>
                  </a:lnTo>
                  <a:cubicBezTo>
                    <a:pt x="700" y="78"/>
                    <a:pt x="700" y="49"/>
                    <a:pt x="641" y="19"/>
                  </a:cubicBezTo>
                  <a:cubicBezTo>
                    <a:pt x="629" y="7"/>
                    <a:pt x="611" y="0"/>
                    <a:pt x="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80">
              <a:extLst>
                <a:ext uri="{FF2B5EF4-FFF2-40B4-BE49-F238E27FC236}">
                  <a16:creationId xmlns:a16="http://schemas.microsoft.com/office/drawing/2014/main" id="{DF12BED0-8E2C-EE0B-C071-53C1408A58F5}"/>
                </a:ext>
              </a:extLst>
            </p:cNvPr>
            <p:cNvSpPr/>
            <p:nvPr/>
          </p:nvSpPr>
          <p:spPr>
            <a:xfrm>
              <a:off x="5948675" y="2159000"/>
              <a:ext cx="20425" cy="11325"/>
            </a:xfrm>
            <a:custGeom>
              <a:avLst/>
              <a:gdLst/>
              <a:ahLst/>
              <a:cxnLst/>
              <a:rect l="l" t="t" r="r" b="b"/>
              <a:pathLst>
                <a:path w="817" h="453" extrusionOk="0">
                  <a:moveTo>
                    <a:pt x="153" y="1"/>
                  </a:moveTo>
                  <a:cubicBezTo>
                    <a:pt x="124" y="1"/>
                    <a:pt x="29" y="1"/>
                    <a:pt x="29" y="59"/>
                  </a:cubicBezTo>
                  <a:cubicBezTo>
                    <a:pt x="0" y="117"/>
                    <a:pt x="29" y="183"/>
                    <a:pt x="88" y="212"/>
                  </a:cubicBezTo>
                  <a:lnTo>
                    <a:pt x="634" y="453"/>
                  </a:lnTo>
                  <a:lnTo>
                    <a:pt x="700" y="453"/>
                  </a:lnTo>
                  <a:cubicBezTo>
                    <a:pt x="729" y="453"/>
                    <a:pt x="758" y="424"/>
                    <a:pt x="787" y="394"/>
                  </a:cubicBezTo>
                  <a:cubicBezTo>
                    <a:pt x="816" y="336"/>
                    <a:pt x="787" y="271"/>
                    <a:pt x="729" y="241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80">
              <a:extLst>
                <a:ext uri="{FF2B5EF4-FFF2-40B4-BE49-F238E27FC236}">
                  <a16:creationId xmlns:a16="http://schemas.microsoft.com/office/drawing/2014/main" id="{A765D78D-3DDA-D713-ED8A-10A443D3ED76}"/>
                </a:ext>
              </a:extLst>
            </p:cNvPr>
            <p:cNvSpPr/>
            <p:nvPr/>
          </p:nvSpPr>
          <p:spPr>
            <a:xfrm>
              <a:off x="5888725" y="2159750"/>
              <a:ext cx="19700" cy="7675"/>
            </a:xfrm>
            <a:custGeom>
              <a:avLst/>
              <a:gdLst/>
              <a:ahLst/>
              <a:cxnLst/>
              <a:rect l="l" t="t" r="r" b="b"/>
              <a:pathLst>
                <a:path w="788" h="307" extrusionOk="0">
                  <a:moveTo>
                    <a:pt x="664" y="0"/>
                  </a:moveTo>
                  <a:lnTo>
                    <a:pt x="117" y="58"/>
                  </a:lnTo>
                  <a:cubicBezTo>
                    <a:pt x="59" y="87"/>
                    <a:pt x="1" y="153"/>
                    <a:pt x="30" y="211"/>
                  </a:cubicBezTo>
                  <a:cubicBezTo>
                    <a:pt x="30" y="241"/>
                    <a:pt x="88" y="306"/>
                    <a:pt x="117" y="306"/>
                  </a:cubicBezTo>
                  <a:lnTo>
                    <a:pt x="154" y="306"/>
                  </a:lnTo>
                  <a:lnTo>
                    <a:pt x="700" y="211"/>
                  </a:lnTo>
                  <a:cubicBezTo>
                    <a:pt x="759" y="211"/>
                    <a:pt x="788" y="153"/>
                    <a:pt x="788" y="87"/>
                  </a:cubicBezTo>
                  <a:cubicBezTo>
                    <a:pt x="788" y="29"/>
                    <a:pt x="729" y="0"/>
                    <a:pt x="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80">
              <a:extLst>
                <a:ext uri="{FF2B5EF4-FFF2-40B4-BE49-F238E27FC236}">
                  <a16:creationId xmlns:a16="http://schemas.microsoft.com/office/drawing/2014/main" id="{08C81572-E7E2-726E-A408-D2A5A6A9FABC}"/>
                </a:ext>
              </a:extLst>
            </p:cNvPr>
            <p:cNvSpPr/>
            <p:nvPr/>
          </p:nvSpPr>
          <p:spPr>
            <a:xfrm>
              <a:off x="5946300" y="2173400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248" y="1"/>
                  </a:moveTo>
                  <a:cubicBezTo>
                    <a:pt x="124" y="1"/>
                    <a:pt x="0" y="124"/>
                    <a:pt x="0" y="241"/>
                  </a:cubicBezTo>
                  <a:cubicBezTo>
                    <a:pt x="0" y="394"/>
                    <a:pt x="124" y="518"/>
                    <a:pt x="248" y="518"/>
                  </a:cubicBezTo>
                  <a:cubicBezTo>
                    <a:pt x="401" y="518"/>
                    <a:pt x="518" y="394"/>
                    <a:pt x="518" y="241"/>
                  </a:cubicBezTo>
                  <a:cubicBezTo>
                    <a:pt x="518" y="124"/>
                    <a:pt x="401" y="1"/>
                    <a:pt x="2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80">
              <a:extLst>
                <a:ext uri="{FF2B5EF4-FFF2-40B4-BE49-F238E27FC236}">
                  <a16:creationId xmlns:a16="http://schemas.microsoft.com/office/drawing/2014/main" id="{34C96EBE-A78F-BF3F-5666-1723888A9BC8}"/>
                </a:ext>
              </a:extLst>
            </p:cNvPr>
            <p:cNvSpPr/>
            <p:nvPr/>
          </p:nvSpPr>
          <p:spPr>
            <a:xfrm>
              <a:off x="5893275" y="2172675"/>
              <a:ext cx="11325" cy="10600"/>
            </a:xfrm>
            <a:custGeom>
              <a:avLst/>
              <a:gdLst/>
              <a:ahLst/>
              <a:cxnLst/>
              <a:rect l="l" t="t" r="r" b="b"/>
              <a:pathLst>
                <a:path w="453" h="424" extrusionOk="0">
                  <a:moveTo>
                    <a:pt x="241" y="0"/>
                  </a:moveTo>
                  <a:cubicBezTo>
                    <a:pt x="118" y="0"/>
                    <a:pt x="1" y="88"/>
                    <a:pt x="1" y="212"/>
                  </a:cubicBezTo>
                  <a:cubicBezTo>
                    <a:pt x="1" y="336"/>
                    <a:pt x="118" y="423"/>
                    <a:pt x="241" y="423"/>
                  </a:cubicBezTo>
                  <a:cubicBezTo>
                    <a:pt x="365" y="423"/>
                    <a:pt x="453" y="336"/>
                    <a:pt x="453" y="212"/>
                  </a:cubicBezTo>
                  <a:cubicBezTo>
                    <a:pt x="453" y="88"/>
                    <a:pt x="365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80">
              <a:extLst>
                <a:ext uri="{FF2B5EF4-FFF2-40B4-BE49-F238E27FC236}">
                  <a16:creationId xmlns:a16="http://schemas.microsoft.com/office/drawing/2014/main" id="{F68BB792-E910-D9EC-3DBE-B9370AB0C334}"/>
                </a:ext>
              </a:extLst>
            </p:cNvPr>
            <p:cNvSpPr/>
            <p:nvPr/>
          </p:nvSpPr>
          <p:spPr>
            <a:xfrm>
              <a:off x="5909125" y="2218950"/>
              <a:ext cx="29000" cy="17500"/>
            </a:xfrm>
            <a:custGeom>
              <a:avLst/>
              <a:gdLst/>
              <a:ahLst/>
              <a:cxnLst/>
              <a:rect l="l" t="t" r="r" b="b"/>
              <a:pathLst>
                <a:path w="1160" h="700" extrusionOk="0">
                  <a:moveTo>
                    <a:pt x="1007" y="183"/>
                  </a:moveTo>
                  <a:cubicBezTo>
                    <a:pt x="977" y="270"/>
                    <a:pt x="941" y="336"/>
                    <a:pt x="883" y="394"/>
                  </a:cubicBezTo>
                  <a:cubicBezTo>
                    <a:pt x="795" y="489"/>
                    <a:pt x="671" y="518"/>
                    <a:pt x="577" y="518"/>
                  </a:cubicBezTo>
                  <a:cubicBezTo>
                    <a:pt x="365" y="518"/>
                    <a:pt x="212" y="365"/>
                    <a:pt x="154" y="183"/>
                  </a:cubicBezTo>
                  <a:close/>
                  <a:moveTo>
                    <a:pt x="66" y="0"/>
                  </a:moveTo>
                  <a:cubicBezTo>
                    <a:pt x="66" y="29"/>
                    <a:pt x="30" y="29"/>
                    <a:pt x="1" y="29"/>
                  </a:cubicBezTo>
                  <a:lnTo>
                    <a:pt x="1" y="88"/>
                  </a:lnTo>
                  <a:cubicBezTo>
                    <a:pt x="1" y="423"/>
                    <a:pt x="249" y="700"/>
                    <a:pt x="577" y="700"/>
                  </a:cubicBezTo>
                  <a:cubicBezTo>
                    <a:pt x="912" y="700"/>
                    <a:pt x="1160" y="423"/>
                    <a:pt x="1160" y="88"/>
                  </a:cubicBezTo>
                  <a:cubicBezTo>
                    <a:pt x="1160" y="59"/>
                    <a:pt x="1123" y="29"/>
                    <a:pt x="1094" y="29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80">
              <a:extLst>
                <a:ext uri="{FF2B5EF4-FFF2-40B4-BE49-F238E27FC236}">
                  <a16:creationId xmlns:a16="http://schemas.microsoft.com/office/drawing/2014/main" id="{83FF491D-4300-D19B-0789-E8232C36B17F}"/>
                </a:ext>
              </a:extLst>
            </p:cNvPr>
            <p:cNvSpPr/>
            <p:nvPr/>
          </p:nvSpPr>
          <p:spPr>
            <a:xfrm>
              <a:off x="6063250" y="2319875"/>
              <a:ext cx="309725" cy="496625"/>
            </a:xfrm>
            <a:custGeom>
              <a:avLst/>
              <a:gdLst/>
              <a:ahLst/>
              <a:cxnLst/>
              <a:rect l="l" t="t" r="r" b="b"/>
              <a:pathLst>
                <a:path w="12389" h="19865" extrusionOk="0">
                  <a:moveTo>
                    <a:pt x="1" y="0"/>
                  </a:moveTo>
                  <a:lnTo>
                    <a:pt x="4220" y="8927"/>
                  </a:lnTo>
                  <a:lnTo>
                    <a:pt x="4249" y="8927"/>
                  </a:lnTo>
                  <a:lnTo>
                    <a:pt x="1517" y="9291"/>
                  </a:lnTo>
                  <a:cubicBezTo>
                    <a:pt x="1517" y="9291"/>
                    <a:pt x="1152" y="12935"/>
                    <a:pt x="1764" y="16790"/>
                  </a:cubicBezTo>
                  <a:cubicBezTo>
                    <a:pt x="1976" y="18094"/>
                    <a:pt x="3802" y="19864"/>
                    <a:pt x="5860" y="19864"/>
                  </a:cubicBezTo>
                  <a:cubicBezTo>
                    <a:pt x="7068" y="19864"/>
                    <a:pt x="8356" y="19255"/>
                    <a:pt x="9445" y="17584"/>
                  </a:cubicBezTo>
                  <a:cubicBezTo>
                    <a:pt x="12389" y="13059"/>
                    <a:pt x="9445" y="2427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80">
              <a:extLst>
                <a:ext uri="{FF2B5EF4-FFF2-40B4-BE49-F238E27FC236}">
                  <a16:creationId xmlns:a16="http://schemas.microsoft.com/office/drawing/2014/main" id="{81F183D4-3E12-F065-EA71-A698109C034F}"/>
                </a:ext>
              </a:extLst>
            </p:cNvPr>
            <p:cNvSpPr/>
            <p:nvPr/>
          </p:nvSpPr>
          <p:spPr>
            <a:xfrm>
              <a:off x="6096600" y="2571825"/>
              <a:ext cx="153425" cy="25900"/>
            </a:xfrm>
            <a:custGeom>
              <a:avLst/>
              <a:gdLst/>
              <a:ahLst/>
              <a:cxnLst/>
              <a:rect l="l" t="t" r="r" b="b"/>
              <a:pathLst>
                <a:path w="6137" h="1036" extrusionOk="0">
                  <a:moveTo>
                    <a:pt x="6049" y="0"/>
                  </a:moveTo>
                  <a:lnTo>
                    <a:pt x="66" y="882"/>
                  </a:lnTo>
                  <a:cubicBezTo>
                    <a:pt x="37" y="882"/>
                    <a:pt x="0" y="911"/>
                    <a:pt x="0" y="977"/>
                  </a:cubicBezTo>
                  <a:cubicBezTo>
                    <a:pt x="0" y="1006"/>
                    <a:pt x="37" y="1035"/>
                    <a:pt x="95" y="1035"/>
                  </a:cubicBezTo>
                  <a:lnTo>
                    <a:pt x="6078" y="183"/>
                  </a:lnTo>
                  <a:cubicBezTo>
                    <a:pt x="6107" y="153"/>
                    <a:pt x="6136" y="124"/>
                    <a:pt x="6136" y="95"/>
                  </a:cubicBezTo>
                  <a:cubicBezTo>
                    <a:pt x="6136" y="37"/>
                    <a:pt x="6078" y="0"/>
                    <a:pt x="6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80">
              <a:extLst>
                <a:ext uri="{FF2B5EF4-FFF2-40B4-BE49-F238E27FC236}">
                  <a16:creationId xmlns:a16="http://schemas.microsoft.com/office/drawing/2014/main" id="{38C6AE79-1D88-B76E-8F0B-93013B4C1AC2}"/>
                </a:ext>
              </a:extLst>
            </p:cNvPr>
            <p:cNvSpPr/>
            <p:nvPr/>
          </p:nvSpPr>
          <p:spPr>
            <a:xfrm>
              <a:off x="6089850" y="2533200"/>
              <a:ext cx="245975" cy="285500"/>
            </a:xfrm>
            <a:custGeom>
              <a:avLst/>
              <a:gdLst/>
              <a:ahLst/>
              <a:cxnLst/>
              <a:rect l="l" t="t" r="r" b="b"/>
              <a:pathLst>
                <a:path w="9839" h="11420" extrusionOk="0">
                  <a:moveTo>
                    <a:pt x="5801" y="1"/>
                  </a:moveTo>
                  <a:lnTo>
                    <a:pt x="423" y="671"/>
                  </a:lnTo>
                  <a:cubicBezTo>
                    <a:pt x="394" y="671"/>
                    <a:pt x="365" y="700"/>
                    <a:pt x="365" y="729"/>
                  </a:cubicBezTo>
                  <a:cubicBezTo>
                    <a:pt x="365" y="758"/>
                    <a:pt x="1" y="4431"/>
                    <a:pt x="606" y="8257"/>
                  </a:cubicBezTo>
                  <a:cubicBezTo>
                    <a:pt x="788" y="9415"/>
                    <a:pt x="2216" y="10960"/>
                    <a:pt x="3979" y="11325"/>
                  </a:cubicBezTo>
                  <a:cubicBezTo>
                    <a:pt x="4249" y="11383"/>
                    <a:pt x="4526" y="11419"/>
                    <a:pt x="4796" y="11419"/>
                  </a:cubicBezTo>
                  <a:cubicBezTo>
                    <a:pt x="6195" y="11419"/>
                    <a:pt x="7470" y="10625"/>
                    <a:pt x="8439" y="9109"/>
                  </a:cubicBezTo>
                  <a:cubicBezTo>
                    <a:pt x="9503" y="7470"/>
                    <a:pt x="9838" y="5043"/>
                    <a:pt x="9321" y="2427"/>
                  </a:cubicBezTo>
                  <a:cubicBezTo>
                    <a:pt x="9321" y="2398"/>
                    <a:pt x="9263" y="2369"/>
                    <a:pt x="9234" y="2369"/>
                  </a:cubicBezTo>
                  <a:cubicBezTo>
                    <a:pt x="9168" y="2369"/>
                    <a:pt x="9139" y="2427"/>
                    <a:pt x="9168" y="2456"/>
                  </a:cubicBezTo>
                  <a:cubicBezTo>
                    <a:pt x="9656" y="5007"/>
                    <a:pt x="9350" y="7411"/>
                    <a:pt x="8323" y="9015"/>
                  </a:cubicBezTo>
                  <a:cubicBezTo>
                    <a:pt x="7168" y="10776"/>
                    <a:pt x="5875" y="11256"/>
                    <a:pt x="4816" y="11256"/>
                  </a:cubicBezTo>
                  <a:cubicBezTo>
                    <a:pt x="4538" y="11256"/>
                    <a:pt x="4277" y="11223"/>
                    <a:pt x="4038" y="11172"/>
                  </a:cubicBezTo>
                  <a:cubicBezTo>
                    <a:pt x="2340" y="10807"/>
                    <a:pt x="941" y="9321"/>
                    <a:pt x="788" y="8228"/>
                  </a:cubicBezTo>
                  <a:cubicBezTo>
                    <a:pt x="241" y="4708"/>
                    <a:pt x="489" y="1334"/>
                    <a:pt x="518" y="817"/>
                  </a:cubicBezTo>
                  <a:lnTo>
                    <a:pt x="5772" y="183"/>
                  </a:lnTo>
                  <a:lnTo>
                    <a:pt x="7375" y="5101"/>
                  </a:lnTo>
                  <a:cubicBezTo>
                    <a:pt x="7375" y="5144"/>
                    <a:pt x="7410" y="5171"/>
                    <a:pt x="7441" y="5171"/>
                  </a:cubicBezTo>
                  <a:cubicBezTo>
                    <a:pt x="7452" y="5171"/>
                    <a:pt x="7462" y="5168"/>
                    <a:pt x="7470" y="5160"/>
                  </a:cubicBezTo>
                  <a:cubicBezTo>
                    <a:pt x="7528" y="5160"/>
                    <a:pt x="7528" y="5101"/>
                    <a:pt x="7528" y="5072"/>
                  </a:cubicBezTo>
                  <a:lnTo>
                    <a:pt x="5889" y="59"/>
                  </a:lnTo>
                  <a:cubicBezTo>
                    <a:pt x="5889" y="1"/>
                    <a:pt x="5860" y="1"/>
                    <a:pt x="5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80">
              <a:extLst>
                <a:ext uri="{FF2B5EF4-FFF2-40B4-BE49-F238E27FC236}">
                  <a16:creationId xmlns:a16="http://schemas.microsoft.com/office/drawing/2014/main" id="{42CBBFC3-A8AB-D7FD-E572-A036B051A327}"/>
                </a:ext>
              </a:extLst>
            </p:cNvPr>
            <p:cNvSpPr/>
            <p:nvPr/>
          </p:nvSpPr>
          <p:spPr>
            <a:xfrm>
              <a:off x="6051050" y="2366525"/>
              <a:ext cx="35275" cy="44050"/>
            </a:xfrm>
            <a:custGeom>
              <a:avLst/>
              <a:gdLst/>
              <a:ahLst/>
              <a:cxnLst/>
              <a:rect l="l" t="t" r="r" b="b"/>
              <a:pathLst>
                <a:path w="1411" h="1762" extrusionOk="0">
                  <a:moveTo>
                    <a:pt x="500" y="1"/>
                  </a:moveTo>
                  <a:cubicBezTo>
                    <a:pt x="466" y="1"/>
                    <a:pt x="433" y="5"/>
                    <a:pt x="401" y="14"/>
                  </a:cubicBezTo>
                  <a:cubicBezTo>
                    <a:pt x="1" y="167"/>
                    <a:pt x="1" y="867"/>
                    <a:pt x="729" y="1596"/>
                  </a:cubicBezTo>
                  <a:cubicBezTo>
                    <a:pt x="847" y="1713"/>
                    <a:pt x="943" y="1762"/>
                    <a:pt x="1021" y="1762"/>
                  </a:cubicBezTo>
                  <a:cubicBezTo>
                    <a:pt x="1411" y="1762"/>
                    <a:pt x="1371" y="561"/>
                    <a:pt x="1371" y="561"/>
                  </a:cubicBezTo>
                  <a:cubicBezTo>
                    <a:pt x="1371" y="561"/>
                    <a:pt x="884" y="1"/>
                    <a:pt x="5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80">
              <a:extLst>
                <a:ext uri="{FF2B5EF4-FFF2-40B4-BE49-F238E27FC236}">
                  <a16:creationId xmlns:a16="http://schemas.microsoft.com/office/drawing/2014/main" id="{8FE78A75-8119-25CF-8CB2-7230260BA55A}"/>
                </a:ext>
              </a:extLst>
            </p:cNvPr>
            <p:cNvSpPr/>
            <p:nvPr/>
          </p:nvSpPr>
          <p:spPr>
            <a:xfrm>
              <a:off x="6050325" y="2364825"/>
              <a:ext cx="37175" cy="47625"/>
            </a:xfrm>
            <a:custGeom>
              <a:avLst/>
              <a:gdLst/>
              <a:ahLst/>
              <a:cxnLst/>
              <a:rect l="l" t="t" r="r" b="b"/>
              <a:pathLst>
                <a:path w="1487" h="1905" extrusionOk="0">
                  <a:moveTo>
                    <a:pt x="547" y="177"/>
                  </a:moveTo>
                  <a:cubicBezTo>
                    <a:pt x="824" y="177"/>
                    <a:pt x="1188" y="483"/>
                    <a:pt x="1305" y="665"/>
                  </a:cubicBezTo>
                  <a:cubicBezTo>
                    <a:pt x="1341" y="1088"/>
                    <a:pt x="1247" y="1664"/>
                    <a:pt x="1093" y="1722"/>
                  </a:cubicBezTo>
                  <a:cubicBezTo>
                    <a:pt x="1076" y="1735"/>
                    <a:pt x="1057" y="1741"/>
                    <a:pt x="1037" y="1741"/>
                  </a:cubicBezTo>
                  <a:cubicBezTo>
                    <a:pt x="958" y="1741"/>
                    <a:pt x="865" y="1652"/>
                    <a:pt x="795" y="1605"/>
                  </a:cubicBezTo>
                  <a:cubicBezTo>
                    <a:pt x="306" y="1088"/>
                    <a:pt x="212" y="629"/>
                    <a:pt x="277" y="388"/>
                  </a:cubicBezTo>
                  <a:cubicBezTo>
                    <a:pt x="277" y="330"/>
                    <a:pt x="336" y="206"/>
                    <a:pt x="460" y="177"/>
                  </a:cubicBezTo>
                  <a:close/>
                  <a:moveTo>
                    <a:pt x="542" y="1"/>
                  </a:moveTo>
                  <a:cubicBezTo>
                    <a:pt x="492" y="1"/>
                    <a:pt x="443" y="8"/>
                    <a:pt x="394" y="24"/>
                  </a:cubicBezTo>
                  <a:cubicBezTo>
                    <a:pt x="248" y="53"/>
                    <a:pt x="153" y="177"/>
                    <a:pt x="95" y="359"/>
                  </a:cubicBezTo>
                  <a:cubicBezTo>
                    <a:pt x="0" y="724"/>
                    <a:pt x="248" y="1241"/>
                    <a:pt x="700" y="1722"/>
                  </a:cubicBezTo>
                  <a:cubicBezTo>
                    <a:pt x="824" y="1846"/>
                    <a:pt x="940" y="1904"/>
                    <a:pt x="1035" y="1904"/>
                  </a:cubicBezTo>
                  <a:cubicBezTo>
                    <a:pt x="1064" y="1904"/>
                    <a:pt x="1123" y="1904"/>
                    <a:pt x="1159" y="1875"/>
                  </a:cubicBezTo>
                  <a:cubicBezTo>
                    <a:pt x="1487" y="1758"/>
                    <a:pt x="1487" y="811"/>
                    <a:pt x="1487" y="629"/>
                  </a:cubicBezTo>
                  <a:cubicBezTo>
                    <a:pt x="1487" y="600"/>
                    <a:pt x="1487" y="600"/>
                    <a:pt x="1458" y="571"/>
                  </a:cubicBezTo>
                  <a:cubicBezTo>
                    <a:pt x="1406" y="519"/>
                    <a:pt x="963" y="1"/>
                    <a:pt x="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80">
              <a:extLst>
                <a:ext uri="{FF2B5EF4-FFF2-40B4-BE49-F238E27FC236}">
                  <a16:creationId xmlns:a16="http://schemas.microsoft.com/office/drawing/2014/main" id="{0DB62971-450C-AE37-FFC0-06EAB6B00271}"/>
                </a:ext>
              </a:extLst>
            </p:cNvPr>
            <p:cNvSpPr/>
            <p:nvPr/>
          </p:nvSpPr>
          <p:spPr>
            <a:xfrm>
              <a:off x="6062525" y="2345750"/>
              <a:ext cx="121550" cy="150300"/>
            </a:xfrm>
            <a:custGeom>
              <a:avLst/>
              <a:gdLst/>
              <a:ahLst/>
              <a:cxnLst/>
              <a:rect l="l" t="t" r="r" b="b"/>
              <a:pathLst>
                <a:path w="4862" h="6012" extrusionOk="0">
                  <a:moveTo>
                    <a:pt x="1" y="0"/>
                  </a:moveTo>
                  <a:lnTo>
                    <a:pt x="365" y="5859"/>
                  </a:lnTo>
                  <a:lnTo>
                    <a:pt x="2005" y="5917"/>
                  </a:lnTo>
                  <a:lnTo>
                    <a:pt x="2369" y="5917"/>
                  </a:lnTo>
                  <a:lnTo>
                    <a:pt x="4009" y="6012"/>
                  </a:lnTo>
                  <a:lnTo>
                    <a:pt x="4861" y="182"/>
                  </a:lnTo>
                  <a:lnTo>
                    <a:pt x="2609" y="88"/>
                  </a:lnTo>
                  <a:lnTo>
                    <a:pt x="2245" y="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80">
              <a:extLst>
                <a:ext uri="{FF2B5EF4-FFF2-40B4-BE49-F238E27FC236}">
                  <a16:creationId xmlns:a16="http://schemas.microsoft.com/office/drawing/2014/main" id="{095D33C8-9EAD-BC0B-3B71-B3CF552F6C73}"/>
                </a:ext>
              </a:extLst>
            </p:cNvPr>
            <p:cNvSpPr/>
            <p:nvPr/>
          </p:nvSpPr>
          <p:spPr>
            <a:xfrm>
              <a:off x="6060150" y="2343375"/>
              <a:ext cx="126100" cy="154150"/>
            </a:xfrm>
            <a:custGeom>
              <a:avLst/>
              <a:gdLst/>
              <a:ahLst/>
              <a:cxnLst/>
              <a:rect l="l" t="t" r="r" b="b"/>
              <a:pathLst>
                <a:path w="5044" h="6166" extrusionOk="0">
                  <a:moveTo>
                    <a:pt x="183" y="183"/>
                  </a:moveTo>
                  <a:lnTo>
                    <a:pt x="2675" y="277"/>
                  </a:lnTo>
                  <a:lnTo>
                    <a:pt x="4861" y="365"/>
                  </a:lnTo>
                  <a:lnTo>
                    <a:pt x="4009" y="6012"/>
                  </a:lnTo>
                  <a:lnTo>
                    <a:pt x="547" y="5859"/>
                  </a:lnTo>
                  <a:lnTo>
                    <a:pt x="183" y="183"/>
                  </a:lnTo>
                  <a:close/>
                  <a:moveTo>
                    <a:pt x="96" y="0"/>
                  </a:moveTo>
                  <a:cubicBezTo>
                    <a:pt x="67" y="0"/>
                    <a:pt x="37" y="0"/>
                    <a:pt x="37" y="30"/>
                  </a:cubicBezTo>
                  <a:cubicBezTo>
                    <a:pt x="1" y="30"/>
                    <a:pt x="1" y="66"/>
                    <a:pt x="1" y="95"/>
                  </a:cubicBezTo>
                  <a:lnTo>
                    <a:pt x="365" y="5954"/>
                  </a:lnTo>
                  <a:cubicBezTo>
                    <a:pt x="365" y="5983"/>
                    <a:pt x="402" y="6041"/>
                    <a:pt x="460" y="6041"/>
                  </a:cubicBezTo>
                  <a:lnTo>
                    <a:pt x="4104" y="6165"/>
                  </a:lnTo>
                  <a:cubicBezTo>
                    <a:pt x="4133" y="6165"/>
                    <a:pt x="4162" y="6136"/>
                    <a:pt x="4191" y="6107"/>
                  </a:cubicBezTo>
                  <a:lnTo>
                    <a:pt x="5014" y="306"/>
                  </a:lnTo>
                  <a:cubicBezTo>
                    <a:pt x="5044" y="277"/>
                    <a:pt x="5014" y="248"/>
                    <a:pt x="5014" y="212"/>
                  </a:cubicBezTo>
                  <a:cubicBezTo>
                    <a:pt x="4985" y="212"/>
                    <a:pt x="4985" y="212"/>
                    <a:pt x="4956" y="183"/>
                  </a:cubicBezTo>
                  <a:lnTo>
                    <a:pt x="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80">
              <a:extLst>
                <a:ext uri="{FF2B5EF4-FFF2-40B4-BE49-F238E27FC236}">
                  <a16:creationId xmlns:a16="http://schemas.microsoft.com/office/drawing/2014/main" id="{944E357C-8780-FBE2-9B8F-3A2DB1E1F529}"/>
                </a:ext>
              </a:extLst>
            </p:cNvPr>
            <p:cNvSpPr/>
            <p:nvPr/>
          </p:nvSpPr>
          <p:spPr>
            <a:xfrm>
              <a:off x="6063975" y="2375975"/>
              <a:ext cx="115525" cy="79100"/>
            </a:xfrm>
            <a:custGeom>
              <a:avLst/>
              <a:gdLst/>
              <a:ahLst/>
              <a:cxnLst/>
              <a:rect l="l" t="t" r="r" b="b"/>
              <a:pathLst>
                <a:path w="4621" h="3164" extrusionOk="0">
                  <a:moveTo>
                    <a:pt x="1" y="1"/>
                  </a:moveTo>
                  <a:lnTo>
                    <a:pt x="183" y="3010"/>
                  </a:lnTo>
                  <a:lnTo>
                    <a:pt x="4191" y="3163"/>
                  </a:lnTo>
                  <a:lnTo>
                    <a:pt x="4621" y="1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80">
              <a:extLst>
                <a:ext uri="{FF2B5EF4-FFF2-40B4-BE49-F238E27FC236}">
                  <a16:creationId xmlns:a16="http://schemas.microsoft.com/office/drawing/2014/main" id="{C6484078-B95A-B7D1-CF2E-EF98C79758CA}"/>
                </a:ext>
              </a:extLst>
            </p:cNvPr>
            <p:cNvSpPr/>
            <p:nvPr/>
          </p:nvSpPr>
          <p:spPr>
            <a:xfrm>
              <a:off x="6061800" y="2373800"/>
              <a:ext cx="119900" cy="83450"/>
            </a:xfrm>
            <a:custGeom>
              <a:avLst/>
              <a:gdLst/>
              <a:ahLst/>
              <a:cxnLst/>
              <a:rect l="l" t="t" r="r" b="b"/>
              <a:pathLst>
                <a:path w="4796" h="3338" extrusionOk="0">
                  <a:moveTo>
                    <a:pt x="183" y="183"/>
                  </a:moveTo>
                  <a:lnTo>
                    <a:pt x="4613" y="336"/>
                  </a:lnTo>
                  <a:lnTo>
                    <a:pt x="4191" y="3156"/>
                  </a:lnTo>
                  <a:lnTo>
                    <a:pt x="365" y="3003"/>
                  </a:lnTo>
                  <a:lnTo>
                    <a:pt x="183" y="183"/>
                  </a:lnTo>
                  <a:close/>
                  <a:moveTo>
                    <a:pt x="88" y="0"/>
                  </a:moveTo>
                  <a:cubicBezTo>
                    <a:pt x="59" y="0"/>
                    <a:pt x="59" y="0"/>
                    <a:pt x="30" y="29"/>
                  </a:cubicBezTo>
                  <a:cubicBezTo>
                    <a:pt x="30" y="29"/>
                    <a:pt x="1" y="59"/>
                    <a:pt x="1" y="88"/>
                  </a:cubicBezTo>
                  <a:lnTo>
                    <a:pt x="212" y="3097"/>
                  </a:lnTo>
                  <a:cubicBezTo>
                    <a:pt x="212" y="3126"/>
                    <a:pt x="241" y="3156"/>
                    <a:pt x="270" y="3185"/>
                  </a:cubicBezTo>
                  <a:lnTo>
                    <a:pt x="4278" y="3338"/>
                  </a:lnTo>
                  <a:cubicBezTo>
                    <a:pt x="4307" y="3338"/>
                    <a:pt x="4344" y="3309"/>
                    <a:pt x="4344" y="3250"/>
                  </a:cubicBezTo>
                  <a:lnTo>
                    <a:pt x="4795" y="270"/>
                  </a:lnTo>
                  <a:cubicBezTo>
                    <a:pt x="4795" y="241"/>
                    <a:pt x="4795" y="241"/>
                    <a:pt x="4766" y="212"/>
                  </a:cubicBezTo>
                  <a:cubicBezTo>
                    <a:pt x="4766" y="183"/>
                    <a:pt x="4737" y="183"/>
                    <a:pt x="4708" y="183"/>
                  </a:cubicBezTo>
                  <a:lnTo>
                    <a:pt x="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80">
              <a:extLst>
                <a:ext uri="{FF2B5EF4-FFF2-40B4-BE49-F238E27FC236}">
                  <a16:creationId xmlns:a16="http://schemas.microsoft.com/office/drawing/2014/main" id="{39AA82A8-C399-8B2C-9513-5D85240723C6}"/>
                </a:ext>
              </a:extLst>
            </p:cNvPr>
            <p:cNvSpPr/>
            <p:nvPr/>
          </p:nvSpPr>
          <p:spPr>
            <a:xfrm>
              <a:off x="6068550" y="2304750"/>
              <a:ext cx="111700" cy="31175"/>
            </a:xfrm>
            <a:custGeom>
              <a:avLst/>
              <a:gdLst/>
              <a:ahLst/>
              <a:cxnLst/>
              <a:rect l="l" t="t" r="r" b="b"/>
              <a:pathLst>
                <a:path w="4468" h="1247" extrusionOk="0">
                  <a:moveTo>
                    <a:pt x="211" y="1"/>
                  </a:moveTo>
                  <a:cubicBezTo>
                    <a:pt x="124" y="1"/>
                    <a:pt x="29" y="88"/>
                    <a:pt x="29" y="183"/>
                  </a:cubicBezTo>
                  <a:lnTo>
                    <a:pt x="0" y="882"/>
                  </a:lnTo>
                  <a:cubicBezTo>
                    <a:pt x="0" y="970"/>
                    <a:pt x="95" y="1064"/>
                    <a:pt x="182" y="1064"/>
                  </a:cubicBezTo>
                  <a:lnTo>
                    <a:pt x="4256" y="1247"/>
                  </a:lnTo>
                  <a:cubicBezTo>
                    <a:pt x="4372" y="1247"/>
                    <a:pt x="4438" y="1152"/>
                    <a:pt x="4438" y="1064"/>
                  </a:cubicBezTo>
                  <a:lnTo>
                    <a:pt x="4467" y="365"/>
                  </a:lnTo>
                  <a:cubicBezTo>
                    <a:pt x="4467" y="270"/>
                    <a:pt x="4402" y="183"/>
                    <a:pt x="4314" y="183"/>
                  </a:cubicBezTo>
                  <a:lnTo>
                    <a:pt x="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80">
              <a:extLst>
                <a:ext uri="{FF2B5EF4-FFF2-40B4-BE49-F238E27FC236}">
                  <a16:creationId xmlns:a16="http://schemas.microsoft.com/office/drawing/2014/main" id="{F6689DBF-BAEC-5228-F557-BC4E21693E9E}"/>
                </a:ext>
              </a:extLst>
            </p:cNvPr>
            <p:cNvSpPr/>
            <p:nvPr/>
          </p:nvSpPr>
          <p:spPr>
            <a:xfrm>
              <a:off x="6048875" y="2320600"/>
              <a:ext cx="150300" cy="32625"/>
            </a:xfrm>
            <a:custGeom>
              <a:avLst/>
              <a:gdLst/>
              <a:ahLst/>
              <a:cxnLst/>
              <a:rect l="l" t="t" r="r" b="b"/>
              <a:pathLst>
                <a:path w="6012" h="1305" extrusionOk="0">
                  <a:moveTo>
                    <a:pt x="270" y="1"/>
                  </a:moveTo>
                  <a:cubicBezTo>
                    <a:pt x="153" y="1"/>
                    <a:pt x="29" y="95"/>
                    <a:pt x="29" y="212"/>
                  </a:cubicBezTo>
                  <a:lnTo>
                    <a:pt x="0" y="853"/>
                  </a:lnTo>
                  <a:cubicBezTo>
                    <a:pt x="0" y="977"/>
                    <a:pt x="88" y="1064"/>
                    <a:pt x="211" y="1064"/>
                  </a:cubicBezTo>
                  <a:lnTo>
                    <a:pt x="5735" y="1305"/>
                  </a:lnTo>
                  <a:cubicBezTo>
                    <a:pt x="5859" y="1305"/>
                    <a:pt x="5983" y="1217"/>
                    <a:pt x="5983" y="1094"/>
                  </a:cubicBezTo>
                  <a:lnTo>
                    <a:pt x="6012" y="460"/>
                  </a:lnTo>
                  <a:cubicBezTo>
                    <a:pt x="6012" y="336"/>
                    <a:pt x="5917" y="212"/>
                    <a:pt x="5801" y="212"/>
                  </a:cubicBezTo>
                  <a:lnTo>
                    <a:pt x="2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80">
              <a:extLst>
                <a:ext uri="{FF2B5EF4-FFF2-40B4-BE49-F238E27FC236}">
                  <a16:creationId xmlns:a16="http://schemas.microsoft.com/office/drawing/2014/main" id="{AEFC439E-FF36-1D27-4D35-04D95EE43B1E}"/>
                </a:ext>
              </a:extLst>
            </p:cNvPr>
            <p:cNvSpPr/>
            <p:nvPr/>
          </p:nvSpPr>
          <p:spPr>
            <a:xfrm>
              <a:off x="6118650" y="2363400"/>
              <a:ext cx="72875" cy="70350"/>
            </a:xfrm>
            <a:custGeom>
              <a:avLst/>
              <a:gdLst/>
              <a:ahLst/>
              <a:cxnLst/>
              <a:rect l="l" t="t" r="r" b="b"/>
              <a:pathLst>
                <a:path w="2915" h="2814" extrusionOk="0">
                  <a:moveTo>
                    <a:pt x="792" y="1"/>
                  </a:moveTo>
                  <a:cubicBezTo>
                    <a:pt x="587" y="1"/>
                    <a:pt x="421" y="34"/>
                    <a:pt x="335" y="110"/>
                  </a:cubicBezTo>
                  <a:cubicBezTo>
                    <a:pt x="0" y="387"/>
                    <a:pt x="248" y="963"/>
                    <a:pt x="824" y="1050"/>
                  </a:cubicBezTo>
                  <a:cubicBezTo>
                    <a:pt x="1399" y="1174"/>
                    <a:pt x="1428" y="1232"/>
                    <a:pt x="1428" y="1232"/>
                  </a:cubicBezTo>
                  <a:lnTo>
                    <a:pt x="1611" y="2326"/>
                  </a:lnTo>
                  <a:lnTo>
                    <a:pt x="2827" y="2814"/>
                  </a:lnTo>
                  <a:cubicBezTo>
                    <a:pt x="2827" y="2814"/>
                    <a:pt x="2915" y="963"/>
                    <a:pt x="2551" y="569"/>
                  </a:cubicBezTo>
                  <a:cubicBezTo>
                    <a:pt x="2301" y="277"/>
                    <a:pt x="1384" y="1"/>
                    <a:pt x="792" y="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5579;p80">
              <a:extLst>
                <a:ext uri="{FF2B5EF4-FFF2-40B4-BE49-F238E27FC236}">
                  <a16:creationId xmlns:a16="http://schemas.microsoft.com/office/drawing/2014/main" id="{9E2BF083-880E-4226-A5BE-3BD1804D0F9D}"/>
                </a:ext>
              </a:extLst>
            </p:cNvPr>
            <p:cNvSpPr/>
            <p:nvPr/>
          </p:nvSpPr>
          <p:spPr>
            <a:xfrm>
              <a:off x="6120275" y="2360800"/>
              <a:ext cx="73625" cy="74425"/>
            </a:xfrm>
            <a:custGeom>
              <a:avLst/>
              <a:gdLst/>
              <a:ahLst/>
              <a:cxnLst/>
              <a:rect l="l" t="t" r="r" b="b"/>
              <a:pathLst>
                <a:path w="2945" h="2977" extrusionOk="0">
                  <a:moveTo>
                    <a:pt x="739" y="178"/>
                  </a:moveTo>
                  <a:cubicBezTo>
                    <a:pt x="1291" y="178"/>
                    <a:pt x="2178" y="439"/>
                    <a:pt x="2427" y="732"/>
                  </a:cubicBezTo>
                  <a:cubicBezTo>
                    <a:pt x="2697" y="1009"/>
                    <a:pt x="2697" y="2218"/>
                    <a:pt x="2668" y="2794"/>
                  </a:cubicBezTo>
                  <a:lnTo>
                    <a:pt x="1604" y="2371"/>
                  </a:lnTo>
                  <a:lnTo>
                    <a:pt x="1458" y="1336"/>
                  </a:lnTo>
                  <a:lnTo>
                    <a:pt x="1458" y="1307"/>
                  </a:lnTo>
                  <a:cubicBezTo>
                    <a:pt x="1422" y="1278"/>
                    <a:pt x="1393" y="1191"/>
                    <a:pt x="759" y="1096"/>
                  </a:cubicBezTo>
                  <a:cubicBezTo>
                    <a:pt x="452" y="1038"/>
                    <a:pt x="270" y="826"/>
                    <a:pt x="241" y="673"/>
                  </a:cubicBezTo>
                  <a:cubicBezTo>
                    <a:pt x="183" y="520"/>
                    <a:pt x="212" y="367"/>
                    <a:pt x="329" y="280"/>
                  </a:cubicBezTo>
                  <a:cubicBezTo>
                    <a:pt x="399" y="209"/>
                    <a:pt x="549" y="178"/>
                    <a:pt x="739" y="178"/>
                  </a:cubicBezTo>
                  <a:close/>
                  <a:moveTo>
                    <a:pt x="726" y="1"/>
                  </a:moveTo>
                  <a:cubicBezTo>
                    <a:pt x="502" y="1"/>
                    <a:pt x="316" y="39"/>
                    <a:pt x="212" y="127"/>
                  </a:cubicBezTo>
                  <a:cubicBezTo>
                    <a:pt x="59" y="280"/>
                    <a:pt x="1" y="491"/>
                    <a:pt x="59" y="703"/>
                  </a:cubicBezTo>
                  <a:cubicBezTo>
                    <a:pt x="146" y="972"/>
                    <a:pt x="394" y="1191"/>
                    <a:pt x="729" y="1249"/>
                  </a:cubicBezTo>
                  <a:cubicBezTo>
                    <a:pt x="1123" y="1307"/>
                    <a:pt x="1239" y="1373"/>
                    <a:pt x="1305" y="1402"/>
                  </a:cubicBezTo>
                  <a:lnTo>
                    <a:pt x="1458" y="2466"/>
                  </a:lnTo>
                  <a:cubicBezTo>
                    <a:pt x="1458" y="2495"/>
                    <a:pt x="1487" y="2524"/>
                    <a:pt x="1516" y="2524"/>
                  </a:cubicBezTo>
                  <a:lnTo>
                    <a:pt x="2733" y="2976"/>
                  </a:lnTo>
                  <a:lnTo>
                    <a:pt x="2821" y="2976"/>
                  </a:lnTo>
                  <a:cubicBezTo>
                    <a:pt x="2821" y="2976"/>
                    <a:pt x="2850" y="2947"/>
                    <a:pt x="2850" y="2918"/>
                  </a:cubicBezTo>
                  <a:cubicBezTo>
                    <a:pt x="2850" y="2736"/>
                    <a:pt x="2945" y="1038"/>
                    <a:pt x="2551" y="608"/>
                  </a:cubicBezTo>
                  <a:cubicBezTo>
                    <a:pt x="2283" y="296"/>
                    <a:pt x="1354" y="1"/>
                    <a:pt x="7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5580;p80">
              <a:extLst>
                <a:ext uri="{FF2B5EF4-FFF2-40B4-BE49-F238E27FC236}">
                  <a16:creationId xmlns:a16="http://schemas.microsoft.com/office/drawing/2014/main" id="{833449B7-7790-38A9-D1DA-725587CED394}"/>
                </a:ext>
              </a:extLst>
            </p:cNvPr>
            <p:cNvSpPr/>
            <p:nvPr/>
          </p:nvSpPr>
          <p:spPr>
            <a:xfrm>
              <a:off x="6077650" y="2392575"/>
              <a:ext cx="128275" cy="154325"/>
            </a:xfrm>
            <a:custGeom>
              <a:avLst/>
              <a:gdLst/>
              <a:ahLst/>
              <a:cxnLst/>
              <a:rect l="l" t="t" r="r" b="b"/>
              <a:pathLst>
                <a:path w="5131" h="6173" extrusionOk="0">
                  <a:moveTo>
                    <a:pt x="1212" y="0"/>
                  </a:moveTo>
                  <a:cubicBezTo>
                    <a:pt x="961" y="0"/>
                    <a:pt x="755" y="36"/>
                    <a:pt x="642" y="131"/>
                  </a:cubicBezTo>
                  <a:cubicBezTo>
                    <a:pt x="431" y="342"/>
                    <a:pt x="307" y="764"/>
                    <a:pt x="851" y="1070"/>
                  </a:cubicBezTo>
                  <a:lnTo>
                    <a:pt x="851" y="1070"/>
                  </a:lnTo>
                  <a:cubicBezTo>
                    <a:pt x="822" y="1069"/>
                    <a:pt x="795" y="1068"/>
                    <a:pt x="769" y="1068"/>
                  </a:cubicBezTo>
                  <a:cubicBezTo>
                    <a:pt x="233" y="1068"/>
                    <a:pt x="121" y="1265"/>
                    <a:pt x="66" y="1435"/>
                  </a:cubicBezTo>
                  <a:cubicBezTo>
                    <a:pt x="0" y="1705"/>
                    <a:pt x="154" y="1953"/>
                    <a:pt x="729" y="2193"/>
                  </a:cubicBezTo>
                  <a:cubicBezTo>
                    <a:pt x="365" y="2193"/>
                    <a:pt x="277" y="2317"/>
                    <a:pt x="212" y="2558"/>
                  </a:cubicBezTo>
                  <a:cubicBezTo>
                    <a:pt x="124" y="2980"/>
                    <a:pt x="853" y="3527"/>
                    <a:pt x="1851" y="3862"/>
                  </a:cubicBezTo>
                  <a:lnTo>
                    <a:pt x="1851" y="3891"/>
                  </a:lnTo>
                  <a:cubicBezTo>
                    <a:pt x="1851" y="4168"/>
                    <a:pt x="1946" y="4744"/>
                    <a:pt x="2128" y="5108"/>
                  </a:cubicBezTo>
                  <a:cubicBezTo>
                    <a:pt x="2311" y="5443"/>
                    <a:pt x="2398" y="6172"/>
                    <a:pt x="2398" y="6172"/>
                  </a:cubicBezTo>
                  <a:lnTo>
                    <a:pt x="5072" y="5866"/>
                  </a:lnTo>
                  <a:lnTo>
                    <a:pt x="5131" y="4656"/>
                  </a:lnTo>
                  <a:cubicBezTo>
                    <a:pt x="5043" y="1771"/>
                    <a:pt x="4526" y="1406"/>
                    <a:pt x="4526" y="1406"/>
                  </a:cubicBezTo>
                  <a:cubicBezTo>
                    <a:pt x="4526" y="1406"/>
                    <a:pt x="3673" y="466"/>
                    <a:pt x="3010" y="284"/>
                  </a:cubicBezTo>
                  <a:cubicBezTo>
                    <a:pt x="2548" y="179"/>
                    <a:pt x="1769" y="0"/>
                    <a:pt x="1212" y="0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5581;p80">
              <a:extLst>
                <a:ext uri="{FF2B5EF4-FFF2-40B4-BE49-F238E27FC236}">
                  <a16:creationId xmlns:a16="http://schemas.microsoft.com/office/drawing/2014/main" id="{6B2A59E4-2CFE-99C2-F280-44F9C5E71A70}"/>
                </a:ext>
              </a:extLst>
            </p:cNvPr>
            <p:cNvSpPr/>
            <p:nvPr/>
          </p:nvSpPr>
          <p:spPr>
            <a:xfrm>
              <a:off x="6086750" y="2390500"/>
              <a:ext cx="120825" cy="158575"/>
            </a:xfrm>
            <a:custGeom>
              <a:avLst/>
              <a:gdLst/>
              <a:ahLst/>
              <a:cxnLst/>
              <a:rect l="l" t="t" r="r" b="b"/>
              <a:pathLst>
                <a:path w="4833" h="6343" extrusionOk="0">
                  <a:moveTo>
                    <a:pt x="833" y="0"/>
                  </a:moveTo>
                  <a:cubicBezTo>
                    <a:pt x="561" y="0"/>
                    <a:pt x="342" y="42"/>
                    <a:pt x="212" y="148"/>
                  </a:cubicBezTo>
                  <a:cubicBezTo>
                    <a:pt x="66" y="272"/>
                    <a:pt x="1" y="484"/>
                    <a:pt x="1" y="666"/>
                  </a:cubicBezTo>
                  <a:cubicBezTo>
                    <a:pt x="30" y="819"/>
                    <a:pt x="125" y="1030"/>
                    <a:pt x="460" y="1212"/>
                  </a:cubicBezTo>
                  <a:cubicBezTo>
                    <a:pt x="468" y="1221"/>
                    <a:pt x="480" y="1224"/>
                    <a:pt x="492" y="1224"/>
                  </a:cubicBezTo>
                  <a:cubicBezTo>
                    <a:pt x="521" y="1224"/>
                    <a:pt x="556" y="1204"/>
                    <a:pt x="577" y="1183"/>
                  </a:cubicBezTo>
                  <a:cubicBezTo>
                    <a:pt x="613" y="1154"/>
                    <a:pt x="577" y="1096"/>
                    <a:pt x="547" y="1059"/>
                  </a:cubicBezTo>
                  <a:cubicBezTo>
                    <a:pt x="336" y="943"/>
                    <a:pt x="212" y="790"/>
                    <a:pt x="183" y="637"/>
                  </a:cubicBezTo>
                  <a:cubicBezTo>
                    <a:pt x="154" y="484"/>
                    <a:pt x="249" y="367"/>
                    <a:pt x="336" y="272"/>
                  </a:cubicBezTo>
                  <a:cubicBezTo>
                    <a:pt x="425" y="194"/>
                    <a:pt x="598" y="164"/>
                    <a:pt x="813" y="164"/>
                  </a:cubicBezTo>
                  <a:cubicBezTo>
                    <a:pt x="1340" y="164"/>
                    <a:pt x="2122" y="346"/>
                    <a:pt x="2551" y="455"/>
                  </a:cubicBezTo>
                  <a:lnTo>
                    <a:pt x="2617" y="455"/>
                  </a:lnTo>
                  <a:cubicBezTo>
                    <a:pt x="3251" y="608"/>
                    <a:pt x="4103" y="1518"/>
                    <a:pt x="4133" y="1548"/>
                  </a:cubicBezTo>
                  <a:cubicBezTo>
                    <a:pt x="4133" y="1548"/>
                    <a:pt x="4584" y="1970"/>
                    <a:pt x="4679" y="4739"/>
                  </a:cubicBezTo>
                  <a:lnTo>
                    <a:pt x="4650" y="5862"/>
                  </a:lnTo>
                  <a:lnTo>
                    <a:pt x="2129" y="6160"/>
                  </a:lnTo>
                  <a:cubicBezTo>
                    <a:pt x="2100" y="5949"/>
                    <a:pt x="2005" y="5432"/>
                    <a:pt x="1823" y="5133"/>
                  </a:cubicBezTo>
                  <a:cubicBezTo>
                    <a:pt x="1670" y="4827"/>
                    <a:pt x="1582" y="4280"/>
                    <a:pt x="1582" y="3974"/>
                  </a:cubicBezTo>
                  <a:cubicBezTo>
                    <a:pt x="1582" y="3945"/>
                    <a:pt x="1524" y="3887"/>
                    <a:pt x="1487" y="3887"/>
                  </a:cubicBezTo>
                  <a:cubicBezTo>
                    <a:pt x="1429" y="3887"/>
                    <a:pt x="1400" y="3945"/>
                    <a:pt x="1400" y="3974"/>
                  </a:cubicBezTo>
                  <a:cubicBezTo>
                    <a:pt x="1400" y="4251"/>
                    <a:pt x="1487" y="4856"/>
                    <a:pt x="1706" y="5220"/>
                  </a:cubicBezTo>
                  <a:cubicBezTo>
                    <a:pt x="1888" y="5555"/>
                    <a:pt x="1976" y="6255"/>
                    <a:pt x="1976" y="6255"/>
                  </a:cubicBezTo>
                  <a:cubicBezTo>
                    <a:pt x="1976" y="6313"/>
                    <a:pt x="2005" y="6343"/>
                    <a:pt x="2034" y="6343"/>
                  </a:cubicBezTo>
                  <a:lnTo>
                    <a:pt x="2070" y="6343"/>
                  </a:lnTo>
                  <a:lnTo>
                    <a:pt x="4737" y="6015"/>
                  </a:lnTo>
                  <a:cubicBezTo>
                    <a:pt x="4767" y="6015"/>
                    <a:pt x="4803" y="5978"/>
                    <a:pt x="4803" y="5949"/>
                  </a:cubicBezTo>
                  <a:lnTo>
                    <a:pt x="4832" y="4739"/>
                  </a:lnTo>
                  <a:cubicBezTo>
                    <a:pt x="4737" y="1883"/>
                    <a:pt x="4286" y="1460"/>
                    <a:pt x="4220" y="1424"/>
                  </a:cubicBezTo>
                  <a:cubicBezTo>
                    <a:pt x="4191" y="1365"/>
                    <a:pt x="3346" y="455"/>
                    <a:pt x="2646" y="302"/>
                  </a:cubicBezTo>
                  <a:lnTo>
                    <a:pt x="2617" y="272"/>
                  </a:lnTo>
                  <a:cubicBezTo>
                    <a:pt x="1988" y="136"/>
                    <a:pt x="1324" y="0"/>
                    <a:pt x="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2" name="Google Shape;5582;p80">
              <a:extLst>
                <a:ext uri="{FF2B5EF4-FFF2-40B4-BE49-F238E27FC236}">
                  <a16:creationId xmlns:a16="http://schemas.microsoft.com/office/drawing/2014/main" id="{73075BFE-977B-7575-9185-9A6EB2B43D15}"/>
                </a:ext>
              </a:extLst>
            </p:cNvPr>
            <p:cNvSpPr/>
            <p:nvPr/>
          </p:nvSpPr>
          <p:spPr>
            <a:xfrm>
              <a:off x="6073825" y="2417325"/>
              <a:ext cx="94200" cy="32475"/>
            </a:xfrm>
            <a:custGeom>
              <a:avLst/>
              <a:gdLst/>
              <a:ahLst/>
              <a:cxnLst/>
              <a:rect l="l" t="t" r="r" b="b"/>
              <a:pathLst>
                <a:path w="3768" h="1299" extrusionOk="0">
                  <a:moveTo>
                    <a:pt x="901" y="0"/>
                  </a:moveTo>
                  <a:cubicBezTo>
                    <a:pt x="348" y="0"/>
                    <a:pt x="221" y="206"/>
                    <a:pt x="153" y="445"/>
                  </a:cubicBezTo>
                  <a:cubicBezTo>
                    <a:pt x="0" y="839"/>
                    <a:pt x="460" y="1116"/>
                    <a:pt x="853" y="1298"/>
                  </a:cubicBezTo>
                  <a:lnTo>
                    <a:pt x="882" y="1298"/>
                  </a:lnTo>
                  <a:cubicBezTo>
                    <a:pt x="911" y="1298"/>
                    <a:pt x="948" y="1298"/>
                    <a:pt x="948" y="1262"/>
                  </a:cubicBezTo>
                  <a:cubicBezTo>
                    <a:pt x="977" y="1203"/>
                    <a:pt x="948" y="1174"/>
                    <a:pt x="911" y="1145"/>
                  </a:cubicBezTo>
                  <a:cubicBezTo>
                    <a:pt x="277" y="839"/>
                    <a:pt x="248" y="657"/>
                    <a:pt x="307" y="475"/>
                  </a:cubicBezTo>
                  <a:cubicBezTo>
                    <a:pt x="348" y="344"/>
                    <a:pt x="409" y="168"/>
                    <a:pt x="922" y="168"/>
                  </a:cubicBezTo>
                  <a:cubicBezTo>
                    <a:pt x="1124" y="168"/>
                    <a:pt x="1396" y="195"/>
                    <a:pt x="1764" y="263"/>
                  </a:cubicBezTo>
                  <a:cubicBezTo>
                    <a:pt x="3039" y="504"/>
                    <a:pt x="3615" y="992"/>
                    <a:pt x="3644" y="992"/>
                  </a:cubicBezTo>
                  <a:cubicBezTo>
                    <a:pt x="3662" y="1007"/>
                    <a:pt x="3679" y="1014"/>
                    <a:pt x="3694" y="1014"/>
                  </a:cubicBezTo>
                  <a:cubicBezTo>
                    <a:pt x="3710" y="1014"/>
                    <a:pt x="3724" y="1007"/>
                    <a:pt x="3739" y="992"/>
                  </a:cubicBezTo>
                  <a:cubicBezTo>
                    <a:pt x="3768" y="963"/>
                    <a:pt x="3768" y="897"/>
                    <a:pt x="3739" y="868"/>
                  </a:cubicBezTo>
                  <a:cubicBezTo>
                    <a:pt x="3710" y="839"/>
                    <a:pt x="3134" y="351"/>
                    <a:pt x="1793" y="110"/>
                  </a:cubicBezTo>
                  <a:cubicBezTo>
                    <a:pt x="1412" y="33"/>
                    <a:pt x="1122" y="0"/>
                    <a:pt x="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3" name="Google Shape;5583;p80">
              <a:extLst>
                <a:ext uri="{FF2B5EF4-FFF2-40B4-BE49-F238E27FC236}">
                  <a16:creationId xmlns:a16="http://schemas.microsoft.com/office/drawing/2014/main" id="{EB8A4221-3DC8-0CD3-DBB4-9E05D065D749}"/>
                </a:ext>
              </a:extLst>
            </p:cNvPr>
            <p:cNvSpPr/>
            <p:nvPr/>
          </p:nvSpPr>
          <p:spPr>
            <a:xfrm>
              <a:off x="6080025" y="2445525"/>
              <a:ext cx="77450" cy="51275"/>
            </a:xfrm>
            <a:custGeom>
              <a:avLst/>
              <a:gdLst/>
              <a:ahLst/>
              <a:cxnLst/>
              <a:rect l="l" t="t" r="r" b="b"/>
              <a:pathLst>
                <a:path w="3098" h="2051" extrusionOk="0">
                  <a:moveTo>
                    <a:pt x="557" y="0"/>
                  </a:moveTo>
                  <a:cubicBezTo>
                    <a:pt x="437" y="0"/>
                    <a:pt x="345" y="24"/>
                    <a:pt x="270" y="75"/>
                  </a:cubicBezTo>
                  <a:cubicBezTo>
                    <a:pt x="117" y="170"/>
                    <a:pt x="59" y="287"/>
                    <a:pt x="29" y="440"/>
                  </a:cubicBezTo>
                  <a:cubicBezTo>
                    <a:pt x="0" y="564"/>
                    <a:pt x="29" y="680"/>
                    <a:pt x="117" y="833"/>
                  </a:cubicBezTo>
                  <a:cubicBezTo>
                    <a:pt x="423" y="1321"/>
                    <a:pt x="1392" y="1810"/>
                    <a:pt x="2522" y="2050"/>
                  </a:cubicBezTo>
                  <a:cubicBezTo>
                    <a:pt x="2580" y="2050"/>
                    <a:pt x="2609" y="2050"/>
                    <a:pt x="2609" y="1992"/>
                  </a:cubicBezTo>
                  <a:cubicBezTo>
                    <a:pt x="2609" y="1955"/>
                    <a:pt x="2580" y="1897"/>
                    <a:pt x="2551" y="1897"/>
                  </a:cubicBezTo>
                  <a:cubicBezTo>
                    <a:pt x="1487" y="1657"/>
                    <a:pt x="547" y="1168"/>
                    <a:pt x="270" y="746"/>
                  </a:cubicBezTo>
                  <a:cubicBezTo>
                    <a:pt x="212" y="651"/>
                    <a:pt x="182" y="564"/>
                    <a:pt x="212" y="469"/>
                  </a:cubicBezTo>
                  <a:cubicBezTo>
                    <a:pt x="241" y="316"/>
                    <a:pt x="270" y="257"/>
                    <a:pt x="335" y="228"/>
                  </a:cubicBezTo>
                  <a:cubicBezTo>
                    <a:pt x="392" y="191"/>
                    <a:pt x="469" y="174"/>
                    <a:pt x="569" y="174"/>
                  </a:cubicBezTo>
                  <a:cubicBezTo>
                    <a:pt x="724" y="174"/>
                    <a:pt x="935" y="216"/>
                    <a:pt x="1210" y="287"/>
                  </a:cubicBezTo>
                  <a:cubicBezTo>
                    <a:pt x="1822" y="440"/>
                    <a:pt x="2944" y="928"/>
                    <a:pt x="2973" y="928"/>
                  </a:cubicBezTo>
                  <a:cubicBezTo>
                    <a:pt x="3003" y="928"/>
                    <a:pt x="3068" y="928"/>
                    <a:pt x="3068" y="862"/>
                  </a:cubicBezTo>
                  <a:cubicBezTo>
                    <a:pt x="3097" y="833"/>
                    <a:pt x="3068" y="775"/>
                    <a:pt x="3032" y="775"/>
                  </a:cubicBezTo>
                  <a:cubicBezTo>
                    <a:pt x="2973" y="746"/>
                    <a:pt x="1880" y="287"/>
                    <a:pt x="1275" y="134"/>
                  </a:cubicBezTo>
                  <a:cubicBezTo>
                    <a:pt x="955" y="48"/>
                    <a:pt x="727" y="0"/>
                    <a:pt x="5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4" name="Google Shape;5584;p80">
              <a:extLst>
                <a:ext uri="{FF2B5EF4-FFF2-40B4-BE49-F238E27FC236}">
                  <a16:creationId xmlns:a16="http://schemas.microsoft.com/office/drawing/2014/main" id="{14CF9239-2712-F544-6AA9-96A91A8DD7B7}"/>
                </a:ext>
              </a:extLst>
            </p:cNvPr>
            <p:cNvSpPr/>
            <p:nvPr/>
          </p:nvSpPr>
          <p:spPr>
            <a:xfrm>
              <a:off x="6751700" y="3365200"/>
              <a:ext cx="44125" cy="287675"/>
            </a:xfrm>
            <a:custGeom>
              <a:avLst/>
              <a:gdLst/>
              <a:ahLst/>
              <a:cxnLst/>
              <a:rect l="l" t="t" r="r" b="b"/>
              <a:pathLst>
                <a:path w="1765" h="11507" extrusionOk="0">
                  <a:moveTo>
                    <a:pt x="1" y="1"/>
                  </a:moveTo>
                  <a:lnTo>
                    <a:pt x="1" y="11507"/>
                  </a:lnTo>
                  <a:lnTo>
                    <a:pt x="1764" y="11507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5" name="Google Shape;5585;p80">
              <a:extLst>
                <a:ext uri="{FF2B5EF4-FFF2-40B4-BE49-F238E27FC236}">
                  <a16:creationId xmlns:a16="http://schemas.microsoft.com/office/drawing/2014/main" id="{A9DF6CF9-6863-BE78-48E0-15980C9D61D3}"/>
                </a:ext>
              </a:extLst>
            </p:cNvPr>
            <p:cNvSpPr/>
            <p:nvPr/>
          </p:nvSpPr>
          <p:spPr>
            <a:xfrm>
              <a:off x="6749525" y="3362825"/>
              <a:ext cx="48475" cy="292250"/>
            </a:xfrm>
            <a:custGeom>
              <a:avLst/>
              <a:gdLst/>
              <a:ahLst/>
              <a:cxnLst/>
              <a:rect l="l" t="t" r="r" b="b"/>
              <a:pathLst>
                <a:path w="1939" h="11690" extrusionOk="0">
                  <a:moveTo>
                    <a:pt x="1793" y="183"/>
                  </a:moveTo>
                  <a:lnTo>
                    <a:pt x="1793" y="11507"/>
                  </a:lnTo>
                  <a:lnTo>
                    <a:pt x="183" y="11507"/>
                  </a:lnTo>
                  <a:lnTo>
                    <a:pt x="183" y="183"/>
                  </a:lnTo>
                  <a:close/>
                  <a:moveTo>
                    <a:pt x="0" y="1"/>
                  </a:moveTo>
                  <a:lnTo>
                    <a:pt x="0" y="11689"/>
                  </a:lnTo>
                  <a:lnTo>
                    <a:pt x="1939" y="11689"/>
                  </a:lnTo>
                  <a:lnTo>
                    <a:pt x="19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6" name="Google Shape;5586;p80">
              <a:extLst>
                <a:ext uri="{FF2B5EF4-FFF2-40B4-BE49-F238E27FC236}">
                  <a16:creationId xmlns:a16="http://schemas.microsoft.com/office/drawing/2014/main" id="{F60D0042-46DF-82AF-D26E-D83071D6BDA2}"/>
                </a:ext>
              </a:extLst>
            </p:cNvPr>
            <p:cNvSpPr/>
            <p:nvPr/>
          </p:nvSpPr>
          <p:spPr>
            <a:xfrm>
              <a:off x="6739675" y="3498725"/>
              <a:ext cx="68350" cy="245975"/>
            </a:xfrm>
            <a:custGeom>
              <a:avLst/>
              <a:gdLst/>
              <a:ahLst/>
              <a:cxnLst/>
              <a:rect l="l" t="t" r="r" b="b"/>
              <a:pathLst>
                <a:path w="2734" h="9839" extrusionOk="0">
                  <a:moveTo>
                    <a:pt x="511" y="1"/>
                  </a:moveTo>
                  <a:cubicBezTo>
                    <a:pt x="241" y="1"/>
                    <a:pt x="1" y="241"/>
                    <a:pt x="1" y="518"/>
                  </a:cubicBezTo>
                  <a:lnTo>
                    <a:pt x="1" y="9321"/>
                  </a:lnTo>
                  <a:cubicBezTo>
                    <a:pt x="1" y="9598"/>
                    <a:pt x="241" y="9839"/>
                    <a:pt x="511" y="9839"/>
                  </a:cubicBezTo>
                  <a:lnTo>
                    <a:pt x="2216" y="9839"/>
                  </a:lnTo>
                  <a:cubicBezTo>
                    <a:pt x="2486" y="9839"/>
                    <a:pt x="2734" y="9598"/>
                    <a:pt x="2734" y="9321"/>
                  </a:cubicBezTo>
                  <a:lnTo>
                    <a:pt x="2734" y="518"/>
                  </a:lnTo>
                  <a:cubicBezTo>
                    <a:pt x="2734" y="241"/>
                    <a:pt x="2486" y="1"/>
                    <a:pt x="22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7" name="Google Shape;5587;p80">
              <a:extLst>
                <a:ext uri="{FF2B5EF4-FFF2-40B4-BE49-F238E27FC236}">
                  <a16:creationId xmlns:a16="http://schemas.microsoft.com/office/drawing/2014/main" id="{2DCDB308-04E0-A921-767D-FBEDDF5C2B56}"/>
                </a:ext>
              </a:extLst>
            </p:cNvPr>
            <p:cNvSpPr/>
            <p:nvPr/>
          </p:nvSpPr>
          <p:spPr>
            <a:xfrm>
              <a:off x="6583925" y="3724100"/>
              <a:ext cx="379675" cy="63050"/>
            </a:xfrm>
            <a:custGeom>
              <a:avLst/>
              <a:gdLst/>
              <a:ahLst/>
              <a:cxnLst/>
              <a:rect l="l" t="t" r="r" b="b"/>
              <a:pathLst>
                <a:path w="15187" h="2522" extrusionOk="0">
                  <a:moveTo>
                    <a:pt x="0" y="0"/>
                  </a:moveTo>
                  <a:lnTo>
                    <a:pt x="0" y="1188"/>
                  </a:lnTo>
                  <a:lnTo>
                    <a:pt x="0" y="2521"/>
                  </a:lnTo>
                  <a:lnTo>
                    <a:pt x="1035" y="2521"/>
                  </a:lnTo>
                  <a:lnTo>
                    <a:pt x="1035" y="1188"/>
                  </a:lnTo>
                  <a:lnTo>
                    <a:pt x="14152" y="1188"/>
                  </a:lnTo>
                  <a:lnTo>
                    <a:pt x="14152" y="2521"/>
                  </a:lnTo>
                  <a:lnTo>
                    <a:pt x="15187" y="2521"/>
                  </a:lnTo>
                  <a:lnTo>
                    <a:pt x="15187" y="1188"/>
                  </a:lnTo>
                  <a:lnTo>
                    <a:pt x="1518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8" name="Google Shape;5588;p80">
              <a:extLst>
                <a:ext uri="{FF2B5EF4-FFF2-40B4-BE49-F238E27FC236}">
                  <a16:creationId xmlns:a16="http://schemas.microsoft.com/office/drawing/2014/main" id="{0F8608B9-D97A-C42D-4B17-A78219003D9F}"/>
                </a:ext>
              </a:extLst>
            </p:cNvPr>
            <p:cNvSpPr/>
            <p:nvPr/>
          </p:nvSpPr>
          <p:spPr>
            <a:xfrm>
              <a:off x="6557500" y="3768900"/>
              <a:ext cx="78925" cy="79100"/>
            </a:xfrm>
            <a:custGeom>
              <a:avLst/>
              <a:gdLst/>
              <a:ahLst/>
              <a:cxnLst/>
              <a:rect l="l" t="t" r="r" b="b"/>
              <a:pathLst>
                <a:path w="3157" h="3164" extrusionOk="0">
                  <a:moveTo>
                    <a:pt x="1575" y="1"/>
                  </a:moveTo>
                  <a:cubicBezTo>
                    <a:pt x="693" y="1"/>
                    <a:pt x="1" y="700"/>
                    <a:pt x="1" y="1582"/>
                  </a:cubicBezTo>
                  <a:cubicBezTo>
                    <a:pt x="1" y="2464"/>
                    <a:pt x="693" y="3163"/>
                    <a:pt x="1575" y="3163"/>
                  </a:cubicBezTo>
                  <a:cubicBezTo>
                    <a:pt x="2457" y="3163"/>
                    <a:pt x="3156" y="2464"/>
                    <a:pt x="3156" y="1582"/>
                  </a:cubicBezTo>
                  <a:cubicBezTo>
                    <a:pt x="3156" y="700"/>
                    <a:pt x="2457" y="1"/>
                    <a:pt x="15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9" name="Google Shape;5589;p80">
              <a:extLst>
                <a:ext uri="{FF2B5EF4-FFF2-40B4-BE49-F238E27FC236}">
                  <a16:creationId xmlns:a16="http://schemas.microsoft.com/office/drawing/2014/main" id="{7D1DB7C4-F506-BEC7-929C-1C96AE09807C}"/>
                </a:ext>
              </a:extLst>
            </p:cNvPr>
            <p:cNvSpPr/>
            <p:nvPr/>
          </p:nvSpPr>
          <p:spPr>
            <a:xfrm>
              <a:off x="6555150" y="3766725"/>
              <a:ext cx="83450" cy="83450"/>
            </a:xfrm>
            <a:custGeom>
              <a:avLst/>
              <a:gdLst/>
              <a:ahLst/>
              <a:cxnLst/>
              <a:rect l="l" t="t" r="r" b="b"/>
              <a:pathLst>
                <a:path w="3338" h="3338" extrusionOk="0">
                  <a:moveTo>
                    <a:pt x="1669" y="182"/>
                  </a:moveTo>
                  <a:cubicBezTo>
                    <a:pt x="2492" y="182"/>
                    <a:pt x="3155" y="846"/>
                    <a:pt x="3155" y="1669"/>
                  </a:cubicBezTo>
                  <a:cubicBezTo>
                    <a:pt x="3155" y="2485"/>
                    <a:pt x="2492" y="3185"/>
                    <a:pt x="1669" y="3185"/>
                  </a:cubicBezTo>
                  <a:cubicBezTo>
                    <a:pt x="853" y="3185"/>
                    <a:pt x="182" y="2485"/>
                    <a:pt x="182" y="1669"/>
                  </a:cubicBezTo>
                  <a:cubicBezTo>
                    <a:pt x="182" y="846"/>
                    <a:pt x="853" y="182"/>
                    <a:pt x="1669" y="182"/>
                  </a:cubicBezTo>
                  <a:close/>
                  <a:moveTo>
                    <a:pt x="1669" y="0"/>
                  </a:moveTo>
                  <a:cubicBezTo>
                    <a:pt x="758" y="0"/>
                    <a:pt x="0" y="758"/>
                    <a:pt x="0" y="1669"/>
                  </a:cubicBezTo>
                  <a:cubicBezTo>
                    <a:pt x="0" y="2580"/>
                    <a:pt x="758" y="3338"/>
                    <a:pt x="1669" y="3338"/>
                  </a:cubicBezTo>
                  <a:cubicBezTo>
                    <a:pt x="2580" y="3338"/>
                    <a:pt x="3338" y="2580"/>
                    <a:pt x="3338" y="1669"/>
                  </a:cubicBezTo>
                  <a:cubicBezTo>
                    <a:pt x="3338" y="758"/>
                    <a:pt x="2580" y="0"/>
                    <a:pt x="16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0" name="Google Shape;5590;p80">
              <a:extLst>
                <a:ext uri="{FF2B5EF4-FFF2-40B4-BE49-F238E27FC236}">
                  <a16:creationId xmlns:a16="http://schemas.microsoft.com/office/drawing/2014/main" id="{E0E1A5F3-2B0D-1B2E-62F4-4F6B7D462EBE}"/>
                </a:ext>
              </a:extLst>
            </p:cNvPr>
            <p:cNvSpPr/>
            <p:nvPr/>
          </p:nvSpPr>
          <p:spPr>
            <a:xfrm>
              <a:off x="6581725" y="3793325"/>
              <a:ext cx="30450" cy="30250"/>
            </a:xfrm>
            <a:custGeom>
              <a:avLst/>
              <a:gdLst/>
              <a:ahLst/>
              <a:cxnLst/>
              <a:rect l="l" t="t" r="r" b="b"/>
              <a:pathLst>
                <a:path w="1218" h="1210" extrusionOk="0">
                  <a:moveTo>
                    <a:pt x="606" y="0"/>
                  </a:moveTo>
                  <a:cubicBezTo>
                    <a:pt x="271" y="0"/>
                    <a:pt x="1" y="270"/>
                    <a:pt x="1" y="605"/>
                  </a:cubicBezTo>
                  <a:cubicBezTo>
                    <a:pt x="1" y="940"/>
                    <a:pt x="271" y="1210"/>
                    <a:pt x="606" y="1210"/>
                  </a:cubicBezTo>
                  <a:cubicBezTo>
                    <a:pt x="941" y="1210"/>
                    <a:pt x="1218" y="940"/>
                    <a:pt x="1218" y="605"/>
                  </a:cubicBezTo>
                  <a:cubicBezTo>
                    <a:pt x="1218" y="270"/>
                    <a:pt x="941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1" name="Google Shape;5591;p80">
              <a:extLst>
                <a:ext uri="{FF2B5EF4-FFF2-40B4-BE49-F238E27FC236}">
                  <a16:creationId xmlns:a16="http://schemas.microsoft.com/office/drawing/2014/main" id="{2AD18D6B-B313-268F-12DC-5D19EC66B216}"/>
                </a:ext>
              </a:extLst>
            </p:cNvPr>
            <p:cNvSpPr/>
            <p:nvPr/>
          </p:nvSpPr>
          <p:spPr>
            <a:xfrm>
              <a:off x="6912750" y="3768900"/>
              <a:ext cx="78900" cy="79100"/>
            </a:xfrm>
            <a:custGeom>
              <a:avLst/>
              <a:gdLst/>
              <a:ahLst/>
              <a:cxnLst/>
              <a:rect l="l" t="t" r="r" b="b"/>
              <a:pathLst>
                <a:path w="3156" h="3164" extrusionOk="0">
                  <a:moveTo>
                    <a:pt x="1575" y="1"/>
                  </a:moveTo>
                  <a:cubicBezTo>
                    <a:pt x="693" y="1"/>
                    <a:pt x="1" y="700"/>
                    <a:pt x="1" y="1582"/>
                  </a:cubicBezTo>
                  <a:cubicBezTo>
                    <a:pt x="1" y="2464"/>
                    <a:pt x="693" y="3163"/>
                    <a:pt x="1575" y="3163"/>
                  </a:cubicBezTo>
                  <a:cubicBezTo>
                    <a:pt x="2456" y="3163"/>
                    <a:pt x="3156" y="2464"/>
                    <a:pt x="3156" y="1582"/>
                  </a:cubicBezTo>
                  <a:cubicBezTo>
                    <a:pt x="3156" y="700"/>
                    <a:pt x="2456" y="1"/>
                    <a:pt x="15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2" name="Google Shape;5592;p80">
              <a:extLst>
                <a:ext uri="{FF2B5EF4-FFF2-40B4-BE49-F238E27FC236}">
                  <a16:creationId xmlns:a16="http://schemas.microsoft.com/office/drawing/2014/main" id="{9BA8E8FD-C57A-69F4-BB1A-37E0616B5110}"/>
                </a:ext>
              </a:extLst>
            </p:cNvPr>
            <p:cNvSpPr/>
            <p:nvPr/>
          </p:nvSpPr>
          <p:spPr>
            <a:xfrm>
              <a:off x="6910375" y="3766725"/>
              <a:ext cx="83475" cy="83450"/>
            </a:xfrm>
            <a:custGeom>
              <a:avLst/>
              <a:gdLst/>
              <a:ahLst/>
              <a:cxnLst/>
              <a:rect l="l" t="t" r="r" b="b"/>
              <a:pathLst>
                <a:path w="3339" h="3338" extrusionOk="0">
                  <a:moveTo>
                    <a:pt x="1670" y="182"/>
                  </a:moveTo>
                  <a:cubicBezTo>
                    <a:pt x="2493" y="182"/>
                    <a:pt x="3156" y="846"/>
                    <a:pt x="3156" y="1669"/>
                  </a:cubicBezTo>
                  <a:cubicBezTo>
                    <a:pt x="3156" y="2485"/>
                    <a:pt x="2493" y="3185"/>
                    <a:pt x="1670" y="3185"/>
                  </a:cubicBezTo>
                  <a:cubicBezTo>
                    <a:pt x="854" y="3185"/>
                    <a:pt x="183" y="2485"/>
                    <a:pt x="183" y="1669"/>
                  </a:cubicBezTo>
                  <a:cubicBezTo>
                    <a:pt x="183" y="846"/>
                    <a:pt x="854" y="182"/>
                    <a:pt x="1670" y="182"/>
                  </a:cubicBezTo>
                  <a:close/>
                  <a:moveTo>
                    <a:pt x="1670" y="0"/>
                  </a:moveTo>
                  <a:cubicBezTo>
                    <a:pt x="759" y="0"/>
                    <a:pt x="1" y="758"/>
                    <a:pt x="1" y="1669"/>
                  </a:cubicBezTo>
                  <a:cubicBezTo>
                    <a:pt x="1" y="2580"/>
                    <a:pt x="759" y="3338"/>
                    <a:pt x="1670" y="3338"/>
                  </a:cubicBezTo>
                  <a:cubicBezTo>
                    <a:pt x="2581" y="3338"/>
                    <a:pt x="3338" y="2580"/>
                    <a:pt x="3338" y="1669"/>
                  </a:cubicBezTo>
                  <a:cubicBezTo>
                    <a:pt x="3338" y="758"/>
                    <a:pt x="2581" y="0"/>
                    <a:pt x="16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3" name="Google Shape;5593;p80">
              <a:extLst>
                <a:ext uri="{FF2B5EF4-FFF2-40B4-BE49-F238E27FC236}">
                  <a16:creationId xmlns:a16="http://schemas.microsoft.com/office/drawing/2014/main" id="{674BF178-F355-3346-2BA0-2DDD8259E419}"/>
                </a:ext>
              </a:extLst>
            </p:cNvPr>
            <p:cNvSpPr/>
            <p:nvPr/>
          </p:nvSpPr>
          <p:spPr>
            <a:xfrm>
              <a:off x="6936975" y="3793325"/>
              <a:ext cx="30450" cy="30250"/>
            </a:xfrm>
            <a:custGeom>
              <a:avLst/>
              <a:gdLst/>
              <a:ahLst/>
              <a:cxnLst/>
              <a:rect l="l" t="t" r="r" b="b"/>
              <a:pathLst>
                <a:path w="1218" h="1210" extrusionOk="0">
                  <a:moveTo>
                    <a:pt x="606" y="0"/>
                  </a:moveTo>
                  <a:cubicBezTo>
                    <a:pt x="270" y="0"/>
                    <a:pt x="1" y="270"/>
                    <a:pt x="1" y="605"/>
                  </a:cubicBezTo>
                  <a:cubicBezTo>
                    <a:pt x="1" y="940"/>
                    <a:pt x="270" y="1210"/>
                    <a:pt x="606" y="1210"/>
                  </a:cubicBezTo>
                  <a:cubicBezTo>
                    <a:pt x="941" y="1210"/>
                    <a:pt x="1218" y="940"/>
                    <a:pt x="1218" y="605"/>
                  </a:cubicBezTo>
                  <a:cubicBezTo>
                    <a:pt x="1218" y="270"/>
                    <a:pt x="941" y="0"/>
                    <a:pt x="6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4" name="Google Shape;5594;p80">
              <a:extLst>
                <a:ext uri="{FF2B5EF4-FFF2-40B4-BE49-F238E27FC236}">
                  <a16:creationId xmlns:a16="http://schemas.microsoft.com/office/drawing/2014/main" id="{DC180215-010D-B121-A89E-D54D947EA2DB}"/>
                </a:ext>
              </a:extLst>
            </p:cNvPr>
            <p:cNvSpPr/>
            <p:nvPr/>
          </p:nvSpPr>
          <p:spPr>
            <a:xfrm>
              <a:off x="6382075" y="2857275"/>
              <a:ext cx="676450" cy="570100"/>
            </a:xfrm>
            <a:custGeom>
              <a:avLst/>
              <a:gdLst/>
              <a:ahLst/>
              <a:cxnLst/>
              <a:rect l="l" t="t" r="r" b="b"/>
              <a:pathLst>
                <a:path w="27058" h="22804" extrusionOk="0">
                  <a:moveTo>
                    <a:pt x="15558" y="0"/>
                  </a:moveTo>
                  <a:cubicBezTo>
                    <a:pt x="14548" y="0"/>
                    <a:pt x="13759" y="842"/>
                    <a:pt x="13788" y="1852"/>
                  </a:cubicBezTo>
                  <a:lnTo>
                    <a:pt x="13540" y="16885"/>
                  </a:lnTo>
                  <a:cubicBezTo>
                    <a:pt x="13576" y="17913"/>
                    <a:pt x="11842" y="18525"/>
                    <a:pt x="10844" y="18525"/>
                  </a:cubicBezTo>
                  <a:lnTo>
                    <a:pt x="1880" y="18736"/>
                  </a:lnTo>
                  <a:cubicBezTo>
                    <a:pt x="969" y="18736"/>
                    <a:pt x="182" y="19465"/>
                    <a:pt x="95" y="20376"/>
                  </a:cubicBezTo>
                  <a:cubicBezTo>
                    <a:pt x="0" y="21440"/>
                    <a:pt x="824" y="22322"/>
                    <a:pt x="1851" y="22351"/>
                  </a:cubicBezTo>
                  <a:lnTo>
                    <a:pt x="23683" y="22802"/>
                  </a:lnTo>
                  <a:cubicBezTo>
                    <a:pt x="23702" y="22803"/>
                    <a:pt x="23721" y="22803"/>
                    <a:pt x="23740" y="22803"/>
                  </a:cubicBezTo>
                  <a:cubicBezTo>
                    <a:pt x="24684" y="22803"/>
                    <a:pt x="25477" y="22084"/>
                    <a:pt x="25534" y="21134"/>
                  </a:cubicBezTo>
                  <a:lnTo>
                    <a:pt x="26963" y="1976"/>
                  </a:lnTo>
                  <a:cubicBezTo>
                    <a:pt x="27057" y="941"/>
                    <a:pt x="26234" y="30"/>
                    <a:pt x="25170" y="30"/>
                  </a:cubicBezTo>
                  <a:lnTo>
                    <a:pt x="15609" y="1"/>
                  </a:lnTo>
                  <a:cubicBezTo>
                    <a:pt x="15592" y="1"/>
                    <a:pt x="15575" y="0"/>
                    <a:pt x="155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5" name="Google Shape;5595;p80">
              <a:extLst>
                <a:ext uri="{FF2B5EF4-FFF2-40B4-BE49-F238E27FC236}">
                  <a16:creationId xmlns:a16="http://schemas.microsoft.com/office/drawing/2014/main" id="{C3CA8F80-0B8A-2E72-10D5-A6B71EC4021E}"/>
                </a:ext>
              </a:extLst>
            </p:cNvPr>
            <p:cNvSpPr/>
            <p:nvPr/>
          </p:nvSpPr>
          <p:spPr>
            <a:xfrm>
              <a:off x="6381350" y="2855100"/>
              <a:ext cx="677900" cy="574625"/>
            </a:xfrm>
            <a:custGeom>
              <a:avLst/>
              <a:gdLst/>
              <a:ahLst/>
              <a:cxnLst/>
              <a:rect l="l" t="t" r="r" b="b"/>
              <a:pathLst>
                <a:path w="27116" h="22985" extrusionOk="0">
                  <a:moveTo>
                    <a:pt x="15638" y="147"/>
                  </a:moveTo>
                  <a:lnTo>
                    <a:pt x="25199" y="212"/>
                  </a:lnTo>
                  <a:cubicBezTo>
                    <a:pt x="25687" y="212"/>
                    <a:pt x="26139" y="423"/>
                    <a:pt x="26445" y="759"/>
                  </a:cubicBezTo>
                  <a:cubicBezTo>
                    <a:pt x="26780" y="1123"/>
                    <a:pt x="26933" y="1575"/>
                    <a:pt x="26904" y="2063"/>
                  </a:cubicBezTo>
                  <a:lnTo>
                    <a:pt x="25476" y="21221"/>
                  </a:lnTo>
                  <a:cubicBezTo>
                    <a:pt x="25412" y="22114"/>
                    <a:pt x="24654" y="22832"/>
                    <a:pt x="23765" y="22832"/>
                  </a:cubicBezTo>
                  <a:cubicBezTo>
                    <a:pt x="23748" y="22832"/>
                    <a:pt x="23730" y="22832"/>
                    <a:pt x="23712" y="22831"/>
                  </a:cubicBezTo>
                  <a:lnTo>
                    <a:pt x="1880" y="22343"/>
                  </a:lnTo>
                  <a:cubicBezTo>
                    <a:pt x="1399" y="22343"/>
                    <a:pt x="969" y="22132"/>
                    <a:pt x="634" y="21796"/>
                  </a:cubicBezTo>
                  <a:cubicBezTo>
                    <a:pt x="306" y="21432"/>
                    <a:pt x="153" y="20951"/>
                    <a:pt x="211" y="20492"/>
                  </a:cubicBezTo>
                  <a:cubicBezTo>
                    <a:pt x="306" y="19581"/>
                    <a:pt x="1035" y="18911"/>
                    <a:pt x="1909" y="18911"/>
                  </a:cubicBezTo>
                  <a:lnTo>
                    <a:pt x="10873" y="18699"/>
                  </a:lnTo>
                  <a:cubicBezTo>
                    <a:pt x="11630" y="18699"/>
                    <a:pt x="12753" y="18364"/>
                    <a:pt x="13299" y="17789"/>
                  </a:cubicBezTo>
                  <a:cubicBezTo>
                    <a:pt x="13540" y="17548"/>
                    <a:pt x="13663" y="17271"/>
                    <a:pt x="13634" y="16972"/>
                  </a:cubicBezTo>
                  <a:lnTo>
                    <a:pt x="13904" y="1939"/>
                  </a:lnTo>
                  <a:cubicBezTo>
                    <a:pt x="13875" y="1487"/>
                    <a:pt x="14057" y="1028"/>
                    <a:pt x="14392" y="693"/>
                  </a:cubicBezTo>
                  <a:cubicBezTo>
                    <a:pt x="14727" y="329"/>
                    <a:pt x="15150" y="147"/>
                    <a:pt x="15638" y="147"/>
                  </a:cubicBezTo>
                  <a:close/>
                  <a:moveTo>
                    <a:pt x="15638" y="1"/>
                  </a:moveTo>
                  <a:cubicBezTo>
                    <a:pt x="15121" y="1"/>
                    <a:pt x="14633" y="183"/>
                    <a:pt x="14268" y="576"/>
                  </a:cubicBezTo>
                  <a:cubicBezTo>
                    <a:pt x="13904" y="941"/>
                    <a:pt x="13722" y="1422"/>
                    <a:pt x="13722" y="1939"/>
                  </a:cubicBezTo>
                  <a:lnTo>
                    <a:pt x="13481" y="16972"/>
                  </a:lnTo>
                  <a:cubicBezTo>
                    <a:pt x="13481" y="17213"/>
                    <a:pt x="13387" y="17453"/>
                    <a:pt x="13175" y="17672"/>
                  </a:cubicBezTo>
                  <a:cubicBezTo>
                    <a:pt x="12658" y="18218"/>
                    <a:pt x="11601" y="18517"/>
                    <a:pt x="10836" y="18517"/>
                  </a:cubicBezTo>
                  <a:lnTo>
                    <a:pt x="1909" y="18729"/>
                  </a:lnTo>
                  <a:cubicBezTo>
                    <a:pt x="940" y="18729"/>
                    <a:pt x="124" y="19494"/>
                    <a:pt x="29" y="20463"/>
                  </a:cubicBezTo>
                  <a:cubicBezTo>
                    <a:pt x="0" y="20980"/>
                    <a:pt x="153" y="21498"/>
                    <a:pt x="518" y="21891"/>
                  </a:cubicBezTo>
                  <a:cubicBezTo>
                    <a:pt x="882" y="22285"/>
                    <a:pt x="1363" y="22525"/>
                    <a:pt x="1880" y="22525"/>
                  </a:cubicBezTo>
                  <a:lnTo>
                    <a:pt x="23712" y="22984"/>
                  </a:lnTo>
                  <a:lnTo>
                    <a:pt x="23771" y="22984"/>
                  </a:lnTo>
                  <a:cubicBezTo>
                    <a:pt x="24747" y="22984"/>
                    <a:pt x="25563" y="22226"/>
                    <a:pt x="25658" y="21250"/>
                  </a:cubicBezTo>
                  <a:lnTo>
                    <a:pt x="27086" y="2063"/>
                  </a:lnTo>
                  <a:cubicBezTo>
                    <a:pt x="27116" y="1546"/>
                    <a:pt x="26933" y="1028"/>
                    <a:pt x="26569" y="635"/>
                  </a:cubicBezTo>
                  <a:cubicBezTo>
                    <a:pt x="26234" y="270"/>
                    <a:pt x="25716" y="59"/>
                    <a:pt x="25199" y="30"/>
                  </a:cubicBezTo>
                  <a:lnTo>
                    <a:pt x="156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6" name="Google Shape;5596;p80">
              <a:extLst>
                <a:ext uri="{FF2B5EF4-FFF2-40B4-BE49-F238E27FC236}">
                  <a16:creationId xmlns:a16="http://schemas.microsoft.com/office/drawing/2014/main" id="{08FE0A6C-1786-A892-97C7-B8F42652F0CB}"/>
                </a:ext>
              </a:extLst>
            </p:cNvPr>
            <p:cNvSpPr/>
            <p:nvPr/>
          </p:nvSpPr>
          <p:spPr>
            <a:xfrm>
              <a:off x="6930975" y="2907400"/>
              <a:ext cx="59225" cy="409175"/>
            </a:xfrm>
            <a:custGeom>
              <a:avLst/>
              <a:gdLst/>
              <a:ahLst/>
              <a:cxnLst/>
              <a:rect l="l" t="t" r="r" b="b"/>
              <a:pathLst>
                <a:path w="2369" h="16367" extrusionOk="0">
                  <a:moveTo>
                    <a:pt x="2303" y="0"/>
                  </a:moveTo>
                  <a:cubicBezTo>
                    <a:pt x="2245" y="0"/>
                    <a:pt x="2216" y="29"/>
                    <a:pt x="2216" y="58"/>
                  </a:cubicBezTo>
                  <a:lnTo>
                    <a:pt x="0" y="16272"/>
                  </a:lnTo>
                  <a:cubicBezTo>
                    <a:pt x="0" y="16309"/>
                    <a:pt x="30" y="16367"/>
                    <a:pt x="88" y="16367"/>
                  </a:cubicBezTo>
                  <a:cubicBezTo>
                    <a:pt x="117" y="16367"/>
                    <a:pt x="183" y="16338"/>
                    <a:pt x="183" y="16309"/>
                  </a:cubicBezTo>
                  <a:lnTo>
                    <a:pt x="2369" y="95"/>
                  </a:lnTo>
                  <a:cubicBezTo>
                    <a:pt x="2369" y="29"/>
                    <a:pt x="2332" y="0"/>
                    <a:pt x="23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7" name="Google Shape;5597;p80">
              <a:extLst>
                <a:ext uri="{FF2B5EF4-FFF2-40B4-BE49-F238E27FC236}">
                  <a16:creationId xmlns:a16="http://schemas.microsoft.com/office/drawing/2014/main" id="{277CFE6D-00ED-3CE1-4F87-A352EC91B1F6}"/>
                </a:ext>
              </a:extLst>
            </p:cNvPr>
            <p:cNvSpPr/>
            <p:nvPr/>
          </p:nvSpPr>
          <p:spPr>
            <a:xfrm>
              <a:off x="6701600" y="3308600"/>
              <a:ext cx="162525" cy="4900"/>
            </a:xfrm>
            <a:custGeom>
              <a:avLst/>
              <a:gdLst/>
              <a:ahLst/>
              <a:cxnLst/>
              <a:rect l="l" t="t" r="r" b="b"/>
              <a:pathLst>
                <a:path w="6501" h="196" extrusionOk="0">
                  <a:moveTo>
                    <a:pt x="2320" y="1"/>
                  </a:moveTo>
                  <a:cubicBezTo>
                    <a:pt x="78" y="1"/>
                    <a:pt x="56" y="21"/>
                    <a:pt x="30" y="42"/>
                  </a:cubicBezTo>
                  <a:cubicBezTo>
                    <a:pt x="1" y="108"/>
                    <a:pt x="1" y="137"/>
                    <a:pt x="30" y="166"/>
                  </a:cubicBezTo>
                  <a:cubicBezTo>
                    <a:pt x="66" y="195"/>
                    <a:pt x="96" y="195"/>
                    <a:pt x="96" y="195"/>
                  </a:cubicBezTo>
                  <a:lnTo>
                    <a:pt x="125" y="195"/>
                  </a:lnTo>
                  <a:cubicBezTo>
                    <a:pt x="195" y="185"/>
                    <a:pt x="731" y="182"/>
                    <a:pt x="1476" y="182"/>
                  </a:cubicBezTo>
                  <a:cubicBezTo>
                    <a:pt x="2967" y="182"/>
                    <a:pt x="5294" y="195"/>
                    <a:pt x="6406" y="195"/>
                  </a:cubicBezTo>
                  <a:cubicBezTo>
                    <a:pt x="6443" y="195"/>
                    <a:pt x="6501" y="166"/>
                    <a:pt x="6501" y="108"/>
                  </a:cubicBezTo>
                  <a:cubicBezTo>
                    <a:pt x="6501" y="78"/>
                    <a:pt x="6443" y="13"/>
                    <a:pt x="6406" y="13"/>
                  </a:cubicBezTo>
                  <a:cubicBezTo>
                    <a:pt x="4558" y="4"/>
                    <a:pt x="3248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8" name="Google Shape;5598;p80">
              <a:extLst>
                <a:ext uri="{FF2B5EF4-FFF2-40B4-BE49-F238E27FC236}">
                  <a16:creationId xmlns:a16="http://schemas.microsoft.com/office/drawing/2014/main" id="{1745726E-AF46-3551-B288-C9C43673B2D1}"/>
                </a:ext>
              </a:extLst>
            </p:cNvPr>
            <p:cNvSpPr/>
            <p:nvPr/>
          </p:nvSpPr>
          <p:spPr>
            <a:xfrm>
              <a:off x="6147600" y="3551025"/>
              <a:ext cx="133575" cy="179275"/>
            </a:xfrm>
            <a:custGeom>
              <a:avLst/>
              <a:gdLst/>
              <a:ahLst/>
              <a:cxnLst/>
              <a:rect l="l" t="t" r="r" b="b"/>
              <a:pathLst>
                <a:path w="5343" h="7171" extrusionOk="0">
                  <a:moveTo>
                    <a:pt x="664" y="0"/>
                  </a:moveTo>
                  <a:lnTo>
                    <a:pt x="1" y="6712"/>
                  </a:lnTo>
                  <a:lnTo>
                    <a:pt x="4643" y="7171"/>
                  </a:lnTo>
                  <a:lnTo>
                    <a:pt x="5342" y="459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9" name="Google Shape;5599;p80">
              <a:extLst>
                <a:ext uri="{FF2B5EF4-FFF2-40B4-BE49-F238E27FC236}">
                  <a16:creationId xmlns:a16="http://schemas.microsoft.com/office/drawing/2014/main" id="{DCAA13B1-855A-76E0-2398-CDB161ED1CA0}"/>
                </a:ext>
              </a:extLst>
            </p:cNvPr>
            <p:cNvSpPr/>
            <p:nvPr/>
          </p:nvSpPr>
          <p:spPr>
            <a:xfrm>
              <a:off x="6145250" y="3548825"/>
              <a:ext cx="138100" cy="183675"/>
            </a:xfrm>
            <a:custGeom>
              <a:avLst/>
              <a:gdLst/>
              <a:ahLst/>
              <a:cxnLst/>
              <a:rect l="l" t="t" r="r" b="b"/>
              <a:pathLst>
                <a:path w="5524" h="7347" extrusionOk="0">
                  <a:moveTo>
                    <a:pt x="823" y="183"/>
                  </a:moveTo>
                  <a:lnTo>
                    <a:pt x="5341" y="635"/>
                  </a:lnTo>
                  <a:lnTo>
                    <a:pt x="4678" y="7164"/>
                  </a:lnTo>
                  <a:lnTo>
                    <a:pt x="182" y="6712"/>
                  </a:lnTo>
                  <a:lnTo>
                    <a:pt x="823" y="183"/>
                  </a:lnTo>
                  <a:close/>
                  <a:moveTo>
                    <a:pt x="758" y="1"/>
                  </a:moveTo>
                  <a:cubicBezTo>
                    <a:pt x="729" y="1"/>
                    <a:pt x="700" y="1"/>
                    <a:pt x="700" y="30"/>
                  </a:cubicBezTo>
                  <a:cubicBezTo>
                    <a:pt x="670" y="30"/>
                    <a:pt x="670" y="59"/>
                    <a:pt x="670" y="88"/>
                  </a:cubicBezTo>
                  <a:lnTo>
                    <a:pt x="0" y="6771"/>
                  </a:lnTo>
                  <a:cubicBezTo>
                    <a:pt x="0" y="6800"/>
                    <a:pt x="0" y="6829"/>
                    <a:pt x="29" y="6829"/>
                  </a:cubicBezTo>
                  <a:cubicBezTo>
                    <a:pt x="29" y="6865"/>
                    <a:pt x="58" y="6865"/>
                    <a:pt x="95" y="6865"/>
                  </a:cubicBezTo>
                  <a:lnTo>
                    <a:pt x="4737" y="7346"/>
                  </a:lnTo>
                  <a:cubicBezTo>
                    <a:pt x="4795" y="7346"/>
                    <a:pt x="4831" y="7317"/>
                    <a:pt x="4831" y="7259"/>
                  </a:cubicBezTo>
                  <a:lnTo>
                    <a:pt x="5524" y="577"/>
                  </a:lnTo>
                  <a:cubicBezTo>
                    <a:pt x="5524" y="547"/>
                    <a:pt x="5524" y="518"/>
                    <a:pt x="5495" y="489"/>
                  </a:cubicBezTo>
                  <a:cubicBezTo>
                    <a:pt x="5495" y="489"/>
                    <a:pt x="5465" y="489"/>
                    <a:pt x="5465" y="453"/>
                  </a:cubicBez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0" name="Google Shape;5600;p80">
              <a:extLst>
                <a:ext uri="{FF2B5EF4-FFF2-40B4-BE49-F238E27FC236}">
                  <a16:creationId xmlns:a16="http://schemas.microsoft.com/office/drawing/2014/main" id="{3574F3AF-649D-2034-D4F7-F142EBE8BC13}"/>
                </a:ext>
              </a:extLst>
            </p:cNvPr>
            <p:cNvSpPr/>
            <p:nvPr/>
          </p:nvSpPr>
          <p:spPr>
            <a:xfrm>
              <a:off x="6163450" y="3552650"/>
              <a:ext cx="16800" cy="167825"/>
            </a:xfrm>
            <a:custGeom>
              <a:avLst/>
              <a:gdLst/>
              <a:ahLst/>
              <a:cxnLst/>
              <a:rect l="l" t="t" r="r" b="b"/>
              <a:pathLst>
                <a:path w="672" h="6713" extrusionOk="0">
                  <a:moveTo>
                    <a:pt x="671" y="1"/>
                  </a:moveTo>
                  <a:lnTo>
                    <a:pt x="1" y="67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1" name="Google Shape;5601;p80">
              <a:extLst>
                <a:ext uri="{FF2B5EF4-FFF2-40B4-BE49-F238E27FC236}">
                  <a16:creationId xmlns:a16="http://schemas.microsoft.com/office/drawing/2014/main" id="{AA9AE8AD-7489-E67E-0FEB-9C8039A11F52}"/>
                </a:ext>
              </a:extLst>
            </p:cNvPr>
            <p:cNvSpPr/>
            <p:nvPr/>
          </p:nvSpPr>
          <p:spPr>
            <a:xfrm>
              <a:off x="6161275" y="3550300"/>
              <a:ext cx="21150" cy="171625"/>
            </a:xfrm>
            <a:custGeom>
              <a:avLst/>
              <a:gdLst/>
              <a:ahLst/>
              <a:cxnLst/>
              <a:rect l="l" t="t" r="r" b="b"/>
              <a:pathLst>
                <a:path w="846" h="6865" extrusionOk="0">
                  <a:moveTo>
                    <a:pt x="758" y="0"/>
                  </a:moveTo>
                  <a:cubicBezTo>
                    <a:pt x="729" y="0"/>
                    <a:pt x="663" y="29"/>
                    <a:pt x="663" y="95"/>
                  </a:cubicBezTo>
                  <a:lnTo>
                    <a:pt x="0" y="6770"/>
                  </a:lnTo>
                  <a:cubicBezTo>
                    <a:pt x="0" y="6835"/>
                    <a:pt x="29" y="6865"/>
                    <a:pt x="88" y="6865"/>
                  </a:cubicBezTo>
                  <a:cubicBezTo>
                    <a:pt x="117" y="6865"/>
                    <a:pt x="182" y="6835"/>
                    <a:pt x="182" y="6806"/>
                  </a:cubicBezTo>
                  <a:lnTo>
                    <a:pt x="846" y="95"/>
                  </a:lnTo>
                  <a:cubicBezTo>
                    <a:pt x="846" y="66"/>
                    <a:pt x="816" y="0"/>
                    <a:pt x="7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2" name="Google Shape;5602;p80">
              <a:extLst>
                <a:ext uri="{FF2B5EF4-FFF2-40B4-BE49-F238E27FC236}">
                  <a16:creationId xmlns:a16="http://schemas.microsoft.com/office/drawing/2014/main" id="{E99FB84E-57C9-AD29-BBD0-C39B556A50F9}"/>
                </a:ext>
              </a:extLst>
            </p:cNvPr>
            <p:cNvSpPr/>
            <p:nvPr/>
          </p:nvSpPr>
          <p:spPr>
            <a:xfrm>
              <a:off x="6187675" y="3554850"/>
              <a:ext cx="12250" cy="167800"/>
            </a:xfrm>
            <a:custGeom>
              <a:avLst/>
              <a:gdLst/>
              <a:ahLst/>
              <a:cxnLst/>
              <a:rect l="l" t="t" r="r" b="b"/>
              <a:pathLst>
                <a:path w="490" h="6712" extrusionOk="0">
                  <a:moveTo>
                    <a:pt x="489" y="0"/>
                  </a:moveTo>
                  <a:lnTo>
                    <a:pt x="1" y="67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80">
              <a:extLst>
                <a:ext uri="{FF2B5EF4-FFF2-40B4-BE49-F238E27FC236}">
                  <a16:creationId xmlns:a16="http://schemas.microsoft.com/office/drawing/2014/main" id="{7B6B8BCC-84C2-1D3D-EBDC-7807AC35072C}"/>
                </a:ext>
              </a:extLst>
            </p:cNvPr>
            <p:cNvSpPr/>
            <p:nvPr/>
          </p:nvSpPr>
          <p:spPr>
            <a:xfrm>
              <a:off x="6186225" y="3552650"/>
              <a:ext cx="16050" cy="172375"/>
            </a:xfrm>
            <a:custGeom>
              <a:avLst/>
              <a:gdLst/>
              <a:ahLst/>
              <a:cxnLst/>
              <a:rect l="l" t="t" r="r" b="b"/>
              <a:pathLst>
                <a:path w="642" h="6895" extrusionOk="0">
                  <a:moveTo>
                    <a:pt x="547" y="1"/>
                  </a:moveTo>
                  <a:cubicBezTo>
                    <a:pt x="518" y="1"/>
                    <a:pt x="460" y="30"/>
                    <a:pt x="460" y="59"/>
                  </a:cubicBezTo>
                  <a:lnTo>
                    <a:pt x="1" y="6800"/>
                  </a:lnTo>
                  <a:cubicBezTo>
                    <a:pt x="1" y="6829"/>
                    <a:pt x="30" y="6895"/>
                    <a:pt x="59" y="6895"/>
                  </a:cubicBezTo>
                  <a:cubicBezTo>
                    <a:pt x="124" y="6895"/>
                    <a:pt x="154" y="6858"/>
                    <a:pt x="154" y="6800"/>
                  </a:cubicBezTo>
                  <a:lnTo>
                    <a:pt x="642" y="88"/>
                  </a:lnTo>
                  <a:cubicBezTo>
                    <a:pt x="642" y="30"/>
                    <a:pt x="605" y="1"/>
                    <a:pt x="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80">
              <a:extLst>
                <a:ext uri="{FF2B5EF4-FFF2-40B4-BE49-F238E27FC236}">
                  <a16:creationId xmlns:a16="http://schemas.microsoft.com/office/drawing/2014/main" id="{08327BFF-98A9-187D-0DF4-E8C58411BCD3}"/>
                </a:ext>
              </a:extLst>
            </p:cNvPr>
            <p:cNvSpPr/>
            <p:nvPr/>
          </p:nvSpPr>
          <p:spPr>
            <a:xfrm>
              <a:off x="6209000" y="3556475"/>
              <a:ext cx="11500" cy="166175"/>
            </a:xfrm>
            <a:custGeom>
              <a:avLst/>
              <a:gdLst/>
              <a:ahLst/>
              <a:cxnLst/>
              <a:rect l="l" t="t" r="r" b="b"/>
              <a:pathLst>
                <a:path w="460" h="6647" extrusionOk="0">
                  <a:moveTo>
                    <a:pt x="460" y="1"/>
                  </a:moveTo>
                  <a:lnTo>
                    <a:pt x="1" y="66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80">
              <a:extLst>
                <a:ext uri="{FF2B5EF4-FFF2-40B4-BE49-F238E27FC236}">
                  <a16:creationId xmlns:a16="http://schemas.microsoft.com/office/drawing/2014/main" id="{3AFD49AE-8FEE-87BF-FF35-94F804C5B0F9}"/>
                </a:ext>
              </a:extLst>
            </p:cNvPr>
            <p:cNvSpPr/>
            <p:nvPr/>
          </p:nvSpPr>
          <p:spPr>
            <a:xfrm>
              <a:off x="6206825" y="3554125"/>
              <a:ext cx="15875" cy="170900"/>
            </a:xfrm>
            <a:custGeom>
              <a:avLst/>
              <a:gdLst/>
              <a:ahLst/>
              <a:cxnLst/>
              <a:rect l="l" t="t" r="r" b="b"/>
              <a:pathLst>
                <a:path w="635" h="6836" extrusionOk="0">
                  <a:moveTo>
                    <a:pt x="547" y="0"/>
                  </a:moveTo>
                  <a:cubicBezTo>
                    <a:pt x="481" y="0"/>
                    <a:pt x="452" y="59"/>
                    <a:pt x="452" y="95"/>
                  </a:cubicBezTo>
                  <a:lnTo>
                    <a:pt x="0" y="6741"/>
                  </a:lnTo>
                  <a:cubicBezTo>
                    <a:pt x="0" y="6799"/>
                    <a:pt x="29" y="6836"/>
                    <a:pt x="58" y="6836"/>
                  </a:cubicBezTo>
                  <a:lnTo>
                    <a:pt x="88" y="6836"/>
                  </a:lnTo>
                  <a:cubicBezTo>
                    <a:pt x="117" y="6836"/>
                    <a:pt x="146" y="6799"/>
                    <a:pt x="146" y="6770"/>
                  </a:cubicBezTo>
                  <a:lnTo>
                    <a:pt x="605" y="95"/>
                  </a:lnTo>
                  <a:cubicBezTo>
                    <a:pt x="634" y="59"/>
                    <a:pt x="576" y="29"/>
                    <a:pt x="5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6" name="Google Shape;5606;p80">
              <a:extLst>
                <a:ext uri="{FF2B5EF4-FFF2-40B4-BE49-F238E27FC236}">
                  <a16:creationId xmlns:a16="http://schemas.microsoft.com/office/drawing/2014/main" id="{0E0678A7-90C7-0CDB-293A-1EA3C0CFB989}"/>
                </a:ext>
              </a:extLst>
            </p:cNvPr>
            <p:cNvSpPr/>
            <p:nvPr/>
          </p:nvSpPr>
          <p:spPr>
            <a:xfrm>
              <a:off x="6227225" y="3558675"/>
              <a:ext cx="13675" cy="166350"/>
            </a:xfrm>
            <a:custGeom>
              <a:avLst/>
              <a:gdLst/>
              <a:ahLst/>
              <a:cxnLst/>
              <a:rect l="l" t="t" r="r" b="b"/>
              <a:pathLst>
                <a:path w="547" h="6654" extrusionOk="0">
                  <a:moveTo>
                    <a:pt x="547" y="0"/>
                  </a:moveTo>
                  <a:lnTo>
                    <a:pt x="0" y="66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7" name="Google Shape;5607;p80">
              <a:extLst>
                <a:ext uri="{FF2B5EF4-FFF2-40B4-BE49-F238E27FC236}">
                  <a16:creationId xmlns:a16="http://schemas.microsoft.com/office/drawing/2014/main" id="{DD8B3D9A-533D-AE3C-9834-E2A9835DBDB2}"/>
                </a:ext>
              </a:extLst>
            </p:cNvPr>
            <p:cNvSpPr/>
            <p:nvPr/>
          </p:nvSpPr>
          <p:spPr>
            <a:xfrm>
              <a:off x="6225025" y="3556475"/>
              <a:ext cx="18250" cy="170725"/>
            </a:xfrm>
            <a:custGeom>
              <a:avLst/>
              <a:gdLst/>
              <a:ahLst/>
              <a:cxnLst/>
              <a:rect l="l" t="t" r="r" b="b"/>
              <a:pathLst>
                <a:path w="730" h="6829" extrusionOk="0">
                  <a:moveTo>
                    <a:pt x="635" y="1"/>
                  </a:moveTo>
                  <a:cubicBezTo>
                    <a:pt x="606" y="1"/>
                    <a:pt x="547" y="30"/>
                    <a:pt x="547" y="88"/>
                  </a:cubicBezTo>
                  <a:lnTo>
                    <a:pt x="1" y="6742"/>
                  </a:lnTo>
                  <a:cubicBezTo>
                    <a:pt x="1" y="6771"/>
                    <a:pt x="30" y="6829"/>
                    <a:pt x="88" y="6829"/>
                  </a:cubicBezTo>
                  <a:cubicBezTo>
                    <a:pt x="117" y="6829"/>
                    <a:pt x="183" y="6800"/>
                    <a:pt x="183" y="6742"/>
                  </a:cubicBezTo>
                  <a:lnTo>
                    <a:pt x="729" y="88"/>
                  </a:lnTo>
                  <a:cubicBezTo>
                    <a:pt x="729" y="59"/>
                    <a:pt x="693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80">
              <a:extLst>
                <a:ext uri="{FF2B5EF4-FFF2-40B4-BE49-F238E27FC236}">
                  <a16:creationId xmlns:a16="http://schemas.microsoft.com/office/drawing/2014/main" id="{4A245312-E04E-CB0C-5321-E85447240727}"/>
                </a:ext>
              </a:extLst>
            </p:cNvPr>
            <p:cNvSpPr/>
            <p:nvPr/>
          </p:nvSpPr>
          <p:spPr>
            <a:xfrm>
              <a:off x="6248525" y="3561050"/>
              <a:ext cx="13700" cy="170725"/>
            </a:xfrm>
            <a:custGeom>
              <a:avLst/>
              <a:gdLst/>
              <a:ahLst/>
              <a:cxnLst/>
              <a:rect l="l" t="t" r="r" b="b"/>
              <a:pathLst>
                <a:path w="548" h="6829" extrusionOk="0">
                  <a:moveTo>
                    <a:pt x="547" y="0"/>
                  </a:moveTo>
                  <a:lnTo>
                    <a:pt x="1" y="68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80">
              <a:extLst>
                <a:ext uri="{FF2B5EF4-FFF2-40B4-BE49-F238E27FC236}">
                  <a16:creationId xmlns:a16="http://schemas.microsoft.com/office/drawing/2014/main" id="{7E4BE242-3379-D2CA-7118-AB13840D352D}"/>
                </a:ext>
              </a:extLst>
            </p:cNvPr>
            <p:cNvSpPr/>
            <p:nvPr/>
          </p:nvSpPr>
          <p:spPr>
            <a:xfrm>
              <a:off x="6246175" y="3558675"/>
              <a:ext cx="18225" cy="174550"/>
            </a:xfrm>
            <a:custGeom>
              <a:avLst/>
              <a:gdLst/>
              <a:ahLst/>
              <a:cxnLst/>
              <a:rect l="l" t="t" r="r" b="b"/>
              <a:pathLst>
                <a:path w="729" h="6982" extrusionOk="0">
                  <a:moveTo>
                    <a:pt x="641" y="0"/>
                  </a:moveTo>
                  <a:cubicBezTo>
                    <a:pt x="612" y="0"/>
                    <a:pt x="547" y="30"/>
                    <a:pt x="547" y="95"/>
                  </a:cubicBezTo>
                  <a:lnTo>
                    <a:pt x="0" y="6894"/>
                  </a:lnTo>
                  <a:cubicBezTo>
                    <a:pt x="0" y="6952"/>
                    <a:pt x="29" y="6981"/>
                    <a:pt x="95" y="6981"/>
                  </a:cubicBezTo>
                  <a:cubicBezTo>
                    <a:pt x="124" y="6981"/>
                    <a:pt x="182" y="6952"/>
                    <a:pt x="182" y="6923"/>
                  </a:cubicBezTo>
                  <a:lnTo>
                    <a:pt x="729" y="95"/>
                  </a:lnTo>
                  <a:cubicBezTo>
                    <a:pt x="729" y="30"/>
                    <a:pt x="700" y="0"/>
                    <a:pt x="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80">
              <a:extLst>
                <a:ext uri="{FF2B5EF4-FFF2-40B4-BE49-F238E27FC236}">
                  <a16:creationId xmlns:a16="http://schemas.microsoft.com/office/drawing/2014/main" id="{EFF2CCF5-E2CC-AE24-FA38-93E9471FD032}"/>
                </a:ext>
              </a:extLst>
            </p:cNvPr>
            <p:cNvSpPr/>
            <p:nvPr/>
          </p:nvSpPr>
          <p:spPr>
            <a:xfrm>
              <a:off x="5946300" y="3690025"/>
              <a:ext cx="350000" cy="159425"/>
            </a:xfrm>
            <a:custGeom>
              <a:avLst/>
              <a:gdLst/>
              <a:ahLst/>
              <a:cxnLst/>
              <a:rect l="l" t="t" r="r" b="b"/>
              <a:pathLst>
                <a:path w="14000" h="6377" extrusionOk="0">
                  <a:moveTo>
                    <a:pt x="13635" y="0"/>
                  </a:moveTo>
                  <a:lnTo>
                    <a:pt x="7047" y="241"/>
                  </a:lnTo>
                  <a:lnTo>
                    <a:pt x="6260" y="2704"/>
                  </a:lnTo>
                  <a:lnTo>
                    <a:pt x="0" y="6318"/>
                  </a:lnTo>
                  <a:lnTo>
                    <a:pt x="13999" y="6377"/>
                  </a:lnTo>
                  <a:lnTo>
                    <a:pt x="13999" y="6377"/>
                  </a:lnTo>
                  <a:lnTo>
                    <a:pt x="136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1" name="Google Shape;5611;p80">
              <a:extLst>
                <a:ext uri="{FF2B5EF4-FFF2-40B4-BE49-F238E27FC236}">
                  <a16:creationId xmlns:a16="http://schemas.microsoft.com/office/drawing/2014/main" id="{46B92EAE-7E82-C335-C6B3-826C52C08076}"/>
                </a:ext>
              </a:extLst>
            </p:cNvPr>
            <p:cNvSpPr/>
            <p:nvPr/>
          </p:nvSpPr>
          <p:spPr>
            <a:xfrm>
              <a:off x="5944125" y="3687650"/>
              <a:ext cx="354525" cy="164000"/>
            </a:xfrm>
            <a:custGeom>
              <a:avLst/>
              <a:gdLst/>
              <a:ahLst/>
              <a:cxnLst/>
              <a:rect l="l" t="t" r="r" b="b"/>
              <a:pathLst>
                <a:path w="14181" h="6560" extrusionOk="0">
                  <a:moveTo>
                    <a:pt x="13663" y="154"/>
                  </a:moveTo>
                  <a:lnTo>
                    <a:pt x="13999" y="6377"/>
                  </a:lnTo>
                  <a:lnTo>
                    <a:pt x="423" y="6319"/>
                  </a:lnTo>
                  <a:lnTo>
                    <a:pt x="6405" y="2857"/>
                  </a:lnTo>
                  <a:lnTo>
                    <a:pt x="6435" y="2828"/>
                  </a:lnTo>
                  <a:lnTo>
                    <a:pt x="7192" y="431"/>
                  </a:lnTo>
                  <a:lnTo>
                    <a:pt x="13663" y="154"/>
                  </a:lnTo>
                  <a:close/>
                  <a:moveTo>
                    <a:pt x="13722" y="1"/>
                  </a:moveTo>
                  <a:lnTo>
                    <a:pt x="7134" y="278"/>
                  </a:lnTo>
                  <a:cubicBezTo>
                    <a:pt x="7105" y="278"/>
                    <a:pt x="7076" y="278"/>
                    <a:pt x="7047" y="336"/>
                  </a:cubicBezTo>
                  <a:lnTo>
                    <a:pt x="6282" y="2733"/>
                  </a:lnTo>
                  <a:lnTo>
                    <a:pt x="58" y="6348"/>
                  </a:lnTo>
                  <a:cubicBezTo>
                    <a:pt x="29" y="6348"/>
                    <a:pt x="0" y="6413"/>
                    <a:pt x="29" y="6442"/>
                  </a:cubicBezTo>
                  <a:cubicBezTo>
                    <a:pt x="29" y="6472"/>
                    <a:pt x="58" y="6501"/>
                    <a:pt x="87" y="6501"/>
                  </a:cubicBezTo>
                  <a:lnTo>
                    <a:pt x="14086" y="6559"/>
                  </a:lnTo>
                  <a:cubicBezTo>
                    <a:pt x="14115" y="6559"/>
                    <a:pt x="14115" y="6559"/>
                    <a:pt x="14152" y="6530"/>
                  </a:cubicBezTo>
                  <a:cubicBezTo>
                    <a:pt x="14152" y="6501"/>
                    <a:pt x="14181" y="6501"/>
                    <a:pt x="14181" y="6472"/>
                  </a:cubicBezTo>
                  <a:lnTo>
                    <a:pt x="13816" y="66"/>
                  </a:lnTo>
                  <a:cubicBezTo>
                    <a:pt x="13816" y="37"/>
                    <a:pt x="13787" y="1"/>
                    <a:pt x="13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2" name="Google Shape;5612;p80">
              <a:extLst>
                <a:ext uri="{FF2B5EF4-FFF2-40B4-BE49-F238E27FC236}">
                  <a16:creationId xmlns:a16="http://schemas.microsoft.com/office/drawing/2014/main" id="{FE9569B3-DAB1-B0CB-3982-860E3CAF9761}"/>
                </a:ext>
              </a:extLst>
            </p:cNvPr>
            <p:cNvSpPr/>
            <p:nvPr/>
          </p:nvSpPr>
          <p:spPr>
            <a:xfrm>
              <a:off x="6040475" y="3776250"/>
              <a:ext cx="23525" cy="39875"/>
            </a:xfrm>
            <a:custGeom>
              <a:avLst/>
              <a:gdLst/>
              <a:ahLst/>
              <a:cxnLst/>
              <a:rect l="l" t="t" r="r" b="b"/>
              <a:pathLst>
                <a:path w="941" h="1595" extrusionOk="0">
                  <a:moveTo>
                    <a:pt x="79" y="1"/>
                  </a:moveTo>
                  <a:cubicBezTo>
                    <a:pt x="65" y="1"/>
                    <a:pt x="49" y="4"/>
                    <a:pt x="30" y="13"/>
                  </a:cubicBezTo>
                  <a:cubicBezTo>
                    <a:pt x="1" y="42"/>
                    <a:pt x="1" y="71"/>
                    <a:pt x="1" y="137"/>
                  </a:cubicBezTo>
                  <a:lnTo>
                    <a:pt x="759" y="1528"/>
                  </a:lnTo>
                  <a:cubicBezTo>
                    <a:pt x="759" y="1558"/>
                    <a:pt x="788" y="1594"/>
                    <a:pt x="824" y="1594"/>
                  </a:cubicBezTo>
                  <a:lnTo>
                    <a:pt x="883" y="1594"/>
                  </a:lnTo>
                  <a:cubicBezTo>
                    <a:pt x="912" y="1558"/>
                    <a:pt x="941" y="1499"/>
                    <a:pt x="912" y="1470"/>
                  </a:cubicBezTo>
                  <a:lnTo>
                    <a:pt x="154" y="42"/>
                  </a:lnTo>
                  <a:cubicBezTo>
                    <a:pt x="133" y="21"/>
                    <a:pt x="11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3" name="Google Shape;5613;p80">
              <a:extLst>
                <a:ext uri="{FF2B5EF4-FFF2-40B4-BE49-F238E27FC236}">
                  <a16:creationId xmlns:a16="http://schemas.microsoft.com/office/drawing/2014/main" id="{45433CA0-C038-012C-48F5-FAAA5074974E}"/>
                </a:ext>
              </a:extLst>
            </p:cNvPr>
            <p:cNvSpPr/>
            <p:nvPr/>
          </p:nvSpPr>
          <p:spPr>
            <a:xfrm>
              <a:off x="6067800" y="3762900"/>
              <a:ext cx="23550" cy="40275"/>
            </a:xfrm>
            <a:custGeom>
              <a:avLst/>
              <a:gdLst/>
              <a:ahLst/>
              <a:cxnLst/>
              <a:rect l="l" t="t" r="r" b="b"/>
              <a:pathLst>
                <a:path w="942" h="1611" extrusionOk="0">
                  <a:moveTo>
                    <a:pt x="59" y="0"/>
                  </a:moveTo>
                  <a:cubicBezTo>
                    <a:pt x="30" y="29"/>
                    <a:pt x="1" y="88"/>
                    <a:pt x="30" y="124"/>
                  </a:cubicBezTo>
                  <a:lnTo>
                    <a:pt x="788" y="1545"/>
                  </a:lnTo>
                  <a:cubicBezTo>
                    <a:pt x="788" y="1582"/>
                    <a:pt x="824" y="1611"/>
                    <a:pt x="854" y="1611"/>
                  </a:cubicBezTo>
                  <a:lnTo>
                    <a:pt x="883" y="1582"/>
                  </a:lnTo>
                  <a:cubicBezTo>
                    <a:pt x="941" y="1582"/>
                    <a:pt x="941" y="1516"/>
                    <a:pt x="912" y="1458"/>
                  </a:cubicBezTo>
                  <a:lnTo>
                    <a:pt x="183" y="59"/>
                  </a:lnTo>
                  <a:cubicBezTo>
                    <a:pt x="154" y="0"/>
                    <a:pt x="96" y="0"/>
                    <a:pt x="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4" name="Google Shape;5614;p80">
              <a:extLst>
                <a:ext uri="{FF2B5EF4-FFF2-40B4-BE49-F238E27FC236}">
                  <a16:creationId xmlns:a16="http://schemas.microsoft.com/office/drawing/2014/main" id="{6D4B9A12-EF66-CACD-C586-EAFCCBE3A8AB}"/>
                </a:ext>
              </a:extLst>
            </p:cNvPr>
            <p:cNvSpPr/>
            <p:nvPr/>
          </p:nvSpPr>
          <p:spPr>
            <a:xfrm>
              <a:off x="5997300" y="3831950"/>
              <a:ext cx="258725" cy="4575"/>
            </a:xfrm>
            <a:custGeom>
              <a:avLst/>
              <a:gdLst/>
              <a:ahLst/>
              <a:cxnLst/>
              <a:rect l="l" t="t" r="r" b="b"/>
              <a:pathLst>
                <a:path w="10349" h="183" extrusionOk="0">
                  <a:moveTo>
                    <a:pt x="88" y="0"/>
                  </a:moveTo>
                  <a:cubicBezTo>
                    <a:pt x="30" y="0"/>
                    <a:pt x="1" y="58"/>
                    <a:pt x="1" y="95"/>
                  </a:cubicBezTo>
                  <a:cubicBezTo>
                    <a:pt x="1" y="153"/>
                    <a:pt x="30" y="182"/>
                    <a:pt x="88" y="182"/>
                  </a:cubicBezTo>
                  <a:lnTo>
                    <a:pt x="10290" y="182"/>
                  </a:lnTo>
                  <a:cubicBezTo>
                    <a:pt x="10319" y="182"/>
                    <a:pt x="10349" y="153"/>
                    <a:pt x="10349" y="95"/>
                  </a:cubicBezTo>
                  <a:cubicBezTo>
                    <a:pt x="10349" y="58"/>
                    <a:pt x="10319" y="0"/>
                    <a:pt x="10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5" name="Google Shape;5615;p80">
              <a:extLst>
                <a:ext uri="{FF2B5EF4-FFF2-40B4-BE49-F238E27FC236}">
                  <a16:creationId xmlns:a16="http://schemas.microsoft.com/office/drawing/2014/main" id="{81703A55-6296-DDB9-8683-ED59ADED9309}"/>
                </a:ext>
              </a:extLst>
            </p:cNvPr>
            <p:cNvSpPr/>
            <p:nvPr/>
          </p:nvSpPr>
          <p:spPr>
            <a:xfrm>
              <a:off x="6363850" y="3555575"/>
              <a:ext cx="117725" cy="168550"/>
            </a:xfrm>
            <a:custGeom>
              <a:avLst/>
              <a:gdLst/>
              <a:ahLst/>
              <a:cxnLst/>
              <a:rect l="l" t="t" r="r" b="b"/>
              <a:pathLst>
                <a:path w="4709" h="6742" extrusionOk="0">
                  <a:moveTo>
                    <a:pt x="1" y="1"/>
                  </a:moveTo>
                  <a:lnTo>
                    <a:pt x="1" y="6741"/>
                  </a:lnTo>
                  <a:lnTo>
                    <a:pt x="4679" y="6741"/>
                  </a:lnTo>
                  <a:lnTo>
                    <a:pt x="4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6" name="Google Shape;5616;p80">
              <a:extLst>
                <a:ext uri="{FF2B5EF4-FFF2-40B4-BE49-F238E27FC236}">
                  <a16:creationId xmlns:a16="http://schemas.microsoft.com/office/drawing/2014/main" id="{4296BBF9-BDC2-E4F2-9858-EA2C2D67FBCE}"/>
                </a:ext>
              </a:extLst>
            </p:cNvPr>
            <p:cNvSpPr/>
            <p:nvPr/>
          </p:nvSpPr>
          <p:spPr>
            <a:xfrm>
              <a:off x="6361675" y="3553400"/>
              <a:ext cx="122075" cy="173075"/>
            </a:xfrm>
            <a:custGeom>
              <a:avLst/>
              <a:gdLst/>
              <a:ahLst/>
              <a:cxnLst/>
              <a:rect l="l" t="t" r="r" b="b"/>
              <a:pathLst>
                <a:path w="4883" h="6923" extrusionOk="0">
                  <a:moveTo>
                    <a:pt x="4737" y="182"/>
                  </a:moveTo>
                  <a:lnTo>
                    <a:pt x="4700" y="6741"/>
                  </a:lnTo>
                  <a:lnTo>
                    <a:pt x="182" y="6741"/>
                  </a:lnTo>
                  <a:lnTo>
                    <a:pt x="182" y="182"/>
                  </a:lnTo>
                  <a:close/>
                  <a:moveTo>
                    <a:pt x="88" y="0"/>
                  </a:moveTo>
                  <a:cubicBezTo>
                    <a:pt x="29" y="0"/>
                    <a:pt x="0" y="29"/>
                    <a:pt x="0" y="88"/>
                  </a:cubicBezTo>
                  <a:lnTo>
                    <a:pt x="0" y="6828"/>
                  </a:lnTo>
                  <a:cubicBezTo>
                    <a:pt x="0" y="6865"/>
                    <a:pt x="29" y="6923"/>
                    <a:pt x="88" y="6923"/>
                  </a:cubicBezTo>
                  <a:lnTo>
                    <a:pt x="4766" y="6923"/>
                  </a:lnTo>
                  <a:cubicBezTo>
                    <a:pt x="4824" y="6923"/>
                    <a:pt x="4853" y="6865"/>
                    <a:pt x="4853" y="6828"/>
                  </a:cubicBezTo>
                  <a:lnTo>
                    <a:pt x="4882" y="88"/>
                  </a:lnTo>
                  <a:cubicBezTo>
                    <a:pt x="4882" y="58"/>
                    <a:pt x="4882" y="58"/>
                    <a:pt x="4853" y="29"/>
                  </a:cubicBezTo>
                  <a:cubicBezTo>
                    <a:pt x="4853" y="0"/>
                    <a:pt x="4824" y="0"/>
                    <a:pt x="47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7" name="Google Shape;5617;p80">
              <a:extLst>
                <a:ext uri="{FF2B5EF4-FFF2-40B4-BE49-F238E27FC236}">
                  <a16:creationId xmlns:a16="http://schemas.microsoft.com/office/drawing/2014/main" id="{65488BBD-4D87-6567-0D38-6FC07DA7743E}"/>
                </a:ext>
              </a:extLst>
            </p:cNvPr>
            <p:cNvSpPr/>
            <p:nvPr/>
          </p:nvSpPr>
          <p:spPr>
            <a:xfrm>
              <a:off x="6379875" y="3555575"/>
              <a:ext cx="25" cy="168550"/>
            </a:xfrm>
            <a:custGeom>
              <a:avLst/>
              <a:gdLst/>
              <a:ahLst/>
              <a:cxnLst/>
              <a:rect l="l" t="t" r="r" b="b"/>
              <a:pathLst>
                <a:path w="1" h="6742" extrusionOk="0">
                  <a:moveTo>
                    <a:pt x="1" y="1"/>
                  </a:moveTo>
                  <a:lnTo>
                    <a:pt x="1" y="67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8" name="Google Shape;5618;p80">
              <a:extLst>
                <a:ext uri="{FF2B5EF4-FFF2-40B4-BE49-F238E27FC236}">
                  <a16:creationId xmlns:a16="http://schemas.microsoft.com/office/drawing/2014/main" id="{78F48445-89BE-3B91-3B04-BDDB2013D2BC}"/>
                </a:ext>
              </a:extLst>
            </p:cNvPr>
            <p:cNvSpPr/>
            <p:nvPr/>
          </p:nvSpPr>
          <p:spPr>
            <a:xfrm>
              <a:off x="6378250" y="3553400"/>
              <a:ext cx="3850" cy="173075"/>
            </a:xfrm>
            <a:custGeom>
              <a:avLst/>
              <a:gdLst/>
              <a:ahLst/>
              <a:cxnLst/>
              <a:rect l="l" t="t" r="r" b="b"/>
              <a:pathLst>
                <a:path w="154" h="6923" extrusionOk="0">
                  <a:moveTo>
                    <a:pt x="66" y="0"/>
                  </a:moveTo>
                  <a:cubicBezTo>
                    <a:pt x="29" y="0"/>
                    <a:pt x="0" y="29"/>
                    <a:pt x="0" y="88"/>
                  </a:cubicBezTo>
                  <a:lnTo>
                    <a:pt x="0" y="6828"/>
                  </a:lnTo>
                  <a:cubicBezTo>
                    <a:pt x="0" y="6865"/>
                    <a:pt x="29" y="6923"/>
                    <a:pt x="66" y="6923"/>
                  </a:cubicBezTo>
                  <a:cubicBezTo>
                    <a:pt x="124" y="6923"/>
                    <a:pt x="153" y="6865"/>
                    <a:pt x="153" y="6828"/>
                  </a:cubicBezTo>
                  <a:lnTo>
                    <a:pt x="153" y="88"/>
                  </a:lnTo>
                  <a:cubicBezTo>
                    <a:pt x="153" y="29"/>
                    <a:pt x="12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9" name="Google Shape;5619;p80">
              <a:extLst>
                <a:ext uri="{FF2B5EF4-FFF2-40B4-BE49-F238E27FC236}">
                  <a16:creationId xmlns:a16="http://schemas.microsoft.com/office/drawing/2014/main" id="{686798FA-636D-D6E1-52E4-F98BC2EC44CA}"/>
                </a:ext>
              </a:extLst>
            </p:cNvPr>
            <p:cNvSpPr/>
            <p:nvPr/>
          </p:nvSpPr>
          <p:spPr>
            <a:xfrm>
              <a:off x="6400275" y="3555575"/>
              <a:ext cx="4600" cy="168550"/>
            </a:xfrm>
            <a:custGeom>
              <a:avLst/>
              <a:gdLst/>
              <a:ahLst/>
              <a:cxnLst/>
              <a:rect l="l" t="t" r="r" b="b"/>
              <a:pathLst>
                <a:path w="184" h="6742" extrusionOk="0">
                  <a:moveTo>
                    <a:pt x="1" y="1"/>
                  </a:moveTo>
                  <a:lnTo>
                    <a:pt x="183" y="67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0" name="Google Shape;5620;p80">
              <a:extLst>
                <a:ext uri="{FF2B5EF4-FFF2-40B4-BE49-F238E27FC236}">
                  <a16:creationId xmlns:a16="http://schemas.microsoft.com/office/drawing/2014/main" id="{B166A4A1-5FBC-C9FB-F143-FEA31241F486}"/>
                </a:ext>
              </a:extLst>
            </p:cNvPr>
            <p:cNvSpPr/>
            <p:nvPr/>
          </p:nvSpPr>
          <p:spPr>
            <a:xfrm>
              <a:off x="6398100" y="3553400"/>
              <a:ext cx="9125" cy="173075"/>
            </a:xfrm>
            <a:custGeom>
              <a:avLst/>
              <a:gdLst/>
              <a:ahLst/>
              <a:cxnLst/>
              <a:rect l="l" t="t" r="r" b="b"/>
              <a:pathLst>
                <a:path w="365" h="6923" extrusionOk="0">
                  <a:moveTo>
                    <a:pt x="88" y="0"/>
                  </a:moveTo>
                  <a:cubicBezTo>
                    <a:pt x="30" y="0"/>
                    <a:pt x="1" y="58"/>
                    <a:pt x="1" y="88"/>
                  </a:cubicBezTo>
                  <a:lnTo>
                    <a:pt x="183" y="6828"/>
                  </a:lnTo>
                  <a:cubicBezTo>
                    <a:pt x="183" y="6865"/>
                    <a:pt x="212" y="6923"/>
                    <a:pt x="270" y="6923"/>
                  </a:cubicBezTo>
                  <a:cubicBezTo>
                    <a:pt x="299" y="6894"/>
                    <a:pt x="365" y="6865"/>
                    <a:pt x="365" y="6828"/>
                  </a:cubicBezTo>
                  <a:lnTo>
                    <a:pt x="146" y="88"/>
                  </a:lnTo>
                  <a:cubicBezTo>
                    <a:pt x="146" y="29"/>
                    <a:pt x="117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1" name="Google Shape;5621;p80">
              <a:extLst>
                <a:ext uri="{FF2B5EF4-FFF2-40B4-BE49-F238E27FC236}">
                  <a16:creationId xmlns:a16="http://schemas.microsoft.com/office/drawing/2014/main" id="{29CF30FD-BEED-BEFF-A817-AE447624969C}"/>
                </a:ext>
              </a:extLst>
            </p:cNvPr>
            <p:cNvSpPr/>
            <p:nvPr/>
          </p:nvSpPr>
          <p:spPr>
            <a:xfrm>
              <a:off x="6419950" y="3555575"/>
              <a:ext cx="5500" cy="167075"/>
            </a:xfrm>
            <a:custGeom>
              <a:avLst/>
              <a:gdLst/>
              <a:ahLst/>
              <a:cxnLst/>
              <a:rect l="l" t="t" r="r" b="b"/>
              <a:pathLst>
                <a:path w="220" h="6683" extrusionOk="0">
                  <a:moveTo>
                    <a:pt x="1" y="1"/>
                  </a:moveTo>
                  <a:lnTo>
                    <a:pt x="220" y="66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2" name="Google Shape;5622;p80">
              <a:extLst>
                <a:ext uri="{FF2B5EF4-FFF2-40B4-BE49-F238E27FC236}">
                  <a16:creationId xmlns:a16="http://schemas.microsoft.com/office/drawing/2014/main" id="{B24AFC84-2327-61D9-7956-1B9733705F61}"/>
                </a:ext>
              </a:extLst>
            </p:cNvPr>
            <p:cNvSpPr/>
            <p:nvPr/>
          </p:nvSpPr>
          <p:spPr>
            <a:xfrm>
              <a:off x="6418500" y="3553400"/>
              <a:ext cx="9150" cy="170725"/>
            </a:xfrm>
            <a:custGeom>
              <a:avLst/>
              <a:gdLst/>
              <a:ahLst/>
              <a:cxnLst/>
              <a:rect l="l" t="t" r="r" b="b"/>
              <a:pathLst>
                <a:path w="366" h="6829" extrusionOk="0">
                  <a:moveTo>
                    <a:pt x="59" y="0"/>
                  </a:moveTo>
                  <a:cubicBezTo>
                    <a:pt x="30" y="0"/>
                    <a:pt x="1" y="58"/>
                    <a:pt x="1" y="88"/>
                  </a:cubicBezTo>
                  <a:lnTo>
                    <a:pt x="183" y="6770"/>
                  </a:lnTo>
                  <a:cubicBezTo>
                    <a:pt x="183" y="6799"/>
                    <a:pt x="212" y="6828"/>
                    <a:pt x="278" y="6828"/>
                  </a:cubicBezTo>
                  <a:cubicBezTo>
                    <a:pt x="336" y="6828"/>
                    <a:pt x="365" y="6799"/>
                    <a:pt x="365" y="6770"/>
                  </a:cubicBezTo>
                  <a:lnTo>
                    <a:pt x="154" y="88"/>
                  </a:lnTo>
                  <a:cubicBezTo>
                    <a:pt x="154" y="29"/>
                    <a:pt x="125" y="0"/>
                    <a:pt x="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3" name="Google Shape;5623;p80">
              <a:extLst>
                <a:ext uri="{FF2B5EF4-FFF2-40B4-BE49-F238E27FC236}">
                  <a16:creationId xmlns:a16="http://schemas.microsoft.com/office/drawing/2014/main" id="{600B31C0-0267-17CC-937F-41B6687F09FB}"/>
                </a:ext>
              </a:extLst>
            </p:cNvPr>
            <p:cNvSpPr/>
            <p:nvPr/>
          </p:nvSpPr>
          <p:spPr>
            <a:xfrm>
              <a:off x="6441275" y="3555575"/>
              <a:ext cx="2400" cy="167075"/>
            </a:xfrm>
            <a:custGeom>
              <a:avLst/>
              <a:gdLst/>
              <a:ahLst/>
              <a:cxnLst/>
              <a:rect l="l" t="t" r="r" b="b"/>
              <a:pathLst>
                <a:path w="96" h="6683" extrusionOk="0">
                  <a:moveTo>
                    <a:pt x="1" y="1"/>
                  </a:moveTo>
                  <a:lnTo>
                    <a:pt x="95" y="66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4" name="Google Shape;5624;p80">
              <a:extLst>
                <a:ext uri="{FF2B5EF4-FFF2-40B4-BE49-F238E27FC236}">
                  <a16:creationId xmlns:a16="http://schemas.microsoft.com/office/drawing/2014/main" id="{107FA1C8-4BBB-9148-5A8F-C1E4778114D9}"/>
                </a:ext>
              </a:extLst>
            </p:cNvPr>
            <p:cNvSpPr/>
            <p:nvPr/>
          </p:nvSpPr>
          <p:spPr>
            <a:xfrm>
              <a:off x="6439100" y="3553400"/>
              <a:ext cx="6750" cy="170725"/>
            </a:xfrm>
            <a:custGeom>
              <a:avLst/>
              <a:gdLst/>
              <a:ahLst/>
              <a:cxnLst/>
              <a:rect l="l" t="t" r="r" b="b"/>
              <a:pathLst>
                <a:path w="270" h="6829" extrusionOk="0">
                  <a:moveTo>
                    <a:pt x="88" y="0"/>
                  </a:moveTo>
                  <a:cubicBezTo>
                    <a:pt x="29" y="0"/>
                    <a:pt x="0" y="29"/>
                    <a:pt x="0" y="88"/>
                  </a:cubicBezTo>
                  <a:lnTo>
                    <a:pt x="117" y="6770"/>
                  </a:lnTo>
                  <a:cubicBezTo>
                    <a:pt x="117" y="6799"/>
                    <a:pt x="146" y="6828"/>
                    <a:pt x="182" y="6828"/>
                  </a:cubicBezTo>
                  <a:lnTo>
                    <a:pt x="211" y="6828"/>
                  </a:lnTo>
                  <a:cubicBezTo>
                    <a:pt x="241" y="6828"/>
                    <a:pt x="270" y="6799"/>
                    <a:pt x="270" y="6770"/>
                  </a:cubicBezTo>
                  <a:lnTo>
                    <a:pt x="182" y="88"/>
                  </a:lnTo>
                  <a:cubicBezTo>
                    <a:pt x="146" y="29"/>
                    <a:pt x="117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5625;p80">
              <a:extLst>
                <a:ext uri="{FF2B5EF4-FFF2-40B4-BE49-F238E27FC236}">
                  <a16:creationId xmlns:a16="http://schemas.microsoft.com/office/drawing/2014/main" id="{FCDC5DF9-AD79-755F-DC55-BCF4F2C792C7}"/>
                </a:ext>
              </a:extLst>
            </p:cNvPr>
            <p:cNvSpPr/>
            <p:nvPr/>
          </p:nvSpPr>
          <p:spPr>
            <a:xfrm>
              <a:off x="6462600" y="3555575"/>
              <a:ext cx="2925" cy="171625"/>
            </a:xfrm>
            <a:custGeom>
              <a:avLst/>
              <a:gdLst/>
              <a:ahLst/>
              <a:cxnLst/>
              <a:rect l="l" t="t" r="r" b="b"/>
              <a:pathLst>
                <a:path w="117" h="6865" extrusionOk="0">
                  <a:moveTo>
                    <a:pt x="0" y="1"/>
                  </a:moveTo>
                  <a:lnTo>
                    <a:pt x="117" y="68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6" name="Google Shape;5626;p80">
              <a:extLst>
                <a:ext uri="{FF2B5EF4-FFF2-40B4-BE49-F238E27FC236}">
                  <a16:creationId xmlns:a16="http://schemas.microsoft.com/office/drawing/2014/main" id="{797DE734-428B-3A82-520F-58F2C6581F60}"/>
                </a:ext>
              </a:extLst>
            </p:cNvPr>
            <p:cNvSpPr/>
            <p:nvPr/>
          </p:nvSpPr>
          <p:spPr>
            <a:xfrm>
              <a:off x="6460225" y="3553400"/>
              <a:ext cx="7675" cy="175275"/>
            </a:xfrm>
            <a:custGeom>
              <a:avLst/>
              <a:gdLst/>
              <a:ahLst/>
              <a:cxnLst/>
              <a:rect l="l" t="t" r="r" b="b"/>
              <a:pathLst>
                <a:path w="307" h="7011" extrusionOk="0">
                  <a:moveTo>
                    <a:pt x="95" y="0"/>
                  </a:moveTo>
                  <a:cubicBezTo>
                    <a:pt x="66" y="0"/>
                    <a:pt x="0" y="29"/>
                    <a:pt x="0" y="88"/>
                  </a:cubicBezTo>
                  <a:lnTo>
                    <a:pt x="124" y="6952"/>
                  </a:lnTo>
                  <a:cubicBezTo>
                    <a:pt x="124" y="6981"/>
                    <a:pt x="183" y="7010"/>
                    <a:pt x="212" y="7010"/>
                  </a:cubicBezTo>
                  <a:cubicBezTo>
                    <a:pt x="277" y="7010"/>
                    <a:pt x="307" y="6981"/>
                    <a:pt x="307" y="6923"/>
                  </a:cubicBezTo>
                  <a:lnTo>
                    <a:pt x="183" y="88"/>
                  </a:lnTo>
                  <a:cubicBezTo>
                    <a:pt x="183" y="29"/>
                    <a:pt x="153" y="0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5627;p80">
              <a:extLst>
                <a:ext uri="{FF2B5EF4-FFF2-40B4-BE49-F238E27FC236}">
                  <a16:creationId xmlns:a16="http://schemas.microsoft.com/office/drawing/2014/main" id="{6EF21D3A-8D1A-AAE9-0A0D-15581232F5B7}"/>
                </a:ext>
              </a:extLst>
            </p:cNvPr>
            <p:cNvSpPr/>
            <p:nvPr/>
          </p:nvSpPr>
          <p:spPr>
            <a:xfrm>
              <a:off x="6177125" y="3690025"/>
              <a:ext cx="349975" cy="159425"/>
            </a:xfrm>
            <a:custGeom>
              <a:avLst/>
              <a:gdLst/>
              <a:ahLst/>
              <a:cxnLst/>
              <a:rect l="l" t="t" r="r" b="b"/>
              <a:pathLst>
                <a:path w="13999" h="6377" extrusionOk="0">
                  <a:moveTo>
                    <a:pt x="13299" y="0"/>
                  </a:moveTo>
                  <a:lnTo>
                    <a:pt x="7047" y="241"/>
                  </a:lnTo>
                  <a:lnTo>
                    <a:pt x="6253" y="2704"/>
                  </a:lnTo>
                  <a:lnTo>
                    <a:pt x="0" y="6318"/>
                  </a:lnTo>
                  <a:lnTo>
                    <a:pt x="13999" y="6377"/>
                  </a:lnTo>
                  <a:lnTo>
                    <a:pt x="132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5628;p80">
              <a:extLst>
                <a:ext uri="{FF2B5EF4-FFF2-40B4-BE49-F238E27FC236}">
                  <a16:creationId xmlns:a16="http://schemas.microsoft.com/office/drawing/2014/main" id="{1A81B976-590B-059F-4D39-49254F36C6C7}"/>
                </a:ext>
              </a:extLst>
            </p:cNvPr>
            <p:cNvSpPr/>
            <p:nvPr/>
          </p:nvSpPr>
          <p:spPr>
            <a:xfrm>
              <a:off x="6174925" y="3687650"/>
              <a:ext cx="354375" cy="164000"/>
            </a:xfrm>
            <a:custGeom>
              <a:avLst/>
              <a:gdLst/>
              <a:ahLst/>
              <a:cxnLst/>
              <a:rect l="l" t="t" r="r" b="b"/>
              <a:pathLst>
                <a:path w="14175" h="6560" extrusionOk="0">
                  <a:moveTo>
                    <a:pt x="13329" y="183"/>
                  </a:moveTo>
                  <a:lnTo>
                    <a:pt x="13992" y="6377"/>
                  </a:lnTo>
                  <a:lnTo>
                    <a:pt x="394" y="6319"/>
                  </a:lnTo>
                  <a:lnTo>
                    <a:pt x="6406" y="2857"/>
                  </a:lnTo>
                  <a:lnTo>
                    <a:pt x="6435" y="2828"/>
                  </a:lnTo>
                  <a:lnTo>
                    <a:pt x="7193" y="431"/>
                  </a:lnTo>
                  <a:lnTo>
                    <a:pt x="13329" y="183"/>
                  </a:lnTo>
                  <a:close/>
                  <a:moveTo>
                    <a:pt x="13387" y="1"/>
                  </a:moveTo>
                  <a:lnTo>
                    <a:pt x="7135" y="278"/>
                  </a:lnTo>
                  <a:cubicBezTo>
                    <a:pt x="7069" y="278"/>
                    <a:pt x="7040" y="278"/>
                    <a:pt x="7040" y="336"/>
                  </a:cubicBezTo>
                  <a:lnTo>
                    <a:pt x="6282" y="2733"/>
                  </a:lnTo>
                  <a:lnTo>
                    <a:pt x="59" y="6348"/>
                  </a:lnTo>
                  <a:cubicBezTo>
                    <a:pt x="30" y="6348"/>
                    <a:pt x="1" y="6413"/>
                    <a:pt x="1" y="6442"/>
                  </a:cubicBezTo>
                  <a:cubicBezTo>
                    <a:pt x="30" y="6472"/>
                    <a:pt x="59" y="6501"/>
                    <a:pt x="88" y="6501"/>
                  </a:cubicBezTo>
                  <a:lnTo>
                    <a:pt x="14087" y="6559"/>
                  </a:lnTo>
                  <a:cubicBezTo>
                    <a:pt x="14116" y="6559"/>
                    <a:pt x="14116" y="6559"/>
                    <a:pt x="14145" y="6530"/>
                  </a:cubicBezTo>
                  <a:cubicBezTo>
                    <a:pt x="14145" y="6501"/>
                    <a:pt x="14174" y="6501"/>
                    <a:pt x="14174" y="6472"/>
                  </a:cubicBezTo>
                  <a:lnTo>
                    <a:pt x="13482" y="95"/>
                  </a:lnTo>
                  <a:cubicBezTo>
                    <a:pt x="13482" y="37"/>
                    <a:pt x="13446" y="1"/>
                    <a:pt x="13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9" name="Google Shape;5629;p80">
              <a:extLst>
                <a:ext uri="{FF2B5EF4-FFF2-40B4-BE49-F238E27FC236}">
                  <a16:creationId xmlns:a16="http://schemas.microsoft.com/office/drawing/2014/main" id="{83F766FF-5525-00EF-A43E-F8DC95DB7321}"/>
                </a:ext>
              </a:extLst>
            </p:cNvPr>
            <p:cNvSpPr/>
            <p:nvPr/>
          </p:nvSpPr>
          <p:spPr>
            <a:xfrm>
              <a:off x="6270575" y="3776250"/>
              <a:ext cx="23525" cy="39875"/>
            </a:xfrm>
            <a:custGeom>
              <a:avLst/>
              <a:gdLst/>
              <a:ahLst/>
              <a:cxnLst/>
              <a:rect l="l" t="t" r="r" b="b"/>
              <a:pathLst>
                <a:path w="941" h="1595" extrusionOk="0">
                  <a:moveTo>
                    <a:pt x="103" y="1"/>
                  </a:moveTo>
                  <a:cubicBezTo>
                    <a:pt x="90" y="1"/>
                    <a:pt x="76" y="4"/>
                    <a:pt x="59" y="13"/>
                  </a:cubicBezTo>
                  <a:cubicBezTo>
                    <a:pt x="30" y="42"/>
                    <a:pt x="1" y="71"/>
                    <a:pt x="30" y="137"/>
                  </a:cubicBezTo>
                  <a:lnTo>
                    <a:pt x="788" y="1528"/>
                  </a:lnTo>
                  <a:cubicBezTo>
                    <a:pt x="788" y="1558"/>
                    <a:pt x="817" y="1594"/>
                    <a:pt x="846" y="1594"/>
                  </a:cubicBezTo>
                  <a:lnTo>
                    <a:pt x="911" y="1594"/>
                  </a:lnTo>
                  <a:cubicBezTo>
                    <a:pt x="941" y="1558"/>
                    <a:pt x="941" y="1499"/>
                    <a:pt x="941" y="1470"/>
                  </a:cubicBezTo>
                  <a:lnTo>
                    <a:pt x="183" y="42"/>
                  </a:lnTo>
                  <a:cubicBezTo>
                    <a:pt x="157" y="21"/>
                    <a:pt x="135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80">
              <a:extLst>
                <a:ext uri="{FF2B5EF4-FFF2-40B4-BE49-F238E27FC236}">
                  <a16:creationId xmlns:a16="http://schemas.microsoft.com/office/drawing/2014/main" id="{E2F34E4B-3751-AD76-92D5-C64B0A9B3AA2}"/>
                </a:ext>
              </a:extLst>
            </p:cNvPr>
            <p:cNvSpPr/>
            <p:nvPr/>
          </p:nvSpPr>
          <p:spPr>
            <a:xfrm>
              <a:off x="6298625" y="3762900"/>
              <a:ext cx="23525" cy="40275"/>
            </a:xfrm>
            <a:custGeom>
              <a:avLst/>
              <a:gdLst/>
              <a:ahLst/>
              <a:cxnLst/>
              <a:rect l="l" t="t" r="r" b="b"/>
              <a:pathLst>
                <a:path w="941" h="1611" extrusionOk="0">
                  <a:moveTo>
                    <a:pt x="59" y="0"/>
                  </a:moveTo>
                  <a:cubicBezTo>
                    <a:pt x="1" y="29"/>
                    <a:pt x="1" y="88"/>
                    <a:pt x="30" y="124"/>
                  </a:cubicBezTo>
                  <a:lnTo>
                    <a:pt x="759" y="1545"/>
                  </a:lnTo>
                  <a:cubicBezTo>
                    <a:pt x="788" y="1582"/>
                    <a:pt x="817" y="1611"/>
                    <a:pt x="846" y="1611"/>
                  </a:cubicBezTo>
                  <a:lnTo>
                    <a:pt x="883" y="1582"/>
                  </a:lnTo>
                  <a:cubicBezTo>
                    <a:pt x="912" y="1582"/>
                    <a:pt x="941" y="1516"/>
                    <a:pt x="912" y="1458"/>
                  </a:cubicBezTo>
                  <a:lnTo>
                    <a:pt x="183" y="59"/>
                  </a:lnTo>
                  <a:cubicBezTo>
                    <a:pt x="154" y="0"/>
                    <a:pt x="88" y="0"/>
                    <a:pt x="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80">
              <a:extLst>
                <a:ext uri="{FF2B5EF4-FFF2-40B4-BE49-F238E27FC236}">
                  <a16:creationId xmlns:a16="http://schemas.microsoft.com/office/drawing/2014/main" id="{F336DD07-D1CE-B89B-6B28-A4E3211A87F4}"/>
                </a:ext>
              </a:extLst>
            </p:cNvPr>
            <p:cNvSpPr/>
            <p:nvPr/>
          </p:nvSpPr>
          <p:spPr>
            <a:xfrm>
              <a:off x="6227950" y="3831950"/>
              <a:ext cx="258900" cy="4575"/>
            </a:xfrm>
            <a:custGeom>
              <a:avLst/>
              <a:gdLst/>
              <a:ahLst/>
              <a:cxnLst/>
              <a:rect l="l" t="t" r="r" b="b"/>
              <a:pathLst>
                <a:path w="10356" h="183" extrusionOk="0">
                  <a:moveTo>
                    <a:pt x="95" y="0"/>
                  </a:moveTo>
                  <a:cubicBezTo>
                    <a:pt x="30" y="0"/>
                    <a:pt x="0" y="58"/>
                    <a:pt x="0" y="95"/>
                  </a:cubicBezTo>
                  <a:cubicBezTo>
                    <a:pt x="0" y="153"/>
                    <a:pt x="30" y="182"/>
                    <a:pt x="95" y="182"/>
                  </a:cubicBezTo>
                  <a:lnTo>
                    <a:pt x="10297" y="182"/>
                  </a:lnTo>
                  <a:cubicBezTo>
                    <a:pt x="10326" y="182"/>
                    <a:pt x="10355" y="153"/>
                    <a:pt x="10355" y="95"/>
                  </a:cubicBezTo>
                  <a:cubicBezTo>
                    <a:pt x="10355" y="58"/>
                    <a:pt x="10326" y="0"/>
                    <a:pt x="10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80">
              <a:extLst>
                <a:ext uri="{FF2B5EF4-FFF2-40B4-BE49-F238E27FC236}">
                  <a16:creationId xmlns:a16="http://schemas.microsoft.com/office/drawing/2014/main" id="{99CA0EF5-0EEE-E983-3EDC-C661B4724ED2}"/>
                </a:ext>
              </a:extLst>
            </p:cNvPr>
            <p:cNvSpPr/>
            <p:nvPr/>
          </p:nvSpPr>
          <p:spPr>
            <a:xfrm>
              <a:off x="6107350" y="3126750"/>
              <a:ext cx="344525" cy="472925"/>
            </a:xfrm>
            <a:custGeom>
              <a:avLst/>
              <a:gdLst/>
              <a:ahLst/>
              <a:cxnLst/>
              <a:rect l="l" t="t" r="r" b="b"/>
              <a:pathLst>
                <a:path w="13781" h="18917" extrusionOk="0">
                  <a:moveTo>
                    <a:pt x="10198" y="1"/>
                  </a:moveTo>
                  <a:cubicBezTo>
                    <a:pt x="8993" y="1"/>
                    <a:pt x="7479" y="31"/>
                    <a:pt x="5648" y="124"/>
                  </a:cubicBezTo>
                  <a:cubicBezTo>
                    <a:pt x="1093" y="335"/>
                    <a:pt x="0" y="18917"/>
                    <a:pt x="0" y="18917"/>
                  </a:cubicBezTo>
                  <a:lnTo>
                    <a:pt x="11448" y="18917"/>
                  </a:lnTo>
                  <a:lnTo>
                    <a:pt x="13780" y="124"/>
                  </a:lnTo>
                  <a:cubicBezTo>
                    <a:pt x="13780" y="124"/>
                    <a:pt x="12608" y="1"/>
                    <a:pt x="10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80">
              <a:extLst>
                <a:ext uri="{FF2B5EF4-FFF2-40B4-BE49-F238E27FC236}">
                  <a16:creationId xmlns:a16="http://schemas.microsoft.com/office/drawing/2014/main" id="{DE902420-5D28-668A-0F48-8529422E4AAF}"/>
                </a:ext>
              </a:extLst>
            </p:cNvPr>
            <p:cNvSpPr/>
            <p:nvPr/>
          </p:nvSpPr>
          <p:spPr>
            <a:xfrm>
              <a:off x="6111175" y="3535900"/>
              <a:ext cx="292225" cy="10600"/>
            </a:xfrm>
            <a:custGeom>
              <a:avLst/>
              <a:gdLst/>
              <a:ahLst/>
              <a:cxnLst/>
              <a:rect l="l" t="t" r="r" b="b"/>
              <a:pathLst>
                <a:path w="11689" h="424" extrusionOk="0">
                  <a:moveTo>
                    <a:pt x="11594" y="1"/>
                  </a:moveTo>
                  <a:lnTo>
                    <a:pt x="88" y="277"/>
                  </a:lnTo>
                  <a:cubicBezTo>
                    <a:pt x="59" y="277"/>
                    <a:pt x="0" y="307"/>
                    <a:pt x="0" y="336"/>
                  </a:cubicBezTo>
                  <a:cubicBezTo>
                    <a:pt x="29" y="394"/>
                    <a:pt x="59" y="423"/>
                    <a:pt x="88" y="423"/>
                  </a:cubicBezTo>
                  <a:lnTo>
                    <a:pt x="11623" y="183"/>
                  </a:lnTo>
                  <a:cubicBezTo>
                    <a:pt x="11660" y="183"/>
                    <a:pt x="11689" y="154"/>
                    <a:pt x="11689" y="95"/>
                  </a:cubicBezTo>
                  <a:cubicBezTo>
                    <a:pt x="11689" y="59"/>
                    <a:pt x="11660" y="1"/>
                    <a:pt x="11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80">
              <a:extLst>
                <a:ext uri="{FF2B5EF4-FFF2-40B4-BE49-F238E27FC236}">
                  <a16:creationId xmlns:a16="http://schemas.microsoft.com/office/drawing/2014/main" id="{E7D3AEEC-8725-19C8-203E-5BE02B74265B}"/>
                </a:ext>
              </a:extLst>
            </p:cNvPr>
            <p:cNvSpPr/>
            <p:nvPr/>
          </p:nvSpPr>
          <p:spPr>
            <a:xfrm>
              <a:off x="6307000" y="3109450"/>
              <a:ext cx="558600" cy="516100"/>
            </a:xfrm>
            <a:custGeom>
              <a:avLst/>
              <a:gdLst/>
              <a:ahLst/>
              <a:cxnLst/>
              <a:rect l="l" t="t" r="r" b="b"/>
              <a:pathLst>
                <a:path w="22344" h="20644" extrusionOk="0">
                  <a:moveTo>
                    <a:pt x="10322" y="1"/>
                  </a:moveTo>
                  <a:cubicBezTo>
                    <a:pt x="2989" y="1"/>
                    <a:pt x="1" y="2176"/>
                    <a:pt x="1" y="5370"/>
                  </a:cubicBezTo>
                  <a:cubicBezTo>
                    <a:pt x="1" y="7797"/>
                    <a:pt x="511" y="20644"/>
                    <a:pt x="511" y="20644"/>
                  </a:cubicBezTo>
                  <a:lnTo>
                    <a:pt x="9044" y="20396"/>
                  </a:lnTo>
                  <a:lnTo>
                    <a:pt x="8498" y="8737"/>
                  </a:lnTo>
                  <a:lnTo>
                    <a:pt x="8498" y="8737"/>
                  </a:lnTo>
                  <a:cubicBezTo>
                    <a:pt x="8498" y="8737"/>
                    <a:pt x="10725" y="9034"/>
                    <a:pt x="13333" y="9034"/>
                  </a:cubicBezTo>
                  <a:cubicBezTo>
                    <a:pt x="15064" y="9034"/>
                    <a:pt x="16962" y="8903"/>
                    <a:pt x="18488" y="8467"/>
                  </a:cubicBezTo>
                  <a:cubicBezTo>
                    <a:pt x="22343" y="7374"/>
                    <a:pt x="21279" y="116"/>
                    <a:pt x="21279" y="116"/>
                  </a:cubicBezTo>
                  <a:lnTo>
                    <a:pt x="13446" y="116"/>
                  </a:lnTo>
                  <a:cubicBezTo>
                    <a:pt x="12327" y="38"/>
                    <a:pt x="11287" y="1"/>
                    <a:pt x="10322" y="1"/>
                  </a:cubicBezTo>
                  <a:close/>
                </a:path>
              </a:pathLst>
            </a:custGeom>
            <a:solidFill>
              <a:srgbClr val="1300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80">
              <a:extLst>
                <a:ext uri="{FF2B5EF4-FFF2-40B4-BE49-F238E27FC236}">
                  <a16:creationId xmlns:a16="http://schemas.microsoft.com/office/drawing/2014/main" id="{5313706C-DF67-5390-A6B1-0EBDEB7949D4}"/>
                </a:ext>
              </a:extLst>
            </p:cNvPr>
            <p:cNvSpPr/>
            <p:nvPr/>
          </p:nvSpPr>
          <p:spPr>
            <a:xfrm>
              <a:off x="6516525" y="3284925"/>
              <a:ext cx="301350" cy="52975"/>
            </a:xfrm>
            <a:custGeom>
              <a:avLst/>
              <a:gdLst/>
              <a:ahLst/>
              <a:cxnLst/>
              <a:rect l="l" t="t" r="r" b="b"/>
              <a:pathLst>
                <a:path w="12054" h="2119" extrusionOk="0">
                  <a:moveTo>
                    <a:pt x="11915" y="1"/>
                  </a:moveTo>
                  <a:cubicBezTo>
                    <a:pt x="11880" y="1"/>
                    <a:pt x="11844" y="15"/>
                    <a:pt x="11805" y="49"/>
                  </a:cubicBezTo>
                  <a:cubicBezTo>
                    <a:pt x="11383" y="690"/>
                    <a:pt x="10778" y="1142"/>
                    <a:pt x="10078" y="1324"/>
                  </a:cubicBezTo>
                  <a:cubicBezTo>
                    <a:pt x="8567" y="1763"/>
                    <a:pt x="6681" y="1894"/>
                    <a:pt x="4958" y="1894"/>
                  </a:cubicBezTo>
                  <a:cubicBezTo>
                    <a:pt x="2384" y="1894"/>
                    <a:pt x="174" y="1601"/>
                    <a:pt x="117" y="1601"/>
                  </a:cubicBezTo>
                  <a:cubicBezTo>
                    <a:pt x="58" y="1601"/>
                    <a:pt x="29" y="1630"/>
                    <a:pt x="0" y="1689"/>
                  </a:cubicBezTo>
                  <a:cubicBezTo>
                    <a:pt x="0" y="1754"/>
                    <a:pt x="29" y="1812"/>
                    <a:pt x="88" y="1812"/>
                  </a:cubicBezTo>
                  <a:cubicBezTo>
                    <a:pt x="146" y="1842"/>
                    <a:pt x="2368" y="2118"/>
                    <a:pt x="4977" y="2118"/>
                  </a:cubicBezTo>
                  <a:cubicBezTo>
                    <a:pt x="6704" y="2118"/>
                    <a:pt x="8621" y="1995"/>
                    <a:pt x="10137" y="1536"/>
                  </a:cubicBezTo>
                  <a:cubicBezTo>
                    <a:pt x="10894" y="1324"/>
                    <a:pt x="11536" y="872"/>
                    <a:pt x="12024" y="173"/>
                  </a:cubicBezTo>
                  <a:cubicBezTo>
                    <a:pt x="12053" y="115"/>
                    <a:pt x="12024" y="49"/>
                    <a:pt x="11987" y="20"/>
                  </a:cubicBezTo>
                  <a:cubicBezTo>
                    <a:pt x="11963" y="8"/>
                    <a:pt x="11939" y="1"/>
                    <a:pt x="11915" y="1"/>
                  </a:cubicBezTo>
                  <a:close/>
                </a:path>
              </a:pathLst>
            </a:custGeom>
            <a:solidFill>
              <a:srgbClr val="2ABB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80">
              <a:extLst>
                <a:ext uri="{FF2B5EF4-FFF2-40B4-BE49-F238E27FC236}">
                  <a16:creationId xmlns:a16="http://schemas.microsoft.com/office/drawing/2014/main" id="{CBAD3C8E-6CFB-B5D9-E92E-804C6E87F458}"/>
                </a:ext>
              </a:extLst>
            </p:cNvPr>
            <p:cNvSpPr/>
            <p:nvPr/>
          </p:nvSpPr>
          <p:spPr>
            <a:xfrm>
              <a:off x="6304650" y="3106825"/>
              <a:ext cx="341600" cy="521650"/>
            </a:xfrm>
            <a:custGeom>
              <a:avLst/>
              <a:gdLst/>
              <a:ahLst/>
              <a:cxnLst/>
              <a:rect l="l" t="t" r="r" b="b"/>
              <a:pathLst>
                <a:path w="13664" h="20866" extrusionOk="0">
                  <a:moveTo>
                    <a:pt x="10233" y="0"/>
                  </a:moveTo>
                  <a:cubicBezTo>
                    <a:pt x="5961" y="0"/>
                    <a:pt x="2986" y="768"/>
                    <a:pt x="1370" y="2283"/>
                  </a:cubicBezTo>
                  <a:cubicBezTo>
                    <a:pt x="459" y="3136"/>
                    <a:pt x="0" y="4200"/>
                    <a:pt x="0" y="5475"/>
                  </a:cubicBezTo>
                  <a:cubicBezTo>
                    <a:pt x="0" y="7873"/>
                    <a:pt x="488" y="20625"/>
                    <a:pt x="488" y="20778"/>
                  </a:cubicBezTo>
                  <a:lnTo>
                    <a:pt x="488" y="20865"/>
                  </a:lnTo>
                  <a:lnTo>
                    <a:pt x="9138" y="20625"/>
                  </a:lnTo>
                  <a:cubicBezTo>
                    <a:pt x="9204" y="20625"/>
                    <a:pt x="9262" y="20567"/>
                    <a:pt x="9262" y="20501"/>
                  </a:cubicBezTo>
                  <a:cubicBezTo>
                    <a:pt x="9262" y="20443"/>
                    <a:pt x="9204" y="20384"/>
                    <a:pt x="9138" y="20384"/>
                  </a:cubicBezTo>
                  <a:lnTo>
                    <a:pt x="700" y="20654"/>
                  </a:lnTo>
                  <a:cubicBezTo>
                    <a:pt x="671" y="19379"/>
                    <a:pt x="212" y="7749"/>
                    <a:pt x="212" y="5475"/>
                  </a:cubicBezTo>
                  <a:cubicBezTo>
                    <a:pt x="212" y="4258"/>
                    <a:pt x="671" y="3260"/>
                    <a:pt x="1516" y="2436"/>
                  </a:cubicBezTo>
                  <a:cubicBezTo>
                    <a:pt x="3091" y="962"/>
                    <a:pt x="6056" y="222"/>
                    <a:pt x="10318" y="222"/>
                  </a:cubicBezTo>
                  <a:cubicBezTo>
                    <a:pt x="11320" y="222"/>
                    <a:pt x="12395" y="263"/>
                    <a:pt x="13540" y="345"/>
                  </a:cubicBezTo>
                  <a:cubicBezTo>
                    <a:pt x="13605" y="345"/>
                    <a:pt x="13664" y="316"/>
                    <a:pt x="13664" y="250"/>
                  </a:cubicBezTo>
                  <a:cubicBezTo>
                    <a:pt x="13664" y="192"/>
                    <a:pt x="13605" y="134"/>
                    <a:pt x="13540" y="134"/>
                  </a:cubicBezTo>
                  <a:cubicBezTo>
                    <a:pt x="12363" y="45"/>
                    <a:pt x="11261" y="0"/>
                    <a:pt x="10233" y="0"/>
                  </a:cubicBezTo>
                  <a:close/>
                </a:path>
              </a:pathLst>
            </a:custGeom>
            <a:solidFill>
              <a:srgbClr val="2ABB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80">
              <a:extLst>
                <a:ext uri="{FF2B5EF4-FFF2-40B4-BE49-F238E27FC236}">
                  <a16:creationId xmlns:a16="http://schemas.microsoft.com/office/drawing/2014/main" id="{C14CD012-98A0-800D-620C-6CF62644F76C}"/>
                </a:ext>
              </a:extLst>
            </p:cNvPr>
            <p:cNvSpPr/>
            <p:nvPr/>
          </p:nvSpPr>
          <p:spPr>
            <a:xfrm>
              <a:off x="6514875" y="3284675"/>
              <a:ext cx="10775" cy="110075"/>
            </a:xfrm>
            <a:custGeom>
              <a:avLst/>
              <a:gdLst/>
              <a:ahLst/>
              <a:cxnLst/>
              <a:rect l="l" t="t" r="r" b="b"/>
              <a:pathLst>
                <a:path w="431" h="4403" extrusionOk="0">
                  <a:moveTo>
                    <a:pt x="95" y="1"/>
                  </a:moveTo>
                  <a:cubicBezTo>
                    <a:pt x="30" y="1"/>
                    <a:pt x="1" y="59"/>
                    <a:pt x="1" y="125"/>
                  </a:cubicBezTo>
                  <a:lnTo>
                    <a:pt x="183" y="4315"/>
                  </a:lnTo>
                  <a:cubicBezTo>
                    <a:pt x="183" y="4373"/>
                    <a:pt x="248" y="4402"/>
                    <a:pt x="307" y="4402"/>
                  </a:cubicBezTo>
                  <a:cubicBezTo>
                    <a:pt x="365" y="4402"/>
                    <a:pt x="431" y="4344"/>
                    <a:pt x="431" y="4278"/>
                  </a:cubicBezTo>
                  <a:lnTo>
                    <a:pt x="212" y="125"/>
                  </a:lnTo>
                  <a:cubicBezTo>
                    <a:pt x="212" y="59"/>
                    <a:pt x="154" y="1"/>
                    <a:pt x="95" y="1"/>
                  </a:cubicBezTo>
                  <a:close/>
                </a:path>
              </a:pathLst>
            </a:custGeom>
            <a:solidFill>
              <a:srgbClr val="2ABB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80">
              <a:extLst>
                <a:ext uri="{FF2B5EF4-FFF2-40B4-BE49-F238E27FC236}">
                  <a16:creationId xmlns:a16="http://schemas.microsoft.com/office/drawing/2014/main" id="{4083E6D2-1A07-3F89-2D91-5E9526A4AE7D}"/>
                </a:ext>
              </a:extLst>
            </p:cNvPr>
            <p:cNvSpPr/>
            <p:nvPr/>
          </p:nvSpPr>
          <p:spPr>
            <a:xfrm>
              <a:off x="6519425" y="3102500"/>
              <a:ext cx="348550" cy="234000"/>
            </a:xfrm>
            <a:custGeom>
              <a:avLst/>
              <a:gdLst/>
              <a:ahLst/>
              <a:cxnLst/>
              <a:rect l="l" t="t" r="r" b="b"/>
              <a:pathLst>
                <a:path w="13942" h="9360" extrusionOk="0">
                  <a:moveTo>
                    <a:pt x="5379" y="1"/>
                  </a:moveTo>
                  <a:lnTo>
                    <a:pt x="1" y="9015"/>
                  </a:lnTo>
                  <a:cubicBezTo>
                    <a:pt x="1" y="9015"/>
                    <a:pt x="2984" y="9359"/>
                    <a:pt x="5978" y="9359"/>
                  </a:cubicBezTo>
                  <a:cubicBezTo>
                    <a:pt x="7948" y="9359"/>
                    <a:pt x="9922" y="9210"/>
                    <a:pt x="11055" y="8716"/>
                  </a:cubicBezTo>
                  <a:cubicBezTo>
                    <a:pt x="13941" y="7470"/>
                    <a:pt x="13001" y="59"/>
                    <a:pt x="13001" y="59"/>
                  </a:cubicBezTo>
                  <a:lnTo>
                    <a:pt x="53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80">
              <a:extLst>
                <a:ext uri="{FF2B5EF4-FFF2-40B4-BE49-F238E27FC236}">
                  <a16:creationId xmlns:a16="http://schemas.microsoft.com/office/drawing/2014/main" id="{D2FB7C2E-2E2C-7AFD-5C85-E6E0B5D98AF6}"/>
                </a:ext>
              </a:extLst>
            </p:cNvPr>
            <p:cNvSpPr/>
            <p:nvPr/>
          </p:nvSpPr>
          <p:spPr>
            <a:xfrm>
              <a:off x="6266750" y="3100775"/>
              <a:ext cx="387150" cy="524775"/>
            </a:xfrm>
            <a:custGeom>
              <a:avLst/>
              <a:gdLst/>
              <a:ahLst/>
              <a:cxnLst/>
              <a:rect l="l" t="t" r="r" b="b"/>
              <a:pathLst>
                <a:path w="15486" h="20991" extrusionOk="0">
                  <a:moveTo>
                    <a:pt x="12086" y="1"/>
                  </a:moveTo>
                  <a:cubicBezTo>
                    <a:pt x="2966" y="1"/>
                    <a:pt x="1874" y="1768"/>
                    <a:pt x="970" y="4165"/>
                  </a:cubicBezTo>
                  <a:cubicBezTo>
                    <a:pt x="1" y="6839"/>
                    <a:pt x="1181" y="20991"/>
                    <a:pt x="1181" y="20991"/>
                  </a:cubicBezTo>
                  <a:lnTo>
                    <a:pt x="11113" y="20838"/>
                  </a:lnTo>
                  <a:lnTo>
                    <a:pt x="10108" y="9084"/>
                  </a:lnTo>
                  <a:lnTo>
                    <a:pt x="15486" y="70"/>
                  </a:lnTo>
                  <a:cubicBezTo>
                    <a:pt x="14243" y="23"/>
                    <a:pt x="13114" y="1"/>
                    <a:pt x="120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80">
              <a:extLst>
                <a:ext uri="{FF2B5EF4-FFF2-40B4-BE49-F238E27FC236}">
                  <a16:creationId xmlns:a16="http://schemas.microsoft.com/office/drawing/2014/main" id="{BC99BCC0-F50A-E53B-C2A0-6178771FD02F}"/>
                </a:ext>
              </a:extLst>
            </p:cNvPr>
            <p:cNvSpPr/>
            <p:nvPr/>
          </p:nvSpPr>
          <p:spPr>
            <a:xfrm>
              <a:off x="6290250" y="3561775"/>
              <a:ext cx="252700" cy="9125"/>
            </a:xfrm>
            <a:custGeom>
              <a:avLst/>
              <a:gdLst/>
              <a:ahLst/>
              <a:cxnLst/>
              <a:rect l="l" t="t" r="r" b="b"/>
              <a:pathLst>
                <a:path w="10108" h="365" extrusionOk="0">
                  <a:moveTo>
                    <a:pt x="10020" y="0"/>
                  </a:moveTo>
                  <a:lnTo>
                    <a:pt x="59" y="182"/>
                  </a:lnTo>
                  <a:cubicBezTo>
                    <a:pt x="30" y="182"/>
                    <a:pt x="1" y="241"/>
                    <a:pt x="1" y="270"/>
                  </a:cubicBezTo>
                  <a:cubicBezTo>
                    <a:pt x="1" y="336"/>
                    <a:pt x="30" y="365"/>
                    <a:pt x="59" y="365"/>
                  </a:cubicBezTo>
                  <a:lnTo>
                    <a:pt x="88" y="365"/>
                  </a:lnTo>
                  <a:lnTo>
                    <a:pt x="10020" y="182"/>
                  </a:lnTo>
                  <a:cubicBezTo>
                    <a:pt x="10050" y="182"/>
                    <a:pt x="10108" y="117"/>
                    <a:pt x="10079" y="88"/>
                  </a:cubicBezTo>
                  <a:cubicBezTo>
                    <a:pt x="10079" y="29"/>
                    <a:pt x="10050" y="0"/>
                    <a:pt x="100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80">
              <a:extLst>
                <a:ext uri="{FF2B5EF4-FFF2-40B4-BE49-F238E27FC236}">
                  <a16:creationId xmlns:a16="http://schemas.microsoft.com/office/drawing/2014/main" id="{1F72FD8B-309A-7384-1280-0B5C862B262A}"/>
                </a:ext>
              </a:extLst>
            </p:cNvPr>
            <p:cNvSpPr/>
            <p:nvPr/>
          </p:nvSpPr>
          <p:spPr>
            <a:xfrm>
              <a:off x="6515600" y="3285400"/>
              <a:ext cx="31175" cy="338525"/>
            </a:xfrm>
            <a:custGeom>
              <a:avLst/>
              <a:gdLst/>
              <a:ahLst/>
              <a:cxnLst/>
              <a:rect l="l" t="t" r="r" b="b"/>
              <a:pathLst>
                <a:path w="1247" h="13541" extrusionOk="0">
                  <a:moveTo>
                    <a:pt x="66" y="1"/>
                  </a:moveTo>
                  <a:cubicBezTo>
                    <a:pt x="37" y="1"/>
                    <a:pt x="1" y="30"/>
                    <a:pt x="1" y="96"/>
                  </a:cubicBezTo>
                  <a:lnTo>
                    <a:pt x="66" y="1699"/>
                  </a:lnTo>
                  <a:lnTo>
                    <a:pt x="1065" y="13453"/>
                  </a:lnTo>
                  <a:cubicBezTo>
                    <a:pt x="1094" y="13511"/>
                    <a:pt x="1130" y="13540"/>
                    <a:pt x="1159" y="13540"/>
                  </a:cubicBezTo>
                  <a:cubicBezTo>
                    <a:pt x="1218" y="13540"/>
                    <a:pt x="1247" y="13482"/>
                    <a:pt x="1247" y="13453"/>
                  </a:cubicBezTo>
                  <a:lnTo>
                    <a:pt x="248" y="1699"/>
                  </a:lnTo>
                  <a:lnTo>
                    <a:pt x="154" y="96"/>
                  </a:lnTo>
                  <a:cubicBezTo>
                    <a:pt x="154" y="30"/>
                    <a:pt x="12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80">
              <a:extLst>
                <a:ext uri="{FF2B5EF4-FFF2-40B4-BE49-F238E27FC236}">
                  <a16:creationId xmlns:a16="http://schemas.microsoft.com/office/drawing/2014/main" id="{CB1F5E3A-4F6F-D229-667B-F9E594CCCA34}"/>
                </a:ext>
              </a:extLst>
            </p:cNvPr>
            <p:cNvSpPr/>
            <p:nvPr/>
          </p:nvSpPr>
          <p:spPr>
            <a:xfrm>
              <a:off x="6264375" y="3099000"/>
              <a:ext cx="391725" cy="528750"/>
            </a:xfrm>
            <a:custGeom>
              <a:avLst/>
              <a:gdLst/>
              <a:ahLst/>
              <a:cxnLst/>
              <a:rect l="l" t="t" r="r" b="b"/>
              <a:pathLst>
                <a:path w="15669" h="21150" extrusionOk="0">
                  <a:moveTo>
                    <a:pt x="11902" y="0"/>
                  </a:moveTo>
                  <a:cubicBezTo>
                    <a:pt x="3271" y="0"/>
                    <a:pt x="1950" y="1648"/>
                    <a:pt x="1006" y="4207"/>
                  </a:cubicBezTo>
                  <a:cubicBezTo>
                    <a:pt x="1" y="6852"/>
                    <a:pt x="1159" y="20515"/>
                    <a:pt x="1189" y="21091"/>
                  </a:cubicBezTo>
                  <a:cubicBezTo>
                    <a:pt x="1218" y="21120"/>
                    <a:pt x="1247" y="21149"/>
                    <a:pt x="1276" y="21149"/>
                  </a:cubicBezTo>
                  <a:cubicBezTo>
                    <a:pt x="1342" y="21149"/>
                    <a:pt x="1371" y="21120"/>
                    <a:pt x="1371" y="21062"/>
                  </a:cubicBezTo>
                  <a:cubicBezTo>
                    <a:pt x="1371" y="20938"/>
                    <a:pt x="183" y="6881"/>
                    <a:pt x="1159" y="4272"/>
                  </a:cubicBezTo>
                  <a:cubicBezTo>
                    <a:pt x="2101" y="1754"/>
                    <a:pt x="3389" y="155"/>
                    <a:pt x="12049" y="155"/>
                  </a:cubicBezTo>
                  <a:cubicBezTo>
                    <a:pt x="13111" y="155"/>
                    <a:pt x="14284" y="179"/>
                    <a:pt x="15581" y="228"/>
                  </a:cubicBezTo>
                  <a:cubicBezTo>
                    <a:pt x="15610" y="228"/>
                    <a:pt x="15668" y="199"/>
                    <a:pt x="15668" y="170"/>
                  </a:cubicBezTo>
                  <a:cubicBezTo>
                    <a:pt x="15668" y="111"/>
                    <a:pt x="15639" y="82"/>
                    <a:pt x="15581" y="82"/>
                  </a:cubicBezTo>
                  <a:cubicBezTo>
                    <a:pt x="14226" y="27"/>
                    <a:pt x="13004" y="0"/>
                    <a:pt x="119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80">
              <a:extLst>
                <a:ext uri="{FF2B5EF4-FFF2-40B4-BE49-F238E27FC236}">
                  <a16:creationId xmlns:a16="http://schemas.microsoft.com/office/drawing/2014/main" id="{AAA2D648-B37F-5DF7-9515-A247F3400003}"/>
                </a:ext>
              </a:extLst>
            </p:cNvPr>
            <p:cNvSpPr/>
            <p:nvPr/>
          </p:nvSpPr>
          <p:spPr>
            <a:xfrm>
              <a:off x="6243250" y="2614175"/>
              <a:ext cx="239775" cy="227300"/>
            </a:xfrm>
            <a:custGeom>
              <a:avLst/>
              <a:gdLst/>
              <a:ahLst/>
              <a:cxnLst/>
              <a:rect l="l" t="t" r="r" b="b"/>
              <a:pathLst>
                <a:path w="9591" h="9092" extrusionOk="0">
                  <a:moveTo>
                    <a:pt x="1543" y="510"/>
                  </a:moveTo>
                  <a:lnTo>
                    <a:pt x="1604" y="529"/>
                  </a:lnTo>
                  <a:lnTo>
                    <a:pt x="1575" y="529"/>
                  </a:lnTo>
                  <a:cubicBezTo>
                    <a:pt x="1564" y="522"/>
                    <a:pt x="1554" y="516"/>
                    <a:pt x="1543" y="510"/>
                  </a:cubicBezTo>
                  <a:close/>
                  <a:moveTo>
                    <a:pt x="748" y="1726"/>
                  </a:moveTo>
                  <a:lnTo>
                    <a:pt x="787" y="1739"/>
                  </a:lnTo>
                  <a:cubicBezTo>
                    <a:pt x="775" y="1739"/>
                    <a:pt x="762" y="1733"/>
                    <a:pt x="748" y="1726"/>
                  </a:cubicBezTo>
                  <a:close/>
                  <a:moveTo>
                    <a:pt x="1941" y="1"/>
                  </a:moveTo>
                  <a:cubicBezTo>
                    <a:pt x="1519" y="1"/>
                    <a:pt x="1395" y="333"/>
                    <a:pt x="1473" y="472"/>
                  </a:cubicBezTo>
                  <a:lnTo>
                    <a:pt x="1473" y="472"/>
                  </a:lnTo>
                  <a:cubicBezTo>
                    <a:pt x="1447" y="459"/>
                    <a:pt x="1420" y="447"/>
                    <a:pt x="1392" y="434"/>
                  </a:cubicBezTo>
                  <a:cubicBezTo>
                    <a:pt x="1301" y="407"/>
                    <a:pt x="1217" y="394"/>
                    <a:pt x="1143" y="394"/>
                  </a:cubicBezTo>
                  <a:cubicBezTo>
                    <a:pt x="727" y="394"/>
                    <a:pt x="592" y="777"/>
                    <a:pt x="846" y="981"/>
                  </a:cubicBezTo>
                  <a:lnTo>
                    <a:pt x="875" y="981"/>
                  </a:lnTo>
                  <a:cubicBezTo>
                    <a:pt x="787" y="981"/>
                    <a:pt x="729" y="981"/>
                    <a:pt x="664" y="1010"/>
                  </a:cubicBezTo>
                  <a:cubicBezTo>
                    <a:pt x="394" y="1221"/>
                    <a:pt x="452" y="1556"/>
                    <a:pt x="693" y="1709"/>
                  </a:cubicBezTo>
                  <a:cubicBezTo>
                    <a:pt x="604" y="1681"/>
                    <a:pt x="528" y="1668"/>
                    <a:pt x="462" y="1668"/>
                  </a:cubicBezTo>
                  <a:cubicBezTo>
                    <a:pt x="329" y="1668"/>
                    <a:pt x="241" y="1721"/>
                    <a:pt x="183" y="1804"/>
                  </a:cubicBezTo>
                  <a:cubicBezTo>
                    <a:pt x="0" y="2103"/>
                    <a:pt x="117" y="2533"/>
                    <a:pt x="1822" y="4078"/>
                  </a:cubicBezTo>
                  <a:cubicBezTo>
                    <a:pt x="3156" y="5295"/>
                    <a:pt x="6675" y="9091"/>
                    <a:pt x="6675" y="9091"/>
                  </a:cubicBezTo>
                  <a:lnTo>
                    <a:pt x="9590" y="6235"/>
                  </a:lnTo>
                  <a:cubicBezTo>
                    <a:pt x="9590" y="6235"/>
                    <a:pt x="5677" y="1374"/>
                    <a:pt x="5007" y="799"/>
                  </a:cubicBezTo>
                  <a:cubicBezTo>
                    <a:pt x="4816" y="627"/>
                    <a:pt x="4646" y="553"/>
                    <a:pt x="4507" y="553"/>
                  </a:cubicBezTo>
                  <a:cubicBezTo>
                    <a:pt x="4226" y="553"/>
                    <a:pt x="4076" y="858"/>
                    <a:pt x="4154" y="1287"/>
                  </a:cubicBezTo>
                  <a:cubicBezTo>
                    <a:pt x="3972" y="1163"/>
                    <a:pt x="2821" y="194"/>
                    <a:pt x="2216" y="41"/>
                  </a:cubicBezTo>
                  <a:cubicBezTo>
                    <a:pt x="2113" y="13"/>
                    <a:pt x="2021" y="1"/>
                    <a:pt x="1941" y="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80">
              <a:extLst>
                <a:ext uri="{FF2B5EF4-FFF2-40B4-BE49-F238E27FC236}">
                  <a16:creationId xmlns:a16="http://schemas.microsoft.com/office/drawing/2014/main" id="{71DEF786-1B31-8BEA-47F2-000674C9970C}"/>
                </a:ext>
              </a:extLst>
            </p:cNvPr>
            <p:cNvSpPr/>
            <p:nvPr/>
          </p:nvSpPr>
          <p:spPr>
            <a:xfrm>
              <a:off x="6237775" y="2626575"/>
              <a:ext cx="247625" cy="216350"/>
            </a:xfrm>
            <a:custGeom>
              <a:avLst/>
              <a:gdLst/>
              <a:ahLst/>
              <a:cxnLst/>
              <a:rect l="l" t="t" r="r" b="b"/>
              <a:pathLst>
                <a:path w="9905" h="8654" extrusionOk="0">
                  <a:moveTo>
                    <a:pt x="4758" y="1"/>
                  </a:moveTo>
                  <a:cubicBezTo>
                    <a:pt x="4657" y="1"/>
                    <a:pt x="4580" y="33"/>
                    <a:pt x="4526" y="62"/>
                  </a:cubicBezTo>
                  <a:cubicBezTo>
                    <a:pt x="4286" y="244"/>
                    <a:pt x="4191" y="667"/>
                    <a:pt x="4344" y="1155"/>
                  </a:cubicBezTo>
                  <a:cubicBezTo>
                    <a:pt x="4555" y="1760"/>
                    <a:pt x="4708" y="2124"/>
                    <a:pt x="4737" y="2219"/>
                  </a:cubicBezTo>
                  <a:cubicBezTo>
                    <a:pt x="4708" y="2365"/>
                    <a:pt x="4555" y="3217"/>
                    <a:pt x="5226" y="4041"/>
                  </a:cubicBezTo>
                  <a:cubicBezTo>
                    <a:pt x="5240" y="4055"/>
                    <a:pt x="5264" y="4063"/>
                    <a:pt x="5288" y="4063"/>
                  </a:cubicBezTo>
                  <a:cubicBezTo>
                    <a:pt x="5311" y="4063"/>
                    <a:pt x="5335" y="4055"/>
                    <a:pt x="5350" y="4041"/>
                  </a:cubicBezTo>
                  <a:cubicBezTo>
                    <a:pt x="5379" y="4004"/>
                    <a:pt x="5379" y="3946"/>
                    <a:pt x="5350" y="3917"/>
                  </a:cubicBezTo>
                  <a:cubicBezTo>
                    <a:pt x="4679" y="3094"/>
                    <a:pt x="4920" y="2219"/>
                    <a:pt x="4920" y="2219"/>
                  </a:cubicBezTo>
                  <a:cubicBezTo>
                    <a:pt x="4920" y="2183"/>
                    <a:pt x="4920" y="2183"/>
                    <a:pt x="4891" y="2153"/>
                  </a:cubicBezTo>
                  <a:cubicBezTo>
                    <a:pt x="4891" y="2153"/>
                    <a:pt x="4774" y="1818"/>
                    <a:pt x="4526" y="1090"/>
                  </a:cubicBezTo>
                  <a:cubicBezTo>
                    <a:pt x="4373" y="638"/>
                    <a:pt x="4468" y="303"/>
                    <a:pt x="4621" y="215"/>
                  </a:cubicBezTo>
                  <a:cubicBezTo>
                    <a:pt x="4670" y="185"/>
                    <a:pt x="4722" y="170"/>
                    <a:pt x="4776" y="170"/>
                  </a:cubicBezTo>
                  <a:cubicBezTo>
                    <a:pt x="4893" y="170"/>
                    <a:pt x="5024" y="237"/>
                    <a:pt x="5167" y="361"/>
                  </a:cubicBezTo>
                  <a:cubicBezTo>
                    <a:pt x="5772" y="907"/>
                    <a:pt x="9234" y="5192"/>
                    <a:pt x="9693" y="5739"/>
                  </a:cubicBezTo>
                  <a:lnTo>
                    <a:pt x="6894" y="8471"/>
                  </a:lnTo>
                  <a:cubicBezTo>
                    <a:pt x="6414" y="7954"/>
                    <a:pt x="3251" y="4675"/>
                    <a:pt x="2100" y="3523"/>
                  </a:cubicBezTo>
                  <a:lnTo>
                    <a:pt x="1764" y="3188"/>
                  </a:lnTo>
                  <a:cubicBezTo>
                    <a:pt x="766" y="2219"/>
                    <a:pt x="219" y="1673"/>
                    <a:pt x="489" y="1366"/>
                  </a:cubicBezTo>
                  <a:cubicBezTo>
                    <a:pt x="518" y="1308"/>
                    <a:pt x="584" y="1272"/>
                    <a:pt x="671" y="1272"/>
                  </a:cubicBezTo>
                  <a:cubicBezTo>
                    <a:pt x="682" y="1271"/>
                    <a:pt x="693" y="1270"/>
                    <a:pt x="704" y="1270"/>
                  </a:cubicBezTo>
                  <a:cubicBezTo>
                    <a:pt x="1047" y="1270"/>
                    <a:pt x="1672" y="1699"/>
                    <a:pt x="2617" y="2518"/>
                  </a:cubicBezTo>
                  <a:cubicBezTo>
                    <a:pt x="2632" y="2532"/>
                    <a:pt x="2653" y="2540"/>
                    <a:pt x="2675" y="2540"/>
                  </a:cubicBezTo>
                  <a:cubicBezTo>
                    <a:pt x="2697" y="2540"/>
                    <a:pt x="2719" y="2532"/>
                    <a:pt x="2734" y="2518"/>
                  </a:cubicBezTo>
                  <a:cubicBezTo>
                    <a:pt x="2770" y="2489"/>
                    <a:pt x="2770" y="2430"/>
                    <a:pt x="2704" y="2401"/>
                  </a:cubicBezTo>
                  <a:cubicBezTo>
                    <a:pt x="1710" y="1519"/>
                    <a:pt x="1077" y="1088"/>
                    <a:pt x="707" y="1088"/>
                  </a:cubicBezTo>
                  <a:cubicBezTo>
                    <a:pt x="695" y="1088"/>
                    <a:pt x="683" y="1089"/>
                    <a:pt x="671" y="1090"/>
                  </a:cubicBezTo>
                  <a:cubicBezTo>
                    <a:pt x="518" y="1126"/>
                    <a:pt x="431" y="1155"/>
                    <a:pt x="336" y="1272"/>
                  </a:cubicBezTo>
                  <a:cubicBezTo>
                    <a:pt x="1" y="1673"/>
                    <a:pt x="547" y="2219"/>
                    <a:pt x="1640" y="3312"/>
                  </a:cubicBezTo>
                  <a:lnTo>
                    <a:pt x="1976" y="3640"/>
                  </a:lnTo>
                  <a:cubicBezTo>
                    <a:pt x="3222" y="4886"/>
                    <a:pt x="6807" y="8595"/>
                    <a:pt x="6836" y="8624"/>
                  </a:cubicBezTo>
                  <a:cubicBezTo>
                    <a:pt x="6836" y="8654"/>
                    <a:pt x="6865" y="8654"/>
                    <a:pt x="6894" y="8654"/>
                  </a:cubicBezTo>
                  <a:lnTo>
                    <a:pt x="6960" y="8654"/>
                  </a:lnTo>
                  <a:lnTo>
                    <a:pt x="9875" y="5797"/>
                  </a:lnTo>
                  <a:cubicBezTo>
                    <a:pt x="9904" y="5768"/>
                    <a:pt x="9904" y="5739"/>
                    <a:pt x="9875" y="5710"/>
                  </a:cubicBezTo>
                  <a:cubicBezTo>
                    <a:pt x="9722" y="5498"/>
                    <a:pt x="5925" y="820"/>
                    <a:pt x="5284" y="244"/>
                  </a:cubicBezTo>
                  <a:cubicBezTo>
                    <a:pt x="5062" y="55"/>
                    <a:pt x="4889" y="1"/>
                    <a:pt x="4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80">
              <a:extLst>
                <a:ext uri="{FF2B5EF4-FFF2-40B4-BE49-F238E27FC236}">
                  <a16:creationId xmlns:a16="http://schemas.microsoft.com/office/drawing/2014/main" id="{03B56FF1-197C-0311-4B5A-A38D9AF72B86}"/>
                </a:ext>
              </a:extLst>
            </p:cNvPr>
            <p:cNvSpPr/>
            <p:nvPr/>
          </p:nvSpPr>
          <p:spPr>
            <a:xfrm>
              <a:off x="6253075" y="2636375"/>
              <a:ext cx="75100" cy="42600"/>
            </a:xfrm>
            <a:custGeom>
              <a:avLst/>
              <a:gdLst/>
              <a:ahLst/>
              <a:cxnLst/>
              <a:rect l="l" t="t" r="r" b="b"/>
              <a:pathLst>
                <a:path w="3004" h="1704" extrusionOk="0">
                  <a:moveTo>
                    <a:pt x="435" y="1"/>
                  </a:moveTo>
                  <a:cubicBezTo>
                    <a:pt x="348" y="1"/>
                    <a:pt x="272" y="20"/>
                    <a:pt x="212" y="64"/>
                  </a:cubicBezTo>
                  <a:cubicBezTo>
                    <a:pt x="88" y="187"/>
                    <a:pt x="1" y="304"/>
                    <a:pt x="1" y="457"/>
                  </a:cubicBezTo>
                  <a:cubicBezTo>
                    <a:pt x="1" y="639"/>
                    <a:pt x="88" y="792"/>
                    <a:pt x="241" y="880"/>
                  </a:cubicBezTo>
                  <a:cubicBezTo>
                    <a:pt x="271" y="898"/>
                    <a:pt x="294" y="907"/>
                    <a:pt x="314" y="907"/>
                  </a:cubicBezTo>
                  <a:cubicBezTo>
                    <a:pt x="334" y="907"/>
                    <a:pt x="351" y="898"/>
                    <a:pt x="365" y="880"/>
                  </a:cubicBezTo>
                  <a:cubicBezTo>
                    <a:pt x="394" y="821"/>
                    <a:pt x="394" y="792"/>
                    <a:pt x="336" y="763"/>
                  </a:cubicBezTo>
                  <a:cubicBezTo>
                    <a:pt x="241" y="668"/>
                    <a:pt x="183" y="581"/>
                    <a:pt x="183" y="457"/>
                  </a:cubicBezTo>
                  <a:cubicBezTo>
                    <a:pt x="183" y="370"/>
                    <a:pt x="212" y="275"/>
                    <a:pt x="336" y="217"/>
                  </a:cubicBezTo>
                  <a:cubicBezTo>
                    <a:pt x="370" y="191"/>
                    <a:pt x="415" y="179"/>
                    <a:pt x="469" y="179"/>
                  </a:cubicBezTo>
                  <a:cubicBezTo>
                    <a:pt x="941" y="179"/>
                    <a:pt x="2118" y="1076"/>
                    <a:pt x="2850" y="1703"/>
                  </a:cubicBezTo>
                  <a:lnTo>
                    <a:pt x="2974" y="1703"/>
                  </a:lnTo>
                  <a:cubicBezTo>
                    <a:pt x="3003" y="1645"/>
                    <a:pt x="2974" y="1608"/>
                    <a:pt x="2945" y="1579"/>
                  </a:cubicBezTo>
                  <a:cubicBezTo>
                    <a:pt x="2621" y="1281"/>
                    <a:pt x="1141" y="1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80">
              <a:extLst>
                <a:ext uri="{FF2B5EF4-FFF2-40B4-BE49-F238E27FC236}">
                  <a16:creationId xmlns:a16="http://schemas.microsoft.com/office/drawing/2014/main" id="{5108BEB6-C2D0-65D0-8A2E-5B67416128CE}"/>
                </a:ext>
              </a:extLst>
            </p:cNvPr>
            <p:cNvSpPr/>
            <p:nvPr/>
          </p:nvSpPr>
          <p:spPr>
            <a:xfrm>
              <a:off x="6257650" y="2621975"/>
              <a:ext cx="80350" cy="41875"/>
            </a:xfrm>
            <a:custGeom>
              <a:avLst/>
              <a:gdLst/>
              <a:ahLst/>
              <a:cxnLst/>
              <a:rect l="l" t="t" r="r" b="b"/>
              <a:pathLst>
                <a:path w="3214" h="1675" extrusionOk="0">
                  <a:moveTo>
                    <a:pt x="520" y="1"/>
                  </a:moveTo>
                  <a:cubicBezTo>
                    <a:pt x="294" y="1"/>
                    <a:pt x="155" y="109"/>
                    <a:pt x="88" y="217"/>
                  </a:cubicBezTo>
                  <a:cubicBezTo>
                    <a:pt x="0" y="399"/>
                    <a:pt x="58" y="610"/>
                    <a:pt x="211" y="727"/>
                  </a:cubicBezTo>
                  <a:cubicBezTo>
                    <a:pt x="236" y="743"/>
                    <a:pt x="256" y="752"/>
                    <a:pt x="273" y="752"/>
                  </a:cubicBezTo>
                  <a:cubicBezTo>
                    <a:pt x="296" y="752"/>
                    <a:pt x="314" y="735"/>
                    <a:pt x="335" y="698"/>
                  </a:cubicBezTo>
                  <a:cubicBezTo>
                    <a:pt x="365" y="669"/>
                    <a:pt x="365" y="610"/>
                    <a:pt x="335" y="610"/>
                  </a:cubicBezTo>
                  <a:cubicBezTo>
                    <a:pt x="241" y="516"/>
                    <a:pt x="211" y="399"/>
                    <a:pt x="241" y="304"/>
                  </a:cubicBezTo>
                  <a:cubicBezTo>
                    <a:pt x="282" y="243"/>
                    <a:pt x="384" y="178"/>
                    <a:pt x="548" y="178"/>
                  </a:cubicBezTo>
                  <a:cubicBezTo>
                    <a:pt x="617" y="178"/>
                    <a:pt x="697" y="189"/>
                    <a:pt x="787" y="217"/>
                  </a:cubicBezTo>
                  <a:cubicBezTo>
                    <a:pt x="1428" y="428"/>
                    <a:pt x="3068" y="1638"/>
                    <a:pt x="3068" y="1674"/>
                  </a:cubicBezTo>
                  <a:lnTo>
                    <a:pt x="3126" y="1674"/>
                  </a:lnTo>
                  <a:cubicBezTo>
                    <a:pt x="3155" y="1674"/>
                    <a:pt x="3155" y="1674"/>
                    <a:pt x="3185" y="1638"/>
                  </a:cubicBezTo>
                  <a:cubicBezTo>
                    <a:pt x="3214" y="1609"/>
                    <a:pt x="3214" y="1550"/>
                    <a:pt x="3155" y="1521"/>
                  </a:cubicBezTo>
                  <a:cubicBezTo>
                    <a:pt x="3097" y="1492"/>
                    <a:pt x="1516" y="275"/>
                    <a:pt x="845" y="64"/>
                  </a:cubicBezTo>
                  <a:cubicBezTo>
                    <a:pt x="722" y="19"/>
                    <a:pt x="614" y="1"/>
                    <a:pt x="5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80">
              <a:extLst>
                <a:ext uri="{FF2B5EF4-FFF2-40B4-BE49-F238E27FC236}">
                  <a16:creationId xmlns:a16="http://schemas.microsoft.com/office/drawing/2014/main" id="{D4EAD7E6-EBBA-0172-8F21-015F4C6C9E93}"/>
                </a:ext>
              </a:extLst>
            </p:cNvPr>
            <p:cNvSpPr/>
            <p:nvPr/>
          </p:nvSpPr>
          <p:spPr>
            <a:xfrm>
              <a:off x="6277325" y="2611300"/>
              <a:ext cx="71425" cy="36525"/>
            </a:xfrm>
            <a:custGeom>
              <a:avLst/>
              <a:gdLst/>
              <a:ahLst/>
              <a:cxnLst/>
              <a:rect l="l" t="t" r="r" b="b"/>
              <a:pathLst>
                <a:path w="2857" h="1461" extrusionOk="0">
                  <a:moveTo>
                    <a:pt x="605" y="1"/>
                  </a:moveTo>
                  <a:cubicBezTo>
                    <a:pt x="290" y="1"/>
                    <a:pt x="142" y="172"/>
                    <a:pt x="95" y="243"/>
                  </a:cubicBezTo>
                  <a:cubicBezTo>
                    <a:pt x="0" y="396"/>
                    <a:pt x="0" y="549"/>
                    <a:pt x="58" y="644"/>
                  </a:cubicBezTo>
                  <a:cubicBezTo>
                    <a:pt x="84" y="665"/>
                    <a:pt x="121" y="685"/>
                    <a:pt x="151" y="685"/>
                  </a:cubicBezTo>
                  <a:cubicBezTo>
                    <a:pt x="163" y="685"/>
                    <a:pt x="174" y="682"/>
                    <a:pt x="182" y="673"/>
                  </a:cubicBezTo>
                  <a:cubicBezTo>
                    <a:pt x="212" y="644"/>
                    <a:pt x="212" y="578"/>
                    <a:pt x="182" y="549"/>
                  </a:cubicBezTo>
                  <a:cubicBezTo>
                    <a:pt x="182" y="520"/>
                    <a:pt x="153" y="425"/>
                    <a:pt x="212" y="338"/>
                  </a:cubicBezTo>
                  <a:cubicBezTo>
                    <a:pt x="263" y="264"/>
                    <a:pt x="364" y="158"/>
                    <a:pt x="598" y="158"/>
                  </a:cubicBezTo>
                  <a:cubicBezTo>
                    <a:pt x="662" y="158"/>
                    <a:pt x="737" y="166"/>
                    <a:pt x="824" y="185"/>
                  </a:cubicBezTo>
                  <a:cubicBezTo>
                    <a:pt x="1458" y="367"/>
                    <a:pt x="2704" y="1431"/>
                    <a:pt x="2704" y="1460"/>
                  </a:cubicBezTo>
                  <a:lnTo>
                    <a:pt x="2762" y="1460"/>
                  </a:lnTo>
                  <a:cubicBezTo>
                    <a:pt x="2791" y="1460"/>
                    <a:pt x="2791" y="1460"/>
                    <a:pt x="2828" y="1431"/>
                  </a:cubicBezTo>
                  <a:cubicBezTo>
                    <a:pt x="2857" y="1402"/>
                    <a:pt x="2857" y="1336"/>
                    <a:pt x="2828" y="1307"/>
                  </a:cubicBezTo>
                  <a:cubicBezTo>
                    <a:pt x="2762" y="1278"/>
                    <a:pt x="1552" y="214"/>
                    <a:pt x="853" y="32"/>
                  </a:cubicBezTo>
                  <a:cubicBezTo>
                    <a:pt x="761" y="10"/>
                    <a:pt x="678" y="1"/>
                    <a:pt x="6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80">
              <a:extLst>
                <a:ext uri="{FF2B5EF4-FFF2-40B4-BE49-F238E27FC236}">
                  <a16:creationId xmlns:a16="http://schemas.microsoft.com/office/drawing/2014/main" id="{4719F322-1304-048D-F67A-12E61A72B998}"/>
                </a:ext>
              </a:extLst>
            </p:cNvPr>
            <p:cNvSpPr/>
            <p:nvPr/>
          </p:nvSpPr>
          <p:spPr>
            <a:xfrm>
              <a:off x="6357850" y="2716825"/>
              <a:ext cx="333225" cy="350000"/>
            </a:xfrm>
            <a:custGeom>
              <a:avLst/>
              <a:gdLst/>
              <a:ahLst/>
              <a:cxnLst/>
              <a:rect l="l" t="t" r="r" b="b"/>
              <a:pathLst>
                <a:path w="13329" h="14000" extrusionOk="0">
                  <a:moveTo>
                    <a:pt x="4613" y="1"/>
                  </a:moveTo>
                  <a:lnTo>
                    <a:pt x="0" y="4315"/>
                  </a:lnTo>
                  <a:lnTo>
                    <a:pt x="6435" y="13999"/>
                  </a:lnTo>
                  <a:lnTo>
                    <a:pt x="13328" y="6654"/>
                  </a:lnTo>
                  <a:lnTo>
                    <a:pt x="46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80">
              <a:extLst>
                <a:ext uri="{FF2B5EF4-FFF2-40B4-BE49-F238E27FC236}">
                  <a16:creationId xmlns:a16="http://schemas.microsoft.com/office/drawing/2014/main" id="{6FB3A2B7-5127-CB0B-D34A-595BE235AABF}"/>
                </a:ext>
              </a:extLst>
            </p:cNvPr>
            <p:cNvSpPr/>
            <p:nvPr/>
          </p:nvSpPr>
          <p:spPr>
            <a:xfrm>
              <a:off x="6355475" y="2714825"/>
              <a:ext cx="337775" cy="353450"/>
            </a:xfrm>
            <a:custGeom>
              <a:avLst/>
              <a:gdLst/>
              <a:ahLst/>
              <a:cxnLst/>
              <a:rect l="l" t="t" r="r" b="b"/>
              <a:pathLst>
                <a:path w="13511" h="14138" extrusionOk="0">
                  <a:moveTo>
                    <a:pt x="4708" y="205"/>
                  </a:moveTo>
                  <a:lnTo>
                    <a:pt x="13299" y="6734"/>
                  </a:lnTo>
                  <a:lnTo>
                    <a:pt x="6559" y="13926"/>
                  </a:lnTo>
                  <a:lnTo>
                    <a:pt x="212" y="4424"/>
                  </a:lnTo>
                  <a:lnTo>
                    <a:pt x="4708" y="205"/>
                  </a:lnTo>
                  <a:close/>
                  <a:moveTo>
                    <a:pt x="4693" y="1"/>
                  </a:moveTo>
                  <a:cubicBezTo>
                    <a:pt x="4679" y="1"/>
                    <a:pt x="4664" y="8"/>
                    <a:pt x="4650" y="23"/>
                  </a:cubicBezTo>
                  <a:lnTo>
                    <a:pt x="29" y="4337"/>
                  </a:lnTo>
                  <a:cubicBezTo>
                    <a:pt x="0" y="4366"/>
                    <a:pt x="0" y="4424"/>
                    <a:pt x="29" y="4453"/>
                  </a:cubicBezTo>
                  <a:lnTo>
                    <a:pt x="6471" y="14108"/>
                  </a:lnTo>
                  <a:cubicBezTo>
                    <a:pt x="6471" y="14138"/>
                    <a:pt x="6500" y="14138"/>
                    <a:pt x="6530" y="14138"/>
                  </a:cubicBezTo>
                  <a:lnTo>
                    <a:pt x="6588" y="14138"/>
                  </a:lnTo>
                  <a:lnTo>
                    <a:pt x="13482" y="6792"/>
                  </a:lnTo>
                  <a:cubicBezTo>
                    <a:pt x="13482" y="6763"/>
                    <a:pt x="13511" y="6734"/>
                    <a:pt x="13511" y="6734"/>
                  </a:cubicBezTo>
                  <a:cubicBezTo>
                    <a:pt x="13511" y="6705"/>
                    <a:pt x="13482" y="6668"/>
                    <a:pt x="13482" y="6668"/>
                  </a:cubicBezTo>
                  <a:lnTo>
                    <a:pt x="4737" y="23"/>
                  </a:lnTo>
                  <a:cubicBezTo>
                    <a:pt x="4722" y="8"/>
                    <a:pt x="4708" y="1"/>
                    <a:pt x="4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80">
              <a:extLst>
                <a:ext uri="{FF2B5EF4-FFF2-40B4-BE49-F238E27FC236}">
                  <a16:creationId xmlns:a16="http://schemas.microsoft.com/office/drawing/2014/main" id="{E6176670-DEDB-6A91-35E3-5A40F52E5315}"/>
                </a:ext>
              </a:extLst>
            </p:cNvPr>
            <p:cNvSpPr/>
            <p:nvPr/>
          </p:nvSpPr>
          <p:spPr>
            <a:xfrm>
              <a:off x="6517250" y="2769200"/>
              <a:ext cx="114600" cy="69900"/>
            </a:xfrm>
            <a:custGeom>
              <a:avLst/>
              <a:gdLst/>
              <a:ahLst/>
              <a:cxnLst/>
              <a:rect l="l" t="t" r="r" b="b"/>
              <a:pathLst>
                <a:path w="4584" h="2796" extrusionOk="0">
                  <a:moveTo>
                    <a:pt x="1342" y="181"/>
                  </a:moveTo>
                  <a:cubicBezTo>
                    <a:pt x="1380" y="181"/>
                    <a:pt x="1419" y="183"/>
                    <a:pt x="1458" y="187"/>
                  </a:cubicBezTo>
                  <a:cubicBezTo>
                    <a:pt x="1757" y="216"/>
                    <a:pt x="2063" y="369"/>
                    <a:pt x="2245" y="639"/>
                  </a:cubicBezTo>
                  <a:cubicBezTo>
                    <a:pt x="2274" y="668"/>
                    <a:pt x="2274" y="668"/>
                    <a:pt x="2303" y="668"/>
                  </a:cubicBezTo>
                  <a:cubicBezTo>
                    <a:pt x="2339" y="668"/>
                    <a:pt x="2369" y="668"/>
                    <a:pt x="2398" y="639"/>
                  </a:cubicBezTo>
                  <a:cubicBezTo>
                    <a:pt x="2589" y="395"/>
                    <a:pt x="2905" y="270"/>
                    <a:pt x="3212" y="270"/>
                  </a:cubicBezTo>
                  <a:cubicBezTo>
                    <a:pt x="3244" y="270"/>
                    <a:pt x="3277" y="271"/>
                    <a:pt x="3309" y="274"/>
                  </a:cubicBezTo>
                  <a:cubicBezTo>
                    <a:pt x="3943" y="340"/>
                    <a:pt x="4402" y="915"/>
                    <a:pt x="4373" y="1549"/>
                  </a:cubicBezTo>
                  <a:cubicBezTo>
                    <a:pt x="4343" y="1885"/>
                    <a:pt x="4190" y="2162"/>
                    <a:pt x="3943" y="2373"/>
                  </a:cubicBezTo>
                  <a:cubicBezTo>
                    <a:pt x="3733" y="2532"/>
                    <a:pt x="3500" y="2619"/>
                    <a:pt x="3241" y="2619"/>
                  </a:cubicBezTo>
                  <a:cubicBezTo>
                    <a:pt x="3203" y="2619"/>
                    <a:pt x="3165" y="2617"/>
                    <a:pt x="3127" y="2613"/>
                  </a:cubicBezTo>
                  <a:cubicBezTo>
                    <a:pt x="2820" y="2584"/>
                    <a:pt x="2522" y="2402"/>
                    <a:pt x="2339" y="2162"/>
                  </a:cubicBezTo>
                  <a:cubicBezTo>
                    <a:pt x="2303" y="2125"/>
                    <a:pt x="2274" y="2125"/>
                    <a:pt x="2245" y="2125"/>
                  </a:cubicBezTo>
                  <a:cubicBezTo>
                    <a:pt x="2245" y="2125"/>
                    <a:pt x="2216" y="2125"/>
                    <a:pt x="2186" y="2162"/>
                  </a:cubicBezTo>
                  <a:cubicBezTo>
                    <a:pt x="1959" y="2382"/>
                    <a:pt x="1664" y="2529"/>
                    <a:pt x="1335" y="2529"/>
                  </a:cubicBezTo>
                  <a:cubicBezTo>
                    <a:pt x="1306" y="2529"/>
                    <a:pt x="1276" y="2528"/>
                    <a:pt x="1246" y="2526"/>
                  </a:cubicBezTo>
                  <a:cubicBezTo>
                    <a:pt x="634" y="2460"/>
                    <a:pt x="153" y="1885"/>
                    <a:pt x="212" y="1251"/>
                  </a:cubicBezTo>
                  <a:cubicBezTo>
                    <a:pt x="241" y="915"/>
                    <a:pt x="394" y="639"/>
                    <a:pt x="634" y="427"/>
                  </a:cubicBezTo>
                  <a:cubicBezTo>
                    <a:pt x="819" y="268"/>
                    <a:pt x="1076" y="181"/>
                    <a:pt x="1342" y="181"/>
                  </a:cubicBezTo>
                  <a:close/>
                  <a:moveTo>
                    <a:pt x="1355" y="0"/>
                  </a:moveTo>
                  <a:cubicBezTo>
                    <a:pt x="1055" y="0"/>
                    <a:pt x="760" y="114"/>
                    <a:pt x="518" y="303"/>
                  </a:cubicBezTo>
                  <a:cubicBezTo>
                    <a:pt x="241" y="522"/>
                    <a:pt x="88" y="850"/>
                    <a:pt x="59" y="1214"/>
                  </a:cubicBezTo>
                  <a:cubicBezTo>
                    <a:pt x="0" y="1943"/>
                    <a:pt x="518" y="2613"/>
                    <a:pt x="1246" y="2672"/>
                  </a:cubicBezTo>
                  <a:cubicBezTo>
                    <a:pt x="1288" y="2676"/>
                    <a:pt x="1331" y="2678"/>
                    <a:pt x="1372" y="2678"/>
                  </a:cubicBezTo>
                  <a:cubicBezTo>
                    <a:pt x="1694" y="2678"/>
                    <a:pt x="2006" y="2556"/>
                    <a:pt x="2245" y="2344"/>
                  </a:cubicBezTo>
                  <a:cubicBezTo>
                    <a:pt x="2456" y="2584"/>
                    <a:pt x="2791" y="2737"/>
                    <a:pt x="3127" y="2766"/>
                  </a:cubicBezTo>
                  <a:cubicBezTo>
                    <a:pt x="3156" y="2796"/>
                    <a:pt x="3185" y="2796"/>
                    <a:pt x="3250" y="2796"/>
                  </a:cubicBezTo>
                  <a:cubicBezTo>
                    <a:pt x="3520" y="2796"/>
                    <a:pt x="3826" y="2672"/>
                    <a:pt x="4037" y="2489"/>
                  </a:cubicBezTo>
                  <a:cubicBezTo>
                    <a:pt x="4343" y="2249"/>
                    <a:pt x="4489" y="1914"/>
                    <a:pt x="4526" y="1579"/>
                  </a:cubicBezTo>
                  <a:cubicBezTo>
                    <a:pt x="4584" y="821"/>
                    <a:pt x="4037" y="187"/>
                    <a:pt x="3338" y="92"/>
                  </a:cubicBezTo>
                  <a:cubicBezTo>
                    <a:pt x="3300" y="89"/>
                    <a:pt x="3263" y="88"/>
                    <a:pt x="3227" y="88"/>
                  </a:cubicBezTo>
                  <a:cubicBezTo>
                    <a:pt x="2881" y="88"/>
                    <a:pt x="2583" y="212"/>
                    <a:pt x="2339" y="456"/>
                  </a:cubicBezTo>
                  <a:cubicBezTo>
                    <a:pt x="2092" y="216"/>
                    <a:pt x="1793" y="34"/>
                    <a:pt x="1458" y="5"/>
                  </a:cubicBezTo>
                  <a:cubicBezTo>
                    <a:pt x="1424" y="2"/>
                    <a:pt x="1389" y="0"/>
                    <a:pt x="13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80">
              <a:extLst>
                <a:ext uri="{FF2B5EF4-FFF2-40B4-BE49-F238E27FC236}">
                  <a16:creationId xmlns:a16="http://schemas.microsoft.com/office/drawing/2014/main" id="{30F70DA1-9DFE-8131-7FD3-5FFAD346ECA6}"/>
                </a:ext>
              </a:extLst>
            </p:cNvPr>
            <p:cNvSpPr/>
            <p:nvPr/>
          </p:nvSpPr>
          <p:spPr>
            <a:xfrm>
              <a:off x="6395000" y="2833650"/>
              <a:ext cx="114625" cy="69200"/>
            </a:xfrm>
            <a:custGeom>
              <a:avLst/>
              <a:gdLst/>
              <a:ahLst/>
              <a:cxnLst/>
              <a:rect l="l" t="t" r="r" b="b"/>
              <a:pathLst>
                <a:path w="4585" h="2768" extrusionOk="0">
                  <a:moveTo>
                    <a:pt x="1342" y="183"/>
                  </a:moveTo>
                  <a:cubicBezTo>
                    <a:pt x="1381" y="183"/>
                    <a:pt x="1419" y="185"/>
                    <a:pt x="1458" y="188"/>
                  </a:cubicBezTo>
                  <a:cubicBezTo>
                    <a:pt x="1764" y="218"/>
                    <a:pt x="2063" y="371"/>
                    <a:pt x="2245" y="640"/>
                  </a:cubicBezTo>
                  <a:cubicBezTo>
                    <a:pt x="2274" y="640"/>
                    <a:pt x="2274" y="677"/>
                    <a:pt x="2311" y="677"/>
                  </a:cubicBezTo>
                  <a:cubicBezTo>
                    <a:pt x="2340" y="677"/>
                    <a:pt x="2369" y="677"/>
                    <a:pt x="2369" y="640"/>
                  </a:cubicBezTo>
                  <a:cubicBezTo>
                    <a:pt x="2586" y="396"/>
                    <a:pt x="2882" y="272"/>
                    <a:pt x="3206" y="272"/>
                  </a:cubicBezTo>
                  <a:cubicBezTo>
                    <a:pt x="3240" y="272"/>
                    <a:pt x="3274" y="273"/>
                    <a:pt x="3309" y="276"/>
                  </a:cubicBezTo>
                  <a:cubicBezTo>
                    <a:pt x="3950" y="341"/>
                    <a:pt x="4402" y="917"/>
                    <a:pt x="4344" y="1551"/>
                  </a:cubicBezTo>
                  <a:cubicBezTo>
                    <a:pt x="4315" y="1857"/>
                    <a:pt x="4191" y="2163"/>
                    <a:pt x="3950" y="2345"/>
                  </a:cubicBezTo>
                  <a:cubicBezTo>
                    <a:pt x="3733" y="2530"/>
                    <a:pt x="3500" y="2620"/>
                    <a:pt x="3239" y="2620"/>
                  </a:cubicBezTo>
                  <a:cubicBezTo>
                    <a:pt x="3202" y="2620"/>
                    <a:pt x="3165" y="2619"/>
                    <a:pt x="3127" y="2615"/>
                  </a:cubicBezTo>
                  <a:cubicBezTo>
                    <a:pt x="2792" y="2586"/>
                    <a:pt x="2522" y="2404"/>
                    <a:pt x="2311" y="2163"/>
                  </a:cubicBezTo>
                  <a:cubicBezTo>
                    <a:pt x="2311" y="2134"/>
                    <a:pt x="2274" y="2098"/>
                    <a:pt x="2245" y="2098"/>
                  </a:cubicBezTo>
                  <a:cubicBezTo>
                    <a:pt x="2216" y="2098"/>
                    <a:pt x="2216" y="2134"/>
                    <a:pt x="2187" y="2134"/>
                  </a:cubicBezTo>
                  <a:cubicBezTo>
                    <a:pt x="1966" y="2382"/>
                    <a:pt x="1665" y="2531"/>
                    <a:pt x="1335" y="2531"/>
                  </a:cubicBezTo>
                  <a:cubicBezTo>
                    <a:pt x="1306" y="2531"/>
                    <a:pt x="1276" y="2530"/>
                    <a:pt x="1247" y="2528"/>
                  </a:cubicBezTo>
                  <a:cubicBezTo>
                    <a:pt x="635" y="2462"/>
                    <a:pt x="154" y="1886"/>
                    <a:pt x="212" y="1223"/>
                  </a:cubicBezTo>
                  <a:cubicBezTo>
                    <a:pt x="241" y="917"/>
                    <a:pt x="394" y="640"/>
                    <a:pt x="635" y="429"/>
                  </a:cubicBezTo>
                  <a:cubicBezTo>
                    <a:pt x="826" y="270"/>
                    <a:pt x="1078" y="183"/>
                    <a:pt x="1342" y="183"/>
                  </a:cubicBezTo>
                  <a:close/>
                  <a:moveTo>
                    <a:pt x="1335" y="1"/>
                  </a:moveTo>
                  <a:cubicBezTo>
                    <a:pt x="1042" y="1"/>
                    <a:pt x="755" y="95"/>
                    <a:pt x="518" y="312"/>
                  </a:cubicBezTo>
                  <a:cubicBezTo>
                    <a:pt x="241" y="524"/>
                    <a:pt x="88" y="859"/>
                    <a:pt x="59" y="1223"/>
                  </a:cubicBezTo>
                  <a:cubicBezTo>
                    <a:pt x="1" y="1952"/>
                    <a:pt x="518" y="2615"/>
                    <a:pt x="1247" y="2681"/>
                  </a:cubicBezTo>
                  <a:cubicBezTo>
                    <a:pt x="1282" y="2683"/>
                    <a:pt x="1316" y="2685"/>
                    <a:pt x="1351" y="2685"/>
                  </a:cubicBezTo>
                  <a:cubicBezTo>
                    <a:pt x="1680" y="2685"/>
                    <a:pt x="2001" y="2560"/>
                    <a:pt x="2245" y="2316"/>
                  </a:cubicBezTo>
                  <a:cubicBezTo>
                    <a:pt x="2456" y="2586"/>
                    <a:pt x="2762" y="2739"/>
                    <a:pt x="3098" y="2768"/>
                  </a:cubicBezTo>
                  <a:lnTo>
                    <a:pt x="3222" y="2768"/>
                  </a:lnTo>
                  <a:cubicBezTo>
                    <a:pt x="3520" y="2768"/>
                    <a:pt x="3826" y="2681"/>
                    <a:pt x="4038" y="2498"/>
                  </a:cubicBezTo>
                  <a:cubicBezTo>
                    <a:pt x="4315" y="2251"/>
                    <a:pt x="4497" y="1915"/>
                    <a:pt x="4526" y="1551"/>
                  </a:cubicBezTo>
                  <a:cubicBezTo>
                    <a:pt x="4584" y="822"/>
                    <a:pt x="4038" y="188"/>
                    <a:pt x="3338" y="94"/>
                  </a:cubicBezTo>
                  <a:cubicBezTo>
                    <a:pt x="3301" y="91"/>
                    <a:pt x="3263" y="89"/>
                    <a:pt x="3226" y="89"/>
                  </a:cubicBezTo>
                  <a:cubicBezTo>
                    <a:pt x="2876" y="89"/>
                    <a:pt x="2555" y="214"/>
                    <a:pt x="2311" y="458"/>
                  </a:cubicBezTo>
                  <a:cubicBezTo>
                    <a:pt x="2092" y="188"/>
                    <a:pt x="1793" y="35"/>
                    <a:pt x="1458" y="6"/>
                  </a:cubicBezTo>
                  <a:cubicBezTo>
                    <a:pt x="1417" y="3"/>
                    <a:pt x="1376" y="1"/>
                    <a:pt x="1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80">
              <a:extLst>
                <a:ext uri="{FF2B5EF4-FFF2-40B4-BE49-F238E27FC236}">
                  <a16:creationId xmlns:a16="http://schemas.microsoft.com/office/drawing/2014/main" id="{FBD80ABC-2AF8-0626-3D8E-32384E30EC86}"/>
                </a:ext>
              </a:extLst>
            </p:cNvPr>
            <p:cNvSpPr/>
            <p:nvPr/>
          </p:nvSpPr>
          <p:spPr>
            <a:xfrm>
              <a:off x="6363125" y="2743050"/>
              <a:ext cx="114600" cy="69450"/>
            </a:xfrm>
            <a:custGeom>
              <a:avLst/>
              <a:gdLst/>
              <a:ahLst/>
              <a:cxnLst/>
              <a:rect l="l" t="t" r="r" b="b"/>
              <a:pathLst>
                <a:path w="4584" h="2778" extrusionOk="0">
                  <a:moveTo>
                    <a:pt x="1343" y="163"/>
                  </a:moveTo>
                  <a:cubicBezTo>
                    <a:pt x="1381" y="163"/>
                    <a:pt x="1419" y="165"/>
                    <a:pt x="1458" y="169"/>
                  </a:cubicBezTo>
                  <a:cubicBezTo>
                    <a:pt x="1764" y="198"/>
                    <a:pt x="2063" y="380"/>
                    <a:pt x="2274" y="621"/>
                  </a:cubicBezTo>
                  <a:cubicBezTo>
                    <a:pt x="2274" y="657"/>
                    <a:pt x="2310" y="657"/>
                    <a:pt x="2340" y="657"/>
                  </a:cubicBezTo>
                  <a:cubicBezTo>
                    <a:pt x="2340" y="657"/>
                    <a:pt x="2369" y="657"/>
                    <a:pt x="2398" y="621"/>
                  </a:cubicBezTo>
                  <a:cubicBezTo>
                    <a:pt x="2619" y="400"/>
                    <a:pt x="2919" y="253"/>
                    <a:pt x="3249" y="253"/>
                  </a:cubicBezTo>
                  <a:cubicBezTo>
                    <a:pt x="3279" y="253"/>
                    <a:pt x="3308" y="254"/>
                    <a:pt x="3338" y="256"/>
                  </a:cubicBezTo>
                  <a:cubicBezTo>
                    <a:pt x="3950" y="322"/>
                    <a:pt x="4431" y="898"/>
                    <a:pt x="4373" y="1532"/>
                  </a:cubicBezTo>
                  <a:cubicBezTo>
                    <a:pt x="4344" y="1867"/>
                    <a:pt x="4191" y="2144"/>
                    <a:pt x="3950" y="2355"/>
                  </a:cubicBezTo>
                  <a:cubicBezTo>
                    <a:pt x="3759" y="2514"/>
                    <a:pt x="3507" y="2601"/>
                    <a:pt x="3242" y="2601"/>
                  </a:cubicBezTo>
                  <a:cubicBezTo>
                    <a:pt x="3204" y="2601"/>
                    <a:pt x="3165" y="2599"/>
                    <a:pt x="3127" y="2595"/>
                  </a:cubicBezTo>
                  <a:cubicBezTo>
                    <a:pt x="2821" y="2566"/>
                    <a:pt x="2522" y="2413"/>
                    <a:pt x="2340" y="2144"/>
                  </a:cubicBezTo>
                  <a:cubicBezTo>
                    <a:pt x="2310" y="2114"/>
                    <a:pt x="2310" y="2114"/>
                    <a:pt x="2274" y="2114"/>
                  </a:cubicBezTo>
                  <a:cubicBezTo>
                    <a:pt x="2245" y="2114"/>
                    <a:pt x="2216" y="2114"/>
                    <a:pt x="2216" y="2144"/>
                  </a:cubicBezTo>
                  <a:cubicBezTo>
                    <a:pt x="1998" y="2388"/>
                    <a:pt x="1679" y="2512"/>
                    <a:pt x="1372" y="2512"/>
                  </a:cubicBezTo>
                  <a:cubicBezTo>
                    <a:pt x="1340" y="2512"/>
                    <a:pt x="1308" y="2511"/>
                    <a:pt x="1276" y="2508"/>
                  </a:cubicBezTo>
                  <a:cubicBezTo>
                    <a:pt x="634" y="2442"/>
                    <a:pt x="183" y="1867"/>
                    <a:pt x="241" y="1233"/>
                  </a:cubicBezTo>
                  <a:cubicBezTo>
                    <a:pt x="241" y="898"/>
                    <a:pt x="394" y="621"/>
                    <a:pt x="634" y="409"/>
                  </a:cubicBezTo>
                  <a:cubicBezTo>
                    <a:pt x="851" y="250"/>
                    <a:pt x="1084" y="163"/>
                    <a:pt x="1343" y="163"/>
                  </a:cubicBezTo>
                  <a:close/>
                  <a:moveTo>
                    <a:pt x="1301" y="1"/>
                  </a:moveTo>
                  <a:cubicBezTo>
                    <a:pt x="1010" y="1"/>
                    <a:pt x="746" y="112"/>
                    <a:pt x="547" y="293"/>
                  </a:cubicBezTo>
                  <a:cubicBezTo>
                    <a:pt x="270" y="533"/>
                    <a:pt x="88" y="868"/>
                    <a:pt x="59" y="1204"/>
                  </a:cubicBezTo>
                  <a:cubicBezTo>
                    <a:pt x="0" y="1961"/>
                    <a:pt x="547" y="2595"/>
                    <a:pt x="1247" y="2690"/>
                  </a:cubicBezTo>
                  <a:cubicBezTo>
                    <a:pt x="1284" y="2693"/>
                    <a:pt x="1321" y="2694"/>
                    <a:pt x="1358" y="2694"/>
                  </a:cubicBezTo>
                  <a:cubicBezTo>
                    <a:pt x="1708" y="2694"/>
                    <a:pt x="2027" y="2570"/>
                    <a:pt x="2245" y="2326"/>
                  </a:cubicBezTo>
                  <a:cubicBezTo>
                    <a:pt x="2493" y="2566"/>
                    <a:pt x="2791" y="2748"/>
                    <a:pt x="3127" y="2778"/>
                  </a:cubicBezTo>
                  <a:lnTo>
                    <a:pt x="3250" y="2778"/>
                  </a:lnTo>
                  <a:cubicBezTo>
                    <a:pt x="3549" y="2778"/>
                    <a:pt x="3826" y="2690"/>
                    <a:pt x="4067" y="2479"/>
                  </a:cubicBezTo>
                  <a:cubicBezTo>
                    <a:pt x="4344" y="2260"/>
                    <a:pt x="4497" y="1932"/>
                    <a:pt x="4526" y="1568"/>
                  </a:cubicBezTo>
                  <a:cubicBezTo>
                    <a:pt x="4584" y="839"/>
                    <a:pt x="4067" y="169"/>
                    <a:pt x="3338" y="111"/>
                  </a:cubicBezTo>
                  <a:cubicBezTo>
                    <a:pt x="3296" y="106"/>
                    <a:pt x="3254" y="104"/>
                    <a:pt x="3212" y="104"/>
                  </a:cubicBezTo>
                  <a:cubicBezTo>
                    <a:pt x="2891" y="104"/>
                    <a:pt x="2578" y="226"/>
                    <a:pt x="2340" y="438"/>
                  </a:cubicBezTo>
                  <a:cubicBezTo>
                    <a:pt x="2128" y="198"/>
                    <a:pt x="1793" y="45"/>
                    <a:pt x="1487" y="16"/>
                  </a:cubicBezTo>
                  <a:cubicBezTo>
                    <a:pt x="1424" y="6"/>
                    <a:pt x="1362" y="1"/>
                    <a:pt x="13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80">
              <a:extLst>
                <a:ext uri="{FF2B5EF4-FFF2-40B4-BE49-F238E27FC236}">
                  <a16:creationId xmlns:a16="http://schemas.microsoft.com/office/drawing/2014/main" id="{1AD9FB93-03E1-1D72-07F7-9764E7E894A8}"/>
                </a:ext>
              </a:extLst>
            </p:cNvPr>
            <p:cNvSpPr/>
            <p:nvPr/>
          </p:nvSpPr>
          <p:spPr>
            <a:xfrm>
              <a:off x="6388075" y="2756550"/>
              <a:ext cx="95675" cy="87100"/>
            </a:xfrm>
            <a:custGeom>
              <a:avLst/>
              <a:gdLst/>
              <a:ahLst/>
              <a:cxnLst/>
              <a:rect l="l" t="t" r="r" b="b"/>
              <a:pathLst>
                <a:path w="3827" h="3484" extrusionOk="0">
                  <a:moveTo>
                    <a:pt x="3739" y="0"/>
                  </a:moveTo>
                  <a:cubicBezTo>
                    <a:pt x="3717" y="0"/>
                    <a:pt x="3695" y="8"/>
                    <a:pt x="3681" y="22"/>
                  </a:cubicBezTo>
                  <a:lnTo>
                    <a:pt x="37" y="3331"/>
                  </a:lnTo>
                  <a:cubicBezTo>
                    <a:pt x="1" y="3360"/>
                    <a:pt x="1" y="3425"/>
                    <a:pt x="37" y="3455"/>
                  </a:cubicBezTo>
                  <a:cubicBezTo>
                    <a:pt x="37" y="3484"/>
                    <a:pt x="66" y="3484"/>
                    <a:pt x="95" y="3484"/>
                  </a:cubicBezTo>
                  <a:cubicBezTo>
                    <a:pt x="95" y="3484"/>
                    <a:pt x="125" y="3484"/>
                    <a:pt x="154" y="3455"/>
                  </a:cubicBezTo>
                  <a:lnTo>
                    <a:pt x="3797" y="146"/>
                  </a:lnTo>
                  <a:cubicBezTo>
                    <a:pt x="3826" y="117"/>
                    <a:pt x="3826" y="51"/>
                    <a:pt x="3797" y="22"/>
                  </a:cubicBezTo>
                  <a:cubicBezTo>
                    <a:pt x="3783" y="8"/>
                    <a:pt x="3761" y="0"/>
                    <a:pt x="3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80">
              <a:extLst>
                <a:ext uri="{FF2B5EF4-FFF2-40B4-BE49-F238E27FC236}">
                  <a16:creationId xmlns:a16="http://schemas.microsoft.com/office/drawing/2014/main" id="{8179C605-1FC6-2ED5-7B51-417E12DC4361}"/>
                </a:ext>
              </a:extLst>
            </p:cNvPr>
            <p:cNvSpPr/>
            <p:nvPr/>
          </p:nvSpPr>
          <p:spPr>
            <a:xfrm>
              <a:off x="6538375" y="2668750"/>
              <a:ext cx="376400" cy="508500"/>
            </a:xfrm>
            <a:custGeom>
              <a:avLst/>
              <a:gdLst/>
              <a:ahLst/>
              <a:cxnLst/>
              <a:rect l="l" t="t" r="r" b="b"/>
              <a:pathLst>
                <a:path w="15056" h="20340" extrusionOk="0">
                  <a:moveTo>
                    <a:pt x="9293" y="1"/>
                  </a:moveTo>
                  <a:cubicBezTo>
                    <a:pt x="7874" y="1"/>
                    <a:pt x="6187" y="762"/>
                    <a:pt x="4162" y="3294"/>
                  </a:cubicBezTo>
                  <a:cubicBezTo>
                    <a:pt x="700" y="7666"/>
                    <a:pt x="1" y="18079"/>
                    <a:pt x="1" y="18079"/>
                  </a:cubicBezTo>
                  <a:cubicBezTo>
                    <a:pt x="1" y="18079"/>
                    <a:pt x="1582" y="20112"/>
                    <a:pt x="8199" y="20324"/>
                  </a:cubicBezTo>
                  <a:cubicBezTo>
                    <a:pt x="8520" y="20334"/>
                    <a:pt x="8827" y="20339"/>
                    <a:pt x="9119" y="20339"/>
                  </a:cubicBezTo>
                  <a:cubicBezTo>
                    <a:pt x="14873" y="20339"/>
                    <a:pt x="15056" y="18300"/>
                    <a:pt x="14334" y="11885"/>
                  </a:cubicBezTo>
                  <a:cubicBezTo>
                    <a:pt x="13606" y="5145"/>
                    <a:pt x="9627" y="15"/>
                    <a:pt x="9627" y="15"/>
                  </a:cubicBezTo>
                  <a:cubicBezTo>
                    <a:pt x="9517" y="6"/>
                    <a:pt x="9406" y="1"/>
                    <a:pt x="92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80">
              <a:extLst>
                <a:ext uri="{FF2B5EF4-FFF2-40B4-BE49-F238E27FC236}">
                  <a16:creationId xmlns:a16="http://schemas.microsoft.com/office/drawing/2014/main" id="{CE61C51B-DDD6-BD9B-CB6F-8147C5607935}"/>
                </a:ext>
              </a:extLst>
            </p:cNvPr>
            <p:cNvSpPr/>
            <p:nvPr/>
          </p:nvSpPr>
          <p:spPr>
            <a:xfrm>
              <a:off x="6600675" y="2728900"/>
              <a:ext cx="115350" cy="69950"/>
            </a:xfrm>
            <a:custGeom>
              <a:avLst/>
              <a:gdLst/>
              <a:ahLst/>
              <a:cxnLst/>
              <a:rect l="l" t="t" r="r" b="b"/>
              <a:pathLst>
                <a:path w="4614" h="2798" extrusionOk="0">
                  <a:moveTo>
                    <a:pt x="1354" y="183"/>
                  </a:moveTo>
                  <a:cubicBezTo>
                    <a:pt x="1389" y="183"/>
                    <a:pt x="1424" y="185"/>
                    <a:pt x="1458" y="188"/>
                  </a:cubicBezTo>
                  <a:cubicBezTo>
                    <a:pt x="1793" y="217"/>
                    <a:pt x="2063" y="370"/>
                    <a:pt x="2282" y="640"/>
                  </a:cubicBezTo>
                  <a:cubicBezTo>
                    <a:pt x="2282" y="677"/>
                    <a:pt x="2311" y="677"/>
                    <a:pt x="2340" y="677"/>
                  </a:cubicBezTo>
                  <a:cubicBezTo>
                    <a:pt x="2369" y="677"/>
                    <a:pt x="2398" y="677"/>
                    <a:pt x="2398" y="640"/>
                  </a:cubicBezTo>
                  <a:cubicBezTo>
                    <a:pt x="2622" y="396"/>
                    <a:pt x="2912" y="272"/>
                    <a:pt x="3235" y="272"/>
                  </a:cubicBezTo>
                  <a:cubicBezTo>
                    <a:pt x="3269" y="272"/>
                    <a:pt x="3304" y="273"/>
                    <a:pt x="3338" y="276"/>
                  </a:cubicBezTo>
                  <a:cubicBezTo>
                    <a:pt x="3980" y="341"/>
                    <a:pt x="4431" y="917"/>
                    <a:pt x="4373" y="1551"/>
                  </a:cubicBezTo>
                  <a:cubicBezTo>
                    <a:pt x="4344" y="1857"/>
                    <a:pt x="4220" y="2163"/>
                    <a:pt x="3980" y="2345"/>
                  </a:cubicBezTo>
                  <a:cubicBezTo>
                    <a:pt x="3769" y="2530"/>
                    <a:pt x="3531" y="2620"/>
                    <a:pt x="3269" y="2620"/>
                  </a:cubicBezTo>
                  <a:cubicBezTo>
                    <a:pt x="3232" y="2620"/>
                    <a:pt x="3194" y="2619"/>
                    <a:pt x="3156" y="2615"/>
                  </a:cubicBezTo>
                  <a:cubicBezTo>
                    <a:pt x="2828" y="2586"/>
                    <a:pt x="2551" y="2404"/>
                    <a:pt x="2340" y="2163"/>
                  </a:cubicBezTo>
                  <a:cubicBezTo>
                    <a:pt x="2340" y="2134"/>
                    <a:pt x="2311" y="2134"/>
                    <a:pt x="2282" y="2098"/>
                  </a:cubicBezTo>
                  <a:cubicBezTo>
                    <a:pt x="2245" y="2098"/>
                    <a:pt x="2216" y="2134"/>
                    <a:pt x="2216" y="2134"/>
                  </a:cubicBezTo>
                  <a:cubicBezTo>
                    <a:pt x="1995" y="2382"/>
                    <a:pt x="1694" y="2531"/>
                    <a:pt x="1364" y="2531"/>
                  </a:cubicBezTo>
                  <a:cubicBezTo>
                    <a:pt x="1335" y="2531"/>
                    <a:pt x="1306" y="2530"/>
                    <a:pt x="1276" y="2527"/>
                  </a:cubicBezTo>
                  <a:cubicBezTo>
                    <a:pt x="671" y="2462"/>
                    <a:pt x="183" y="1886"/>
                    <a:pt x="241" y="1252"/>
                  </a:cubicBezTo>
                  <a:cubicBezTo>
                    <a:pt x="278" y="917"/>
                    <a:pt x="423" y="640"/>
                    <a:pt x="671" y="429"/>
                  </a:cubicBezTo>
                  <a:cubicBezTo>
                    <a:pt x="856" y="270"/>
                    <a:pt x="1113" y="183"/>
                    <a:pt x="1354" y="183"/>
                  </a:cubicBezTo>
                  <a:close/>
                  <a:moveTo>
                    <a:pt x="1365" y="1"/>
                  </a:moveTo>
                  <a:cubicBezTo>
                    <a:pt x="1073" y="1"/>
                    <a:pt x="790" y="95"/>
                    <a:pt x="547" y="312"/>
                  </a:cubicBezTo>
                  <a:cubicBezTo>
                    <a:pt x="278" y="524"/>
                    <a:pt x="96" y="859"/>
                    <a:pt x="59" y="1223"/>
                  </a:cubicBezTo>
                  <a:cubicBezTo>
                    <a:pt x="1" y="1952"/>
                    <a:pt x="547" y="2615"/>
                    <a:pt x="1276" y="2680"/>
                  </a:cubicBezTo>
                  <a:cubicBezTo>
                    <a:pt x="1311" y="2683"/>
                    <a:pt x="1346" y="2685"/>
                    <a:pt x="1380" y="2685"/>
                  </a:cubicBezTo>
                  <a:cubicBezTo>
                    <a:pt x="1709" y="2685"/>
                    <a:pt x="2031" y="2560"/>
                    <a:pt x="2282" y="2316"/>
                  </a:cubicBezTo>
                  <a:cubicBezTo>
                    <a:pt x="2493" y="2586"/>
                    <a:pt x="2792" y="2739"/>
                    <a:pt x="3127" y="2768"/>
                  </a:cubicBezTo>
                  <a:cubicBezTo>
                    <a:pt x="3193" y="2768"/>
                    <a:pt x="3222" y="2797"/>
                    <a:pt x="3251" y="2797"/>
                  </a:cubicBezTo>
                  <a:cubicBezTo>
                    <a:pt x="3557" y="2797"/>
                    <a:pt x="3827" y="2680"/>
                    <a:pt x="4067" y="2498"/>
                  </a:cubicBezTo>
                  <a:cubicBezTo>
                    <a:pt x="4344" y="2251"/>
                    <a:pt x="4526" y="1915"/>
                    <a:pt x="4555" y="1551"/>
                  </a:cubicBezTo>
                  <a:cubicBezTo>
                    <a:pt x="4614" y="822"/>
                    <a:pt x="4067" y="188"/>
                    <a:pt x="3375" y="94"/>
                  </a:cubicBezTo>
                  <a:cubicBezTo>
                    <a:pt x="3337" y="91"/>
                    <a:pt x="3299" y="89"/>
                    <a:pt x="3261" y="89"/>
                  </a:cubicBezTo>
                  <a:cubicBezTo>
                    <a:pt x="2905" y="89"/>
                    <a:pt x="2584" y="214"/>
                    <a:pt x="2340" y="458"/>
                  </a:cubicBezTo>
                  <a:cubicBezTo>
                    <a:pt x="2129" y="217"/>
                    <a:pt x="1823" y="35"/>
                    <a:pt x="1487" y="6"/>
                  </a:cubicBezTo>
                  <a:cubicBezTo>
                    <a:pt x="1446" y="3"/>
                    <a:pt x="1406" y="1"/>
                    <a:pt x="13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6" name="Google Shape;5656;p80">
              <a:extLst>
                <a:ext uri="{FF2B5EF4-FFF2-40B4-BE49-F238E27FC236}">
                  <a16:creationId xmlns:a16="http://schemas.microsoft.com/office/drawing/2014/main" id="{E47837F2-06B8-2726-C7B1-357AAE9F7409}"/>
                </a:ext>
              </a:extLst>
            </p:cNvPr>
            <p:cNvSpPr/>
            <p:nvPr/>
          </p:nvSpPr>
          <p:spPr>
            <a:xfrm>
              <a:off x="6726025" y="2826750"/>
              <a:ext cx="114600" cy="69375"/>
            </a:xfrm>
            <a:custGeom>
              <a:avLst/>
              <a:gdLst/>
              <a:ahLst/>
              <a:cxnLst/>
              <a:rect l="l" t="t" r="r" b="b"/>
              <a:pathLst>
                <a:path w="4584" h="2775" extrusionOk="0">
                  <a:moveTo>
                    <a:pt x="1351" y="153"/>
                  </a:moveTo>
                  <a:cubicBezTo>
                    <a:pt x="1386" y="153"/>
                    <a:pt x="1422" y="155"/>
                    <a:pt x="1458" y="158"/>
                  </a:cubicBezTo>
                  <a:cubicBezTo>
                    <a:pt x="1757" y="187"/>
                    <a:pt x="2063" y="370"/>
                    <a:pt x="2245" y="617"/>
                  </a:cubicBezTo>
                  <a:cubicBezTo>
                    <a:pt x="2274" y="647"/>
                    <a:pt x="2303" y="647"/>
                    <a:pt x="2332" y="647"/>
                  </a:cubicBezTo>
                  <a:cubicBezTo>
                    <a:pt x="2332" y="656"/>
                    <a:pt x="2336" y="659"/>
                    <a:pt x="2343" y="659"/>
                  </a:cubicBezTo>
                  <a:cubicBezTo>
                    <a:pt x="2356" y="659"/>
                    <a:pt x="2378" y="647"/>
                    <a:pt x="2398" y="647"/>
                  </a:cubicBezTo>
                  <a:cubicBezTo>
                    <a:pt x="2618" y="393"/>
                    <a:pt x="2918" y="249"/>
                    <a:pt x="3246" y="249"/>
                  </a:cubicBezTo>
                  <a:cubicBezTo>
                    <a:pt x="3277" y="249"/>
                    <a:pt x="3307" y="251"/>
                    <a:pt x="3338" y="253"/>
                  </a:cubicBezTo>
                  <a:cubicBezTo>
                    <a:pt x="3943" y="311"/>
                    <a:pt x="4402" y="887"/>
                    <a:pt x="4373" y="1528"/>
                  </a:cubicBezTo>
                  <a:cubicBezTo>
                    <a:pt x="4336" y="1863"/>
                    <a:pt x="4190" y="2133"/>
                    <a:pt x="3943" y="2344"/>
                  </a:cubicBezTo>
                  <a:cubicBezTo>
                    <a:pt x="3757" y="2505"/>
                    <a:pt x="3497" y="2597"/>
                    <a:pt x="3234" y="2597"/>
                  </a:cubicBezTo>
                  <a:cubicBezTo>
                    <a:pt x="3198" y="2597"/>
                    <a:pt x="3162" y="2596"/>
                    <a:pt x="3127" y="2592"/>
                  </a:cubicBezTo>
                  <a:cubicBezTo>
                    <a:pt x="2820" y="2556"/>
                    <a:pt x="2514" y="2410"/>
                    <a:pt x="2332" y="2133"/>
                  </a:cubicBezTo>
                  <a:cubicBezTo>
                    <a:pt x="2303" y="2104"/>
                    <a:pt x="2274" y="2104"/>
                    <a:pt x="2274" y="2104"/>
                  </a:cubicBezTo>
                  <a:cubicBezTo>
                    <a:pt x="2245" y="2104"/>
                    <a:pt x="2216" y="2104"/>
                    <a:pt x="2187" y="2133"/>
                  </a:cubicBezTo>
                  <a:cubicBezTo>
                    <a:pt x="1990" y="2382"/>
                    <a:pt x="1675" y="2502"/>
                    <a:pt x="1374" y="2502"/>
                  </a:cubicBezTo>
                  <a:cubicBezTo>
                    <a:pt x="1341" y="2502"/>
                    <a:pt x="1308" y="2500"/>
                    <a:pt x="1276" y="2497"/>
                  </a:cubicBezTo>
                  <a:cubicBezTo>
                    <a:pt x="634" y="2439"/>
                    <a:pt x="183" y="1863"/>
                    <a:pt x="212" y="1222"/>
                  </a:cubicBezTo>
                  <a:cubicBezTo>
                    <a:pt x="241" y="916"/>
                    <a:pt x="394" y="617"/>
                    <a:pt x="634" y="435"/>
                  </a:cubicBezTo>
                  <a:cubicBezTo>
                    <a:pt x="846" y="249"/>
                    <a:pt x="1087" y="153"/>
                    <a:pt x="1351" y="153"/>
                  </a:cubicBezTo>
                  <a:close/>
                  <a:moveTo>
                    <a:pt x="1339" y="0"/>
                  </a:moveTo>
                  <a:cubicBezTo>
                    <a:pt x="1044" y="0"/>
                    <a:pt x="755" y="96"/>
                    <a:pt x="510" y="282"/>
                  </a:cubicBezTo>
                  <a:cubicBezTo>
                    <a:pt x="241" y="523"/>
                    <a:pt x="88" y="858"/>
                    <a:pt x="59" y="1222"/>
                  </a:cubicBezTo>
                  <a:cubicBezTo>
                    <a:pt x="0" y="1951"/>
                    <a:pt x="547" y="2592"/>
                    <a:pt x="1239" y="2680"/>
                  </a:cubicBezTo>
                  <a:cubicBezTo>
                    <a:pt x="1275" y="2683"/>
                    <a:pt x="1312" y="2684"/>
                    <a:pt x="1348" y="2684"/>
                  </a:cubicBezTo>
                  <a:cubicBezTo>
                    <a:pt x="1675" y="2684"/>
                    <a:pt x="1995" y="2565"/>
                    <a:pt x="2245" y="2315"/>
                  </a:cubicBezTo>
                  <a:cubicBezTo>
                    <a:pt x="2485" y="2556"/>
                    <a:pt x="2791" y="2738"/>
                    <a:pt x="3127" y="2774"/>
                  </a:cubicBezTo>
                  <a:lnTo>
                    <a:pt x="3243" y="2774"/>
                  </a:lnTo>
                  <a:cubicBezTo>
                    <a:pt x="3549" y="2774"/>
                    <a:pt x="3826" y="2680"/>
                    <a:pt x="4067" y="2468"/>
                  </a:cubicBezTo>
                  <a:cubicBezTo>
                    <a:pt x="4336" y="2257"/>
                    <a:pt x="4489" y="1922"/>
                    <a:pt x="4518" y="1557"/>
                  </a:cubicBezTo>
                  <a:cubicBezTo>
                    <a:pt x="4584" y="829"/>
                    <a:pt x="4067" y="158"/>
                    <a:pt x="3338" y="100"/>
                  </a:cubicBezTo>
                  <a:cubicBezTo>
                    <a:pt x="3301" y="97"/>
                    <a:pt x="3265" y="96"/>
                    <a:pt x="3228" y="96"/>
                  </a:cubicBezTo>
                  <a:cubicBezTo>
                    <a:pt x="2901" y="96"/>
                    <a:pt x="2581" y="212"/>
                    <a:pt x="2332" y="435"/>
                  </a:cubicBezTo>
                  <a:cubicBezTo>
                    <a:pt x="2121" y="187"/>
                    <a:pt x="1786" y="42"/>
                    <a:pt x="1458" y="5"/>
                  </a:cubicBezTo>
                  <a:cubicBezTo>
                    <a:pt x="1418" y="2"/>
                    <a:pt x="1379" y="0"/>
                    <a:pt x="13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7" name="Google Shape;5657;p80">
              <a:extLst>
                <a:ext uri="{FF2B5EF4-FFF2-40B4-BE49-F238E27FC236}">
                  <a16:creationId xmlns:a16="http://schemas.microsoft.com/office/drawing/2014/main" id="{B8EE5AD7-48A0-00B1-13B5-21ECE19D3006}"/>
                </a:ext>
              </a:extLst>
            </p:cNvPr>
            <p:cNvSpPr/>
            <p:nvPr/>
          </p:nvSpPr>
          <p:spPr>
            <a:xfrm>
              <a:off x="6540750" y="2874650"/>
              <a:ext cx="114600" cy="69200"/>
            </a:xfrm>
            <a:custGeom>
              <a:avLst/>
              <a:gdLst/>
              <a:ahLst/>
              <a:cxnLst/>
              <a:rect l="l" t="t" r="r" b="b"/>
              <a:pathLst>
                <a:path w="4584" h="2768" extrusionOk="0">
                  <a:moveTo>
                    <a:pt x="1343" y="182"/>
                  </a:moveTo>
                  <a:cubicBezTo>
                    <a:pt x="1381" y="182"/>
                    <a:pt x="1419" y="184"/>
                    <a:pt x="1458" y="188"/>
                  </a:cubicBezTo>
                  <a:cubicBezTo>
                    <a:pt x="1793" y="217"/>
                    <a:pt x="2063" y="370"/>
                    <a:pt x="2274" y="640"/>
                  </a:cubicBezTo>
                  <a:cubicBezTo>
                    <a:pt x="2274" y="640"/>
                    <a:pt x="2310" y="676"/>
                    <a:pt x="2340" y="676"/>
                  </a:cubicBezTo>
                  <a:cubicBezTo>
                    <a:pt x="2369" y="676"/>
                    <a:pt x="2369" y="676"/>
                    <a:pt x="2398" y="640"/>
                  </a:cubicBezTo>
                  <a:cubicBezTo>
                    <a:pt x="2615" y="396"/>
                    <a:pt x="2910" y="271"/>
                    <a:pt x="3234" y="271"/>
                  </a:cubicBezTo>
                  <a:cubicBezTo>
                    <a:pt x="3269" y="271"/>
                    <a:pt x="3303" y="273"/>
                    <a:pt x="3338" y="275"/>
                  </a:cubicBezTo>
                  <a:cubicBezTo>
                    <a:pt x="3950" y="341"/>
                    <a:pt x="4431" y="917"/>
                    <a:pt x="4373" y="1551"/>
                  </a:cubicBezTo>
                  <a:cubicBezTo>
                    <a:pt x="4343" y="1857"/>
                    <a:pt x="4190" y="2163"/>
                    <a:pt x="3950" y="2345"/>
                  </a:cubicBezTo>
                  <a:cubicBezTo>
                    <a:pt x="3759" y="2530"/>
                    <a:pt x="3506" y="2620"/>
                    <a:pt x="3240" y="2620"/>
                  </a:cubicBezTo>
                  <a:cubicBezTo>
                    <a:pt x="3203" y="2620"/>
                    <a:pt x="3165" y="2618"/>
                    <a:pt x="3127" y="2615"/>
                  </a:cubicBezTo>
                  <a:cubicBezTo>
                    <a:pt x="2820" y="2585"/>
                    <a:pt x="2522" y="2403"/>
                    <a:pt x="2340" y="2163"/>
                  </a:cubicBezTo>
                  <a:cubicBezTo>
                    <a:pt x="2310" y="2134"/>
                    <a:pt x="2310" y="2097"/>
                    <a:pt x="2274" y="2097"/>
                  </a:cubicBezTo>
                  <a:cubicBezTo>
                    <a:pt x="2245" y="2097"/>
                    <a:pt x="2216" y="2134"/>
                    <a:pt x="2216" y="2134"/>
                  </a:cubicBezTo>
                  <a:cubicBezTo>
                    <a:pt x="1995" y="2381"/>
                    <a:pt x="1694" y="2531"/>
                    <a:pt x="1364" y="2531"/>
                  </a:cubicBezTo>
                  <a:cubicBezTo>
                    <a:pt x="1335" y="2531"/>
                    <a:pt x="1305" y="2529"/>
                    <a:pt x="1276" y="2527"/>
                  </a:cubicBezTo>
                  <a:cubicBezTo>
                    <a:pt x="634" y="2462"/>
                    <a:pt x="183" y="1886"/>
                    <a:pt x="241" y="1223"/>
                  </a:cubicBezTo>
                  <a:cubicBezTo>
                    <a:pt x="270" y="917"/>
                    <a:pt x="394" y="640"/>
                    <a:pt x="634" y="428"/>
                  </a:cubicBezTo>
                  <a:cubicBezTo>
                    <a:pt x="851" y="269"/>
                    <a:pt x="1084" y="182"/>
                    <a:pt x="1343" y="182"/>
                  </a:cubicBezTo>
                  <a:close/>
                  <a:moveTo>
                    <a:pt x="1355" y="0"/>
                  </a:moveTo>
                  <a:cubicBezTo>
                    <a:pt x="1042" y="0"/>
                    <a:pt x="758" y="94"/>
                    <a:pt x="547" y="312"/>
                  </a:cubicBezTo>
                  <a:cubicBezTo>
                    <a:pt x="270" y="523"/>
                    <a:pt x="88" y="858"/>
                    <a:pt x="59" y="1223"/>
                  </a:cubicBezTo>
                  <a:cubicBezTo>
                    <a:pt x="0" y="1951"/>
                    <a:pt x="547" y="2615"/>
                    <a:pt x="1246" y="2680"/>
                  </a:cubicBezTo>
                  <a:cubicBezTo>
                    <a:pt x="1284" y="2683"/>
                    <a:pt x="1321" y="2684"/>
                    <a:pt x="1358" y="2684"/>
                  </a:cubicBezTo>
                  <a:cubicBezTo>
                    <a:pt x="1709" y="2684"/>
                    <a:pt x="2030" y="2560"/>
                    <a:pt x="2274" y="2316"/>
                  </a:cubicBezTo>
                  <a:cubicBezTo>
                    <a:pt x="2493" y="2585"/>
                    <a:pt x="2791" y="2738"/>
                    <a:pt x="3127" y="2768"/>
                  </a:cubicBezTo>
                  <a:lnTo>
                    <a:pt x="3250" y="2768"/>
                  </a:lnTo>
                  <a:cubicBezTo>
                    <a:pt x="3549" y="2768"/>
                    <a:pt x="3826" y="2680"/>
                    <a:pt x="4067" y="2498"/>
                  </a:cubicBezTo>
                  <a:cubicBezTo>
                    <a:pt x="4343" y="2250"/>
                    <a:pt x="4497" y="1915"/>
                    <a:pt x="4526" y="1551"/>
                  </a:cubicBezTo>
                  <a:cubicBezTo>
                    <a:pt x="4584" y="822"/>
                    <a:pt x="4067" y="159"/>
                    <a:pt x="3338" y="93"/>
                  </a:cubicBezTo>
                  <a:cubicBezTo>
                    <a:pt x="3303" y="90"/>
                    <a:pt x="3268" y="89"/>
                    <a:pt x="3234" y="89"/>
                  </a:cubicBezTo>
                  <a:cubicBezTo>
                    <a:pt x="2905" y="89"/>
                    <a:pt x="2583" y="214"/>
                    <a:pt x="2340" y="458"/>
                  </a:cubicBezTo>
                  <a:cubicBezTo>
                    <a:pt x="2128" y="188"/>
                    <a:pt x="1822" y="35"/>
                    <a:pt x="1487" y="6"/>
                  </a:cubicBezTo>
                  <a:cubicBezTo>
                    <a:pt x="1442" y="2"/>
                    <a:pt x="1398" y="0"/>
                    <a:pt x="13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80">
              <a:extLst>
                <a:ext uri="{FF2B5EF4-FFF2-40B4-BE49-F238E27FC236}">
                  <a16:creationId xmlns:a16="http://schemas.microsoft.com/office/drawing/2014/main" id="{BFF89B41-F55A-E3AF-CBCA-95056A4F3C7D}"/>
                </a:ext>
              </a:extLst>
            </p:cNvPr>
            <p:cNvSpPr/>
            <p:nvPr/>
          </p:nvSpPr>
          <p:spPr>
            <a:xfrm>
              <a:off x="6678850" y="2923275"/>
              <a:ext cx="114600" cy="69950"/>
            </a:xfrm>
            <a:custGeom>
              <a:avLst/>
              <a:gdLst/>
              <a:ahLst/>
              <a:cxnLst/>
              <a:rect l="l" t="t" r="r" b="b"/>
              <a:pathLst>
                <a:path w="4584" h="2798" extrusionOk="0">
                  <a:moveTo>
                    <a:pt x="1330" y="181"/>
                  </a:moveTo>
                  <a:cubicBezTo>
                    <a:pt x="1372" y="181"/>
                    <a:pt x="1415" y="183"/>
                    <a:pt x="1457" y="189"/>
                  </a:cubicBezTo>
                  <a:cubicBezTo>
                    <a:pt x="1763" y="218"/>
                    <a:pt x="2070" y="371"/>
                    <a:pt x="2252" y="640"/>
                  </a:cubicBezTo>
                  <a:cubicBezTo>
                    <a:pt x="2281" y="670"/>
                    <a:pt x="2281" y="670"/>
                    <a:pt x="2310" y="670"/>
                  </a:cubicBezTo>
                  <a:cubicBezTo>
                    <a:pt x="2339" y="670"/>
                    <a:pt x="2368" y="670"/>
                    <a:pt x="2368" y="640"/>
                  </a:cubicBezTo>
                  <a:cubicBezTo>
                    <a:pt x="2592" y="397"/>
                    <a:pt x="2882" y="272"/>
                    <a:pt x="3205" y="272"/>
                  </a:cubicBezTo>
                  <a:cubicBezTo>
                    <a:pt x="3239" y="272"/>
                    <a:pt x="3274" y="273"/>
                    <a:pt x="3308" y="276"/>
                  </a:cubicBezTo>
                  <a:cubicBezTo>
                    <a:pt x="3950" y="334"/>
                    <a:pt x="4401" y="917"/>
                    <a:pt x="4343" y="1551"/>
                  </a:cubicBezTo>
                  <a:cubicBezTo>
                    <a:pt x="4343" y="1886"/>
                    <a:pt x="4190" y="2156"/>
                    <a:pt x="3950" y="2375"/>
                  </a:cubicBezTo>
                  <a:cubicBezTo>
                    <a:pt x="3740" y="2534"/>
                    <a:pt x="3502" y="2621"/>
                    <a:pt x="3241" y="2621"/>
                  </a:cubicBezTo>
                  <a:cubicBezTo>
                    <a:pt x="3203" y="2621"/>
                    <a:pt x="3165" y="2619"/>
                    <a:pt x="3126" y="2615"/>
                  </a:cubicBezTo>
                  <a:cubicBezTo>
                    <a:pt x="2798" y="2586"/>
                    <a:pt x="2521" y="2404"/>
                    <a:pt x="2310" y="2156"/>
                  </a:cubicBezTo>
                  <a:cubicBezTo>
                    <a:pt x="2310" y="2127"/>
                    <a:pt x="2281" y="2127"/>
                    <a:pt x="2252" y="2127"/>
                  </a:cubicBezTo>
                  <a:cubicBezTo>
                    <a:pt x="2215" y="2127"/>
                    <a:pt x="2215" y="2127"/>
                    <a:pt x="2186" y="2156"/>
                  </a:cubicBezTo>
                  <a:cubicBezTo>
                    <a:pt x="1969" y="2379"/>
                    <a:pt x="1676" y="2526"/>
                    <a:pt x="1353" y="2526"/>
                  </a:cubicBezTo>
                  <a:cubicBezTo>
                    <a:pt x="1318" y="2526"/>
                    <a:pt x="1282" y="2524"/>
                    <a:pt x="1246" y="2520"/>
                  </a:cubicBezTo>
                  <a:cubicBezTo>
                    <a:pt x="641" y="2462"/>
                    <a:pt x="153" y="1886"/>
                    <a:pt x="211" y="1245"/>
                  </a:cubicBezTo>
                  <a:cubicBezTo>
                    <a:pt x="248" y="917"/>
                    <a:pt x="394" y="640"/>
                    <a:pt x="641" y="429"/>
                  </a:cubicBezTo>
                  <a:cubicBezTo>
                    <a:pt x="823" y="273"/>
                    <a:pt x="1073" y="181"/>
                    <a:pt x="1330" y="181"/>
                  </a:cubicBezTo>
                  <a:close/>
                  <a:moveTo>
                    <a:pt x="1340" y="0"/>
                  </a:moveTo>
                  <a:cubicBezTo>
                    <a:pt x="1046" y="0"/>
                    <a:pt x="762" y="119"/>
                    <a:pt x="517" y="305"/>
                  </a:cubicBezTo>
                  <a:cubicBezTo>
                    <a:pt x="248" y="553"/>
                    <a:pt x="95" y="852"/>
                    <a:pt x="66" y="1216"/>
                  </a:cubicBezTo>
                  <a:cubicBezTo>
                    <a:pt x="0" y="1974"/>
                    <a:pt x="517" y="2615"/>
                    <a:pt x="1246" y="2673"/>
                  </a:cubicBezTo>
                  <a:cubicBezTo>
                    <a:pt x="1303" y="2684"/>
                    <a:pt x="1360" y="2689"/>
                    <a:pt x="1417" y="2689"/>
                  </a:cubicBezTo>
                  <a:cubicBezTo>
                    <a:pt x="1723" y="2689"/>
                    <a:pt x="2018" y="2547"/>
                    <a:pt x="2252" y="2338"/>
                  </a:cubicBezTo>
                  <a:cubicBezTo>
                    <a:pt x="2463" y="2586"/>
                    <a:pt x="2762" y="2739"/>
                    <a:pt x="3097" y="2797"/>
                  </a:cubicBezTo>
                  <a:lnTo>
                    <a:pt x="3221" y="2797"/>
                  </a:lnTo>
                  <a:cubicBezTo>
                    <a:pt x="3527" y="2797"/>
                    <a:pt x="3826" y="2673"/>
                    <a:pt x="4037" y="2491"/>
                  </a:cubicBezTo>
                  <a:cubicBezTo>
                    <a:pt x="4314" y="2251"/>
                    <a:pt x="4496" y="1945"/>
                    <a:pt x="4525" y="1580"/>
                  </a:cubicBezTo>
                  <a:cubicBezTo>
                    <a:pt x="4584" y="823"/>
                    <a:pt x="4037" y="189"/>
                    <a:pt x="3345" y="123"/>
                  </a:cubicBezTo>
                  <a:cubicBezTo>
                    <a:pt x="3287" y="115"/>
                    <a:pt x="3230" y="111"/>
                    <a:pt x="3174" y="111"/>
                  </a:cubicBezTo>
                  <a:cubicBezTo>
                    <a:pt x="2842" y="111"/>
                    <a:pt x="2545" y="252"/>
                    <a:pt x="2339" y="458"/>
                  </a:cubicBezTo>
                  <a:cubicBezTo>
                    <a:pt x="2099" y="218"/>
                    <a:pt x="1793" y="36"/>
                    <a:pt x="1457" y="6"/>
                  </a:cubicBezTo>
                  <a:cubicBezTo>
                    <a:pt x="1418" y="2"/>
                    <a:pt x="1379" y="0"/>
                    <a:pt x="13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80">
              <a:extLst>
                <a:ext uri="{FF2B5EF4-FFF2-40B4-BE49-F238E27FC236}">
                  <a16:creationId xmlns:a16="http://schemas.microsoft.com/office/drawing/2014/main" id="{CEA4FBA4-C5B0-E5FC-2D92-3412342C6DB4}"/>
                </a:ext>
              </a:extLst>
            </p:cNvPr>
            <p:cNvSpPr/>
            <p:nvPr/>
          </p:nvSpPr>
          <p:spPr>
            <a:xfrm>
              <a:off x="6536200" y="2666525"/>
              <a:ext cx="377300" cy="512700"/>
            </a:xfrm>
            <a:custGeom>
              <a:avLst/>
              <a:gdLst/>
              <a:ahLst/>
              <a:cxnLst/>
              <a:rect l="l" t="t" r="r" b="b"/>
              <a:pathLst>
                <a:path w="15092" h="20508" extrusionOk="0">
                  <a:moveTo>
                    <a:pt x="9422" y="182"/>
                  </a:moveTo>
                  <a:cubicBezTo>
                    <a:pt x="9510" y="182"/>
                    <a:pt x="9597" y="185"/>
                    <a:pt x="9685" y="191"/>
                  </a:cubicBezTo>
                  <a:cubicBezTo>
                    <a:pt x="9991" y="621"/>
                    <a:pt x="13634" y="5627"/>
                    <a:pt x="14363" y="12003"/>
                  </a:cubicBezTo>
                  <a:cubicBezTo>
                    <a:pt x="14727" y="15494"/>
                    <a:pt x="14910" y="17891"/>
                    <a:pt x="13751" y="19137"/>
                  </a:cubicBezTo>
                  <a:cubicBezTo>
                    <a:pt x="12991" y="19982"/>
                    <a:pt x="11637" y="20339"/>
                    <a:pt x="9164" y="20339"/>
                  </a:cubicBezTo>
                  <a:cubicBezTo>
                    <a:pt x="8886" y="20339"/>
                    <a:pt x="8593" y="20334"/>
                    <a:pt x="8286" y="20325"/>
                  </a:cubicBezTo>
                  <a:cubicBezTo>
                    <a:pt x="2186" y="20114"/>
                    <a:pt x="365" y="18380"/>
                    <a:pt x="153" y="18139"/>
                  </a:cubicBezTo>
                  <a:cubicBezTo>
                    <a:pt x="212" y="17469"/>
                    <a:pt x="999" y="7602"/>
                    <a:pt x="4343" y="3441"/>
                  </a:cubicBezTo>
                  <a:cubicBezTo>
                    <a:pt x="6075" y="1246"/>
                    <a:pt x="7747" y="182"/>
                    <a:pt x="9422" y="182"/>
                  </a:cubicBezTo>
                  <a:close/>
                  <a:moveTo>
                    <a:pt x="9451" y="1"/>
                  </a:moveTo>
                  <a:cubicBezTo>
                    <a:pt x="7717" y="1"/>
                    <a:pt x="5980" y="1099"/>
                    <a:pt x="4190" y="3354"/>
                  </a:cubicBezTo>
                  <a:cubicBezTo>
                    <a:pt x="758" y="7660"/>
                    <a:pt x="0" y="18074"/>
                    <a:pt x="0" y="18168"/>
                  </a:cubicBezTo>
                  <a:lnTo>
                    <a:pt x="0" y="18227"/>
                  </a:lnTo>
                  <a:cubicBezTo>
                    <a:pt x="88" y="18321"/>
                    <a:pt x="1698" y="20260"/>
                    <a:pt x="8286" y="20478"/>
                  </a:cubicBezTo>
                  <a:cubicBezTo>
                    <a:pt x="8621" y="20507"/>
                    <a:pt x="8927" y="20507"/>
                    <a:pt x="9233" y="20507"/>
                  </a:cubicBezTo>
                  <a:cubicBezTo>
                    <a:pt x="11718" y="20507"/>
                    <a:pt x="13088" y="20114"/>
                    <a:pt x="13875" y="19261"/>
                  </a:cubicBezTo>
                  <a:cubicBezTo>
                    <a:pt x="15092" y="17957"/>
                    <a:pt x="14910" y="15523"/>
                    <a:pt x="14516" y="11974"/>
                  </a:cubicBezTo>
                  <a:cubicBezTo>
                    <a:pt x="13787" y="5292"/>
                    <a:pt x="9838" y="104"/>
                    <a:pt x="9780" y="38"/>
                  </a:cubicBezTo>
                  <a:cubicBezTo>
                    <a:pt x="9780" y="38"/>
                    <a:pt x="9743" y="9"/>
                    <a:pt x="9714" y="9"/>
                  </a:cubicBezTo>
                  <a:cubicBezTo>
                    <a:pt x="9626" y="3"/>
                    <a:pt x="9539" y="1"/>
                    <a:pt x="9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80">
              <a:extLst>
                <a:ext uri="{FF2B5EF4-FFF2-40B4-BE49-F238E27FC236}">
                  <a16:creationId xmlns:a16="http://schemas.microsoft.com/office/drawing/2014/main" id="{9B98E79B-5A86-0CE4-22EF-A0C3E9322FA2}"/>
                </a:ext>
              </a:extLst>
            </p:cNvPr>
            <p:cNvSpPr/>
            <p:nvPr/>
          </p:nvSpPr>
          <p:spPr>
            <a:xfrm>
              <a:off x="6525625" y="2965875"/>
              <a:ext cx="182925" cy="118425"/>
            </a:xfrm>
            <a:custGeom>
              <a:avLst/>
              <a:gdLst/>
              <a:ahLst/>
              <a:cxnLst/>
              <a:rect l="l" t="t" r="r" b="b"/>
              <a:pathLst>
                <a:path w="7317" h="4737" extrusionOk="0">
                  <a:moveTo>
                    <a:pt x="7317" y="0"/>
                  </a:moveTo>
                  <a:cubicBezTo>
                    <a:pt x="7316" y="0"/>
                    <a:pt x="2850" y="911"/>
                    <a:pt x="2638" y="1152"/>
                  </a:cubicBezTo>
                  <a:cubicBezTo>
                    <a:pt x="2398" y="1399"/>
                    <a:pt x="1" y="4278"/>
                    <a:pt x="1" y="4278"/>
                  </a:cubicBezTo>
                  <a:lnTo>
                    <a:pt x="7040" y="4737"/>
                  </a:lnTo>
                  <a:lnTo>
                    <a:pt x="7317" y="0"/>
                  </a:ln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80">
              <a:extLst>
                <a:ext uri="{FF2B5EF4-FFF2-40B4-BE49-F238E27FC236}">
                  <a16:creationId xmlns:a16="http://schemas.microsoft.com/office/drawing/2014/main" id="{CC0BE6AF-99DA-6C73-A778-4BFEB2D8CF39}"/>
                </a:ext>
              </a:extLst>
            </p:cNvPr>
            <p:cNvSpPr/>
            <p:nvPr/>
          </p:nvSpPr>
          <p:spPr>
            <a:xfrm>
              <a:off x="6523250" y="2964000"/>
              <a:ext cx="187500" cy="122500"/>
            </a:xfrm>
            <a:custGeom>
              <a:avLst/>
              <a:gdLst/>
              <a:ahLst/>
              <a:cxnLst/>
              <a:rect l="l" t="t" r="r" b="b"/>
              <a:pathLst>
                <a:path w="7500" h="4900" extrusionOk="0">
                  <a:moveTo>
                    <a:pt x="7317" y="199"/>
                  </a:moveTo>
                  <a:lnTo>
                    <a:pt x="7047" y="4717"/>
                  </a:lnTo>
                  <a:lnTo>
                    <a:pt x="278" y="4265"/>
                  </a:lnTo>
                  <a:cubicBezTo>
                    <a:pt x="730" y="3719"/>
                    <a:pt x="2580" y="1504"/>
                    <a:pt x="2792" y="1292"/>
                  </a:cubicBezTo>
                  <a:cubicBezTo>
                    <a:pt x="2974" y="1110"/>
                    <a:pt x="5619" y="527"/>
                    <a:pt x="7317" y="199"/>
                  </a:cubicBezTo>
                  <a:close/>
                  <a:moveTo>
                    <a:pt x="7440" y="1"/>
                  </a:moveTo>
                  <a:cubicBezTo>
                    <a:pt x="7431" y="1"/>
                    <a:pt x="7422" y="5"/>
                    <a:pt x="7412" y="17"/>
                  </a:cubicBezTo>
                  <a:cubicBezTo>
                    <a:pt x="6654" y="163"/>
                    <a:pt x="2887" y="928"/>
                    <a:pt x="2675" y="1168"/>
                  </a:cubicBezTo>
                  <a:cubicBezTo>
                    <a:pt x="2427" y="1409"/>
                    <a:pt x="125" y="4171"/>
                    <a:pt x="30" y="4295"/>
                  </a:cubicBezTo>
                  <a:cubicBezTo>
                    <a:pt x="1" y="4324"/>
                    <a:pt x="1" y="4353"/>
                    <a:pt x="30" y="4389"/>
                  </a:cubicBezTo>
                  <a:cubicBezTo>
                    <a:pt x="30" y="4418"/>
                    <a:pt x="59" y="4418"/>
                    <a:pt x="96" y="4418"/>
                  </a:cubicBezTo>
                  <a:lnTo>
                    <a:pt x="7135" y="4899"/>
                  </a:lnTo>
                  <a:cubicBezTo>
                    <a:pt x="7164" y="4899"/>
                    <a:pt x="7164" y="4870"/>
                    <a:pt x="7200" y="4870"/>
                  </a:cubicBezTo>
                  <a:cubicBezTo>
                    <a:pt x="7200" y="4841"/>
                    <a:pt x="7230" y="4841"/>
                    <a:pt x="7230" y="4812"/>
                  </a:cubicBezTo>
                  <a:lnTo>
                    <a:pt x="7499" y="75"/>
                  </a:lnTo>
                  <a:cubicBezTo>
                    <a:pt x="7499" y="75"/>
                    <a:pt x="7499" y="46"/>
                    <a:pt x="7470" y="17"/>
                  </a:cubicBezTo>
                  <a:cubicBezTo>
                    <a:pt x="7470" y="17"/>
                    <a:pt x="7457" y="1"/>
                    <a:pt x="74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80">
              <a:extLst>
                <a:ext uri="{FF2B5EF4-FFF2-40B4-BE49-F238E27FC236}">
                  <a16:creationId xmlns:a16="http://schemas.microsoft.com/office/drawing/2014/main" id="{9AA94F07-1B35-DA4B-7AF7-4039E4987A0D}"/>
                </a:ext>
              </a:extLst>
            </p:cNvPr>
            <p:cNvSpPr/>
            <p:nvPr/>
          </p:nvSpPr>
          <p:spPr>
            <a:xfrm>
              <a:off x="6687225" y="2668925"/>
              <a:ext cx="425050" cy="437850"/>
            </a:xfrm>
            <a:custGeom>
              <a:avLst/>
              <a:gdLst/>
              <a:ahLst/>
              <a:cxnLst/>
              <a:rect l="l" t="t" r="r" b="b"/>
              <a:pathLst>
                <a:path w="17002" h="17514" extrusionOk="0">
                  <a:moveTo>
                    <a:pt x="3422" y="1"/>
                  </a:moveTo>
                  <a:cubicBezTo>
                    <a:pt x="3346" y="1"/>
                    <a:pt x="3269" y="3"/>
                    <a:pt x="3192" y="8"/>
                  </a:cubicBezTo>
                  <a:lnTo>
                    <a:pt x="5742" y="5837"/>
                  </a:lnTo>
                  <a:lnTo>
                    <a:pt x="7470" y="10844"/>
                  </a:lnTo>
                  <a:lnTo>
                    <a:pt x="335" y="11237"/>
                  </a:lnTo>
                  <a:lnTo>
                    <a:pt x="0" y="16673"/>
                  </a:lnTo>
                  <a:cubicBezTo>
                    <a:pt x="0" y="16673"/>
                    <a:pt x="2088" y="17514"/>
                    <a:pt x="5837" y="17514"/>
                  </a:cubicBezTo>
                  <a:cubicBezTo>
                    <a:pt x="6874" y="17514"/>
                    <a:pt x="8038" y="17450"/>
                    <a:pt x="9320" y="17285"/>
                  </a:cubicBezTo>
                  <a:cubicBezTo>
                    <a:pt x="15274" y="16520"/>
                    <a:pt x="17001" y="13518"/>
                    <a:pt x="15092" y="9175"/>
                  </a:cubicBezTo>
                  <a:cubicBezTo>
                    <a:pt x="13175" y="4861"/>
                    <a:pt x="7958" y="1647"/>
                    <a:pt x="6041" y="736"/>
                  </a:cubicBezTo>
                  <a:cubicBezTo>
                    <a:pt x="5258" y="372"/>
                    <a:pt x="4386" y="1"/>
                    <a:pt x="34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80">
              <a:extLst>
                <a:ext uri="{FF2B5EF4-FFF2-40B4-BE49-F238E27FC236}">
                  <a16:creationId xmlns:a16="http://schemas.microsoft.com/office/drawing/2014/main" id="{9A0E718D-ADF9-B0B8-C200-6EB8B436A475}"/>
                </a:ext>
              </a:extLst>
            </p:cNvPr>
            <p:cNvSpPr/>
            <p:nvPr/>
          </p:nvSpPr>
          <p:spPr>
            <a:xfrm>
              <a:off x="6798900" y="2726550"/>
              <a:ext cx="114600" cy="69375"/>
            </a:xfrm>
            <a:custGeom>
              <a:avLst/>
              <a:gdLst/>
              <a:ahLst/>
              <a:cxnLst/>
              <a:rect l="l" t="t" r="r" b="b"/>
              <a:pathLst>
                <a:path w="4584" h="2775" extrusionOk="0">
                  <a:moveTo>
                    <a:pt x="1350" y="153"/>
                  </a:moveTo>
                  <a:cubicBezTo>
                    <a:pt x="1386" y="153"/>
                    <a:pt x="1422" y="155"/>
                    <a:pt x="1458" y="158"/>
                  </a:cubicBezTo>
                  <a:cubicBezTo>
                    <a:pt x="1786" y="188"/>
                    <a:pt x="2062" y="370"/>
                    <a:pt x="2274" y="618"/>
                  </a:cubicBezTo>
                  <a:cubicBezTo>
                    <a:pt x="2274" y="647"/>
                    <a:pt x="2303" y="676"/>
                    <a:pt x="2332" y="676"/>
                  </a:cubicBezTo>
                  <a:cubicBezTo>
                    <a:pt x="2369" y="676"/>
                    <a:pt x="2369" y="647"/>
                    <a:pt x="2398" y="647"/>
                  </a:cubicBezTo>
                  <a:cubicBezTo>
                    <a:pt x="2618" y="393"/>
                    <a:pt x="2918" y="249"/>
                    <a:pt x="3246" y="249"/>
                  </a:cubicBezTo>
                  <a:cubicBezTo>
                    <a:pt x="3277" y="249"/>
                    <a:pt x="3307" y="251"/>
                    <a:pt x="3338" y="253"/>
                  </a:cubicBezTo>
                  <a:cubicBezTo>
                    <a:pt x="3943" y="311"/>
                    <a:pt x="4431" y="887"/>
                    <a:pt x="4372" y="1558"/>
                  </a:cubicBezTo>
                  <a:cubicBezTo>
                    <a:pt x="4336" y="1864"/>
                    <a:pt x="4190" y="2133"/>
                    <a:pt x="3943" y="2345"/>
                  </a:cubicBezTo>
                  <a:cubicBezTo>
                    <a:pt x="3757" y="2505"/>
                    <a:pt x="3497" y="2598"/>
                    <a:pt x="3234" y="2598"/>
                  </a:cubicBezTo>
                  <a:cubicBezTo>
                    <a:pt x="3198" y="2598"/>
                    <a:pt x="3162" y="2596"/>
                    <a:pt x="3126" y="2592"/>
                  </a:cubicBezTo>
                  <a:cubicBezTo>
                    <a:pt x="2820" y="2556"/>
                    <a:pt x="2514" y="2410"/>
                    <a:pt x="2332" y="2133"/>
                  </a:cubicBezTo>
                  <a:cubicBezTo>
                    <a:pt x="2303" y="2133"/>
                    <a:pt x="2303" y="2104"/>
                    <a:pt x="2274" y="2104"/>
                  </a:cubicBezTo>
                  <a:cubicBezTo>
                    <a:pt x="2245" y="2104"/>
                    <a:pt x="2216" y="2104"/>
                    <a:pt x="2216" y="2133"/>
                  </a:cubicBezTo>
                  <a:cubicBezTo>
                    <a:pt x="1992" y="2383"/>
                    <a:pt x="1704" y="2502"/>
                    <a:pt x="1383" y="2502"/>
                  </a:cubicBezTo>
                  <a:cubicBezTo>
                    <a:pt x="1348" y="2502"/>
                    <a:pt x="1312" y="2500"/>
                    <a:pt x="1275" y="2498"/>
                  </a:cubicBezTo>
                  <a:cubicBezTo>
                    <a:pt x="634" y="2439"/>
                    <a:pt x="182" y="1864"/>
                    <a:pt x="241" y="1222"/>
                  </a:cubicBezTo>
                  <a:cubicBezTo>
                    <a:pt x="241" y="916"/>
                    <a:pt x="394" y="618"/>
                    <a:pt x="634" y="435"/>
                  </a:cubicBezTo>
                  <a:cubicBezTo>
                    <a:pt x="846" y="249"/>
                    <a:pt x="1087" y="153"/>
                    <a:pt x="1350" y="153"/>
                  </a:cubicBezTo>
                  <a:close/>
                  <a:moveTo>
                    <a:pt x="1359" y="0"/>
                  </a:moveTo>
                  <a:cubicBezTo>
                    <a:pt x="1045" y="0"/>
                    <a:pt x="759" y="96"/>
                    <a:pt x="547" y="282"/>
                  </a:cubicBezTo>
                  <a:cubicBezTo>
                    <a:pt x="270" y="523"/>
                    <a:pt x="88" y="858"/>
                    <a:pt x="59" y="1222"/>
                  </a:cubicBezTo>
                  <a:cubicBezTo>
                    <a:pt x="0" y="1951"/>
                    <a:pt x="547" y="2592"/>
                    <a:pt x="1239" y="2680"/>
                  </a:cubicBezTo>
                  <a:cubicBezTo>
                    <a:pt x="1279" y="2683"/>
                    <a:pt x="1318" y="2684"/>
                    <a:pt x="1358" y="2684"/>
                  </a:cubicBezTo>
                  <a:cubicBezTo>
                    <a:pt x="1711" y="2684"/>
                    <a:pt x="2028" y="2565"/>
                    <a:pt x="2245" y="2315"/>
                  </a:cubicBezTo>
                  <a:cubicBezTo>
                    <a:pt x="2485" y="2592"/>
                    <a:pt x="2791" y="2738"/>
                    <a:pt x="3126" y="2774"/>
                  </a:cubicBezTo>
                  <a:lnTo>
                    <a:pt x="3243" y="2774"/>
                  </a:lnTo>
                  <a:cubicBezTo>
                    <a:pt x="3549" y="2774"/>
                    <a:pt x="3826" y="2680"/>
                    <a:pt x="4066" y="2468"/>
                  </a:cubicBezTo>
                  <a:cubicBezTo>
                    <a:pt x="4336" y="2257"/>
                    <a:pt x="4489" y="1922"/>
                    <a:pt x="4518" y="1558"/>
                  </a:cubicBezTo>
                  <a:cubicBezTo>
                    <a:pt x="4584" y="829"/>
                    <a:pt x="4066" y="158"/>
                    <a:pt x="3338" y="100"/>
                  </a:cubicBezTo>
                  <a:cubicBezTo>
                    <a:pt x="3301" y="97"/>
                    <a:pt x="3265" y="96"/>
                    <a:pt x="3229" y="96"/>
                  </a:cubicBezTo>
                  <a:cubicBezTo>
                    <a:pt x="2902" y="96"/>
                    <a:pt x="2581" y="215"/>
                    <a:pt x="2332" y="464"/>
                  </a:cubicBezTo>
                  <a:cubicBezTo>
                    <a:pt x="2121" y="188"/>
                    <a:pt x="1822" y="42"/>
                    <a:pt x="1487" y="5"/>
                  </a:cubicBezTo>
                  <a:cubicBezTo>
                    <a:pt x="1444" y="2"/>
                    <a:pt x="1401" y="0"/>
                    <a:pt x="13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80">
              <a:extLst>
                <a:ext uri="{FF2B5EF4-FFF2-40B4-BE49-F238E27FC236}">
                  <a16:creationId xmlns:a16="http://schemas.microsoft.com/office/drawing/2014/main" id="{2341F20C-EB98-5ED9-CEB4-3A7343E52177}"/>
                </a:ext>
              </a:extLst>
            </p:cNvPr>
            <p:cNvSpPr/>
            <p:nvPr/>
          </p:nvSpPr>
          <p:spPr>
            <a:xfrm>
              <a:off x="6945375" y="2789575"/>
              <a:ext cx="114600" cy="69200"/>
            </a:xfrm>
            <a:custGeom>
              <a:avLst/>
              <a:gdLst/>
              <a:ahLst/>
              <a:cxnLst/>
              <a:rect l="l" t="t" r="r" b="b"/>
              <a:pathLst>
                <a:path w="4584" h="2768" extrusionOk="0">
                  <a:moveTo>
                    <a:pt x="1324" y="153"/>
                  </a:moveTo>
                  <a:cubicBezTo>
                    <a:pt x="1359" y="153"/>
                    <a:pt x="1394" y="155"/>
                    <a:pt x="1428" y="159"/>
                  </a:cubicBezTo>
                  <a:cubicBezTo>
                    <a:pt x="1756" y="188"/>
                    <a:pt x="2062" y="370"/>
                    <a:pt x="2245" y="647"/>
                  </a:cubicBezTo>
                  <a:cubicBezTo>
                    <a:pt x="2245" y="647"/>
                    <a:pt x="2274" y="676"/>
                    <a:pt x="2303" y="676"/>
                  </a:cubicBezTo>
                  <a:cubicBezTo>
                    <a:pt x="2339" y="676"/>
                    <a:pt x="2368" y="647"/>
                    <a:pt x="2368" y="647"/>
                  </a:cubicBezTo>
                  <a:cubicBezTo>
                    <a:pt x="2585" y="398"/>
                    <a:pt x="2878" y="278"/>
                    <a:pt x="3201" y="278"/>
                  </a:cubicBezTo>
                  <a:cubicBezTo>
                    <a:pt x="3236" y="278"/>
                    <a:pt x="3272" y="280"/>
                    <a:pt x="3308" y="283"/>
                  </a:cubicBezTo>
                  <a:cubicBezTo>
                    <a:pt x="3942" y="341"/>
                    <a:pt x="4401" y="887"/>
                    <a:pt x="4343" y="1558"/>
                  </a:cubicBezTo>
                  <a:cubicBezTo>
                    <a:pt x="4307" y="1857"/>
                    <a:pt x="4190" y="2163"/>
                    <a:pt x="3942" y="2345"/>
                  </a:cubicBezTo>
                  <a:cubicBezTo>
                    <a:pt x="3730" y="2531"/>
                    <a:pt x="3496" y="2627"/>
                    <a:pt x="3233" y="2627"/>
                  </a:cubicBezTo>
                  <a:cubicBezTo>
                    <a:pt x="3198" y="2627"/>
                    <a:pt x="3162" y="2625"/>
                    <a:pt x="3126" y="2622"/>
                  </a:cubicBezTo>
                  <a:cubicBezTo>
                    <a:pt x="2791" y="2585"/>
                    <a:pt x="2521" y="2403"/>
                    <a:pt x="2303" y="2134"/>
                  </a:cubicBezTo>
                  <a:cubicBezTo>
                    <a:pt x="2303" y="2134"/>
                    <a:pt x="2274" y="2104"/>
                    <a:pt x="2245" y="2104"/>
                  </a:cubicBezTo>
                  <a:cubicBezTo>
                    <a:pt x="2215" y="2104"/>
                    <a:pt x="2215" y="2134"/>
                    <a:pt x="2186" y="2134"/>
                  </a:cubicBezTo>
                  <a:cubicBezTo>
                    <a:pt x="1962" y="2377"/>
                    <a:pt x="1672" y="2502"/>
                    <a:pt x="1349" y="2502"/>
                  </a:cubicBezTo>
                  <a:cubicBezTo>
                    <a:pt x="1315" y="2502"/>
                    <a:pt x="1281" y="2501"/>
                    <a:pt x="1246" y="2498"/>
                  </a:cubicBezTo>
                  <a:cubicBezTo>
                    <a:pt x="634" y="2440"/>
                    <a:pt x="153" y="1893"/>
                    <a:pt x="211" y="1223"/>
                  </a:cubicBezTo>
                  <a:cubicBezTo>
                    <a:pt x="241" y="917"/>
                    <a:pt x="394" y="618"/>
                    <a:pt x="634" y="436"/>
                  </a:cubicBezTo>
                  <a:cubicBezTo>
                    <a:pt x="819" y="244"/>
                    <a:pt x="1077" y="153"/>
                    <a:pt x="1324" y="153"/>
                  </a:cubicBezTo>
                  <a:close/>
                  <a:moveTo>
                    <a:pt x="1340" y="1"/>
                  </a:moveTo>
                  <a:cubicBezTo>
                    <a:pt x="1045" y="1"/>
                    <a:pt x="756" y="99"/>
                    <a:pt x="517" y="312"/>
                  </a:cubicBezTo>
                  <a:cubicBezTo>
                    <a:pt x="241" y="523"/>
                    <a:pt x="58" y="858"/>
                    <a:pt x="29" y="1223"/>
                  </a:cubicBezTo>
                  <a:cubicBezTo>
                    <a:pt x="0" y="1951"/>
                    <a:pt x="517" y="2622"/>
                    <a:pt x="1246" y="2680"/>
                  </a:cubicBezTo>
                  <a:cubicBezTo>
                    <a:pt x="1281" y="2683"/>
                    <a:pt x="1316" y="2684"/>
                    <a:pt x="1350" y="2684"/>
                  </a:cubicBezTo>
                  <a:cubicBezTo>
                    <a:pt x="1679" y="2684"/>
                    <a:pt x="2001" y="2560"/>
                    <a:pt x="2245" y="2316"/>
                  </a:cubicBezTo>
                  <a:cubicBezTo>
                    <a:pt x="2456" y="2585"/>
                    <a:pt x="2762" y="2738"/>
                    <a:pt x="3097" y="2768"/>
                  </a:cubicBezTo>
                  <a:lnTo>
                    <a:pt x="3214" y="2768"/>
                  </a:lnTo>
                  <a:cubicBezTo>
                    <a:pt x="3520" y="2768"/>
                    <a:pt x="3826" y="2680"/>
                    <a:pt x="4037" y="2469"/>
                  </a:cubicBezTo>
                  <a:cubicBezTo>
                    <a:pt x="4307" y="2257"/>
                    <a:pt x="4489" y="1922"/>
                    <a:pt x="4525" y="1558"/>
                  </a:cubicBezTo>
                  <a:cubicBezTo>
                    <a:pt x="4584" y="829"/>
                    <a:pt x="4037" y="159"/>
                    <a:pt x="3338" y="100"/>
                  </a:cubicBezTo>
                  <a:cubicBezTo>
                    <a:pt x="3298" y="98"/>
                    <a:pt x="3260" y="96"/>
                    <a:pt x="3221" y="96"/>
                  </a:cubicBezTo>
                  <a:cubicBezTo>
                    <a:pt x="2872" y="96"/>
                    <a:pt x="2552" y="215"/>
                    <a:pt x="2303" y="465"/>
                  </a:cubicBezTo>
                  <a:cubicBezTo>
                    <a:pt x="2091" y="188"/>
                    <a:pt x="1793" y="35"/>
                    <a:pt x="1457" y="6"/>
                  </a:cubicBezTo>
                  <a:cubicBezTo>
                    <a:pt x="1418" y="2"/>
                    <a:pt x="1379" y="1"/>
                    <a:pt x="13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80">
              <a:extLst>
                <a:ext uri="{FF2B5EF4-FFF2-40B4-BE49-F238E27FC236}">
                  <a16:creationId xmlns:a16="http://schemas.microsoft.com/office/drawing/2014/main" id="{37663953-B7E3-6C01-F2E5-83D99F33BD86}"/>
                </a:ext>
              </a:extLst>
            </p:cNvPr>
            <p:cNvSpPr/>
            <p:nvPr/>
          </p:nvSpPr>
          <p:spPr>
            <a:xfrm>
              <a:off x="6852625" y="2891375"/>
              <a:ext cx="114800" cy="69975"/>
            </a:xfrm>
            <a:custGeom>
              <a:avLst/>
              <a:gdLst/>
              <a:ahLst/>
              <a:cxnLst/>
              <a:rect l="l" t="t" r="r" b="b"/>
              <a:pathLst>
                <a:path w="4592" h="2799" extrusionOk="0">
                  <a:moveTo>
                    <a:pt x="1332" y="182"/>
                  </a:moveTo>
                  <a:cubicBezTo>
                    <a:pt x="1374" y="182"/>
                    <a:pt x="1416" y="184"/>
                    <a:pt x="1458" y="189"/>
                  </a:cubicBezTo>
                  <a:cubicBezTo>
                    <a:pt x="1794" y="219"/>
                    <a:pt x="2070" y="372"/>
                    <a:pt x="2282" y="641"/>
                  </a:cubicBezTo>
                  <a:cubicBezTo>
                    <a:pt x="2282" y="670"/>
                    <a:pt x="2311" y="670"/>
                    <a:pt x="2340" y="670"/>
                  </a:cubicBezTo>
                  <a:cubicBezTo>
                    <a:pt x="2340" y="670"/>
                    <a:pt x="2369" y="670"/>
                    <a:pt x="2406" y="641"/>
                  </a:cubicBezTo>
                  <a:cubicBezTo>
                    <a:pt x="2623" y="397"/>
                    <a:pt x="2918" y="273"/>
                    <a:pt x="3242" y="273"/>
                  </a:cubicBezTo>
                  <a:cubicBezTo>
                    <a:pt x="3276" y="273"/>
                    <a:pt x="3311" y="274"/>
                    <a:pt x="3346" y="277"/>
                  </a:cubicBezTo>
                  <a:cubicBezTo>
                    <a:pt x="3951" y="335"/>
                    <a:pt x="4439" y="918"/>
                    <a:pt x="4373" y="1552"/>
                  </a:cubicBezTo>
                  <a:cubicBezTo>
                    <a:pt x="4344" y="1887"/>
                    <a:pt x="4191" y="2157"/>
                    <a:pt x="3951" y="2375"/>
                  </a:cubicBezTo>
                  <a:cubicBezTo>
                    <a:pt x="3766" y="2535"/>
                    <a:pt x="3509" y="2621"/>
                    <a:pt x="3248" y="2621"/>
                  </a:cubicBezTo>
                  <a:cubicBezTo>
                    <a:pt x="3210" y="2621"/>
                    <a:pt x="3172" y="2620"/>
                    <a:pt x="3134" y="2616"/>
                  </a:cubicBezTo>
                  <a:cubicBezTo>
                    <a:pt x="2828" y="2587"/>
                    <a:pt x="2522" y="2405"/>
                    <a:pt x="2340" y="2157"/>
                  </a:cubicBezTo>
                  <a:cubicBezTo>
                    <a:pt x="2311" y="2128"/>
                    <a:pt x="2311" y="2128"/>
                    <a:pt x="2282" y="2128"/>
                  </a:cubicBezTo>
                  <a:cubicBezTo>
                    <a:pt x="2253" y="2128"/>
                    <a:pt x="2223" y="2128"/>
                    <a:pt x="2223" y="2157"/>
                  </a:cubicBezTo>
                  <a:cubicBezTo>
                    <a:pt x="2000" y="2380"/>
                    <a:pt x="1706" y="2527"/>
                    <a:pt x="1383" y="2527"/>
                  </a:cubicBezTo>
                  <a:cubicBezTo>
                    <a:pt x="1348" y="2527"/>
                    <a:pt x="1312" y="2525"/>
                    <a:pt x="1276" y="2521"/>
                  </a:cubicBezTo>
                  <a:cubicBezTo>
                    <a:pt x="642" y="2463"/>
                    <a:pt x="183" y="1887"/>
                    <a:pt x="249" y="1246"/>
                  </a:cubicBezTo>
                  <a:cubicBezTo>
                    <a:pt x="249" y="918"/>
                    <a:pt x="402" y="641"/>
                    <a:pt x="642" y="430"/>
                  </a:cubicBezTo>
                  <a:cubicBezTo>
                    <a:pt x="848" y="274"/>
                    <a:pt x="1082" y="182"/>
                    <a:pt x="1332" y="182"/>
                  </a:cubicBezTo>
                  <a:close/>
                  <a:moveTo>
                    <a:pt x="1368" y="1"/>
                  </a:moveTo>
                  <a:cubicBezTo>
                    <a:pt x="1053" y="1"/>
                    <a:pt x="766" y="119"/>
                    <a:pt x="547" y="306"/>
                  </a:cubicBezTo>
                  <a:cubicBezTo>
                    <a:pt x="278" y="554"/>
                    <a:pt x="96" y="852"/>
                    <a:pt x="67" y="1217"/>
                  </a:cubicBezTo>
                  <a:cubicBezTo>
                    <a:pt x="1" y="1946"/>
                    <a:pt x="547" y="2616"/>
                    <a:pt x="1247" y="2674"/>
                  </a:cubicBezTo>
                  <a:cubicBezTo>
                    <a:pt x="1309" y="2685"/>
                    <a:pt x="1370" y="2689"/>
                    <a:pt x="1430" y="2689"/>
                  </a:cubicBezTo>
                  <a:cubicBezTo>
                    <a:pt x="1753" y="2689"/>
                    <a:pt x="2048" y="2548"/>
                    <a:pt x="2282" y="2339"/>
                  </a:cubicBezTo>
                  <a:cubicBezTo>
                    <a:pt x="2493" y="2587"/>
                    <a:pt x="2799" y="2740"/>
                    <a:pt x="3134" y="2798"/>
                  </a:cubicBezTo>
                  <a:lnTo>
                    <a:pt x="3251" y="2798"/>
                  </a:lnTo>
                  <a:cubicBezTo>
                    <a:pt x="3557" y="2798"/>
                    <a:pt x="3827" y="2674"/>
                    <a:pt x="4074" y="2492"/>
                  </a:cubicBezTo>
                  <a:cubicBezTo>
                    <a:pt x="4344" y="2252"/>
                    <a:pt x="4497" y="1946"/>
                    <a:pt x="4526" y="1581"/>
                  </a:cubicBezTo>
                  <a:cubicBezTo>
                    <a:pt x="4592" y="823"/>
                    <a:pt x="4074" y="189"/>
                    <a:pt x="3346" y="124"/>
                  </a:cubicBezTo>
                  <a:cubicBezTo>
                    <a:pt x="3293" y="115"/>
                    <a:pt x="3241" y="111"/>
                    <a:pt x="3189" y="111"/>
                  </a:cubicBezTo>
                  <a:cubicBezTo>
                    <a:pt x="2878" y="111"/>
                    <a:pt x="2577" y="253"/>
                    <a:pt x="2340" y="459"/>
                  </a:cubicBezTo>
                  <a:cubicBezTo>
                    <a:pt x="2129" y="219"/>
                    <a:pt x="1823" y="36"/>
                    <a:pt x="1495" y="7"/>
                  </a:cubicBezTo>
                  <a:cubicBezTo>
                    <a:pt x="1452" y="3"/>
                    <a:pt x="1410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80">
              <a:extLst>
                <a:ext uri="{FF2B5EF4-FFF2-40B4-BE49-F238E27FC236}">
                  <a16:creationId xmlns:a16="http://schemas.microsoft.com/office/drawing/2014/main" id="{D9F79B2A-3E93-4BB1-410C-AB9565277BFD}"/>
                </a:ext>
              </a:extLst>
            </p:cNvPr>
            <p:cNvSpPr/>
            <p:nvPr/>
          </p:nvSpPr>
          <p:spPr>
            <a:xfrm>
              <a:off x="7032625" y="2964225"/>
              <a:ext cx="114625" cy="69250"/>
            </a:xfrm>
            <a:custGeom>
              <a:avLst/>
              <a:gdLst/>
              <a:ahLst/>
              <a:cxnLst/>
              <a:rect l="l" t="t" r="r" b="b"/>
              <a:pathLst>
                <a:path w="4585" h="2770" extrusionOk="0">
                  <a:moveTo>
                    <a:pt x="1350" y="149"/>
                  </a:moveTo>
                  <a:cubicBezTo>
                    <a:pt x="1386" y="149"/>
                    <a:pt x="1422" y="150"/>
                    <a:pt x="1458" y="154"/>
                  </a:cubicBezTo>
                  <a:cubicBezTo>
                    <a:pt x="1764" y="190"/>
                    <a:pt x="2063" y="372"/>
                    <a:pt x="2245" y="613"/>
                  </a:cubicBezTo>
                  <a:cubicBezTo>
                    <a:pt x="2274" y="642"/>
                    <a:pt x="2274" y="642"/>
                    <a:pt x="2311" y="671"/>
                  </a:cubicBezTo>
                  <a:cubicBezTo>
                    <a:pt x="2340" y="671"/>
                    <a:pt x="2369" y="642"/>
                    <a:pt x="2369" y="642"/>
                  </a:cubicBezTo>
                  <a:cubicBezTo>
                    <a:pt x="2590" y="394"/>
                    <a:pt x="2915" y="245"/>
                    <a:pt x="3227" y="245"/>
                  </a:cubicBezTo>
                  <a:cubicBezTo>
                    <a:pt x="3254" y="245"/>
                    <a:pt x="3282" y="246"/>
                    <a:pt x="3309" y="248"/>
                  </a:cubicBezTo>
                  <a:cubicBezTo>
                    <a:pt x="3950" y="307"/>
                    <a:pt x="4402" y="882"/>
                    <a:pt x="4344" y="1553"/>
                  </a:cubicBezTo>
                  <a:cubicBezTo>
                    <a:pt x="4344" y="1859"/>
                    <a:pt x="4191" y="2129"/>
                    <a:pt x="3950" y="2340"/>
                  </a:cubicBezTo>
                  <a:cubicBezTo>
                    <a:pt x="3732" y="2500"/>
                    <a:pt x="3497" y="2593"/>
                    <a:pt x="3235" y="2593"/>
                  </a:cubicBezTo>
                  <a:cubicBezTo>
                    <a:pt x="3200" y="2593"/>
                    <a:pt x="3163" y="2591"/>
                    <a:pt x="3127" y="2588"/>
                  </a:cubicBezTo>
                  <a:cubicBezTo>
                    <a:pt x="2821" y="2558"/>
                    <a:pt x="2522" y="2405"/>
                    <a:pt x="2340" y="2129"/>
                  </a:cubicBezTo>
                  <a:cubicBezTo>
                    <a:pt x="2311" y="2129"/>
                    <a:pt x="2274" y="2099"/>
                    <a:pt x="2245" y="2099"/>
                  </a:cubicBezTo>
                  <a:cubicBezTo>
                    <a:pt x="2216" y="2099"/>
                    <a:pt x="2216" y="2099"/>
                    <a:pt x="2187" y="2129"/>
                  </a:cubicBezTo>
                  <a:cubicBezTo>
                    <a:pt x="1970" y="2378"/>
                    <a:pt x="1677" y="2497"/>
                    <a:pt x="1355" y="2497"/>
                  </a:cubicBezTo>
                  <a:cubicBezTo>
                    <a:pt x="1319" y="2497"/>
                    <a:pt x="1283" y="2496"/>
                    <a:pt x="1247" y="2493"/>
                  </a:cubicBezTo>
                  <a:cubicBezTo>
                    <a:pt x="635" y="2435"/>
                    <a:pt x="154" y="1859"/>
                    <a:pt x="212" y="1218"/>
                  </a:cubicBezTo>
                  <a:cubicBezTo>
                    <a:pt x="241" y="919"/>
                    <a:pt x="394" y="613"/>
                    <a:pt x="635" y="431"/>
                  </a:cubicBezTo>
                  <a:cubicBezTo>
                    <a:pt x="827" y="244"/>
                    <a:pt x="1083" y="149"/>
                    <a:pt x="1350" y="149"/>
                  </a:cubicBezTo>
                  <a:close/>
                  <a:moveTo>
                    <a:pt x="1317" y="0"/>
                  </a:moveTo>
                  <a:cubicBezTo>
                    <a:pt x="1030" y="0"/>
                    <a:pt x="750" y="96"/>
                    <a:pt x="518" y="278"/>
                  </a:cubicBezTo>
                  <a:cubicBezTo>
                    <a:pt x="241" y="518"/>
                    <a:pt x="88" y="853"/>
                    <a:pt x="59" y="1218"/>
                  </a:cubicBezTo>
                  <a:cubicBezTo>
                    <a:pt x="1" y="1946"/>
                    <a:pt x="518" y="2588"/>
                    <a:pt x="1247" y="2675"/>
                  </a:cubicBezTo>
                  <a:cubicBezTo>
                    <a:pt x="1283" y="2678"/>
                    <a:pt x="1319" y="2679"/>
                    <a:pt x="1355" y="2679"/>
                  </a:cubicBezTo>
                  <a:cubicBezTo>
                    <a:pt x="1683" y="2679"/>
                    <a:pt x="2002" y="2560"/>
                    <a:pt x="2245" y="2311"/>
                  </a:cubicBezTo>
                  <a:cubicBezTo>
                    <a:pt x="2456" y="2558"/>
                    <a:pt x="2792" y="2741"/>
                    <a:pt x="3127" y="2770"/>
                  </a:cubicBezTo>
                  <a:lnTo>
                    <a:pt x="3251" y="2770"/>
                  </a:lnTo>
                  <a:cubicBezTo>
                    <a:pt x="3520" y="2770"/>
                    <a:pt x="3826" y="2675"/>
                    <a:pt x="4038" y="2464"/>
                  </a:cubicBezTo>
                  <a:cubicBezTo>
                    <a:pt x="4344" y="2252"/>
                    <a:pt x="4497" y="1917"/>
                    <a:pt x="4526" y="1553"/>
                  </a:cubicBezTo>
                  <a:cubicBezTo>
                    <a:pt x="4584" y="824"/>
                    <a:pt x="4038" y="154"/>
                    <a:pt x="3338" y="95"/>
                  </a:cubicBezTo>
                  <a:cubicBezTo>
                    <a:pt x="3301" y="93"/>
                    <a:pt x="3264" y="91"/>
                    <a:pt x="3227" y="91"/>
                  </a:cubicBezTo>
                  <a:cubicBezTo>
                    <a:pt x="2881" y="91"/>
                    <a:pt x="2584" y="216"/>
                    <a:pt x="2340" y="460"/>
                  </a:cubicBezTo>
                  <a:cubicBezTo>
                    <a:pt x="2092" y="190"/>
                    <a:pt x="1793" y="37"/>
                    <a:pt x="1458" y="8"/>
                  </a:cubicBezTo>
                  <a:cubicBezTo>
                    <a:pt x="1411" y="3"/>
                    <a:pt x="1364" y="0"/>
                    <a:pt x="1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80">
              <a:extLst>
                <a:ext uri="{FF2B5EF4-FFF2-40B4-BE49-F238E27FC236}">
                  <a16:creationId xmlns:a16="http://schemas.microsoft.com/office/drawing/2014/main" id="{6306003D-8D8E-FB38-64BA-912838F5B482}"/>
                </a:ext>
              </a:extLst>
            </p:cNvPr>
            <p:cNvSpPr/>
            <p:nvPr/>
          </p:nvSpPr>
          <p:spPr>
            <a:xfrm>
              <a:off x="6747875" y="2976800"/>
              <a:ext cx="114800" cy="69625"/>
            </a:xfrm>
            <a:custGeom>
              <a:avLst/>
              <a:gdLst/>
              <a:ahLst/>
              <a:cxnLst/>
              <a:rect l="l" t="t" r="r" b="b"/>
              <a:pathLst>
                <a:path w="4592" h="2785" extrusionOk="0">
                  <a:moveTo>
                    <a:pt x="1352" y="163"/>
                  </a:moveTo>
                  <a:cubicBezTo>
                    <a:pt x="1387" y="163"/>
                    <a:pt x="1422" y="165"/>
                    <a:pt x="1458" y="168"/>
                  </a:cubicBezTo>
                  <a:cubicBezTo>
                    <a:pt x="1764" y="197"/>
                    <a:pt x="2070" y="379"/>
                    <a:pt x="2253" y="627"/>
                  </a:cubicBezTo>
                  <a:cubicBezTo>
                    <a:pt x="2282" y="656"/>
                    <a:pt x="2311" y="656"/>
                    <a:pt x="2340" y="656"/>
                  </a:cubicBezTo>
                  <a:cubicBezTo>
                    <a:pt x="2340" y="656"/>
                    <a:pt x="2369" y="656"/>
                    <a:pt x="2406" y="627"/>
                  </a:cubicBezTo>
                  <a:cubicBezTo>
                    <a:pt x="2626" y="400"/>
                    <a:pt x="2925" y="259"/>
                    <a:pt x="3254" y="259"/>
                  </a:cubicBezTo>
                  <a:cubicBezTo>
                    <a:pt x="3284" y="259"/>
                    <a:pt x="3315" y="260"/>
                    <a:pt x="3346" y="263"/>
                  </a:cubicBezTo>
                  <a:cubicBezTo>
                    <a:pt x="3950" y="321"/>
                    <a:pt x="4439" y="897"/>
                    <a:pt x="4373" y="1538"/>
                  </a:cubicBezTo>
                  <a:cubicBezTo>
                    <a:pt x="4344" y="1873"/>
                    <a:pt x="4191" y="2143"/>
                    <a:pt x="3950" y="2354"/>
                  </a:cubicBezTo>
                  <a:cubicBezTo>
                    <a:pt x="3764" y="2515"/>
                    <a:pt x="3505" y="2607"/>
                    <a:pt x="3242" y="2607"/>
                  </a:cubicBezTo>
                  <a:cubicBezTo>
                    <a:pt x="3206" y="2607"/>
                    <a:pt x="3170" y="2606"/>
                    <a:pt x="3134" y="2602"/>
                  </a:cubicBezTo>
                  <a:cubicBezTo>
                    <a:pt x="2828" y="2566"/>
                    <a:pt x="2522" y="2420"/>
                    <a:pt x="2340" y="2143"/>
                  </a:cubicBezTo>
                  <a:cubicBezTo>
                    <a:pt x="2311" y="2114"/>
                    <a:pt x="2311" y="2114"/>
                    <a:pt x="2282" y="2114"/>
                  </a:cubicBezTo>
                  <a:cubicBezTo>
                    <a:pt x="2253" y="2114"/>
                    <a:pt x="2223" y="2114"/>
                    <a:pt x="2223" y="2143"/>
                  </a:cubicBezTo>
                  <a:cubicBezTo>
                    <a:pt x="2000" y="2392"/>
                    <a:pt x="1683" y="2512"/>
                    <a:pt x="1377" y="2512"/>
                  </a:cubicBezTo>
                  <a:cubicBezTo>
                    <a:pt x="1343" y="2512"/>
                    <a:pt x="1309" y="2510"/>
                    <a:pt x="1276" y="2507"/>
                  </a:cubicBezTo>
                  <a:cubicBezTo>
                    <a:pt x="642" y="2449"/>
                    <a:pt x="183" y="1873"/>
                    <a:pt x="249" y="1232"/>
                  </a:cubicBezTo>
                  <a:cubicBezTo>
                    <a:pt x="249" y="897"/>
                    <a:pt x="402" y="627"/>
                    <a:pt x="642" y="416"/>
                  </a:cubicBezTo>
                  <a:cubicBezTo>
                    <a:pt x="854" y="256"/>
                    <a:pt x="1094" y="163"/>
                    <a:pt x="1352" y="163"/>
                  </a:cubicBezTo>
                  <a:close/>
                  <a:moveTo>
                    <a:pt x="1294" y="1"/>
                  </a:moveTo>
                  <a:cubicBezTo>
                    <a:pt x="1021" y="1"/>
                    <a:pt x="754" y="116"/>
                    <a:pt x="547" y="292"/>
                  </a:cubicBezTo>
                  <a:cubicBezTo>
                    <a:pt x="249" y="532"/>
                    <a:pt x="96" y="839"/>
                    <a:pt x="66" y="1203"/>
                  </a:cubicBezTo>
                  <a:cubicBezTo>
                    <a:pt x="1" y="1961"/>
                    <a:pt x="547" y="2602"/>
                    <a:pt x="1247" y="2689"/>
                  </a:cubicBezTo>
                  <a:cubicBezTo>
                    <a:pt x="1279" y="2692"/>
                    <a:pt x="1311" y="2693"/>
                    <a:pt x="1342" y="2693"/>
                  </a:cubicBezTo>
                  <a:cubicBezTo>
                    <a:pt x="1695" y="2693"/>
                    <a:pt x="1998" y="2546"/>
                    <a:pt x="2253" y="2325"/>
                  </a:cubicBezTo>
                  <a:cubicBezTo>
                    <a:pt x="2493" y="2566"/>
                    <a:pt x="2799" y="2748"/>
                    <a:pt x="3134" y="2784"/>
                  </a:cubicBezTo>
                  <a:lnTo>
                    <a:pt x="3251" y="2784"/>
                  </a:lnTo>
                  <a:cubicBezTo>
                    <a:pt x="3557" y="2784"/>
                    <a:pt x="3827" y="2689"/>
                    <a:pt x="4074" y="2478"/>
                  </a:cubicBezTo>
                  <a:cubicBezTo>
                    <a:pt x="4344" y="2267"/>
                    <a:pt x="4497" y="1932"/>
                    <a:pt x="4526" y="1567"/>
                  </a:cubicBezTo>
                  <a:cubicBezTo>
                    <a:pt x="4592" y="839"/>
                    <a:pt x="4074" y="168"/>
                    <a:pt x="3346" y="110"/>
                  </a:cubicBezTo>
                  <a:cubicBezTo>
                    <a:pt x="3292" y="101"/>
                    <a:pt x="3238" y="97"/>
                    <a:pt x="3184" y="97"/>
                  </a:cubicBezTo>
                  <a:cubicBezTo>
                    <a:pt x="2875" y="97"/>
                    <a:pt x="2576" y="234"/>
                    <a:pt x="2340" y="445"/>
                  </a:cubicBezTo>
                  <a:cubicBezTo>
                    <a:pt x="2129" y="197"/>
                    <a:pt x="1793" y="52"/>
                    <a:pt x="1458" y="15"/>
                  </a:cubicBezTo>
                  <a:cubicBezTo>
                    <a:pt x="1403" y="5"/>
                    <a:pt x="1348" y="1"/>
                    <a:pt x="1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80">
              <a:extLst>
                <a:ext uri="{FF2B5EF4-FFF2-40B4-BE49-F238E27FC236}">
                  <a16:creationId xmlns:a16="http://schemas.microsoft.com/office/drawing/2014/main" id="{F3B119A8-79BA-8780-F2F5-96E7D0079010}"/>
                </a:ext>
              </a:extLst>
            </p:cNvPr>
            <p:cNvSpPr/>
            <p:nvPr/>
          </p:nvSpPr>
          <p:spPr>
            <a:xfrm>
              <a:off x="6868675" y="3081800"/>
              <a:ext cx="114600" cy="70100"/>
            </a:xfrm>
            <a:custGeom>
              <a:avLst/>
              <a:gdLst/>
              <a:ahLst/>
              <a:cxnLst/>
              <a:rect l="l" t="t" r="r" b="b"/>
              <a:pathLst>
                <a:path w="4584" h="2804" extrusionOk="0">
                  <a:moveTo>
                    <a:pt x="1328" y="182"/>
                  </a:moveTo>
                  <a:cubicBezTo>
                    <a:pt x="1362" y="182"/>
                    <a:pt x="1395" y="184"/>
                    <a:pt x="1428" y="187"/>
                  </a:cubicBezTo>
                  <a:cubicBezTo>
                    <a:pt x="1764" y="224"/>
                    <a:pt x="2062" y="370"/>
                    <a:pt x="2245" y="646"/>
                  </a:cubicBezTo>
                  <a:cubicBezTo>
                    <a:pt x="2274" y="676"/>
                    <a:pt x="2274" y="676"/>
                    <a:pt x="2310" y="676"/>
                  </a:cubicBezTo>
                  <a:cubicBezTo>
                    <a:pt x="2339" y="676"/>
                    <a:pt x="2369" y="676"/>
                    <a:pt x="2369" y="646"/>
                  </a:cubicBezTo>
                  <a:cubicBezTo>
                    <a:pt x="2585" y="397"/>
                    <a:pt x="2878" y="278"/>
                    <a:pt x="3201" y="278"/>
                  </a:cubicBezTo>
                  <a:cubicBezTo>
                    <a:pt x="3236" y="278"/>
                    <a:pt x="3272" y="279"/>
                    <a:pt x="3309" y="282"/>
                  </a:cubicBezTo>
                  <a:cubicBezTo>
                    <a:pt x="3950" y="340"/>
                    <a:pt x="4402" y="916"/>
                    <a:pt x="4343" y="1557"/>
                  </a:cubicBezTo>
                  <a:cubicBezTo>
                    <a:pt x="4314" y="1893"/>
                    <a:pt x="4190" y="2162"/>
                    <a:pt x="3950" y="2373"/>
                  </a:cubicBezTo>
                  <a:cubicBezTo>
                    <a:pt x="3732" y="2534"/>
                    <a:pt x="3497" y="2626"/>
                    <a:pt x="3235" y="2626"/>
                  </a:cubicBezTo>
                  <a:cubicBezTo>
                    <a:pt x="3199" y="2626"/>
                    <a:pt x="3163" y="2625"/>
                    <a:pt x="3126" y="2621"/>
                  </a:cubicBezTo>
                  <a:cubicBezTo>
                    <a:pt x="2791" y="2592"/>
                    <a:pt x="2522" y="2410"/>
                    <a:pt x="2310" y="2162"/>
                  </a:cubicBezTo>
                  <a:cubicBezTo>
                    <a:pt x="2310" y="2133"/>
                    <a:pt x="2274" y="2133"/>
                    <a:pt x="2245" y="2133"/>
                  </a:cubicBezTo>
                  <a:cubicBezTo>
                    <a:pt x="2215" y="2133"/>
                    <a:pt x="2215" y="2133"/>
                    <a:pt x="2186" y="2162"/>
                  </a:cubicBezTo>
                  <a:cubicBezTo>
                    <a:pt x="1966" y="2389"/>
                    <a:pt x="1667" y="2530"/>
                    <a:pt x="1338" y="2530"/>
                  </a:cubicBezTo>
                  <a:cubicBezTo>
                    <a:pt x="1308" y="2530"/>
                    <a:pt x="1277" y="2529"/>
                    <a:pt x="1246" y="2526"/>
                  </a:cubicBezTo>
                  <a:cubicBezTo>
                    <a:pt x="634" y="2468"/>
                    <a:pt x="153" y="1893"/>
                    <a:pt x="212" y="1251"/>
                  </a:cubicBezTo>
                  <a:cubicBezTo>
                    <a:pt x="241" y="916"/>
                    <a:pt x="394" y="646"/>
                    <a:pt x="634" y="435"/>
                  </a:cubicBezTo>
                  <a:cubicBezTo>
                    <a:pt x="827" y="275"/>
                    <a:pt x="1081" y="182"/>
                    <a:pt x="1328" y="182"/>
                  </a:cubicBezTo>
                  <a:close/>
                  <a:moveTo>
                    <a:pt x="1360" y="1"/>
                  </a:moveTo>
                  <a:cubicBezTo>
                    <a:pt x="1058" y="1"/>
                    <a:pt x="761" y="120"/>
                    <a:pt x="518" y="311"/>
                  </a:cubicBezTo>
                  <a:cubicBezTo>
                    <a:pt x="241" y="523"/>
                    <a:pt x="88" y="858"/>
                    <a:pt x="58" y="1222"/>
                  </a:cubicBezTo>
                  <a:cubicBezTo>
                    <a:pt x="0" y="1951"/>
                    <a:pt x="518" y="2621"/>
                    <a:pt x="1246" y="2680"/>
                  </a:cubicBezTo>
                  <a:cubicBezTo>
                    <a:pt x="1283" y="2682"/>
                    <a:pt x="1320" y="2684"/>
                    <a:pt x="1356" y="2684"/>
                  </a:cubicBezTo>
                  <a:cubicBezTo>
                    <a:pt x="1683" y="2684"/>
                    <a:pt x="2002" y="2567"/>
                    <a:pt x="2245" y="2344"/>
                  </a:cubicBezTo>
                  <a:cubicBezTo>
                    <a:pt x="2456" y="2592"/>
                    <a:pt x="2762" y="2738"/>
                    <a:pt x="3097" y="2774"/>
                  </a:cubicBezTo>
                  <a:cubicBezTo>
                    <a:pt x="3156" y="2803"/>
                    <a:pt x="3185" y="2803"/>
                    <a:pt x="3221" y="2803"/>
                  </a:cubicBezTo>
                  <a:cubicBezTo>
                    <a:pt x="3520" y="2803"/>
                    <a:pt x="3826" y="2680"/>
                    <a:pt x="4037" y="2497"/>
                  </a:cubicBezTo>
                  <a:cubicBezTo>
                    <a:pt x="4314" y="2257"/>
                    <a:pt x="4496" y="1922"/>
                    <a:pt x="4525" y="1586"/>
                  </a:cubicBezTo>
                  <a:cubicBezTo>
                    <a:pt x="4584" y="829"/>
                    <a:pt x="4037" y="187"/>
                    <a:pt x="3338" y="100"/>
                  </a:cubicBezTo>
                  <a:cubicBezTo>
                    <a:pt x="3306" y="98"/>
                    <a:pt x="3274" y="96"/>
                    <a:pt x="3242" y="96"/>
                  </a:cubicBezTo>
                  <a:cubicBezTo>
                    <a:pt x="2885" y="96"/>
                    <a:pt x="2558" y="243"/>
                    <a:pt x="2310" y="464"/>
                  </a:cubicBezTo>
                  <a:cubicBezTo>
                    <a:pt x="2092" y="224"/>
                    <a:pt x="1793" y="42"/>
                    <a:pt x="1458" y="5"/>
                  </a:cubicBezTo>
                  <a:cubicBezTo>
                    <a:pt x="1425" y="2"/>
                    <a:pt x="1392" y="1"/>
                    <a:pt x="13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80">
              <a:extLst>
                <a:ext uri="{FF2B5EF4-FFF2-40B4-BE49-F238E27FC236}">
                  <a16:creationId xmlns:a16="http://schemas.microsoft.com/office/drawing/2014/main" id="{7902AB2B-2AE1-4A20-CFDC-A2C844A9F602}"/>
                </a:ext>
              </a:extLst>
            </p:cNvPr>
            <p:cNvSpPr/>
            <p:nvPr/>
          </p:nvSpPr>
          <p:spPr>
            <a:xfrm>
              <a:off x="6685025" y="2666700"/>
              <a:ext cx="407575" cy="441850"/>
            </a:xfrm>
            <a:custGeom>
              <a:avLst/>
              <a:gdLst/>
              <a:ahLst/>
              <a:cxnLst/>
              <a:rect l="l" t="t" r="r" b="b"/>
              <a:pathLst>
                <a:path w="16303" h="17674" extrusionOk="0">
                  <a:moveTo>
                    <a:pt x="3403" y="0"/>
                  </a:moveTo>
                  <a:cubicBezTo>
                    <a:pt x="3362" y="0"/>
                    <a:pt x="3321" y="1"/>
                    <a:pt x="3280" y="2"/>
                  </a:cubicBezTo>
                  <a:cubicBezTo>
                    <a:pt x="3214" y="2"/>
                    <a:pt x="3185" y="31"/>
                    <a:pt x="3185" y="97"/>
                  </a:cubicBezTo>
                  <a:cubicBezTo>
                    <a:pt x="3185" y="155"/>
                    <a:pt x="3244" y="184"/>
                    <a:pt x="3280" y="184"/>
                  </a:cubicBezTo>
                  <a:cubicBezTo>
                    <a:pt x="3350" y="180"/>
                    <a:pt x="3420" y="178"/>
                    <a:pt x="3490" y="178"/>
                  </a:cubicBezTo>
                  <a:cubicBezTo>
                    <a:pt x="4458" y="178"/>
                    <a:pt x="5304" y="546"/>
                    <a:pt x="6100" y="913"/>
                  </a:cubicBezTo>
                  <a:cubicBezTo>
                    <a:pt x="8286" y="1918"/>
                    <a:pt x="13358" y="5380"/>
                    <a:pt x="15180" y="9504"/>
                  </a:cubicBezTo>
                  <a:cubicBezTo>
                    <a:pt x="16062" y="11479"/>
                    <a:pt x="16120" y="13119"/>
                    <a:pt x="15420" y="14394"/>
                  </a:cubicBezTo>
                  <a:cubicBezTo>
                    <a:pt x="14539" y="15917"/>
                    <a:pt x="12535" y="16886"/>
                    <a:pt x="9408" y="17280"/>
                  </a:cubicBezTo>
                  <a:cubicBezTo>
                    <a:pt x="8137" y="17443"/>
                    <a:pt x="6980" y="17507"/>
                    <a:pt x="5948" y="17507"/>
                  </a:cubicBezTo>
                  <a:cubicBezTo>
                    <a:pt x="2567" y="17507"/>
                    <a:pt x="521" y="16821"/>
                    <a:pt x="147" y="16704"/>
                  </a:cubicBezTo>
                  <a:lnTo>
                    <a:pt x="482" y="11421"/>
                  </a:lnTo>
                  <a:lnTo>
                    <a:pt x="7558" y="11027"/>
                  </a:lnTo>
                  <a:cubicBezTo>
                    <a:pt x="7587" y="11027"/>
                    <a:pt x="7616" y="10998"/>
                    <a:pt x="7616" y="10962"/>
                  </a:cubicBezTo>
                  <a:cubicBezTo>
                    <a:pt x="7652" y="10962"/>
                    <a:pt x="7652" y="10933"/>
                    <a:pt x="7652" y="10903"/>
                  </a:cubicBezTo>
                  <a:lnTo>
                    <a:pt x="6705" y="8200"/>
                  </a:lnTo>
                  <a:cubicBezTo>
                    <a:pt x="6705" y="8171"/>
                    <a:pt x="6647" y="8142"/>
                    <a:pt x="6617" y="8142"/>
                  </a:cubicBezTo>
                  <a:cubicBezTo>
                    <a:pt x="6559" y="8171"/>
                    <a:pt x="6523" y="8200"/>
                    <a:pt x="6559" y="8265"/>
                  </a:cubicBezTo>
                  <a:lnTo>
                    <a:pt x="7434" y="10845"/>
                  </a:lnTo>
                  <a:lnTo>
                    <a:pt x="423" y="11239"/>
                  </a:lnTo>
                  <a:cubicBezTo>
                    <a:pt x="365" y="11239"/>
                    <a:pt x="329" y="11297"/>
                    <a:pt x="329" y="11326"/>
                  </a:cubicBezTo>
                  <a:lnTo>
                    <a:pt x="1" y="16762"/>
                  </a:lnTo>
                  <a:cubicBezTo>
                    <a:pt x="1" y="16791"/>
                    <a:pt x="1" y="16828"/>
                    <a:pt x="59" y="16828"/>
                  </a:cubicBezTo>
                  <a:cubicBezTo>
                    <a:pt x="59" y="16857"/>
                    <a:pt x="2216" y="17673"/>
                    <a:pt x="5947" y="17673"/>
                  </a:cubicBezTo>
                  <a:cubicBezTo>
                    <a:pt x="7011" y="17673"/>
                    <a:pt x="8162" y="17615"/>
                    <a:pt x="9438" y="17462"/>
                  </a:cubicBezTo>
                  <a:cubicBezTo>
                    <a:pt x="12600" y="17039"/>
                    <a:pt x="14662" y="16033"/>
                    <a:pt x="15573" y="14489"/>
                  </a:cubicBezTo>
                  <a:cubicBezTo>
                    <a:pt x="16302" y="13148"/>
                    <a:pt x="16215" y="11450"/>
                    <a:pt x="15333" y="9417"/>
                  </a:cubicBezTo>
                  <a:cubicBezTo>
                    <a:pt x="13511" y="5256"/>
                    <a:pt x="8381" y="1795"/>
                    <a:pt x="6158" y="760"/>
                  </a:cubicBezTo>
                  <a:cubicBezTo>
                    <a:pt x="5345" y="353"/>
                    <a:pt x="4444" y="0"/>
                    <a:pt x="3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80">
              <a:extLst>
                <a:ext uri="{FF2B5EF4-FFF2-40B4-BE49-F238E27FC236}">
                  <a16:creationId xmlns:a16="http://schemas.microsoft.com/office/drawing/2014/main" id="{24F2D321-3330-A37A-404C-CFCF3649C29D}"/>
                </a:ext>
              </a:extLst>
            </p:cNvPr>
            <p:cNvSpPr/>
            <p:nvPr/>
          </p:nvSpPr>
          <p:spPr>
            <a:xfrm>
              <a:off x="6720550" y="2956025"/>
              <a:ext cx="12225" cy="133575"/>
            </a:xfrm>
            <a:custGeom>
              <a:avLst/>
              <a:gdLst/>
              <a:ahLst/>
              <a:cxnLst/>
              <a:rect l="l" t="t" r="r" b="b"/>
              <a:pathLst>
                <a:path w="489" h="5343" extrusionOk="0">
                  <a:moveTo>
                    <a:pt x="402" y="1"/>
                  </a:moveTo>
                  <a:cubicBezTo>
                    <a:pt x="365" y="1"/>
                    <a:pt x="307" y="30"/>
                    <a:pt x="307" y="88"/>
                  </a:cubicBezTo>
                  <a:lnTo>
                    <a:pt x="1" y="5255"/>
                  </a:lnTo>
                  <a:cubicBezTo>
                    <a:pt x="1" y="5284"/>
                    <a:pt x="37" y="5313"/>
                    <a:pt x="95" y="5342"/>
                  </a:cubicBezTo>
                  <a:cubicBezTo>
                    <a:pt x="125" y="5342"/>
                    <a:pt x="183" y="5284"/>
                    <a:pt x="183" y="5255"/>
                  </a:cubicBezTo>
                  <a:lnTo>
                    <a:pt x="489" y="88"/>
                  </a:lnTo>
                  <a:cubicBezTo>
                    <a:pt x="489" y="59"/>
                    <a:pt x="460" y="1"/>
                    <a:pt x="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80">
              <a:extLst>
                <a:ext uri="{FF2B5EF4-FFF2-40B4-BE49-F238E27FC236}">
                  <a16:creationId xmlns:a16="http://schemas.microsoft.com/office/drawing/2014/main" id="{E27C587D-1045-29A1-CEEA-D7BCCE95F547}"/>
                </a:ext>
              </a:extLst>
            </p:cNvPr>
            <p:cNvSpPr/>
            <p:nvPr/>
          </p:nvSpPr>
          <p:spPr>
            <a:xfrm>
              <a:off x="6860275" y="2937825"/>
              <a:ext cx="52500" cy="4575"/>
            </a:xfrm>
            <a:custGeom>
              <a:avLst/>
              <a:gdLst/>
              <a:ahLst/>
              <a:cxnLst/>
              <a:rect l="l" t="t" r="r" b="b"/>
              <a:pathLst>
                <a:path w="2100" h="183" extrusionOk="0">
                  <a:moveTo>
                    <a:pt x="2005" y="0"/>
                  </a:moveTo>
                  <a:lnTo>
                    <a:pt x="96" y="29"/>
                  </a:lnTo>
                  <a:cubicBezTo>
                    <a:pt x="30" y="29"/>
                    <a:pt x="1" y="58"/>
                    <a:pt x="1" y="117"/>
                  </a:cubicBezTo>
                  <a:cubicBezTo>
                    <a:pt x="1" y="153"/>
                    <a:pt x="30" y="182"/>
                    <a:pt x="96" y="182"/>
                  </a:cubicBezTo>
                  <a:lnTo>
                    <a:pt x="2005" y="182"/>
                  </a:lnTo>
                  <a:cubicBezTo>
                    <a:pt x="2034" y="182"/>
                    <a:pt x="2100" y="153"/>
                    <a:pt x="2100" y="88"/>
                  </a:cubicBezTo>
                  <a:cubicBezTo>
                    <a:pt x="2100" y="58"/>
                    <a:pt x="2034" y="0"/>
                    <a:pt x="20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80">
              <a:extLst>
                <a:ext uri="{FF2B5EF4-FFF2-40B4-BE49-F238E27FC236}">
                  <a16:creationId xmlns:a16="http://schemas.microsoft.com/office/drawing/2014/main" id="{E4E06423-07C1-1581-106E-7C0278FA721C}"/>
                </a:ext>
              </a:extLst>
            </p:cNvPr>
            <p:cNvSpPr/>
            <p:nvPr/>
          </p:nvSpPr>
          <p:spPr>
            <a:xfrm>
              <a:off x="6783600" y="2436825"/>
              <a:ext cx="63050" cy="181475"/>
            </a:xfrm>
            <a:custGeom>
              <a:avLst/>
              <a:gdLst/>
              <a:ahLst/>
              <a:cxnLst/>
              <a:rect l="l" t="t" r="r" b="b"/>
              <a:pathLst>
                <a:path w="2522" h="7259" extrusionOk="0">
                  <a:moveTo>
                    <a:pt x="576" y="1"/>
                  </a:moveTo>
                  <a:lnTo>
                    <a:pt x="0" y="3615"/>
                  </a:lnTo>
                  <a:lnTo>
                    <a:pt x="182" y="3732"/>
                  </a:lnTo>
                  <a:lnTo>
                    <a:pt x="306" y="7259"/>
                  </a:lnTo>
                  <a:cubicBezTo>
                    <a:pt x="306" y="7259"/>
                    <a:pt x="2157" y="5677"/>
                    <a:pt x="2368" y="3549"/>
                  </a:cubicBezTo>
                  <a:cubicBezTo>
                    <a:pt x="2521" y="2034"/>
                    <a:pt x="1793" y="605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80">
              <a:extLst>
                <a:ext uri="{FF2B5EF4-FFF2-40B4-BE49-F238E27FC236}">
                  <a16:creationId xmlns:a16="http://schemas.microsoft.com/office/drawing/2014/main" id="{7A97F2B7-81D4-DB91-AA43-DC8B883A9CBA}"/>
                </a:ext>
              </a:extLst>
            </p:cNvPr>
            <p:cNvSpPr/>
            <p:nvPr/>
          </p:nvSpPr>
          <p:spPr>
            <a:xfrm>
              <a:off x="6660625" y="2477100"/>
              <a:ext cx="180000" cy="221550"/>
            </a:xfrm>
            <a:custGeom>
              <a:avLst/>
              <a:gdLst/>
              <a:ahLst/>
              <a:cxnLst/>
              <a:rect l="l" t="t" r="r" b="b"/>
              <a:pathLst>
                <a:path w="7200" h="8862" extrusionOk="0">
                  <a:moveTo>
                    <a:pt x="1888" y="0"/>
                  </a:moveTo>
                  <a:cubicBezTo>
                    <a:pt x="853" y="0"/>
                    <a:pt x="29" y="940"/>
                    <a:pt x="29" y="2121"/>
                  </a:cubicBezTo>
                  <a:lnTo>
                    <a:pt x="0" y="4489"/>
                  </a:lnTo>
                  <a:cubicBezTo>
                    <a:pt x="0" y="5648"/>
                    <a:pt x="853" y="6617"/>
                    <a:pt x="1851" y="6617"/>
                  </a:cubicBezTo>
                  <a:lnTo>
                    <a:pt x="2762" y="6617"/>
                  </a:lnTo>
                  <a:lnTo>
                    <a:pt x="2733" y="7892"/>
                  </a:lnTo>
                  <a:cubicBezTo>
                    <a:pt x="2733" y="8409"/>
                    <a:pt x="3163" y="8861"/>
                    <a:pt x="3709" y="8861"/>
                  </a:cubicBezTo>
                  <a:lnTo>
                    <a:pt x="4314" y="8861"/>
                  </a:lnTo>
                  <a:cubicBezTo>
                    <a:pt x="4832" y="8861"/>
                    <a:pt x="5254" y="8439"/>
                    <a:pt x="5254" y="7892"/>
                  </a:cubicBezTo>
                  <a:lnTo>
                    <a:pt x="5283" y="6464"/>
                  </a:lnTo>
                  <a:lnTo>
                    <a:pt x="5283" y="6376"/>
                  </a:lnTo>
                  <a:lnTo>
                    <a:pt x="5283" y="4919"/>
                  </a:lnTo>
                  <a:lnTo>
                    <a:pt x="5283" y="4853"/>
                  </a:lnTo>
                  <a:cubicBezTo>
                    <a:pt x="5466" y="4977"/>
                    <a:pt x="5713" y="5065"/>
                    <a:pt x="5983" y="5065"/>
                  </a:cubicBezTo>
                  <a:cubicBezTo>
                    <a:pt x="6653" y="5065"/>
                    <a:pt x="7200" y="4518"/>
                    <a:pt x="7200" y="3855"/>
                  </a:cubicBezTo>
                  <a:cubicBezTo>
                    <a:pt x="7200" y="3185"/>
                    <a:pt x="6653" y="2638"/>
                    <a:pt x="5983" y="2638"/>
                  </a:cubicBezTo>
                  <a:cubicBezTo>
                    <a:pt x="5713" y="2638"/>
                    <a:pt x="5466" y="2733"/>
                    <a:pt x="5254" y="2849"/>
                  </a:cubicBezTo>
                  <a:lnTo>
                    <a:pt x="5283" y="2121"/>
                  </a:lnTo>
                  <a:cubicBezTo>
                    <a:pt x="5283" y="969"/>
                    <a:pt x="4438" y="29"/>
                    <a:pt x="3433" y="0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80">
              <a:extLst>
                <a:ext uri="{FF2B5EF4-FFF2-40B4-BE49-F238E27FC236}">
                  <a16:creationId xmlns:a16="http://schemas.microsoft.com/office/drawing/2014/main" id="{825F355F-023F-21E5-209C-A8B09AEF2EB3}"/>
                </a:ext>
              </a:extLst>
            </p:cNvPr>
            <p:cNvSpPr/>
            <p:nvPr/>
          </p:nvSpPr>
          <p:spPr>
            <a:xfrm>
              <a:off x="6659150" y="2475450"/>
              <a:ext cx="183675" cy="225550"/>
            </a:xfrm>
            <a:custGeom>
              <a:avLst/>
              <a:gdLst/>
              <a:ahLst/>
              <a:cxnLst/>
              <a:rect l="l" t="t" r="r" b="b"/>
              <a:pathLst>
                <a:path w="7347" h="9022" extrusionOk="0">
                  <a:moveTo>
                    <a:pt x="3492" y="154"/>
                  </a:moveTo>
                  <a:cubicBezTo>
                    <a:pt x="4461" y="154"/>
                    <a:pt x="5255" y="1064"/>
                    <a:pt x="5255" y="2187"/>
                  </a:cubicBezTo>
                  <a:lnTo>
                    <a:pt x="5255" y="2915"/>
                  </a:lnTo>
                  <a:cubicBezTo>
                    <a:pt x="5255" y="2945"/>
                    <a:pt x="5255" y="2981"/>
                    <a:pt x="5284" y="3010"/>
                  </a:cubicBezTo>
                  <a:lnTo>
                    <a:pt x="5372" y="3010"/>
                  </a:lnTo>
                  <a:cubicBezTo>
                    <a:pt x="5554" y="2857"/>
                    <a:pt x="5802" y="2799"/>
                    <a:pt x="6042" y="2799"/>
                  </a:cubicBezTo>
                  <a:cubicBezTo>
                    <a:pt x="6683" y="2799"/>
                    <a:pt x="7164" y="3309"/>
                    <a:pt x="7164" y="3921"/>
                  </a:cubicBezTo>
                  <a:cubicBezTo>
                    <a:pt x="7164" y="4555"/>
                    <a:pt x="6647" y="5043"/>
                    <a:pt x="6042" y="5043"/>
                  </a:cubicBezTo>
                  <a:cubicBezTo>
                    <a:pt x="5802" y="5043"/>
                    <a:pt x="5554" y="4985"/>
                    <a:pt x="5372" y="4832"/>
                  </a:cubicBezTo>
                  <a:lnTo>
                    <a:pt x="5284" y="4832"/>
                  </a:lnTo>
                  <a:cubicBezTo>
                    <a:pt x="5255" y="4861"/>
                    <a:pt x="5255" y="4890"/>
                    <a:pt x="5255" y="4919"/>
                  </a:cubicBezTo>
                  <a:lnTo>
                    <a:pt x="5255" y="4985"/>
                  </a:lnTo>
                  <a:lnTo>
                    <a:pt x="5255" y="7958"/>
                  </a:lnTo>
                  <a:cubicBezTo>
                    <a:pt x="5255" y="8446"/>
                    <a:pt x="4862" y="8840"/>
                    <a:pt x="4373" y="8840"/>
                  </a:cubicBezTo>
                  <a:lnTo>
                    <a:pt x="3768" y="8840"/>
                  </a:lnTo>
                  <a:cubicBezTo>
                    <a:pt x="3280" y="8840"/>
                    <a:pt x="2887" y="8446"/>
                    <a:pt x="2887" y="7958"/>
                  </a:cubicBezTo>
                  <a:lnTo>
                    <a:pt x="2887" y="6683"/>
                  </a:lnTo>
                  <a:cubicBezTo>
                    <a:pt x="2887" y="6624"/>
                    <a:pt x="2858" y="6588"/>
                    <a:pt x="2821" y="6588"/>
                  </a:cubicBezTo>
                  <a:lnTo>
                    <a:pt x="1910" y="6588"/>
                  </a:lnTo>
                  <a:cubicBezTo>
                    <a:pt x="1458" y="6588"/>
                    <a:pt x="999" y="6377"/>
                    <a:pt x="671" y="5983"/>
                  </a:cubicBezTo>
                  <a:cubicBezTo>
                    <a:pt x="336" y="5619"/>
                    <a:pt x="154" y="5101"/>
                    <a:pt x="154" y="4555"/>
                  </a:cubicBezTo>
                  <a:lnTo>
                    <a:pt x="154" y="2187"/>
                  </a:lnTo>
                  <a:cubicBezTo>
                    <a:pt x="183" y="1064"/>
                    <a:pt x="970" y="154"/>
                    <a:pt x="1947" y="154"/>
                  </a:cubicBezTo>
                  <a:close/>
                  <a:moveTo>
                    <a:pt x="1947" y="1"/>
                  </a:moveTo>
                  <a:cubicBezTo>
                    <a:pt x="883" y="1"/>
                    <a:pt x="1" y="977"/>
                    <a:pt x="1" y="2187"/>
                  </a:cubicBezTo>
                  <a:lnTo>
                    <a:pt x="1" y="4555"/>
                  </a:lnTo>
                  <a:cubicBezTo>
                    <a:pt x="1" y="5131"/>
                    <a:pt x="183" y="5677"/>
                    <a:pt x="548" y="6107"/>
                  </a:cubicBezTo>
                  <a:cubicBezTo>
                    <a:pt x="912" y="6530"/>
                    <a:pt x="1400" y="6770"/>
                    <a:pt x="1910" y="6770"/>
                  </a:cubicBezTo>
                  <a:lnTo>
                    <a:pt x="2734" y="6770"/>
                  </a:lnTo>
                  <a:lnTo>
                    <a:pt x="2734" y="7958"/>
                  </a:lnTo>
                  <a:cubicBezTo>
                    <a:pt x="2734" y="8534"/>
                    <a:pt x="3185" y="8993"/>
                    <a:pt x="3768" y="9022"/>
                  </a:cubicBezTo>
                  <a:lnTo>
                    <a:pt x="4373" y="9022"/>
                  </a:lnTo>
                  <a:cubicBezTo>
                    <a:pt x="4643" y="9022"/>
                    <a:pt x="4920" y="8898"/>
                    <a:pt x="5102" y="8716"/>
                  </a:cubicBezTo>
                  <a:cubicBezTo>
                    <a:pt x="5313" y="8505"/>
                    <a:pt x="5408" y="8264"/>
                    <a:pt x="5408" y="7958"/>
                  </a:cubicBezTo>
                  <a:lnTo>
                    <a:pt x="5437" y="5072"/>
                  </a:lnTo>
                  <a:cubicBezTo>
                    <a:pt x="5619" y="5167"/>
                    <a:pt x="5831" y="5225"/>
                    <a:pt x="6042" y="5225"/>
                  </a:cubicBezTo>
                  <a:cubicBezTo>
                    <a:pt x="6742" y="5225"/>
                    <a:pt x="7346" y="4650"/>
                    <a:pt x="7346" y="3921"/>
                  </a:cubicBezTo>
                  <a:cubicBezTo>
                    <a:pt x="7346" y="3221"/>
                    <a:pt x="6771" y="2617"/>
                    <a:pt x="6042" y="2617"/>
                  </a:cubicBezTo>
                  <a:cubicBezTo>
                    <a:pt x="5831" y="2617"/>
                    <a:pt x="5619" y="2675"/>
                    <a:pt x="5408" y="2762"/>
                  </a:cubicBezTo>
                  <a:lnTo>
                    <a:pt x="5408" y="2187"/>
                  </a:lnTo>
                  <a:cubicBezTo>
                    <a:pt x="5408" y="977"/>
                    <a:pt x="4555" y="1"/>
                    <a:pt x="3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80">
              <a:extLst>
                <a:ext uri="{FF2B5EF4-FFF2-40B4-BE49-F238E27FC236}">
                  <a16:creationId xmlns:a16="http://schemas.microsoft.com/office/drawing/2014/main" id="{01689960-C362-0E83-2899-BE220F280998}"/>
                </a:ext>
              </a:extLst>
            </p:cNvPr>
            <p:cNvSpPr/>
            <p:nvPr/>
          </p:nvSpPr>
          <p:spPr>
            <a:xfrm>
              <a:off x="6792700" y="2556525"/>
              <a:ext cx="25175" cy="22975"/>
            </a:xfrm>
            <a:custGeom>
              <a:avLst/>
              <a:gdLst/>
              <a:ahLst/>
              <a:cxnLst/>
              <a:rect l="l" t="t" r="r" b="b"/>
              <a:pathLst>
                <a:path w="1007" h="919" extrusionOk="0">
                  <a:moveTo>
                    <a:pt x="782" y="0"/>
                  </a:moveTo>
                  <a:cubicBezTo>
                    <a:pt x="573" y="0"/>
                    <a:pt x="400" y="62"/>
                    <a:pt x="248" y="190"/>
                  </a:cubicBezTo>
                  <a:cubicBezTo>
                    <a:pt x="0" y="430"/>
                    <a:pt x="30" y="831"/>
                    <a:pt x="30" y="831"/>
                  </a:cubicBezTo>
                  <a:cubicBezTo>
                    <a:pt x="30" y="889"/>
                    <a:pt x="66" y="918"/>
                    <a:pt x="124" y="918"/>
                  </a:cubicBezTo>
                  <a:cubicBezTo>
                    <a:pt x="153" y="918"/>
                    <a:pt x="183" y="889"/>
                    <a:pt x="183" y="831"/>
                  </a:cubicBezTo>
                  <a:cubicBezTo>
                    <a:pt x="183" y="831"/>
                    <a:pt x="183" y="496"/>
                    <a:pt x="365" y="314"/>
                  </a:cubicBezTo>
                  <a:cubicBezTo>
                    <a:pt x="467" y="236"/>
                    <a:pt x="609" y="182"/>
                    <a:pt x="774" y="182"/>
                  </a:cubicBezTo>
                  <a:cubicBezTo>
                    <a:pt x="809" y="182"/>
                    <a:pt x="845" y="185"/>
                    <a:pt x="882" y="190"/>
                  </a:cubicBezTo>
                  <a:cubicBezTo>
                    <a:pt x="940" y="190"/>
                    <a:pt x="977" y="161"/>
                    <a:pt x="1006" y="131"/>
                  </a:cubicBezTo>
                  <a:cubicBezTo>
                    <a:pt x="1006" y="66"/>
                    <a:pt x="977" y="37"/>
                    <a:pt x="911" y="8"/>
                  </a:cubicBezTo>
                  <a:cubicBezTo>
                    <a:pt x="867" y="3"/>
                    <a:pt x="824" y="0"/>
                    <a:pt x="782" y="0"/>
                  </a:cubicBezTo>
                  <a:close/>
                </a:path>
              </a:pathLst>
            </a:custGeom>
            <a:solidFill>
              <a:srgbClr val="0000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80">
              <a:extLst>
                <a:ext uri="{FF2B5EF4-FFF2-40B4-BE49-F238E27FC236}">
                  <a16:creationId xmlns:a16="http://schemas.microsoft.com/office/drawing/2014/main" id="{B8C988B1-D187-CD71-36A2-A40B09D883F4}"/>
                </a:ext>
              </a:extLst>
            </p:cNvPr>
            <p:cNvSpPr/>
            <p:nvPr/>
          </p:nvSpPr>
          <p:spPr>
            <a:xfrm>
              <a:off x="6629475" y="2421775"/>
              <a:ext cx="208800" cy="222400"/>
            </a:xfrm>
            <a:custGeom>
              <a:avLst/>
              <a:gdLst/>
              <a:ahLst/>
              <a:cxnLst/>
              <a:rect l="l" t="t" r="r" b="b"/>
              <a:pathLst>
                <a:path w="8352" h="8896" extrusionOk="0">
                  <a:moveTo>
                    <a:pt x="3557" y="1"/>
                  </a:moveTo>
                  <a:cubicBezTo>
                    <a:pt x="871" y="1"/>
                    <a:pt x="1" y="2817"/>
                    <a:pt x="1188" y="3671"/>
                  </a:cubicBezTo>
                  <a:cubicBezTo>
                    <a:pt x="1377" y="3791"/>
                    <a:pt x="1890" y="3889"/>
                    <a:pt x="2469" y="3889"/>
                  </a:cubicBezTo>
                  <a:cubicBezTo>
                    <a:pt x="3183" y="3889"/>
                    <a:pt x="4000" y="3741"/>
                    <a:pt x="4438" y="3306"/>
                  </a:cubicBezTo>
                  <a:cubicBezTo>
                    <a:pt x="4496" y="3488"/>
                    <a:pt x="4555" y="3671"/>
                    <a:pt x="4679" y="3940"/>
                  </a:cubicBezTo>
                  <a:cubicBezTo>
                    <a:pt x="4955" y="4487"/>
                    <a:pt x="5531" y="4880"/>
                    <a:pt x="5983" y="5128"/>
                  </a:cubicBezTo>
                  <a:lnTo>
                    <a:pt x="5648" y="6673"/>
                  </a:lnTo>
                  <a:cubicBezTo>
                    <a:pt x="5648" y="6673"/>
                    <a:pt x="3768" y="6221"/>
                    <a:pt x="2587" y="6221"/>
                  </a:cubicBezTo>
                  <a:cubicBezTo>
                    <a:pt x="1428" y="6250"/>
                    <a:pt x="1246" y="6702"/>
                    <a:pt x="1246" y="6702"/>
                  </a:cubicBezTo>
                  <a:cubicBezTo>
                    <a:pt x="1246" y="6702"/>
                    <a:pt x="1275" y="8312"/>
                    <a:pt x="2463" y="8706"/>
                  </a:cubicBezTo>
                  <a:cubicBezTo>
                    <a:pt x="2921" y="8854"/>
                    <a:pt x="3276" y="8895"/>
                    <a:pt x="3530" y="8895"/>
                  </a:cubicBezTo>
                  <a:cubicBezTo>
                    <a:pt x="3849" y="8895"/>
                    <a:pt x="4008" y="8830"/>
                    <a:pt x="4008" y="8830"/>
                  </a:cubicBezTo>
                  <a:cubicBezTo>
                    <a:pt x="4008" y="8830"/>
                    <a:pt x="5283" y="8495"/>
                    <a:pt x="5895" y="7824"/>
                  </a:cubicBezTo>
                  <a:cubicBezTo>
                    <a:pt x="6165" y="7525"/>
                    <a:pt x="6289" y="7343"/>
                    <a:pt x="6442" y="7037"/>
                  </a:cubicBezTo>
                  <a:lnTo>
                    <a:pt x="6500" y="5186"/>
                  </a:lnTo>
                  <a:cubicBezTo>
                    <a:pt x="6529" y="5157"/>
                    <a:pt x="6559" y="5128"/>
                    <a:pt x="6624" y="5092"/>
                  </a:cubicBezTo>
                  <a:cubicBezTo>
                    <a:pt x="6624" y="5092"/>
                    <a:pt x="6894" y="4851"/>
                    <a:pt x="7200" y="4851"/>
                  </a:cubicBezTo>
                  <a:cubicBezTo>
                    <a:pt x="7506" y="4851"/>
                    <a:pt x="7776" y="4975"/>
                    <a:pt x="7987" y="5128"/>
                  </a:cubicBezTo>
                  <a:cubicBezTo>
                    <a:pt x="8351" y="4458"/>
                    <a:pt x="7258" y="938"/>
                    <a:pt x="7258" y="938"/>
                  </a:cubicBezTo>
                  <a:cubicBezTo>
                    <a:pt x="6766" y="524"/>
                    <a:pt x="6125" y="288"/>
                    <a:pt x="5406" y="288"/>
                  </a:cubicBezTo>
                  <a:cubicBezTo>
                    <a:pt x="5327" y="288"/>
                    <a:pt x="5247" y="291"/>
                    <a:pt x="5167" y="297"/>
                  </a:cubicBezTo>
                  <a:cubicBezTo>
                    <a:pt x="4573" y="90"/>
                    <a:pt x="4037" y="1"/>
                    <a:pt x="35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80">
              <a:extLst>
                <a:ext uri="{FF2B5EF4-FFF2-40B4-BE49-F238E27FC236}">
                  <a16:creationId xmlns:a16="http://schemas.microsoft.com/office/drawing/2014/main" id="{2E7C0BCA-7C31-C158-FD78-3E476EDE15B6}"/>
                </a:ext>
              </a:extLst>
            </p:cNvPr>
            <p:cNvSpPr/>
            <p:nvPr/>
          </p:nvSpPr>
          <p:spPr>
            <a:xfrm>
              <a:off x="6718100" y="2669200"/>
              <a:ext cx="71700" cy="33975"/>
            </a:xfrm>
            <a:custGeom>
              <a:avLst/>
              <a:gdLst/>
              <a:ahLst/>
              <a:cxnLst/>
              <a:rect l="l" t="t" r="r" b="b"/>
              <a:pathLst>
                <a:path w="2868" h="1359" extrusionOk="0">
                  <a:moveTo>
                    <a:pt x="977" y="1"/>
                  </a:moveTo>
                  <a:cubicBezTo>
                    <a:pt x="481" y="1"/>
                    <a:pt x="0" y="506"/>
                    <a:pt x="376" y="966"/>
                  </a:cubicBezTo>
                  <a:cubicBezTo>
                    <a:pt x="376" y="966"/>
                    <a:pt x="608" y="1359"/>
                    <a:pt x="1390" y="1359"/>
                  </a:cubicBezTo>
                  <a:cubicBezTo>
                    <a:pt x="1506" y="1359"/>
                    <a:pt x="1634" y="1350"/>
                    <a:pt x="1775" y="1330"/>
                  </a:cubicBezTo>
                  <a:cubicBezTo>
                    <a:pt x="2868" y="1177"/>
                    <a:pt x="1709" y="179"/>
                    <a:pt x="1163" y="26"/>
                  </a:cubicBezTo>
                  <a:cubicBezTo>
                    <a:pt x="1102" y="9"/>
                    <a:pt x="1039" y="1"/>
                    <a:pt x="9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80">
              <a:extLst>
                <a:ext uri="{FF2B5EF4-FFF2-40B4-BE49-F238E27FC236}">
                  <a16:creationId xmlns:a16="http://schemas.microsoft.com/office/drawing/2014/main" id="{3AD9ABA5-B4DF-790F-8340-89251A360D64}"/>
                </a:ext>
              </a:extLst>
            </p:cNvPr>
            <p:cNvSpPr/>
            <p:nvPr/>
          </p:nvSpPr>
          <p:spPr>
            <a:xfrm>
              <a:off x="6720550" y="2667675"/>
              <a:ext cx="56325" cy="37150"/>
            </a:xfrm>
            <a:custGeom>
              <a:avLst/>
              <a:gdLst/>
              <a:ahLst/>
              <a:cxnLst/>
              <a:rect l="l" t="t" r="r" b="b"/>
              <a:pathLst>
                <a:path w="2253" h="1486" extrusionOk="0">
                  <a:moveTo>
                    <a:pt x="910" y="160"/>
                  </a:moveTo>
                  <a:cubicBezTo>
                    <a:pt x="954" y="160"/>
                    <a:pt x="996" y="165"/>
                    <a:pt x="1036" y="174"/>
                  </a:cubicBezTo>
                  <a:cubicBezTo>
                    <a:pt x="1400" y="269"/>
                    <a:pt x="2070" y="786"/>
                    <a:pt x="2041" y="1085"/>
                  </a:cubicBezTo>
                  <a:cubicBezTo>
                    <a:pt x="2041" y="1209"/>
                    <a:pt x="1823" y="1267"/>
                    <a:pt x="1640" y="1304"/>
                  </a:cubicBezTo>
                  <a:cubicBezTo>
                    <a:pt x="1519" y="1318"/>
                    <a:pt x="1409" y="1324"/>
                    <a:pt x="1308" y="1324"/>
                  </a:cubicBezTo>
                  <a:cubicBezTo>
                    <a:pt x="579" y="1324"/>
                    <a:pt x="362" y="998"/>
                    <a:pt x="336" y="998"/>
                  </a:cubicBezTo>
                  <a:lnTo>
                    <a:pt x="336" y="969"/>
                  </a:lnTo>
                  <a:cubicBezTo>
                    <a:pt x="154" y="757"/>
                    <a:pt x="249" y="575"/>
                    <a:pt x="307" y="480"/>
                  </a:cubicBezTo>
                  <a:cubicBezTo>
                    <a:pt x="435" y="280"/>
                    <a:pt x="689" y="160"/>
                    <a:pt x="910" y="160"/>
                  </a:cubicBezTo>
                  <a:close/>
                  <a:moveTo>
                    <a:pt x="889" y="1"/>
                  </a:moveTo>
                  <a:cubicBezTo>
                    <a:pt x="605" y="1"/>
                    <a:pt x="300" y="148"/>
                    <a:pt x="154" y="393"/>
                  </a:cubicBezTo>
                  <a:cubicBezTo>
                    <a:pt x="1" y="604"/>
                    <a:pt x="37" y="845"/>
                    <a:pt x="219" y="1085"/>
                  </a:cubicBezTo>
                  <a:cubicBezTo>
                    <a:pt x="249" y="1151"/>
                    <a:pt x="518" y="1486"/>
                    <a:pt x="1276" y="1486"/>
                  </a:cubicBezTo>
                  <a:cubicBezTo>
                    <a:pt x="1400" y="1486"/>
                    <a:pt x="1524" y="1486"/>
                    <a:pt x="1677" y="1450"/>
                  </a:cubicBezTo>
                  <a:cubicBezTo>
                    <a:pt x="2099" y="1420"/>
                    <a:pt x="2187" y="1238"/>
                    <a:pt x="2223" y="1085"/>
                  </a:cubicBezTo>
                  <a:cubicBezTo>
                    <a:pt x="2252" y="692"/>
                    <a:pt x="1495" y="116"/>
                    <a:pt x="1094" y="29"/>
                  </a:cubicBezTo>
                  <a:cubicBezTo>
                    <a:pt x="1029" y="10"/>
                    <a:pt x="959" y="1"/>
                    <a:pt x="8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80">
              <a:extLst>
                <a:ext uri="{FF2B5EF4-FFF2-40B4-BE49-F238E27FC236}">
                  <a16:creationId xmlns:a16="http://schemas.microsoft.com/office/drawing/2014/main" id="{8652423B-D63C-0663-A4F1-C0D93774F808}"/>
                </a:ext>
              </a:extLst>
            </p:cNvPr>
            <p:cNvSpPr/>
            <p:nvPr/>
          </p:nvSpPr>
          <p:spPr>
            <a:xfrm>
              <a:off x="6697775" y="2705000"/>
              <a:ext cx="113175" cy="24800"/>
            </a:xfrm>
            <a:custGeom>
              <a:avLst/>
              <a:gdLst/>
              <a:ahLst/>
              <a:cxnLst/>
              <a:rect l="l" t="t" r="r" b="b"/>
              <a:pathLst>
                <a:path w="4527" h="992" extrusionOk="0">
                  <a:moveTo>
                    <a:pt x="4427" y="0"/>
                  </a:moveTo>
                  <a:cubicBezTo>
                    <a:pt x="4408" y="0"/>
                    <a:pt x="4391" y="8"/>
                    <a:pt x="4373" y="22"/>
                  </a:cubicBezTo>
                  <a:cubicBezTo>
                    <a:pt x="3769" y="546"/>
                    <a:pt x="3056" y="817"/>
                    <a:pt x="2273" y="817"/>
                  </a:cubicBezTo>
                  <a:cubicBezTo>
                    <a:pt x="2197" y="817"/>
                    <a:pt x="2119" y="814"/>
                    <a:pt x="2041" y="809"/>
                  </a:cubicBezTo>
                  <a:cubicBezTo>
                    <a:pt x="912" y="751"/>
                    <a:pt x="154" y="110"/>
                    <a:pt x="125" y="110"/>
                  </a:cubicBezTo>
                  <a:cubicBezTo>
                    <a:pt x="113" y="97"/>
                    <a:pt x="101" y="90"/>
                    <a:pt x="89" y="90"/>
                  </a:cubicBezTo>
                  <a:cubicBezTo>
                    <a:pt x="71" y="90"/>
                    <a:pt x="54" y="105"/>
                    <a:pt x="37" y="139"/>
                  </a:cubicBezTo>
                  <a:cubicBezTo>
                    <a:pt x="1" y="175"/>
                    <a:pt x="1" y="233"/>
                    <a:pt x="37" y="263"/>
                  </a:cubicBezTo>
                  <a:cubicBezTo>
                    <a:pt x="66" y="263"/>
                    <a:pt x="853" y="904"/>
                    <a:pt x="2041" y="962"/>
                  </a:cubicBezTo>
                  <a:cubicBezTo>
                    <a:pt x="2100" y="991"/>
                    <a:pt x="2187" y="991"/>
                    <a:pt x="2253" y="991"/>
                  </a:cubicBezTo>
                  <a:cubicBezTo>
                    <a:pt x="3098" y="991"/>
                    <a:pt x="3827" y="722"/>
                    <a:pt x="4468" y="139"/>
                  </a:cubicBezTo>
                  <a:cubicBezTo>
                    <a:pt x="4497" y="110"/>
                    <a:pt x="4526" y="51"/>
                    <a:pt x="4497" y="22"/>
                  </a:cubicBezTo>
                  <a:cubicBezTo>
                    <a:pt x="4468" y="8"/>
                    <a:pt x="4446" y="0"/>
                    <a:pt x="4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80">
              <a:extLst>
                <a:ext uri="{FF2B5EF4-FFF2-40B4-BE49-F238E27FC236}">
                  <a16:creationId xmlns:a16="http://schemas.microsoft.com/office/drawing/2014/main" id="{2746E358-8301-9CC4-5C87-A1BD84EB8B17}"/>
                </a:ext>
              </a:extLst>
            </p:cNvPr>
            <p:cNvSpPr/>
            <p:nvPr/>
          </p:nvSpPr>
          <p:spPr>
            <a:xfrm>
              <a:off x="6703250" y="2643975"/>
              <a:ext cx="123000" cy="78175"/>
            </a:xfrm>
            <a:custGeom>
              <a:avLst/>
              <a:gdLst/>
              <a:ahLst/>
              <a:cxnLst/>
              <a:rect l="l" t="t" r="r" b="b"/>
              <a:pathLst>
                <a:path w="4920" h="3127" extrusionOk="0">
                  <a:moveTo>
                    <a:pt x="999" y="459"/>
                  </a:moveTo>
                  <a:cubicBezTo>
                    <a:pt x="299" y="1217"/>
                    <a:pt x="0" y="1946"/>
                    <a:pt x="0" y="1946"/>
                  </a:cubicBezTo>
                  <a:cubicBezTo>
                    <a:pt x="452" y="2733"/>
                    <a:pt x="1181" y="2915"/>
                    <a:pt x="1181" y="2915"/>
                  </a:cubicBezTo>
                  <a:lnTo>
                    <a:pt x="1755" y="1041"/>
                  </a:lnTo>
                  <a:lnTo>
                    <a:pt x="1755" y="1041"/>
                  </a:lnTo>
                  <a:cubicBezTo>
                    <a:pt x="1756" y="1041"/>
                    <a:pt x="1757" y="1042"/>
                    <a:pt x="1758" y="1042"/>
                  </a:cubicBezTo>
                  <a:lnTo>
                    <a:pt x="1758" y="1042"/>
                  </a:lnTo>
                  <a:lnTo>
                    <a:pt x="1757" y="1035"/>
                  </a:lnTo>
                  <a:lnTo>
                    <a:pt x="1755" y="1041"/>
                  </a:lnTo>
                  <a:lnTo>
                    <a:pt x="1755" y="1041"/>
                  </a:lnTo>
                  <a:cubicBezTo>
                    <a:pt x="1745" y="1039"/>
                    <a:pt x="1736" y="1037"/>
                    <a:pt x="1728" y="1035"/>
                  </a:cubicBezTo>
                  <a:cubicBezTo>
                    <a:pt x="1276" y="911"/>
                    <a:pt x="999" y="459"/>
                    <a:pt x="999" y="459"/>
                  </a:cubicBezTo>
                  <a:close/>
                  <a:moveTo>
                    <a:pt x="3578" y="0"/>
                  </a:moveTo>
                  <a:cubicBezTo>
                    <a:pt x="3384" y="448"/>
                    <a:pt x="2374" y="1050"/>
                    <a:pt x="1854" y="1050"/>
                  </a:cubicBezTo>
                  <a:cubicBezTo>
                    <a:pt x="1820" y="1050"/>
                    <a:pt x="1788" y="1047"/>
                    <a:pt x="1758" y="1042"/>
                  </a:cubicBezTo>
                  <a:lnTo>
                    <a:pt x="1758" y="1042"/>
                  </a:lnTo>
                  <a:lnTo>
                    <a:pt x="2216" y="3126"/>
                  </a:lnTo>
                  <a:cubicBezTo>
                    <a:pt x="4096" y="2551"/>
                    <a:pt x="4919" y="1523"/>
                    <a:pt x="4919" y="1523"/>
                  </a:cubicBezTo>
                  <a:cubicBezTo>
                    <a:pt x="4373" y="612"/>
                    <a:pt x="3578" y="0"/>
                    <a:pt x="3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80">
              <a:extLst>
                <a:ext uri="{FF2B5EF4-FFF2-40B4-BE49-F238E27FC236}">
                  <a16:creationId xmlns:a16="http://schemas.microsoft.com/office/drawing/2014/main" id="{74D5D8B0-9163-35D8-7539-DF8AFFAC103B}"/>
                </a:ext>
              </a:extLst>
            </p:cNvPr>
            <p:cNvSpPr/>
            <p:nvPr/>
          </p:nvSpPr>
          <p:spPr>
            <a:xfrm>
              <a:off x="6700875" y="2641775"/>
              <a:ext cx="127550" cy="82000"/>
            </a:xfrm>
            <a:custGeom>
              <a:avLst/>
              <a:gdLst/>
              <a:ahLst/>
              <a:cxnLst/>
              <a:rect l="l" t="t" r="r" b="b"/>
              <a:pathLst>
                <a:path w="5102" h="3280" extrusionOk="0">
                  <a:moveTo>
                    <a:pt x="1094" y="664"/>
                  </a:moveTo>
                  <a:cubicBezTo>
                    <a:pt x="1189" y="817"/>
                    <a:pt x="1429" y="1065"/>
                    <a:pt x="1735" y="1181"/>
                  </a:cubicBezTo>
                  <a:lnTo>
                    <a:pt x="1218" y="2915"/>
                  </a:lnTo>
                  <a:cubicBezTo>
                    <a:pt x="1036" y="2821"/>
                    <a:pt x="518" y="2580"/>
                    <a:pt x="183" y="2005"/>
                  </a:cubicBezTo>
                  <a:cubicBezTo>
                    <a:pt x="241" y="1852"/>
                    <a:pt x="547" y="1276"/>
                    <a:pt x="1094" y="664"/>
                  </a:cubicBezTo>
                  <a:close/>
                  <a:moveTo>
                    <a:pt x="3673" y="212"/>
                  </a:moveTo>
                  <a:cubicBezTo>
                    <a:pt x="3885" y="394"/>
                    <a:pt x="4468" y="912"/>
                    <a:pt x="4890" y="1611"/>
                  </a:cubicBezTo>
                  <a:cubicBezTo>
                    <a:pt x="4737" y="1793"/>
                    <a:pt x="3921" y="2609"/>
                    <a:pt x="2369" y="3098"/>
                  </a:cubicBezTo>
                  <a:lnTo>
                    <a:pt x="1946" y="1210"/>
                  </a:lnTo>
                  <a:cubicBezTo>
                    <a:pt x="2493" y="1210"/>
                    <a:pt x="3404" y="664"/>
                    <a:pt x="3673" y="212"/>
                  </a:cubicBezTo>
                  <a:close/>
                  <a:moveTo>
                    <a:pt x="3644" y="1"/>
                  </a:moveTo>
                  <a:cubicBezTo>
                    <a:pt x="3615" y="1"/>
                    <a:pt x="3586" y="30"/>
                    <a:pt x="3586" y="59"/>
                  </a:cubicBezTo>
                  <a:cubicBezTo>
                    <a:pt x="3393" y="478"/>
                    <a:pt x="2464" y="1044"/>
                    <a:pt x="1977" y="1044"/>
                  </a:cubicBezTo>
                  <a:cubicBezTo>
                    <a:pt x="1931" y="1044"/>
                    <a:pt x="1889" y="1039"/>
                    <a:pt x="1852" y="1028"/>
                  </a:cubicBezTo>
                  <a:cubicBezTo>
                    <a:pt x="1429" y="941"/>
                    <a:pt x="1189" y="518"/>
                    <a:pt x="1189" y="482"/>
                  </a:cubicBezTo>
                  <a:cubicBezTo>
                    <a:pt x="1152" y="482"/>
                    <a:pt x="1152" y="452"/>
                    <a:pt x="1123" y="452"/>
                  </a:cubicBezTo>
                  <a:cubicBezTo>
                    <a:pt x="1094" y="452"/>
                    <a:pt x="1065" y="452"/>
                    <a:pt x="1036" y="482"/>
                  </a:cubicBezTo>
                  <a:cubicBezTo>
                    <a:pt x="336" y="1247"/>
                    <a:pt x="30" y="1975"/>
                    <a:pt x="1" y="2005"/>
                  </a:cubicBezTo>
                  <a:lnTo>
                    <a:pt x="1" y="2063"/>
                  </a:lnTo>
                  <a:cubicBezTo>
                    <a:pt x="489" y="2886"/>
                    <a:pt x="1218" y="3098"/>
                    <a:pt x="1247" y="3098"/>
                  </a:cubicBezTo>
                  <a:cubicBezTo>
                    <a:pt x="1276" y="3098"/>
                    <a:pt x="1334" y="3098"/>
                    <a:pt x="1334" y="3032"/>
                  </a:cubicBezTo>
                  <a:lnTo>
                    <a:pt x="1823" y="1458"/>
                  </a:lnTo>
                  <a:lnTo>
                    <a:pt x="2216" y="3214"/>
                  </a:lnTo>
                  <a:cubicBezTo>
                    <a:pt x="2216" y="3251"/>
                    <a:pt x="2245" y="3280"/>
                    <a:pt x="2245" y="3280"/>
                  </a:cubicBezTo>
                  <a:lnTo>
                    <a:pt x="2340" y="3280"/>
                  </a:lnTo>
                  <a:cubicBezTo>
                    <a:pt x="4220" y="2733"/>
                    <a:pt x="5043" y="1699"/>
                    <a:pt x="5073" y="1669"/>
                  </a:cubicBezTo>
                  <a:cubicBezTo>
                    <a:pt x="5102" y="1640"/>
                    <a:pt x="5102" y="1575"/>
                    <a:pt x="5073" y="1545"/>
                  </a:cubicBezTo>
                  <a:cubicBezTo>
                    <a:pt x="4526" y="664"/>
                    <a:pt x="3739" y="59"/>
                    <a:pt x="3703" y="30"/>
                  </a:cubicBezTo>
                  <a:cubicBezTo>
                    <a:pt x="3703" y="1"/>
                    <a:pt x="3673" y="1"/>
                    <a:pt x="3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80">
              <a:extLst>
                <a:ext uri="{FF2B5EF4-FFF2-40B4-BE49-F238E27FC236}">
                  <a16:creationId xmlns:a16="http://schemas.microsoft.com/office/drawing/2014/main" id="{651DC67E-FCD6-F2EB-BE14-A7BD093B674A}"/>
                </a:ext>
              </a:extLst>
            </p:cNvPr>
            <p:cNvSpPr/>
            <p:nvPr/>
          </p:nvSpPr>
          <p:spPr>
            <a:xfrm>
              <a:off x="6684125" y="2538725"/>
              <a:ext cx="20600" cy="36225"/>
            </a:xfrm>
            <a:custGeom>
              <a:avLst/>
              <a:gdLst/>
              <a:ahLst/>
              <a:cxnLst/>
              <a:rect l="l" t="t" r="r" b="b"/>
              <a:pathLst>
                <a:path w="824" h="1449" extrusionOk="0">
                  <a:moveTo>
                    <a:pt x="640" y="1"/>
                  </a:moveTo>
                  <a:cubicBezTo>
                    <a:pt x="617" y="1"/>
                    <a:pt x="600" y="15"/>
                    <a:pt x="583" y="49"/>
                  </a:cubicBezTo>
                  <a:lnTo>
                    <a:pt x="37" y="960"/>
                  </a:lnTo>
                  <a:cubicBezTo>
                    <a:pt x="0" y="996"/>
                    <a:pt x="37" y="1055"/>
                    <a:pt x="66" y="1055"/>
                  </a:cubicBezTo>
                  <a:lnTo>
                    <a:pt x="671" y="1448"/>
                  </a:lnTo>
                  <a:lnTo>
                    <a:pt x="729" y="1448"/>
                  </a:lnTo>
                  <a:cubicBezTo>
                    <a:pt x="765" y="1448"/>
                    <a:pt x="795" y="1448"/>
                    <a:pt x="795" y="1419"/>
                  </a:cubicBezTo>
                  <a:cubicBezTo>
                    <a:pt x="824" y="1390"/>
                    <a:pt x="824" y="1324"/>
                    <a:pt x="765" y="1295"/>
                  </a:cubicBezTo>
                  <a:lnTo>
                    <a:pt x="219" y="960"/>
                  </a:lnTo>
                  <a:lnTo>
                    <a:pt x="729" y="115"/>
                  </a:lnTo>
                  <a:cubicBezTo>
                    <a:pt x="765" y="86"/>
                    <a:pt x="729" y="20"/>
                    <a:pt x="700" y="20"/>
                  </a:cubicBezTo>
                  <a:cubicBezTo>
                    <a:pt x="676" y="8"/>
                    <a:pt x="657" y="1"/>
                    <a:pt x="6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80">
              <a:extLst>
                <a:ext uri="{FF2B5EF4-FFF2-40B4-BE49-F238E27FC236}">
                  <a16:creationId xmlns:a16="http://schemas.microsoft.com/office/drawing/2014/main" id="{BBACF766-B494-8FB9-05AD-1BC80B611DAD}"/>
                </a:ext>
              </a:extLst>
            </p:cNvPr>
            <p:cNvSpPr/>
            <p:nvPr/>
          </p:nvSpPr>
          <p:spPr>
            <a:xfrm>
              <a:off x="6725100" y="2529100"/>
              <a:ext cx="21350" cy="11775"/>
            </a:xfrm>
            <a:custGeom>
              <a:avLst/>
              <a:gdLst/>
              <a:ahLst/>
              <a:cxnLst/>
              <a:rect l="l" t="t" r="r" b="b"/>
              <a:pathLst>
                <a:path w="854" h="471" extrusionOk="0">
                  <a:moveTo>
                    <a:pt x="137" y="0"/>
                  </a:moveTo>
                  <a:cubicBezTo>
                    <a:pt x="96" y="0"/>
                    <a:pt x="59" y="27"/>
                    <a:pt x="37" y="70"/>
                  </a:cubicBezTo>
                  <a:cubicBezTo>
                    <a:pt x="1" y="106"/>
                    <a:pt x="37" y="194"/>
                    <a:pt x="96" y="194"/>
                  </a:cubicBezTo>
                  <a:lnTo>
                    <a:pt x="700" y="434"/>
                  </a:lnTo>
                  <a:lnTo>
                    <a:pt x="730" y="471"/>
                  </a:lnTo>
                  <a:cubicBezTo>
                    <a:pt x="766" y="471"/>
                    <a:pt x="824" y="434"/>
                    <a:pt x="824" y="376"/>
                  </a:cubicBezTo>
                  <a:cubicBezTo>
                    <a:pt x="854" y="318"/>
                    <a:pt x="824" y="252"/>
                    <a:pt x="766" y="223"/>
                  </a:cubicBezTo>
                  <a:lnTo>
                    <a:pt x="183" y="11"/>
                  </a:lnTo>
                  <a:cubicBezTo>
                    <a:pt x="167" y="4"/>
                    <a:pt x="152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4" name="Google Shape;5684;p80">
              <a:extLst>
                <a:ext uri="{FF2B5EF4-FFF2-40B4-BE49-F238E27FC236}">
                  <a16:creationId xmlns:a16="http://schemas.microsoft.com/office/drawing/2014/main" id="{F351834E-C02E-859E-01AC-24B59C131DE5}"/>
                </a:ext>
              </a:extLst>
            </p:cNvPr>
            <p:cNvSpPr/>
            <p:nvPr/>
          </p:nvSpPr>
          <p:spPr>
            <a:xfrm>
              <a:off x="6663000" y="2529375"/>
              <a:ext cx="19700" cy="7675"/>
            </a:xfrm>
            <a:custGeom>
              <a:avLst/>
              <a:gdLst/>
              <a:ahLst/>
              <a:cxnLst/>
              <a:rect l="l" t="t" r="r" b="b"/>
              <a:pathLst>
                <a:path w="788" h="307" extrusionOk="0">
                  <a:moveTo>
                    <a:pt x="663" y="0"/>
                  </a:moveTo>
                  <a:lnTo>
                    <a:pt x="87" y="95"/>
                  </a:lnTo>
                  <a:cubicBezTo>
                    <a:pt x="29" y="95"/>
                    <a:pt x="0" y="154"/>
                    <a:pt x="0" y="212"/>
                  </a:cubicBezTo>
                  <a:cubicBezTo>
                    <a:pt x="0" y="277"/>
                    <a:pt x="58" y="307"/>
                    <a:pt x="117" y="307"/>
                  </a:cubicBezTo>
                  <a:lnTo>
                    <a:pt x="700" y="241"/>
                  </a:lnTo>
                  <a:cubicBezTo>
                    <a:pt x="758" y="212"/>
                    <a:pt x="787" y="154"/>
                    <a:pt x="787" y="95"/>
                  </a:cubicBezTo>
                  <a:cubicBezTo>
                    <a:pt x="787" y="30"/>
                    <a:pt x="729" y="0"/>
                    <a:pt x="6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5" name="Google Shape;5685;p80">
              <a:extLst>
                <a:ext uri="{FF2B5EF4-FFF2-40B4-BE49-F238E27FC236}">
                  <a16:creationId xmlns:a16="http://schemas.microsoft.com/office/drawing/2014/main" id="{1B28350B-3E81-8287-A49E-DBE65459FE46}"/>
                </a:ext>
              </a:extLst>
            </p:cNvPr>
            <p:cNvSpPr/>
            <p:nvPr/>
          </p:nvSpPr>
          <p:spPr>
            <a:xfrm>
              <a:off x="6722925" y="2543775"/>
              <a:ext cx="13675" cy="13675"/>
            </a:xfrm>
            <a:custGeom>
              <a:avLst/>
              <a:gdLst/>
              <a:ahLst/>
              <a:cxnLst/>
              <a:rect l="l" t="t" r="r" b="b"/>
              <a:pathLst>
                <a:path w="547" h="547" extrusionOk="0">
                  <a:moveTo>
                    <a:pt x="270" y="0"/>
                  </a:moveTo>
                  <a:cubicBezTo>
                    <a:pt x="124" y="0"/>
                    <a:pt x="0" y="124"/>
                    <a:pt x="0" y="277"/>
                  </a:cubicBezTo>
                  <a:cubicBezTo>
                    <a:pt x="0" y="430"/>
                    <a:pt x="124" y="547"/>
                    <a:pt x="270" y="547"/>
                  </a:cubicBezTo>
                  <a:cubicBezTo>
                    <a:pt x="423" y="547"/>
                    <a:pt x="547" y="430"/>
                    <a:pt x="547" y="277"/>
                  </a:cubicBezTo>
                  <a:cubicBezTo>
                    <a:pt x="547" y="124"/>
                    <a:pt x="423" y="0"/>
                    <a:pt x="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80">
              <a:extLst>
                <a:ext uri="{FF2B5EF4-FFF2-40B4-BE49-F238E27FC236}">
                  <a16:creationId xmlns:a16="http://schemas.microsoft.com/office/drawing/2014/main" id="{710EF3D8-1503-0EAE-B27B-7E98A94F5B1E}"/>
                </a:ext>
              </a:extLst>
            </p:cNvPr>
            <p:cNvSpPr/>
            <p:nvPr/>
          </p:nvSpPr>
          <p:spPr>
            <a:xfrm>
              <a:off x="6667550" y="2543050"/>
              <a:ext cx="11300" cy="11500"/>
            </a:xfrm>
            <a:custGeom>
              <a:avLst/>
              <a:gdLst/>
              <a:ahLst/>
              <a:cxnLst/>
              <a:rect l="l" t="t" r="r" b="b"/>
              <a:pathLst>
                <a:path w="452" h="460" extrusionOk="0">
                  <a:moveTo>
                    <a:pt x="241" y="0"/>
                  </a:moveTo>
                  <a:cubicBezTo>
                    <a:pt x="88" y="0"/>
                    <a:pt x="0" y="95"/>
                    <a:pt x="0" y="211"/>
                  </a:cubicBezTo>
                  <a:cubicBezTo>
                    <a:pt x="0" y="364"/>
                    <a:pt x="88" y="459"/>
                    <a:pt x="241" y="459"/>
                  </a:cubicBezTo>
                  <a:cubicBezTo>
                    <a:pt x="365" y="459"/>
                    <a:pt x="452" y="364"/>
                    <a:pt x="452" y="211"/>
                  </a:cubicBezTo>
                  <a:cubicBezTo>
                    <a:pt x="452" y="95"/>
                    <a:pt x="365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80">
              <a:extLst>
                <a:ext uri="{FF2B5EF4-FFF2-40B4-BE49-F238E27FC236}">
                  <a16:creationId xmlns:a16="http://schemas.microsoft.com/office/drawing/2014/main" id="{B7BF305B-EC96-D495-9E09-D9177E10F939}"/>
                </a:ext>
              </a:extLst>
            </p:cNvPr>
            <p:cNvSpPr/>
            <p:nvPr/>
          </p:nvSpPr>
          <p:spPr>
            <a:xfrm>
              <a:off x="6685750" y="2594600"/>
              <a:ext cx="26625" cy="12950"/>
            </a:xfrm>
            <a:custGeom>
              <a:avLst/>
              <a:gdLst/>
              <a:ahLst/>
              <a:cxnLst/>
              <a:rect l="l" t="t" r="r" b="b"/>
              <a:pathLst>
                <a:path w="1065" h="518" extrusionOk="0">
                  <a:moveTo>
                    <a:pt x="1" y="0"/>
                  </a:moveTo>
                  <a:cubicBezTo>
                    <a:pt x="1" y="277"/>
                    <a:pt x="241" y="518"/>
                    <a:pt x="518" y="518"/>
                  </a:cubicBezTo>
                  <a:cubicBezTo>
                    <a:pt x="817" y="518"/>
                    <a:pt x="1065" y="277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80">
              <a:extLst>
                <a:ext uri="{FF2B5EF4-FFF2-40B4-BE49-F238E27FC236}">
                  <a16:creationId xmlns:a16="http://schemas.microsoft.com/office/drawing/2014/main" id="{FED02532-DE08-EDC6-723A-0C5F68C82311}"/>
                </a:ext>
              </a:extLst>
            </p:cNvPr>
            <p:cNvSpPr/>
            <p:nvPr/>
          </p:nvSpPr>
          <p:spPr>
            <a:xfrm>
              <a:off x="5216850" y="2852750"/>
              <a:ext cx="356925" cy="248325"/>
            </a:xfrm>
            <a:custGeom>
              <a:avLst/>
              <a:gdLst/>
              <a:ahLst/>
              <a:cxnLst/>
              <a:rect l="l" t="t" r="r" b="b"/>
              <a:pathLst>
                <a:path w="14277" h="9933" extrusionOk="0">
                  <a:moveTo>
                    <a:pt x="4650" y="0"/>
                  </a:moveTo>
                  <a:cubicBezTo>
                    <a:pt x="4220" y="0"/>
                    <a:pt x="3856" y="241"/>
                    <a:pt x="3710" y="605"/>
                  </a:cubicBezTo>
                  <a:lnTo>
                    <a:pt x="307" y="8504"/>
                  </a:lnTo>
                  <a:cubicBezTo>
                    <a:pt x="1" y="9167"/>
                    <a:pt x="518" y="9932"/>
                    <a:pt x="1247" y="9932"/>
                  </a:cubicBezTo>
                  <a:lnTo>
                    <a:pt x="11208" y="9932"/>
                  </a:lnTo>
                  <a:cubicBezTo>
                    <a:pt x="11660" y="9932"/>
                    <a:pt x="12090" y="9597"/>
                    <a:pt x="12207" y="9138"/>
                  </a:cubicBezTo>
                  <a:lnTo>
                    <a:pt x="14123" y="1246"/>
                  </a:lnTo>
                  <a:cubicBezTo>
                    <a:pt x="14276" y="605"/>
                    <a:pt x="13788" y="0"/>
                    <a:pt x="1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80">
              <a:extLst>
                <a:ext uri="{FF2B5EF4-FFF2-40B4-BE49-F238E27FC236}">
                  <a16:creationId xmlns:a16="http://schemas.microsoft.com/office/drawing/2014/main" id="{572D38FB-2010-2582-26C1-55A6BFFE3E2A}"/>
                </a:ext>
              </a:extLst>
            </p:cNvPr>
            <p:cNvSpPr/>
            <p:nvPr/>
          </p:nvSpPr>
          <p:spPr>
            <a:xfrm>
              <a:off x="5237450" y="2867850"/>
              <a:ext cx="315000" cy="217925"/>
            </a:xfrm>
            <a:custGeom>
              <a:avLst/>
              <a:gdLst/>
              <a:ahLst/>
              <a:cxnLst/>
              <a:rect l="l" t="t" r="r" b="b"/>
              <a:pathLst>
                <a:path w="12600" h="8717" extrusionOk="0">
                  <a:moveTo>
                    <a:pt x="3979" y="1"/>
                  </a:moveTo>
                  <a:cubicBezTo>
                    <a:pt x="3702" y="1"/>
                    <a:pt x="3462" y="154"/>
                    <a:pt x="3338" y="431"/>
                  </a:cubicBezTo>
                  <a:lnTo>
                    <a:pt x="182" y="7747"/>
                  </a:lnTo>
                  <a:cubicBezTo>
                    <a:pt x="0" y="8199"/>
                    <a:pt x="335" y="8716"/>
                    <a:pt x="816" y="8716"/>
                  </a:cubicBezTo>
                  <a:lnTo>
                    <a:pt x="10020" y="8716"/>
                  </a:lnTo>
                  <a:cubicBezTo>
                    <a:pt x="10355" y="8716"/>
                    <a:pt x="10625" y="8476"/>
                    <a:pt x="10720" y="8170"/>
                  </a:cubicBezTo>
                  <a:lnTo>
                    <a:pt x="12505" y="853"/>
                  </a:lnTo>
                  <a:cubicBezTo>
                    <a:pt x="12600" y="431"/>
                    <a:pt x="12264" y="1"/>
                    <a:pt x="118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80">
              <a:extLst>
                <a:ext uri="{FF2B5EF4-FFF2-40B4-BE49-F238E27FC236}">
                  <a16:creationId xmlns:a16="http://schemas.microsoft.com/office/drawing/2014/main" id="{97E167AC-7E0F-C249-A3F2-347405744D64}"/>
                </a:ext>
              </a:extLst>
            </p:cNvPr>
            <p:cNvSpPr/>
            <p:nvPr/>
          </p:nvSpPr>
          <p:spPr>
            <a:xfrm>
              <a:off x="5238900" y="2876250"/>
              <a:ext cx="285500" cy="209525"/>
            </a:xfrm>
            <a:custGeom>
              <a:avLst/>
              <a:gdLst/>
              <a:ahLst/>
              <a:cxnLst/>
              <a:rect l="l" t="t" r="r" b="b"/>
              <a:pathLst>
                <a:path w="11420" h="8381" extrusionOk="0">
                  <a:moveTo>
                    <a:pt x="3921" y="0"/>
                  </a:moveTo>
                  <a:cubicBezTo>
                    <a:pt x="3557" y="0"/>
                    <a:pt x="3221" y="211"/>
                    <a:pt x="3068" y="547"/>
                  </a:cubicBezTo>
                  <a:lnTo>
                    <a:pt x="277" y="7105"/>
                  </a:lnTo>
                  <a:cubicBezTo>
                    <a:pt x="1" y="7681"/>
                    <a:pt x="460" y="8380"/>
                    <a:pt x="1094" y="8380"/>
                  </a:cubicBezTo>
                  <a:lnTo>
                    <a:pt x="8621" y="8380"/>
                  </a:lnTo>
                  <a:cubicBezTo>
                    <a:pt x="9022" y="8380"/>
                    <a:pt x="9386" y="8081"/>
                    <a:pt x="9503" y="7681"/>
                  </a:cubicBezTo>
                  <a:lnTo>
                    <a:pt x="11266" y="1159"/>
                  </a:lnTo>
                  <a:cubicBezTo>
                    <a:pt x="11419" y="576"/>
                    <a:pt x="10990" y="0"/>
                    <a:pt x="103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80">
              <a:extLst>
                <a:ext uri="{FF2B5EF4-FFF2-40B4-BE49-F238E27FC236}">
                  <a16:creationId xmlns:a16="http://schemas.microsoft.com/office/drawing/2014/main" id="{1843E7F0-391C-7133-F3DD-6FEF45D4E978}"/>
                </a:ext>
              </a:extLst>
            </p:cNvPr>
            <p:cNvSpPr/>
            <p:nvPr/>
          </p:nvSpPr>
          <p:spPr>
            <a:xfrm>
              <a:off x="5269325" y="2889900"/>
              <a:ext cx="236850" cy="3850"/>
            </a:xfrm>
            <a:custGeom>
              <a:avLst/>
              <a:gdLst/>
              <a:ahLst/>
              <a:cxnLst/>
              <a:rect l="l" t="t" r="r" b="b"/>
              <a:pathLst>
                <a:path w="9474" h="154" extrusionOk="0">
                  <a:moveTo>
                    <a:pt x="59" y="1"/>
                  </a:moveTo>
                  <a:lnTo>
                    <a:pt x="1" y="154"/>
                  </a:lnTo>
                  <a:lnTo>
                    <a:pt x="9408" y="154"/>
                  </a:lnTo>
                  <a:lnTo>
                    <a:pt x="9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80">
              <a:extLst>
                <a:ext uri="{FF2B5EF4-FFF2-40B4-BE49-F238E27FC236}">
                  <a16:creationId xmlns:a16="http://schemas.microsoft.com/office/drawing/2014/main" id="{15F9F207-E84E-3108-8ADA-7797F58C9DC1}"/>
                </a:ext>
              </a:extLst>
            </p:cNvPr>
            <p:cNvSpPr/>
            <p:nvPr/>
          </p:nvSpPr>
          <p:spPr>
            <a:xfrm>
              <a:off x="5262400" y="2909750"/>
              <a:ext cx="238500" cy="3675"/>
            </a:xfrm>
            <a:custGeom>
              <a:avLst/>
              <a:gdLst/>
              <a:ahLst/>
              <a:cxnLst/>
              <a:rect l="l" t="t" r="r" b="b"/>
              <a:pathLst>
                <a:path w="9540" h="147" extrusionOk="0">
                  <a:moveTo>
                    <a:pt x="1" y="1"/>
                  </a:moveTo>
                  <a:lnTo>
                    <a:pt x="1" y="147"/>
                  </a:lnTo>
                  <a:lnTo>
                    <a:pt x="9474" y="147"/>
                  </a:lnTo>
                  <a:lnTo>
                    <a:pt x="95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80">
              <a:extLst>
                <a:ext uri="{FF2B5EF4-FFF2-40B4-BE49-F238E27FC236}">
                  <a16:creationId xmlns:a16="http://schemas.microsoft.com/office/drawing/2014/main" id="{A4C0253E-BED8-F142-CE94-C26624E9BADD}"/>
                </a:ext>
              </a:extLst>
            </p:cNvPr>
            <p:cNvSpPr/>
            <p:nvPr/>
          </p:nvSpPr>
          <p:spPr>
            <a:xfrm>
              <a:off x="5262400" y="2930175"/>
              <a:ext cx="232300" cy="3100"/>
            </a:xfrm>
            <a:custGeom>
              <a:avLst/>
              <a:gdLst/>
              <a:ahLst/>
              <a:cxnLst/>
              <a:rect l="l" t="t" r="r" b="b"/>
              <a:pathLst>
                <a:path w="9292" h="124" extrusionOk="0">
                  <a:moveTo>
                    <a:pt x="1" y="0"/>
                  </a:moveTo>
                  <a:lnTo>
                    <a:pt x="1" y="124"/>
                  </a:lnTo>
                  <a:lnTo>
                    <a:pt x="9263" y="124"/>
                  </a:lnTo>
                  <a:lnTo>
                    <a:pt x="92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80">
              <a:extLst>
                <a:ext uri="{FF2B5EF4-FFF2-40B4-BE49-F238E27FC236}">
                  <a16:creationId xmlns:a16="http://schemas.microsoft.com/office/drawing/2014/main" id="{CDE97CEE-F1AF-B943-FB65-49E63B08494A}"/>
                </a:ext>
              </a:extLst>
            </p:cNvPr>
            <p:cNvSpPr/>
            <p:nvPr/>
          </p:nvSpPr>
          <p:spPr>
            <a:xfrm>
              <a:off x="5255650" y="2949850"/>
              <a:ext cx="233775" cy="3850"/>
            </a:xfrm>
            <a:custGeom>
              <a:avLst/>
              <a:gdLst/>
              <a:ahLst/>
              <a:cxnLst/>
              <a:rect l="l" t="t" r="r" b="b"/>
              <a:pathLst>
                <a:path w="9351" h="154" extrusionOk="0">
                  <a:moveTo>
                    <a:pt x="1" y="0"/>
                  </a:moveTo>
                  <a:lnTo>
                    <a:pt x="1" y="153"/>
                  </a:lnTo>
                  <a:lnTo>
                    <a:pt x="9321" y="153"/>
                  </a:lnTo>
                  <a:lnTo>
                    <a:pt x="9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80">
              <a:extLst>
                <a:ext uri="{FF2B5EF4-FFF2-40B4-BE49-F238E27FC236}">
                  <a16:creationId xmlns:a16="http://schemas.microsoft.com/office/drawing/2014/main" id="{53900A05-D5DD-9371-EFCF-37CE384DCD4E}"/>
                </a:ext>
              </a:extLst>
            </p:cNvPr>
            <p:cNvSpPr/>
            <p:nvPr/>
          </p:nvSpPr>
          <p:spPr>
            <a:xfrm>
              <a:off x="5247275" y="2970425"/>
              <a:ext cx="236875" cy="3125"/>
            </a:xfrm>
            <a:custGeom>
              <a:avLst/>
              <a:gdLst/>
              <a:ahLst/>
              <a:cxnLst/>
              <a:rect l="l" t="t" r="r" b="b"/>
              <a:pathLst>
                <a:path w="9475" h="125" extrusionOk="0">
                  <a:moveTo>
                    <a:pt x="1" y="0"/>
                  </a:moveTo>
                  <a:lnTo>
                    <a:pt x="1" y="124"/>
                  </a:lnTo>
                  <a:lnTo>
                    <a:pt x="9445" y="124"/>
                  </a:lnTo>
                  <a:lnTo>
                    <a:pt x="94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80">
              <a:extLst>
                <a:ext uri="{FF2B5EF4-FFF2-40B4-BE49-F238E27FC236}">
                  <a16:creationId xmlns:a16="http://schemas.microsoft.com/office/drawing/2014/main" id="{FA6CE5E4-604F-F791-1923-18674E0D8CCE}"/>
                </a:ext>
              </a:extLst>
            </p:cNvPr>
            <p:cNvSpPr/>
            <p:nvPr/>
          </p:nvSpPr>
          <p:spPr>
            <a:xfrm>
              <a:off x="5194075" y="3030350"/>
              <a:ext cx="162550" cy="3850"/>
            </a:xfrm>
            <a:custGeom>
              <a:avLst/>
              <a:gdLst/>
              <a:ahLst/>
              <a:cxnLst/>
              <a:rect l="l" t="t" r="r" b="b"/>
              <a:pathLst>
                <a:path w="6502" h="154" extrusionOk="0">
                  <a:moveTo>
                    <a:pt x="67" y="1"/>
                  </a:moveTo>
                  <a:lnTo>
                    <a:pt x="1" y="154"/>
                  </a:lnTo>
                  <a:lnTo>
                    <a:pt x="6501" y="154"/>
                  </a:lnTo>
                  <a:lnTo>
                    <a:pt x="65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80">
              <a:extLst>
                <a:ext uri="{FF2B5EF4-FFF2-40B4-BE49-F238E27FC236}">
                  <a16:creationId xmlns:a16="http://schemas.microsoft.com/office/drawing/2014/main" id="{D06F52C8-430D-9BDE-2252-10BE016431DE}"/>
                </a:ext>
              </a:extLst>
            </p:cNvPr>
            <p:cNvSpPr/>
            <p:nvPr/>
          </p:nvSpPr>
          <p:spPr>
            <a:xfrm>
              <a:off x="5215400" y="2990100"/>
              <a:ext cx="179100" cy="3850"/>
            </a:xfrm>
            <a:custGeom>
              <a:avLst/>
              <a:gdLst/>
              <a:ahLst/>
              <a:cxnLst/>
              <a:rect l="l" t="t" r="r" b="b"/>
              <a:pathLst>
                <a:path w="7164" h="154" extrusionOk="0">
                  <a:moveTo>
                    <a:pt x="88" y="0"/>
                  </a:moveTo>
                  <a:lnTo>
                    <a:pt x="1" y="154"/>
                  </a:lnTo>
                  <a:lnTo>
                    <a:pt x="7135" y="154"/>
                  </a:lnTo>
                  <a:lnTo>
                    <a:pt x="71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80">
              <a:extLst>
                <a:ext uri="{FF2B5EF4-FFF2-40B4-BE49-F238E27FC236}">
                  <a16:creationId xmlns:a16="http://schemas.microsoft.com/office/drawing/2014/main" id="{74F84764-CDE1-09F1-FE97-AD13A1D534C0}"/>
                </a:ext>
              </a:extLst>
            </p:cNvPr>
            <p:cNvSpPr/>
            <p:nvPr/>
          </p:nvSpPr>
          <p:spPr>
            <a:xfrm>
              <a:off x="5204825" y="3010675"/>
              <a:ext cx="184400" cy="2950"/>
            </a:xfrm>
            <a:custGeom>
              <a:avLst/>
              <a:gdLst/>
              <a:ahLst/>
              <a:cxnLst/>
              <a:rect l="l" t="t" r="r" b="b"/>
              <a:pathLst>
                <a:path w="7376" h="118" extrusionOk="0">
                  <a:moveTo>
                    <a:pt x="59" y="1"/>
                  </a:moveTo>
                  <a:lnTo>
                    <a:pt x="1" y="118"/>
                  </a:lnTo>
                  <a:lnTo>
                    <a:pt x="7346" y="118"/>
                  </a:lnTo>
                  <a:lnTo>
                    <a:pt x="73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80">
              <a:extLst>
                <a:ext uri="{FF2B5EF4-FFF2-40B4-BE49-F238E27FC236}">
                  <a16:creationId xmlns:a16="http://schemas.microsoft.com/office/drawing/2014/main" id="{056971CB-4136-D80F-C245-C8E93567218C}"/>
                </a:ext>
              </a:extLst>
            </p:cNvPr>
            <p:cNvSpPr/>
            <p:nvPr/>
          </p:nvSpPr>
          <p:spPr>
            <a:xfrm>
              <a:off x="4470650" y="2181775"/>
              <a:ext cx="330325" cy="277125"/>
            </a:xfrm>
            <a:custGeom>
              <a:avLst/>
              <a:gdLst/>
              <a:ahLst/>
              <a:cxnLst/>
              <a:rect l="l" t="t" r="r" b="b"/>
              <a:pathLst>
                <a:path w="13213" h="11085" extrusionOk="0">
                  <a:moveTo>
                    <a:pt x="2099" y="1"/>
                  </a:moveTo>
                  <a:cubicBezTo>
                    <a:pt x="948" y="1"/>
                    <a:pt x="1" y="941"/>
                    <a:pt x="1" y="2092"/>
                  </a:cubicBezTo>
                  <a:lnTo>
                    <a:pt x="1" y="7040"/>
                  </a:lnTo>
                  <a:cubicBezTo>
                    <a:pt x="1" y="8199"/>
                    <a:pt x="948" y="9139"/>
                    <a:pt x="2099" y="9139"/>
                  </a:cubicBezTo>
                  <a:lnTo>
                    <a:pt x="11084" y="9139"/>
                  </a:lnTo>
                  <a:lnTo>
                    <a:pt x="13212" y="11084"/>
                  </a:lnTo>
                  <a:lnTo>
                    <a:pt x="13212" y="7040"/>
                  </a:lnTo>
                  <a:lnTo>
                    <a:pt x="13212" y="5765"/>
                  </a:lnTo>
                  <a:lnTo>
                    <a:pt x="13212" y="2092"/>
                  </a:lnTo>
                  <a:cubicBezTo>
                    <a:pt x="13212" y="941"/>
                    <a:pt x="12301" y="1"/>
                    <a:pt x="11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80">
              <a:extLst>
                <a:ext uri="{FF2B5EF4-FFF2-40B4-BE49-F238E27FC236}">
                  <a16:creationId xmlns:a16="http://schemas.microsoft.com/office/drawing/2014/main" id="{1AAA96BC-B8FC-F332-447D-E498CC2BC68B}"/>
                </a:ext>
              </a:extLst>
            </p:cNvPr>
            <p:cNvSpPr/>
            <p:nvPr/>
          </p:nvSpPr>
          <p:spPr>
            <a:xfrm>
              <a:off x="4469200" y="2179425"/>
              <a:ext cx="333950" cy="281650"/>
            </a:xfrm>
            <a:custGeom>
              <a:avLst/>
              <a:gdLst/>
              <a:ahLst/>
              <a:cxnLst/>
              <a:rect l="l" t="t" r="r" b="b"/>
              <a:pathLst>
                <a:path w="13358" h="11266" extrusionOk="0">
                  <a:moveTo>
                    <a:pt x="11208" y="182"/>
                  </a:moveTo>
                  <a:cubicBezTo>
                    <a:pt x="12301" y="182"/>
                    <a:pt x="13212" y="1064"/>
                    <a:pt x="13212" y="2186"/>
                  </a:cubicBezTo>
                  <a:lnTo>
                    <a:pt x="13212" y="10996"/>
                  </a:lnTo>
                  <a:lnTo>
                    <a:pt x="11208" y="9174"/>
                  </a:lnTo>
                  <a:cubicBezTo>
                    <a:pt x="11208" y="9174"/>
                    <a:pt x="11172" y="9138"/>
                    <a:pt x="11142" y="9138"/>
                  </a:cubicBezTo>
                  <a:lnTo>
                    <a:pt x="2157" y="9138"/>
                  </a:lnTo>
                  <a:cubicBezTo>
                    <a:pt x="1064" y="9138"/>
                    <a:pt x="153" y="8264"/>
                    <a:pt x="153" y="7134"/>
                  </a:cubicBezTo>
                  <a:lnTo>
                    <a:pt x="153" y="2186"/>
                  </a:lnTo>
                  <a:cubicBezTo>
                    <a:pt x="153" y="1064"/>
                    <a:pt x="1064" y="182"/>
                    <a:pt x="2157" y="182"/>
                  </a:cubicBezTo>
                  <a:close/>
                  <a:moveTo>
                    <a:pt x="2157" y="0"/>
                  </a:moveTo>
                  <a:cubicBezTo>
                    <a:pt x="970" y="0"/>
                    <a:pt x="0" y="977"/>
                    <a:pt x="0" y="2186"/>
                  </a:cubicBezTo>
                  <a:lnTo>
                    <a:pt x="0" y="7134"/>
                  </a:lnTo>
                  <a:cubicBezTo>
                    <a:pt x="0" y="8351"/>
                    <a:pt x="970" y="9320"/>
                    <a:pt x="2157" y="9320"/>
                  </a:cubicBezTo>
                  <a:lnTo>
                    <a:pt x="11113" y="9320"/>
                  </a:lnTo>
                  <a:lnTo>
                    <a:pt x="13212" y="11266"/>
                  </a:lnTo>
                  <a:lnTo>
                    <a:pt x="13299" y="11266"/>
                  </a:lnTo>
                  <a:cubicBezTo>
                    <a:pt x="13329" y="11266"/>
                    <a:pt x="13358" y="11237"/>
                    <a:pt x="13358" y="11178"/>
                  </a:cubicBezTo>
                  <a:lnTo>
                    <a:pt x="13358" y="2186"/>
                  </a:lnTo>
                  <a:cubicBezTo>
                    <a:pt x="13358" y="977"/>
                    <a:pt x="12389" y="0"/>
                    <a:pt x="112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80">
              <a:extLst>
                <a:ext uri="{FF2B5EF4-FFF2-40B4-BE49-F238E27FC236}">
                  <a16:creationId xmlns:a16="http://schemas.microsoft.com/office/drawing/2014/main" id="{3DDDD740-C912-7BBB-80E6-E4D857891742}"/>
                </a:ext>
              </a:extLst>
            </p:cNvPr>
            <p:cNvSpPr/>
            <p:nvPr/>
          </p:nvSpPr>
          <p:spPr>
            <a:xfrm>
              <a:off x="4511650" y="2228050"/>
              <a:ext cx="198225" cy="118450"/>
            </a:xfrm>
            <a:custGeom>
              <a:avLst/>
              <a:gdLst/>
              <a:ahLst/>
              <a:cxnLst/>
              <a:rect l="l" t="t" r="r" b="b"/>
              <a:pathLst>
                <a:path w="7929" h="4738" extrusionOk="0">
                  <a:moveTo>
                    <a:pt x="0" y="1"/>
                  </a:moveTo>
                  <a:lnTo>
                    <a:pt x="0" y="4737"/>
                  </a:lnTo>
                  <a:lnTo>
                    <a:pt x="7929" y="4737"/>
                  </a:lnTo>
                  <a:lnTo>
                    <a:pt x="79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80">
              <a:extLst>
                <a:ext uri="{FF2B5EF4-FFF2-40B4-BE49-F238E27FC236}">
                  <a16:creationId xmlns:a16="http://schemas.microsoft.com/office/drawing/2014/main" id="{05FEA18C-1569-7F87-2FAD-83CBC238D9D7}"/>
                </a:ext>
              </a:extLst>
            </p:cNvPr>
            <p:cNvSpPr/>
            <p:nvPr/>
          </p:nvSpPr>
          <p:spPr>
            <a:xfrm>
              <a:off x="4509450" y="2225675"/>
              <a:ext cx="202625" cy="123000"/>
            </a:xfrm>
            <a:custGeom>
              <a:avLst/>
              <a:gdLst/>
              <a:ahLst/>
              <a:cxnLst/>
              <a:rect l="l" t="t" r="r" b="b"/>
              <a:pathLst>
                <a:path w="8105" h="4920" extrusionOk="0">
                  <a:moveTo>
                    <a:pt x="7958" y="154"/>
                  </a:moveTo>
                  <a:lnTo>
                    <a:pt x="7958" y="4738"/>
                  </a:lnTo>
                  <a:lnTo>
                    <a:pt x="183" y="4738"/>
                  </a:lnTo>
                  <a:lnTo>
                    <a:pt x="183" y="154"/>
                  </a:lnTo>
                  <a:close/>
                  <a:moveTo>
                    <a:pt x="88" y="1"/>
                  </a:moveTo>
                  <a:cubicBezTo>
                    <a:pt x="59" y="1"/>
                    <a:pt x="1" y="37"/>
                    <a:pt x="1" y="96"/>
                  </a:cubicBezTo>
                  <a:lnTo>
                    <a:pt x="1" y="4832"/>
                  </a:lnTo>
                  <a:cubicBezTo>
                    <a:pt x="1" y="4861"/>
                    <a:pt x="59" y="4920"/>
                    <a:pt x="88" y="4920"/>
                  </a:cubicBezTo>
                  <a:lnTo>
                    <a:pt x="8017" y="4920"/>
                  </a:lnTo>
                  <a:cubicBezTo>
                    <a:pt x="8075" y="4920"/>
                    <a:pt x="8104" y="4861"/>
                    <a:pt x="8104" y="4832"/>
                  </a:cubicBezTo>
                  <a:lnTo>
                    <a:pt x="8104" y="96"/>
                  </a:lnTo>
                  <a:cubicBezTo>
                    <a:pt x="8104" y="37"/>
                    <a:pt x="8075" y="1"/>
                    <a:pt x="80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80">
              <a:extLst>
                <a:ext uri="{FF2B5EF4-FFF2-40B4-BE49-F238E27FC236}">
                  <a16:creationId xmlns:a16="http://schemas.microsoft.com/office/drawing/2014/main" id="{27D1E66F-44D9-D296-B606-AE4F9B4EB117}"/>
                </a:ext>
              </a:extLst>
            </p:cNvPr>
            <p:cNvSpPr/>
            <p:nvPr/>
          </p:nvSpPr>
          <p:spPr>
            <a:xfrm>
              <a:off x="4509450" y="2225400"/>
              <a:ext cx="203525" cy="89225"/>
            </a:xfrm>
            <a:custGeom>
              <a:avLst/>
              <a:gdLst/>
              <a:ahLst/>
              <a:cxnLst/>
              <a:rect l="l" t="t" r="r" b="b"/>
              <a:pathLst>
                <a:path w="8141" h="3569" extrusionOk="0">
                  <a:moveTo>
                    <a:pt x="122" y="0"/>
                  </a:moveTo>
                  <a:cubicBezTo>
                    <a:pt x="90" y="0"/>
                    <a:pt x="51" y="22"/>
                    <a:pt x="30" y="48"/>
                  </a:cubicBezTo>
                  <a:cubicBezTo>
                    <a:pt x="1" y="78"/>
                    <a:pt x="1" y="136"/>
                    <a:pt x="30" y="165"/>
                  </a:cubicBezTo>
                  <a:lnTo>
                    <a:pt x="3980" y="3568"/>
                  </a:lnTo>
                  <a:lnTo>
                    <a:pt x="4067" y="3568"/>
                  </a:lnTo>
                  <a:lnTo>
                    <a:pt x="8075" y="165"/>
                  </a:lnTo>
                  <a:cubicBezTo>
                    <a:pt x="8104" y="136"/>
                    <a:pt x="8141" y="78"/>
                    <a:pt x="8104" y="48"/>
                  </a:cubicBezTo>
                  <a:cubicBezTo>
                    <a:pt x="8083" y="22"/>
                    <a:pt x="8048" y="0"/>
                    <a:pt x="8018" y="0"/>
                  </a:cubicBezTo>
                  <a:cubicBezTo>
                    <a:pt x="8007" y="0"/>
                    <a:pt x="7996" y="4"/>
                    <a:pt x="7988" y="12"/>
                  </a:cubicBezTo>
                  <a:lnTo>
                    <a:pt x="4038" y="3386"/>
                  </a:lnTo>
                  <a:lnTo>
                    <a:pt x="154" y="12"/>
                  </a:lnTo>
                  <a:cubicBezTo>
                    <a:pt x="146" y="4"/>
                    <a:pt x="134" y="0"/>
                    <a:pt x="1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80">
              <a:extLst>
                <a:ext uri="{FF2B5EF4-FFF2-40B4-BE49-F238E27FC236}">
                  <a16:creationId xmlns:a16="http://schemas.microsoft.com/office/drawing/2014/main" id="{037340F9-D3C9-83E3-042E-59A390C0CC92}"/>
                </a:ext>
              </a:extLst>
            </p:cNvPr>
            <p:cNvSpPr/>
            <p:nvPr/>
          </p:nvSpPr>
          <p:spPr>
            <a:xfrm>
              <a:off x="4509450" y="2279875"/>
              <a:ext cx="67625" cy="68800"/>
            </a:xfrm>
            <a:custGeom>
              <a:avLst/>
              <a:gdLst/>
              <a:ahLst/>
              <a:cxnLst/>
              <a:rect l="l" t="t" r="r" b="b"/>
              <a:pathLst>
                <a:path w="2705" h="2752" extrusionOk="0">
                  <a:moveTo>
                    <a:pt x="2624" y="0"/>
                  </a:moveTo>
                  <a:cubicBezTo>
                    <a:pt x="2597" y="0"/>
                    <a:pt x="2569" y="16"/>
                    <a:pt x="2551" y="56"/>
                  </a:cubicBezTo>
                  <a:lnTo>
                    <a:pt x="30" y="2606"/>
                  </a:lnTo>
                  <a:cubicBezTo>
                    <a:pt x="1" y="2635"/>
                    <a:pt x="1" y="2693"/>
                    <a:pt x="30" y="2723"/>
                  </a:cubicBezTo>
                  <a:cubicBezTo>
                    <a:pt x="59" y="2723"/>
                    <a:pt x="88" y="2752"/>
                    <a:pt x="88" y="2752"/>
                  </a:cubicBezTo>
                  <a:cubicBezTo>
                    <a:pt x="125" y="2752"/>
                    <a:pt x="154" y="2723"/>
                    <a:pt x="154" y="2723"/>
                  </a:cubicBezTo>
                  <a:lnTo>
                    <a:pt x="2675" y="143"/>
                  </a:lnTo>
                  <a:cubicBezTo>
                    <a:pt x="2704" y="114"/>
                    <a:pt x="2704" y="85"/>
                    <a:pt x="2675" y="19"/>
                  </a:cubicBezTo>
                  <a:cubicBezTo>
                    <a:pt x="2661" y="7"/>
                    <a:pt x="2643" y="0"/>
                    <a:pt x="26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80">
              <a:extLst>
                <a:ext uri="{FF2B5EF4-FFF2-40B4-BE49-F238E27FC236}">
                  <a16:creationId xmlns:a16="http://schemas.microsoft.com/office/drawing/2014/main" id="{0DDA75D0-E24D-8861-C62F-44092ED4321D}"/>
                </a:ext>
              </a:extLst>
            </p:cNvPr>
            <p:cNvSpPr/>
            <p:nvPr/>
          </p:nvSpPr>
          <p:spPr>
            <a:xfrm>
              <a:off x="4643725" y="2280025"/>
              <a:ext cx="69250" cy="68650"/>
            </a:xfrm>
            <a:custGeom>
              <a:avLst/>
              <a:gdLst/>
              <a:ahLst/>
              <a:cxnLst/>
              <a:rect l="l" t="t" r="r" b="b"/>
              <a:pathLst>
                <a:path w="2770" h="2746" extrusionOk="0">
                  <a:moveTo>
                    <a:pt x="95" y="0"/>
                  </a:moveTo>
                  <a:cubicBezTo>
                    <a:pt x="73" y="0"/>
                    <a:pt x="52" y="17"/>
                    <a:pt x="37" y="50"/>
                  </a:cubicBezTo>
                  <a:cubicBezTo>
                    <a:pt x="1" y="79"/>
                    <a:pt x="1" y="108"/>
                    <a:pt x="37" y="137"/>
                  </a:cubicBezTo>
                  <a:lnTo>
                    <a:pt x="2617" y="2717"/>
                  </a:lnTo>
                  <a:lnTo>
                    <a:pt x="2646" y="2746"/>
                  </a:lnTo>
                  <a:cubicBezTo>
                    <a:pt x="2675" y="2746"/>
                    <a:pt x="2704" y="2717"/>
                    <a:pt x="2704" y="2717"/>
                  </a:cubicBezTo>
                  <a:cubicBezTo>
                    <a:pt x="2770" y="2687"/>
                    <a:pt x="2770" y="2629"/>
                    <a:pt x="2704" y="2600"/>
                  </a:cubicBezTo>
                  <a:lnTo>
                    <a:pt x="154" y="50"/>
                  </a:lnTo>
                  <a:cubicBezTo>
                    <a:pt x="139" y="17"/>
                    <a:pt x="117" y="0"/>
                    <a:pt x="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80">
              <a:extLst>
                <a:ext uri="{FF2B5EF4-FFF2-40B4-BE49-F238E27FC236}">
                  <a16:creationId xmlns:a16="http://schemas.microsoft.com/office/drawing/2014/main" id="{0940A424-E1DA-E891-CB81-5256AD8B660B}"/>
                </a:ext>
              </a:extLst>
            </p:cNvPr>
            <p:cNvSpPr/>
            <p:nvPr/>
          </p:nvSpPr>
          <p:spPr>
            <a:xfrm>
              <a:off x="4619500" y="3143500"/>
              <a:ext cx="50125" cy="705950"/>
            </a:xfrm>
            <a:custGeom>
              <a:avLst/>
              <a:gdLst/>
              <a:ahLst/>
              <a:cxnLst/>
              <a:rect l="l" t="t" r="r" b="b"/>
              <a:pathLst>
                <a:path w="2005" h="28238" extrusionOk="0">
                  <a:moveTo>
                    <a:pt x="0" y="0"/>
                  </a:moveTo>
                  <a:lnTo>
                    <a:pt x="0" y="28238"/>
                  </a:lnTo>
                  <a:lnTo>
                    <a:pt x="2004" y="2823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80">
              <a:extLst>
                <a:ext uri="{FF2B5EF4-FFF2-40B4-BE49-F238E27FC236}">
                  <a16:creationId xmlns:a16="http://schemas.microsoft.com/office/drawing/2014/main" id="{CA8FB682-B0FE-C6D4-F37F-49CE0075DFDD}"/>
                </a:ext>
              </a:extLst>
            </p:cNvPr>
            <p:cNvSpPr/>
            <p:nvPr/>
          </p:nvSpPr>
          <p:spPr>
            <a:xfrm>
              <a:off x="4617300" y="3142025"/>
              <a:ext cx="54700" cy="709625"/>
            </a:xfrm>
            <a:custGeom>
              <a:avLst/>
              <a:gdLst/>
              <a:ahLst/>
              <a:cxnLst/>
              <a:rect l="l" t="t" r="r" b="b"/>
              <a:pathLst>
                <a:path w="2188" h="28385" extrusionOk="0">
                  <a:moveTo>
                    <a:pt x="2005" y="147"/>
                  </a:moveTo>
                  <a:lnTo>
                    <a:pt x="2005" y="28202"/>
                  </a:lnTo>
                  <a:lnTo>
                    <a:pt x="147" y="28202"/>
                  </a:lnTo>
                  <a:lnTo>
                    <a:pt x="147" y="147"/>
                  </a:lnTo>
                  <a:close/>
                  <a:moveTo>
                    <a:pt x="88" y="1"/>
                  </a:moveTo>
                  <a:cubicBezTo>
                    <a:pt x="30" y="1"/>
                    <a:pt x="1" y="30"/>
                    <a:pt x="1" y="59"/>
                  </a:cubicBezTo>
                  <a:lnTo>
                    <a:pt x="1" y="28297"/>
                  </a:lnTo>
                  <a:cubicBezTo>
                    <a:pt x="1" y="28355"/>
                    <a:pt x="30" y="28384"/>
                    <a:pt x="88" y="28384"/>
                  </a:cubicBezTo>
                  <a:lnTo>
                    <a:pt x="2092" y="28384"/>
                  </a:lnTo>
                  <a:cubicBezTo>
                    <a:pt x="2121" y="28384"/>
                    <a:pt x="2187" y="28355"/>
                    <a:pt x="2187" y="28297"/>
                  </a:cubicBezTo>
                  <a:lnTo>
                    <a:pt x="2187" y="59"/>
                  </a:lnTo>
                  <a:cubicBezTo>
                    <a:pt x="2187" y="30"/>
                    <a:pt x="2121" y="1"/>
                    <a:pt x="20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80">
              <a:extLst>
                <a:ext uri="{FF2B5EF4-FFF2-40B4-BE49-F238E27FC236}">
                  <a16:creationId xmlns:a16="http://schemas.microsoft.com/office/drawing/2014/main" id="{F99A4C08-E1F3-E3BA-2230-0CBEB6964C80}"/>
                </a:ext>
              </a:extLst>
            </p:cNvPr>
            <p:cNvSpPr/>
            <p:nvPr/>
          </p:nvSpPr>
          <p:spPr>
            <a:xfrm>
              <a:off x="7010575" y="3143500"/>
              <a:ext cx="50125" cy="705950"/>
            </a:xfrm>
            <a:custGeom>
              <a:avLst/>
              <a:gdLst/>
              <a:ahLst/>
              <a:cxnLst/>
              <a:rect l="l" t="t" r="r" b="b"/>
              <a:pathLst>
                <a:path w="2005" h="28238" extrusionOk="0">
                  <a:moveTo>
                    <a:pt x="1" y="0"/>
                  </a:moveTo>
                  <a:lnTo>
                    <a:pt x="1" y="28238"/>
                  </a:lnTo>
                  <a:lnTo>
                    <a:pt x="2005" y="2823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80">
              <a:extLst>
                <a:ext uri="{FF2B5EF4-FFF2-40B4-BE49-F238E27FC236}">
                  <a16:creationId xmlns:a16="http://schemas.microsoft.com/office/drawing/2014/main" id="{F5CC6093-9557-4AC2-8A5F-FA384C1800F6}"/>
                </a:ext>
              </a:extLst>
            </p:cNvPr>
            <p:cNvSpPr/>
            <p:nvPr/>
          </p:nvSpPr>
          <p:spPr>
            <a:xfrm>
              <a:off x="7008400" y="3142025"/>
              <a:ext cx="54675" cy="709625"/>
            </a:xfrm>
            <a:custGeom>
              <a:avLst/>
              <a:gdLst/>
              <a:ahLst/>
              <a:cxnLst/>
              <a:rect l="l" t="t" r="r" b="b"/>
              <a:pathLst>
                <a:path w="2187" h="28385" extrusionOk="0">
                  <a:moveTo>
                    <a:pt x="2034" y="147"/>
                  </a:moveTo>
                  <a:lnTo>
                    <a:pt x="2034" y="28202"/>
                  </a:lnTo>
                  <a:lnTo>
                    <a:pt x="183" y="28202"/>
                  </a:lnTo>
                  <a:lnTo>
                    <a:pt x="183" y="147"/>
                  </a:lnTo>
                  <a:close/>
                  <a:moveTo>
                    <a:pt x="88" y="1"/>
                  </a:moveTo>
                  <a:cubicBezTo>
                    <a:pt x="59" y="1"/>
                    <a:pt x="0" y="30"/>
                    <a:pt x="0" y="59"/>
                  </a:cubicBezTo>
                  <a:lnTo>
                    <a:pt x="0" y="28297"/>
                  </a:lnTo>
                  <a:cubicBezTo>
                    <a:pt x="0" y="28355"/>
                    <a:pt x="59" y="28384"/>
                    <a:pt x="88" y="28384"/>
                  </a:cubicBezTo>
                  <a:lnTo>
                    <a:pt x="2092" y="28384"/>
                  </a:lnTo>
                  <a:cubicBezTo>
                    <a:pt x="2150" y="28384"/>
                    <a:pt x="2187" y="28355"/>
                    <a:pt x="2187" y="28297"/>
                  </a:cubicBezTo>
                  <a:lnTo>
                    <a:pt x="2187" y="59"/>
                  </a:lnTo>
                  <a:cubicBezTo>
                    <a:pt x="2187" y="30"/>
                    <a:pt x="2150" y="1"/>
                    <a:pt x="20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80">
              <a:extLst>
                <a:ext uri="{FF2B5EF4-FFF2-40B4-BE49-F238E27FC236}">
                  <a16:creationId xmlns:a16="http://schemas.microsoft.com/office/drawing/2014/main" id="{D8C36034-B5D4-8CF9-E4F0-E68DCD6B8F75}"/>
                </a:ext>
              </a:extLst>
            </p:cNvPr>
            <p:cNvSpPr/>
            <p:nvPr/>
          </p:nvSpPr>
          <p:spPr>
            <a:xfrm>
              <a:off x="4491250" y="3102500"/>
              <a:ext cx="2719025" cy="53950"/>
            </a:xfrm>
            <a:custGeom>
              <a:avLst/>
              <a:gdLst/>
              <a:ahLst/>
              <a:cxnLst/>
              <a:rect l="l" t="t" r="r" b="b"/>
              <a:pathLst>
                <a:path w="108761" h="2158" extrusionOk="0">
                  <a:moveTo>
                    <a:pt x="1064" y="1"/>
                  </a:moveTo>
                  <a:cubicBezTo>
                    <a:pt x="452" y="1"/>
                    <a:pt x="0" y="489"/>
                    <a:pt x="0" y="1094"/>
                  </a:cubicBezTo>
                  <a:cubicBezTo>
                    <a:pt x="0" y="1669"/>
                    <a:pt x="452" y="2158"/>
                    <a:pt x="1064" y="2158"/>
                  </a:cubicBezTo>
                  <a:lnTo>
                    <a:pt x="107697" y="2158"/>
                  </a:lnTo>
                  <a:cubicBezTo>
                    <a:pt x="108272" y="2158"/>
                    <a:pt x="108761" y="1669"/>
                    <a:pt x="108761" y="1094"/>
                  </a:cubicBezTo>
                  <a:cubicBezTo>
                    <a:pt x="108761" y="489"/>
                    <a:pt x="108272" y="1"/>
                    <a:pt x="1076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80">
              <a:extLst>
                <a:ext uri="{FF2B5EF4-FFF2-40B4-BE49-F238E27FC236}">
                  <a16:creationId xmlns:a16="http://schemas.microsoft.com/office/drawing/2014/main" id="{FE31447E-E6E2-E361-FE81-C883B1D47CEF}"/>
                </a:ext>
              </a:extLst>
            </p:cNvPr>
            <p:cNvSpPr/>
            <p:nvPr/>
          </p:nvSpPr>
          <p:spPr>
            <a:xfrm>
              <a:off x="4488875" y="3101050"/>
              <a:ext cx="2723575" cy="57600"/>
            </a:xfrm>
            <a:custGeom>
              <a:avLst/>
              <a:gdLst/>
              <a:ahLst/>
              <a:cxnLst/>
              <a:rect l="l" t="t" r="r" b="b"/>
              <a:pathLst>
                <a:path w="108943" h="2304" extrusionOk="0">
                  <a:moveTo>
                    <a:pt x="107792" y="146"/>
                  </a:moveTo>
                  <a:cubicBezTo>
                    <a:pt x="108338" y="146"/>
                    <a:pt x="108761" y="605"/>
                    <a:pt x="108761" y="1152"/>
                  </a:cubicBezTo>
                  <a:cubicBezTo>
                    <a:pt x="108761" y="1698"/>
                    <a:pt x="108338" y="2121"/>
                    <a:pt x="107792" y="2121"/>
                  </a:cubicBezTo>
                  <a:lnTo>
                    <a:pt x="1159" y="2121"/>
                  </a:lnTo>
                  <a:cubicBezTo>
                    <a:pt x="613" y="2121"/>
                    <a:pt x="154" y="1698"/>
                    <a:pt x="154" y="1152"/>
                  </a:cubicBezTo>
                  <a:cubicBezTo>
                    <a:pt x="154" y="605"/>
                    <a:pt x="613" y="146"/>
                    <a:pt x="1159" y="146"/>
                  </a:cubicBezTo>
                  <a:close/>
                  <a:moveTo>
                    <a:pt x="1159" y="0"/>
                  </a:moveTo>
                  <a:cubicBezTo>
                    <a:pt x="518" y="0"/>
                    <a:pt x="0" y="510"/>
                    <a:pt x="0" y="1152"/>
                  </a:cubicBezTo>
                  <a:cubicBezTo>
                    <a:pt x="0" y="1786"/>
                    <a:pt x="518" y="2303"/>
                    <a:pt x="1159" y="2303"/>
                  </a:cubicBezTo>
                  <a:lnTo>
                    <a:pt x="107792" y="2303"/>
                  </a:lnTo>
                  <a:cubicBezTo>
                    <a:pt x="108433" y="2303"/>
                    <a:pt x="108943" y="1786"/>
                    <a:pt x="108943" y="1152"/>
                  </a:cubicBezTo>
                  <a:cubicBezTo>
                    <a:pt x="108943" y="510"/>
                    <a:pt x="108433" y="0"/>
                    <a:pt x="107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80">
              <a:extLst>
                <a:ext uri="{FF2B5EF4-FFF2-40B4-BE49-F238E27FC236}">
                  <a16:creationId xmlns:a16="http://schemas.microsoft.com/office/drawing/2014/main" id="{42A47F79-B0A9-FD8A-1444-76BC566077C1}"/>
                </a:ext>
              </a:extLst>
            </p:cNvPr>
            <p:cNvSpPr/>
            <p:nvPr/>
          </p:nvSpPr>
          <p:spPr>
            <a:xfrm>
              <a:off x="5262400" y="2692825"/>
              <a:ext cx="240675" cy="183450"/>
            </a:xfrm>
            <a:custGeom>
              <a:avLst/>
              <a:gdLst/>
              <a:ahLst/>
              <a:cxnLst/>
              <a:rect l="l" t="t" r="r" b="b"/>
              <a:pathLst>
                <a:path w="9627" h="7338" extrusionOk="0">
                  <a:moveTo>
                    <a:pt x="8998" y="0"/>
                  </a:moveTo>
                  <a:cubicBezTo>
                    <a:pt x="8646" y="0"/>
                    <a:pt x="8166" y="343"/>
                    <a:pt x="7499" y="1056"/>
                  </a:cubicBezTo>
                  <a:cubicBezTo>
                    <a:pt x="6559" y="2054"/>
                    <a:pt x="4650" y="2754"/>
                    <a:pt x="4650" y="2754"/>
                  </a:cubicBezTo>
                  <a:cubicBezTo>
                    <a:pt x="4890" y="2083"/>
                    <a:pt x="5196" y="232"/>
                    <a:pt x="4650" y="203"/>
                  </a:cubicBezTo>
                  <a:cubicBezTo>
                    <a:pt x="4637" y="202"/>
                    <a:pt x="4625" y="202"/>
                    <a:pt x="4613" y="202"/>
                  </a:cubicBezTo>
                  <a:cubicBezTo>
                    <a:pt x="3817" y="202"/>
                    <a:pt x="3520" y="2035"/>
                    <a:pt x="3010" y="2666"/>
                  </a:cubicBezTo>
                  <a:cubicBezTo>
                    <a:pt x="2464" y="3329"/>
                    <a:pt x="1" y="6033"/>
                    <a:pt x="1" y="6033"/>
                  </a:cubicBezTo>
                  <a:lnTo>
                    <a:pt x="3739" y="7337"/>
                  </a:lnTo>
                  <a:cubicBezTo>
                    <a:pt x="3739" y="7337"/>
                    <a:pt x="5437" y="5151"/>
                    <a:pt x="7200" y="4364"/>
                  </a:cubicBezTo>
                  <a:cubicBezTo>
                    <a:pt x="8927" y="3577"/>
                    <a:pt x="9539" y="2236"/>
                    <a:pt x="9598" y="1755"/>
                  </a:cubicBezTo>
                  <a:cubicBezTo>
                    <a:pt x="9627" y="1267"/>
                    <a:pt x="9445" y="1056"/>
                    <a:pt x="9445" y="1056"/>
                  </a:cubicBezTo>
                  <a:cubicBezTo>
                    <a:pt x="9539" y="509"/>
                    <a:pt x="9386" y="414"/>
                    <a:pt x="9386" y="414"/>
                  </a:cubicBezTo>
                  <a:lnTo>
                    <a:pt x="9292" y="538"/>
                  </a:lnTo>
                  <a:cubicBezTo>
                    <a:pt x="9357" y="327"/>
                    <a:pt x="9357" y="174"/>
                    <a:pt x="9263" y="79"/>
                  </a:cubicBezTo>
                  <a:cubicBezTo>
                    <a:pt x="9183" y="27"/>
                    <a:pt x="9095" y="0"/>
                    <a:pt x="8998" y="0"/>
                  </a:cubicBezTo>
                  <a:close/>
                </a:path>
              </a:pathLst>
            </a:custGeom>
            <a:solidFill>
              <a:srgbClr val="B6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5713;p80">
              <a:extLst>
                <a:ext uri="{FF2B5EF4-FFF2-40B4-BE49-F238E27FC236}">
                  <a16:creationId xmlns:a16="http://schemas.microsoft.com/office/drawing/2014/main" id="{6FF7EC64-9C48-178D-5C82-B55F43D161E7}"/>
                </a:ext>
              </a:extLst>
            </p:cNvPr>
            <p:cNvSpPr/>
            <p:nvPr/>
          </p:nvSpPr>
          <p:spPr>
            <a:xfrm>
              <a:off x="5468075" y="2700675"/>
              <a:ext cx="35750" cy="72475"/>
            </a:xfrm>
            <a:custGeom>
              <a:avLst/>
              <a:gdLst/>
              <a:ahLst/>
              <a:cxnLst/>
              <a:rect l="l" t="t" r="r" b="b"/>
              <a:pathLst>
                <a:path w="1430" h="2899" extrusionOk="0">
                  <a:moveTo>
                    <a:pt x="1156" y="1"/>
                  </a:moveTo>
                  <a:cubicBezTo>
                    <a:pt x="1127" y="1"/>
                    <a:pt x="1094" y="21"/>
                    <a:pt x="1094" y="42"/>
                  </a:cubicBezTo>
                  <a:cubicBezTo>
                    <a:pt x="1065" y="71"/>
                    <a:pt x="1065" y="130"/>
                    <a:pt x="1094" y="166"/>
                  </a:cubicBezTo>
                  <a:cubicBezTo>
                    <a:pt x="1094" y="166"/>
                    <a:pt x="1247" y="283"/>
                    <a:pt x="1130" y="858"/>
                  </a:cubicBezTo>
                  <a:cubicBezTo>
                    <a:pt x="977" y="1499"/>
                    <a:pt x="37" y="2746"/>
                    <a:pt x="37" y="2746"/>
                  </a:cubicBezTo>
                  <a:cubicBezTo>
                    <a:pt x="1" y="2775"/>
                    <a:pt x="1" y="2833"/>
                    <a:pt x="37" y="2862"/>
                  </a:cubicBezTo>
                  <a:cubicBezTo>
                    <a:pt x="66" y="2899"/>
                    <a:pt x="66" y="2899"/>
                    <a:pt x="96" y="2899"/>
                  </a:cubicBezTo>
                  <a:cubicBezTo>
                    <a:pt x="125" y="2899"/>
                    <a:pt x="154" y="2862"/>
                    <a:pt x="154" y="2862"/>
                  </a:cubicBezTo>
                  <a:cubicBezTo>
                    <a:pt x="219" y="2804"/>
                    <a:pt x="1159" y="1558"/>
                    <a:pt x="1276" y="895"/>
                  </a:cubicBezTo>
                  <a:cubicBezTo>
                    <a:pt x="1429" y="195"/>
                    <a:pt x="1247" y="42"/>
                    <a:pt x="1189" y="13"/>
                  </a:cubicBezTo>
                  <a:cubicBezTo>
                    <a:pt x="1180" y="4"/>
                    <a:pt x="1168" y="1"/>
                    <a:pt x="1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5714;p80">
              <a:extLst>
                <a:ext uri="{FF2B5EF4-FFF2-40B4-BE49-F238E27FC236}">
                  <a16:creationId xmlns:a16="http://schemas.microsoft.com/office/drawing/2014/main" id="{4B47BD8D-A282-D884-6DC5-351A88786492}"/>
                </a:ext>
              </a:extLst>
            </p:cNvPr>
            <p:cNvSpPr/>
            <p:nvPr/>
          </p:nvSpPr>
          <p:spPr>
            <a:xfrm>
              <a:off x="5260225" y="2689500"/>
              <a:ext cx="245225" cy="189125"/>
            </a:xfrm>
            <a:custGeom>
              <a:avLst/>
              <a:gdLst/>
              <a:ahLst/>
              <a:cxnLst/>
              <a:rect l="l" t="t" r="r" b="b"/>
              <a:pathLst>
                <a:path w="9809" h="7565" extrusionOk="0">
                  <a:moveTo>
                    <a:pt x="9080" y="1"/>
                  </a:moveTo>
                  <a:cubicBezTo>
                    <a:pt x="8745" y="1"/>
                    <a:pt x="8351" y="365"/>
                    <a:pt x="7768" y="912"/>
                  </a:cubicBezTo>
                  <a:cubicBezTo>
                    <a:pt x="7586" y="1065"/>
                    <a:pt x="7404" y="1247"/>
                    <a:pt x="7222" y="1429"/>
                  </a:cubicBezTo>
                  <a:cubicBezTo>
                    <a:pt x="6435" y="2100"/>
                    <a:pt x="5283" y="2580"/>
                    <a:pt x="4853" y="2733"/>
                  </a:cubicBezTo>
                  <a:cubicBezTo>
                    <a:pt x="5036" y="2100"/>
                    <a:pt x="5283" y="824"/>
                    <a:pt x="5006" y="394"/>
                  </a:cubicBezTo>
                  <a:cubicBezTo>
                    <a:pt x="4948" y="307"/>
                    <a:pt x="4853" y="249"/>
                    <a:pt x="4737" y="249"/>
                  </a:cubicBezTo>
                  <a:cubicBezTo>
                    <a:pt x="4724" y="248"/>
                    <a:pt x="4710" y="247"/>
                    <a:pt x="4697" y="247"/>
                  </a:cubicBezTo>
                  <a:cubicBezTo>
                    <a:pt x="4146" y="247"/>
                    <a:pt x="3819" y="995"/>
                    <a:pt x="3520" y="1735"/>
                  </a:cubicBezTo>
                  <a:cubicBezTo>
                    <a:pt x="3367" y="2129"/>
                    <a:pt x="3214" y="2522"/>
                    <a:pt x="3002" y="2733"/>
                  </a:cubicBezTo>
                  <a:cubicBezTo>
                    <a:pt x="2485" y="3375"/>
                    <a:pt x="58" y="6078"/>
                    <a:pt x="29" y="6107"/>
                  </a:cubicBezTo>
                  <a:cubicBezTo>
                    <a:pt x="0" y="6137"/>
                    <a:pt x="0" y="6166"/>
                    <a:pt x="0" y="6195"/>
                  </a:cubicBezTo>
                  <a:cubicBezTo>
                    <a:pt x="29" y="6224"/>
                    <a:pt x="29" y="6224"/>
                    <a:pt x="58" y="6260"/>
                  </a:cubicBezTo>
                  <a:lnTo>
                    <a:pt x="3797" y="7565"/>
                  </a:lnTo>
                  <a:lnTo>
                    <a:pt x="3826" y="7565"/>
                  </a:lnTo>
                  <a:cubicBezTo>
                    <a:pt x="3855" y="7565"/>
                    <a:pt x="3884" y="7565"/>
                    <a:pt x="3913" y="7536"/>
                  </a:cubicBezTo>
                  <a:cubicBezTo>
                    <a:pt x="3913" y="7499"/>
                    <a:pt x="5619" y="5313"/>
                    <a:pt x="7316" y="4555"/>
                  </a:cubicBezTo>
                  <a:cubicBezTo>
                    <a:pt x="9167" y="3739"/>
                    <a:pt x="9714" y="2340"/>
                    <a:pt x="9743" y="1917"/>
                  </a:cubicBezTo>
                  <a:cubicBezTo>
                    <a:pt x="9809" y="1400"/>
                    <a:pt x="9626" y="1159"/>
                    <a:pt x="9590" y="1123"/>
                  </a:cubicBezTo>
                  <a:cubicBezTo>
                    <a:pt x="9575" y="1108"/>
                    <a:pt x="9561" y="1101"/>
                    <a:pt x="9546" y="1101"/>
                  </a:cubicBezTo>
                  <a:cubicBezTo>
                    <a:pt x="9532" y="1101"/>
                    <a:pt x="9517" y="1108"/>
                    <a:pt x="9503" y="1123"/>
                  </a:cubicBezTo>
                  <a:cubicBezTo>
                    <a:pt x="9444" y="1159"/>
                    <a:pt x="9444" y="1189"/>
                    <a:pt x="9473" y="1247"/>
                  </a:cubicBezTo>
                  <a:cubicBezTo>
                    <a:pt x="9473" y="1247"/>
                    <a:pt x="9626" y="1458"/>
                    <a:pt x="9590" y="1888"/>
                  </a:cubicBezTo>
                  <a:cubicBezTo>
                    <a:pt x="9532" y="2398"/>
                    <a:pt x="8898" y="3674"/>
                    <a:pt x="7258" y="4402"/>
                  </a:cubicBezTo>
                  <a:cubicBezTo>
                    <a:pt x="5619" y="5131"/>
                    <a:pt x="4066" y="7047"/>
                    <a:pt x="3797" y="7383"/>
                  </a:cubicBezTo>
                  <a:lnTo>
                    <a:pt x="241" y="6137"/>
                  </a:lnTo>
                  <a:cubicBezTo>
                    <a:pt x="663" y="5648"/>
                    <a:pt x="2667" y="3433"/>
                    <a:pt x="3155" y="2857"/>
                  </a:cubicBezTo>
                  <a:cubicBezTo>
                    <a:pt x="3338" y="2617"/>
                    <a:pt x="3520" y="2216"/>
                    <a:pt x="3673" y="1793"/>
                  </a:cubicBezTo>
                  <a:cubicBezTo>
                    <a:pt x="3979" y="1094"/>
                    <a:pt x="4249" y="394"/>
                    <a:pt x="4737" y="394"/>
                  </a:cubicBezTo>
                  <a:cubicBezTo>
                    <a:pt x="4766" y="431"/>
                    <a:pt x="4824" y="431"/>
                    <a:pt x="4853" y="489"/>
                  </a:cubicBezTo>
                  <a:cubicBezTo>
                    <a:pt x="5101" y="853"/>
                    <a:pt x="4853" y="2282"/>
                    <a:pt x="4642" y="2857"/>
                  </a:cubicBezTo>
                  <a:cubicBezTo>
                    <a:pt x="4642" y="2887"/>
                    <a:pt x="4642" y="2916"/>
                    <a:pt x="4671" y="2945"/>
                  </a:cubicBezTo>
                  <a:cubicBezTo>
                    <a:pt x="4671" y="2963"/>
                    <a:pt x="4688" y="2972"/>
                    <a:pt x="4708" y="2972"/>
                  </a:cubicBezTo>
                  <a:cubicBezTo>
                    <a:pt x="4728" y="2972"/>
                    <a:pt x="4751" y="2963"/>
                    <a:pt x="4766" y="2945"/>
                  </a:cubicBezTo>
                  <a:cubicBezTo>
                    <a:pt x="4824" y="2945"/>
                    <a:pt x="6347" y="2435"/>
                    <a:pt x="7316" y="1553"/>
                  </a:cubicBezTo>
                  <a:cubicBezTo>
                    <a:pt x="7528" y="1371"/>
                    <a:pt x="7710" y="1189"/>
                    <a:pt x="7892" y="1036"/>
                  </a:cubicBezTo>
                  <a:cubicBezTo>
                    <a:pt x="8391" y="564"/>
                    <a:pt x="8775" y="181"/>
                    <a:pt x="9050" y="181"/>
                  </a:cubicBezTo>
                  <a:cubicBezTo>
                    <a:pt x="9060" y="181"/>
                    <a:pt x="9070" y="182"/>
                    <a:pt x="9080" y="183"/>
                  </a:cubicBezTo>
                  <a:cubicBezTo>
                    <a:pt x="9167" y="183"/>
                    <a:pt x="9226" y="212"/>
                    <a:pt x="9291" y="278"/>
                  </a:cubicBezTo>
                  <a:cubicBezTo>
                    <a:pt x="9320" y="307"/>
                    <a:pt x="9320" y="365"/>
                    <a:pt x="9320" y="431"/>
                  </a:cubicBezTo>
                  <a:cubicBezTo>
                    <a:pt x="9262" y="1036"/>
                    <a:pt x="8351" y="2464"/>
                    <a:pt x="7987" y="2733"/>
                  </a:cubicBezTo>
                  <a:cubicBezTo>
                    <a:pt x="7950" y="2763"/>
                    <a:pt x="7950" y="2828"/>
                    <a:pt x="7987" y="2857"/>
                  </a:cubicBezTo>
                  <a:cubicBezTo>
                    <a:pt x="8001" y="2872"/>
                    <a:pt x="8023" y="2879"/>
                    <a:pt x="8045" y="2879"/>
                  </a:cubicBezTo>
                  <a:cubicBezTo>
                    <a:pt x="8067" y="2879"/>
                    <a:pt x="8089" y="2872"/>
                    <a:pt x="8103" y="2857"/>
                  </a:cubicBezTo>
                  <a:cubicBezTo>
                    <a:pt x="8439" y="2580"/>
                    <a:pt x="9444" y="1123"/>
                    <a:pt x="9473" y="460"/>
                  </a:cubicBezTo>
                  <a:cubicBezTo>
                    <a:pt x="9503" y="336"/>
                    <a:pt x="9473" y="249"/>
                    <a:pt x="9408" y="154"/>
                  </a:cubicBezTo>
                  <a:cubicBezTo>
                    <a:pt x="9320" y="66"/>
                    <a:pt x="9197" y="1"/>
                    <a:pt x="9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5715;p80">
              <a:extLst>
                <a:ext uri="{FF2B5EF4-FFF2-40B4-BE49-F238E27FC236}">
                  <a16:creationId xmlns:a16="http://schemas.microsoft.com/office/drawing/2014/main" id="{3AC16ECD-51F9-9664-EFBD-8833D7C33814}"/>
                </a:ext>
              </a:extLst>
            </p:cNvPr>
            <p:cNvSpPr/>
            <p:nvPr/>
          </p:nvSpPr>
          <p:spPr>
            <a:xfrm>
              <a:off x="4961800" y="2581850"/>
              <a:ext cx="29725" cy="43925"/>
            </a:xfrm>
            <a:custGeom>
              <a:avLst/>
              <a:gdLst/>
              <a:ahLst/>
              <a:cxnLst/>
              <a:rect l="l" t="t" r="r" b="b"/>
              <a:pathLst>
                <a:path w="1189" h="1757" extrusionOk="0">
                  <a:moveTo>
                    <a:pt x="1" y="0"/>
                  </a:moveTo>
                  <a:lnTo>
                    <a:pt x="518" y="1756"/>
                  </a:lnTo>
                  <a:lnTo>
                    <a:pt x="1189" y="11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6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5716;p80">
              <a:extLst>
                <a:ext uri="{FF2B5EF4-FFF2-40B4-BE49-F238E27FC236}">
                  <a16:creationId xmlns:a16="http://schemas.microsoft.com/office/drawing/2014/main" id="{44D3B263-16AC-D4B1-C2B9-A84F6FA944C5}"/>
                </a:ext>
              </a:extLst>
            </p:cNvPr>
            <p:cNvSpPr/>
            <p:nvPr/>
          </p:nvSpPr>
          <p:spPr>
            <a:xfrm>
              <a:off x="4959625" y="2579875"/>
              <a:ext cx="34100" cy="48275"/>
            </a:xfrm>
            <a:custGeom>
              <a:avLst/>
              <a:gdLst/>
              <a:ahLst/>
              <a:cxnLst/>
              <a:rect l="l" t="t" r="r" b="b"/>
              <a:pathLst>
                <a:path w="1364" h="1931" extrusionOk="0">
                  <a:moveTo>
                    <a:pt x="270" y="378"/>
                  </a:moveTo>
                  <a:lnTo>
                    <a:pt x="1152" y="1201"/>
                  </a:lnTo>
                  <a:lnTo>
                    <a:pt x="634" y="1682"/>
                  </a:lnTo>
                  <a:lnTo>
                    <a:pt x="270" y="378"/>
                  </a:lnTo>
                  <a:close/>
                  <a:moveTo>
                    <a:pt x="88" y="1"/>
                  </a:moveTo>
                  <a:cubicBezTo>
                    <a:pt x="78" y="1"/>
                    <a:pt x="68" y="4"/>
                    <a:pt x="59" y="14"/>
                  </a:cubicBezTo>
                  <a:cubicBezTo>
                    <a:pt x="30" y="43"/>
                    <a:pt x="0" y="79"/>
                    <a:pt x="30" y="108"/>
                  </a:cubicBezTo>
                  <a:lnTo>
                    <a:pt x="518" y="1865"/>
                  </a:lnTo>
                  <a:cubicBezTo>
                    <a:pt x="547" y="1901"/>
                    <a:pt x="547" y="1930"/>
                    <a:pt x="576" y="1930"/>
                  </a:cubicBezTo>
                  <a:lnTo>
                    <a:pt x="605" y="1930"/>
                  </a:lnTo>
                  <a:cubicBezTo>
                    <a:pt x="634" y="1930"/>
                    <a:pt x="634" y="1930"/>
                    <a:pt x="664" y="1901"/>
                  </a:cubicBezTo>
                  <a:lnTo>
                    <a:pt x="1334" y="1260"/>
                  </a:lnTo>
                  <a:cubicBezTo>
                    <a:pt x="1334" y="1260"/>
                    <a:pt x="1363" y="1231"/>
                    <a:pt x="1363" y="1201"/>
                  </a:cubicBezTo>
                  <a:cubicBezTo>
                    <a:pt x="1363" y="1172"/>
                    <a:pt x="1334" y="1172"/>
                    <a:pt x="1334" y="1136"/>
                  </a:cubicBezTo>
                  <a:lnTo>
                    <a:pt x="153" y="14"/>
                  </a:lnTo>
                  <a:cubicBezTo>
                    <a:pt x="129" y="14"/>
                    <a:pt x="108" y="1"/>
                    <a:pt x="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5717;p80">
              <a:extLst>
                <a:ext uri="{FF2B5EF4-FFF2-40B4-BE49-F238E27FC236}">
                  <a16:creationId xmlns:a16="http://schemas.microsoft.com/office/drawing/2014/main" id="{A05D89F7-BF1F-E70E-05E4-A38B4C5CD0D0}"/>
                </a:ext>
              </a:extLst>
            </p:cNvPr>
            <p:cNvSpPr/>
            <p:nvPr/>
          </p:nvSpPr>
          <p:spPr>
            <a:xfrm>
              <a:off x="4831375" y="2527725"/>
              <a:ext cx="154875" cy="168725"/>
            </a:xfrm>
            <a:custGeom>
              <a:avLst/>
              <a:gdLst/>
              <a:ahLst/>
              <a:cxnLst/>
              <a:rect l="l" t="t" r="r" b="b"/>
              <a:pathLst>
                <a:path w="6195" h="6749" extrusionOk="0">
                  <a:moveTo>
                    <a:pt x="787" y="5197"/>
                  </a:moveTo>
                  <a:cubicBezTo>
                    <a:pt x="787" y="5230"/>
                    <a:pt x="795" y="5269"/>
                    <a:pt x="802" y="5307"/>
                  </a:cubicBezTo>
                  <a:lnTo>
                    <a:pt x="802" y="5307"/>
                  </a:lnTo>
                  <a:lnTo>
                    <a:pt x="787" y="5197"/>
                  </a:lnTo>
                  <a:close/>
                  <a:moveTo>
                    <a:pt x="802" y="5307"/>
                  </a:moveTo>
                  <a:lnTo>
                    <a:pt x="816" y="5412"/>
                  </a:lnTo>
                  <a:lnTo>
                    <a:pt x="816" y="5412"/>
                  </a:lnTo>
                  <a:cubicBezTo>
                    <a:pt x="816" y="5411"/>
                    <a:pt x="816" y="5409"/>
                    <a:pt x="816" y="5408"/>
                  </a:cubicBezTo>
                  <a:cubicBezTo>
                    <a:pt x="816" y="5379"/>
                    <a:pt x="809" y="5344"/>
                    <a:pt x="802" y="5307"/>
                  </a:cubicBezTo>
                  <a:close/>
                  <a:moveTo>
                    <a:pt x="816" y="5412"/>
                  </a:moveTo>
                  <a:lnTo>
                    <a:pt x="816" y="5412"/>
                  </a:lnTo>
                  <a:cubicBezTo>
                    <a:pt x="817" y="5436"/>
                    <a:pt x="821" y="5459"/>
                    <a:pt x="826" y="5483"/>
                  </a:cubicBezTo>
                  <a:lnTo>
                    <a:pt x="826" y="5483"/>
                  </a:lnTo>
                  <a:lnTo>
                    <a:pt x="816" y="5412"/>
                  </a:lnTo>
                  <a:close/>
                  <a:moveTo>
                    <a:pt x="826" y="5483"/>
                  </a:moveTo>
                  <a:lnTo>
                    <a:pt x="846" y="5627"/>
                  </a:lnTo>
                  <a:cubicBezTo>
                    <a:pt x="846" y="5569"/>
                    <a:pt x="835" y="5524"/>
                    <a:pt x="826" y="5483"/>
                  </a:cubicBezTo>
                  <a:close/>
                  <a:moveTo>
                    <a:pt x="3483" y="1"/>
                  </a:moveTo>
                  <a:cubicBezTo>
                    <a:pt x="3365" y="1"/>
                    <a:pt x="3246" y="13"/>
                    <a:pt x="3126" y="37"/>
                  </a:cubicBezTo>
                  <a:lnTo>
                    <a:pt x="1640" y="373"/>
                  </a:lnTo>
                  <a:cubicBezTo>
                    <a:pt x="605" y="584"/>
                    <a:pt x="0" y="1706"/>
                    <a:pt x="270" y="2857"/>
                  </a:cubicBezTo>
                  <a:lnTo>
                    <a:pt x="787" y="5197"/>
                  </a:lnTo>
                  <a:lnTo>
                    <a:pt x="3702" y="6749"/>
                  </a:lnTo>
                  <a:lnTo>
                    <a:pt x="4584" y="6537"/>
                  </a:lnTo>
                  <a:cubicBezTo>
                    <a:pt x="5582" y="6319"/>
                    <a:pt x="6194" y="5197"/>
                    <a:pt x="5947" y="4074"/>
                  </a:cubicBezTo>
                  <a:lnTo>
                    <a:pt x="5429" y="1706"/>
                  </a:lnTo>
                  <a:cubicBezTo>
                    <a:pt x="5217" y="688"/>
                    <a:pt x="4384" y="1"/>
                    <a:pt x="34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80">
              <a:extLst>
                <a:ext uri="{FF2B5EF4-FFF2-40B4-BE49-F238E27FC236}">
                  <a16:creationId xmlns:a16="http://schemas.microsoft.com/office/drawing/2014/main" id="{078259A1-81E6-3C7C-CEE5-CD4F4C5F7CEC}"/>
                </a:ext>
              </a:extLst>
            </p:cNvPr>
            <p:cNvSpPr/>
            <p:nvPr/>
          </p:nvSpPr>
          <p:spPr>
            <a:xfrm>
              <a:off x="4831375" y="2527725"/>
              <a:ext cx="154875" cy="221025"/>
            </a:xfrm>
            <a:custGeom>
              <a:avLst/>
              <a:gdLst/>
              <a:ahLst/>
              <a:cxnLst/>
              <a:rect l="l" t="t" r="r" b="b"/>
              <a:pathLst>
                <a:path w="6195" h="8841" extrusionOk="0">
                  <a:moveTo>
                    <a:pt x="3483" y="1"/>
                  </a:moveTo>
                  <a:cubicBezTo>
                    <a:pt x="3365" y="1"/>
                    <a:pt x="3246" y="13"/>
                    <a:pt x="3126" y="37"/>
                  </a:cubicBezTo>
                  <a:lnTo>
                    <a:pt x="1640" y="373"/>
                  </a:lnTo>
                  <a:cubicBezTo>
                    <a:pt x="605" y="584"/>
                    <a:pt x="0" y="1706"/>
                    <a:pt x="270" y="2857"/>
                  </a:cubicBezTo>
                  <a:lnTo>
                    <a:pt x="787" y="5197"/>
                  </a:lnTo>
                  <a:cubicBezTo>
                    <a:pt x="787" y="5262"/>
                    <a:pt x="816" y="5350"/>
                    <a:pt x="816" y="5408"/>
                  </a:cubicBezTo>
                  <a:cubicBezTo>
                    <a:pt x="816" y="5474"/>
                    <a:pt x="846" y="5532"/>
                    <a:pt x="846" y="5627"/>
                  </a:cubicBezTo>
                  <a:lnTo>
                    <a:pt x="999" y="5685"/>
                  </a:lnTo>
                  <a:lnTo>
                    <a:pt x="1093" y="8840"/>
                  </a:lnTo>
                  <a:lnTo>
                    <a:pt x="4190" y="8840"/>
                  </a:lnTo>
                  <a:lnTo>
                    <a:pt x="4066" y="6654"/>
                  </a:lnTo>
                  <a:lnTo>
                    <a:pt x="4584" y="6537"/>
                  </a:lnTo>
                  <a:cubicBezTo>
                    <a:pt x="5582" y="6319"/>
                    <a:pt x="6194" y="5197"/>
                    <a:pt x="5947" y="4074"/>
                  </a:cubicBezTo>
                  <a:lnTo>
                    <a:pt x="5429" y="1706"/>
                  </a:lnTo>
                  <a:cubicBezTo>
                    <a:pt x="5217" y="688"/>
                    <a:pt x="4384" y="1"/>
                    <a:pt x="3483" y="1"/>
                  </a:cubicBezTo>
                  <a:close/>
                </a:path>
              </a:pathLst>
            </a:custGeom>
            <a:solidFill>
              <a:srgbClr val="B6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9" name="Google Shape;5719;p80">
              <a:extLst>
                <a:ext uri="{FF2B5EF4-FFF2-40B4-BE49-F238E27FC236}">
                  <a16:creationId xmlns:a16="http://schemas.microsoft.com/office/drawing/2014/main" id="{F7CBB106-02B1-0E13-2147-F01025D6B7E8}"/>
                </a:ext>
              </a:extLst>
            </p:cNvPr>
            <p:cNvSpPr/>
            <p:nvPr/>
          </p:nvSpPr>
          <p:spPr>
            <a:xfrm>
              <a:off x="4832825" y="2525400"/>
              <a:ext cx="155600" cy="225700"/>
            </a:xfrm>
            <a:custGeom>
              <a:avLst/>
              <a:gdLst/>
              <a:ahLst/>
              <a:cxnLst/>
              <a:rect l="l" t="t" r="r" b="b"/>
              <a:pathLst>
                <a:path w="6224" h="9028" extrusionOk="0">
                  <a:moveTo>
                    <a:pt x="3445" y="180"/>
                  </a:moveTo>
                  <a:cubicBezTo>
                    <a:pt x="4290" y="180"/>
                    <a:pt x="5072" y="841"/>
                    <a:pt x="5284" y="1828"/>
                  </a:cubicBezTo>
                  <a:lnTo>
                    <a:pt x="5801" y="4167"/>
                  </a:lnTo>
                  <a:cubicBezTo>
                    <a:pt x="6042" y="5260"/>
                    <a:pt x="5466" y="6354"/>
                    <a:pt x="4497" y="6565"/>
                  </a:cubicBezTo>
                  <a:lnTo>
                    <a:pt x="3979" y="6689"/>
                  </a:lnTo>
                  <a:cubicBezTo>
                    <a:pt x="3950" y="6689"/>
                    <a:pt x="3914" y="6718"/>
                    <a:pt x="3914" y="6776"/>
                  </a:cubicBezTo>
                  <a:lnTo>
                    <a:pt x="4038" y="8875"/>
                  </a:lnTo>
                  <a:lnTo>
                    <a:pt x="1123" y="8875"/>
                  </a:lnTo>
                  <a:lnTo>
                    <a:pt x="1035" y="5778"/>
                  </a:lnTo>
                  <a:cubicBezTo>
                    <a:pt x="1035" y="5749"/>
                    <a:pt x="999" y="5720"/>
                    <a:pt x="970" y="5720"/>
                  </a:cubicBezTo>
                  <a:lnTo>
                    <a:pt x="882" y="5654"/>
                  </a:lnTo>
                  <a:cubicBezTo>
                    <a:pt x="853" y="5596"/>
                    <a:pt x="853" y="5567"/>
                    <a:pt x="853" y="5501"/>
                  </a:cubicBezTo>
                  <a:lnTo>
                    <a:pt x="853" y="5472"/>
                  </a:lnTo>
                  <a:cubicBezTo>
                    <a:pt x="817" y="5413"/>
                    <a:pt x="817" y="5355"/>
                    <a:pt x="788" y="5290"/>
                  </a:cubicBezTo>
                  <a:lnTo>
                    <a:pt x="270" y="2921"/>
                  </a:lnTo>
                  <a:cubicBezTo>
                    <a:pt x="154" y="2404"/>
                    <a:pt x="241" y="1857"/>
                    <a:pt x="489" y="1406"/>
                  </a:cubicBezTo>
                  <a:cubicBezTo>
                    <a:pt x="729" y="947"/>
                    <a:pt x="1123" y="648"/>
                    <a:pt x="1582" y="553"/>
                  </a:cubicBezTo>
                  <a:lnTo>
                    <a:pt x="3098" y="218"/>
                  </a:lnTo>
                  <a:cubicBezTo>
                    <a:pt x="3214" y="192"/>
                    <a:pt x="3330" y="180"/>
                    <a:pt x="3445" y="180"/>
                  </a:cubicBezTo>
                  <a:close/>
                  <a:moveTo>
                    <a:pt x="3426" y="0"/>
                  </a:moveTo>
                  <a:cubicBezTo>
                    <a:pt x="3307" y="0"/>
                    <a:pt x="3188" y="12"/>
                    <a:pt x="3068" y="36"/>
                  </a:cubicBezTo>
                  <a:lnTo>
                    <a:pt x="1545" y="371"/>
                  </a:lnTo>
                  <a:cubicBezTo>
                    <a:pt x="1035" y="495"/>
                    <a:pt x="605" y="830"/>
                    <a:pt x="336" y="1311"/>
                  </a:cubicBezTo>
                  <a:cubicBezTo>
                    <a:pt x="59" y="1799"/>
                    <a:pt x="1" y="2404"/>
                    <a:pt x="124" y="2987"/>
                  </a:cubicBezTo>
                  <a:lnTo>
                    <a:pt x="635" y="5319"/>
                  </a:lnTo>
                  <a:cubicBezTo>
                    <a:pt x="635" y="5384"/>
                    <a:pt x="671" y="5443"/>
                    <a:pt x="700" y="5501"/>
                  </a:cubicBezTo>
                  <a:lnTo>
                    <a:pt x="700" y="5749"/>
                  </a:lnTo>
                  <a:cubicBezTo>
                    <a:pt x="729" y="5749"/>
                    <a:pt x="729" y="5778"/>
                    <a:pt x="758" y="5778"/>
                  </a:cubicBezTo>
                  <a:lnTo>
                    <a:pt x="853" y="5836"/>
                  </a:lnTo>
                  <a:lnTo>
                    <a:pt x="941" y="8962"/>
                  </a:lnTo>
                  <a:cubicBezTo>
                    <a:pt x="941" y="8999"/>
                    <a:pt x="999" y="9028"/>
                    <a:pt x="1035" y="9028"/>
                  </a:cubicBezTo>
                  <a:lnTo>
                    <a:pt x="4132" y="9028"/>
                  </a:lnTo>
                  <a:cubicBezTo>
                    <a:pt x="4162" y="9028"/>
                    <a:pt x="4191" y="9028"/>
                    <a:pt x="4191" y="8999"/>
                  </a:cubicBezTo>
                  <a:cubicBezTo>
                    <a:pt x="4220" y="8999"/>
                    <a:pt x="4220" y="8962"/>
                    <a:pt x="4220" y="8933"/>
                  </a:cubicBezTo>
                  <a:lnTo>
                    <a:pt x="4067" y="6842"/>
                  </a:lnTo>
                  <a:lnTo>
                    <a:pt x="4555" y="6718"/>
                  </a:lnTo>
                  <a:cubicBezTo>
                    <a:pt x="5590" y="6477"/>
                    <a:pt x="6224" y="5319"/>
                    <a:pt x="5983" y="4138"/>
                  </a:cubicBezTo>
                  <a:lnTo>
                    <a:pt x="5466" y="1799"/>
                  </a:lnTo>
                  <a:cubicBezTo>
                    <a:pt x="5220" y="719"/>
                    <a:pt x="4360" y="0"/>
                    <a:pt x="3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0" name="Google Shape;5720;p80">
              <a:extLst>
                <a:ext uri="{FF2B5EF4-FFF2-40B4-BE49-F238E27FC236}">
                  <a16:creationId xmlns:a16="http://schemas.microsoft.com/office/drawing/2014/main" id="{202FC2D3-DA63-D9FF-8DC5-35D2280BE861}"/>
                </a:ext>
              </a:extLst>
            </p:cNvPr>
            <p:cNvSpPr/>
            <p:nvPr/>
          </p:nvSpPr>
          <p:spPr>
            <a:xfrm>
              <a:off x="4746300" y="2467075"/>
              <a:ext cx="233025" cy="229375"/>
            </a:xfrm>
            <a:custGeom>
              <a:avLst/>
              <a:gdLst/>
              <a:ahLst/>
              <a:cxnLst/>
              <a:rect l="l" t="t" r="r" b="b"/>
              <a:pathLst>
                <a:path w="9321" h="9175" extrusionOk="0">
                  <a:moveTo>
                    <a:pt x="7163" y="0"/>
                  </a:moveTo>
                  <a:cubicBezTo>
                    <a:pt x="5466" y="0"/>
                    <a:pt x="3950" y="948"/>
                    <a:pt x="3950" y="948"/>
                  </a:cubicBezTo>
                  <a:cubicBezTo>
                    <a:pt x="3950" y="948"/>
                    <a:pt x="0" y="2769"/>
                    <a:pt x="1275" y="6741"/>
                  </a:cubicBezTo>
                  <a:cubicBezTo>
                    <a:pt x="1275" y="6741"/>
                    <a:pt x="1946" y="9080"/>
                    <a:pt x="4525" y="9175"/>
                  </a:cubicBezTo>
                  <a:lnTo>
                    <a:pt x="4314" y="6712"/>
                  </a:lnTo>
                  <a:lnTo>
                    <a:pt x="4555" y="5896"/>
                  </a:lnTo>
                  <a:cubicBezTo>
                    <a:pt x="4555" y="5896"/>
                    <a:pt x="7528" y="5436"/>
                    <a:pt x="8832" y="2281"/>
                  </a:cubicBezTo>
                  <a:cubicBezTo>
                    <a:pt x="9320" y="1130"/>
                    <a:pt x="8504" y="0"/>
                    <a:pt x="7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5721;p80">
              <a:extLst>
                <a:ext uri="{FF2B5EF4-FFF2-40B4-BE49-F238E27FC236}">
                  <a16:creationId xmlns:a16="http://schemas.microsoft.com/office/drawing/2014/main" id="{764DBDF7-7A57-3DB6-3831-B51A5E37B5F7}"/>
                </a:ext>
              </a:extLst>
            </p:cNvPr>
            <p:cNvSpPr/>
            <p:nvPr/>
          </p:nvSpPr>
          <p:spPr>
            <a:xfrm>
              <a:off x="4812250" y="2618700"/>
              <a:ext cx="60875" cy="56750"/>
            </a:xfrm>
            <a:custGeom>
              <a:avLst/>
              <a:gdLst/>
              <a:ahLst/>
              <a:cxnLst/>
              <a:rect l="l" t="t" r="r" b="b"/>
              <a:pathLst>
                <a:path w="2435" h="2270" extrusionOk="0">
                  <a:moveTo>
                    <a:pt x="1254" y="0"/>
                  </a:moveTo>
                  <a:cubicBezTo>
                    <a:pt x="1201" y="0"/>
                    <a:pt x="1147" y="4"/>
                    <a:pt x="1093" y="13"/>
                  </a:cubicBezTo>
                  <a:cubicBezTo>
                    <a:pt x="459" y="100"/>
                    <a:pt x="0" y="647"/>
                    <a:pt x="95" y="1288"/>
                  </a:cubicBezTo>
                  <a:cubicBezTo>
                    <a:pt x="148" y="1839"/>
                    <a:pt x="631" y="2270"/>
                    <a:pt x="1202" y="2270"/>
                  </a:cubicBezTo>
                  <a:cubicBezTo>
                    <a:pt x="1257" y="2270"/>
                    <a:pt x="1313" y="2266"/>
                    <a:pt x="1370" y="2257"/>
                  </a:cubicBezTo>
                  <a:cubicBezTo>
                    <a:pt x="2004" y="2199"/>
                    <a:pt x="2434" y="1623"/>
                    <a:pt x="2368" y="982"/>
                  </a:cubicBezTo>
                  <a:cubicBezTo>
                    <a:pt x="2289" y="431"/>
                    <a:pt x="1803" y="0"/>
                    <a:pt x="1254" y="0"/>
                  </a:cubicBezTo>
                  <a:close/>
                </a:path>
              </a:pathLst>
            </a:custGeom>
            <a:solidFill>
              <a:srgbClr val="B6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2" name="Google Shape;5722;p80">
              <a:extLst>
                <a:ext uri="{FF2B5EF4-FFF2-40B4-BE49-F238E27FC236}">
                  <a16:creationId xmlns:a16="http://schemas.microsoft.com/office/drawing/2014/main" id="{659AB21E-F248-8805-0EE1-294CE7CD2459}"/>
                </a:ext>
              </a:extLst>
            </p:cNvPr>
            <p:cNvSpPr/>
            <p:nvPr/>
          </p:nvSpPr>
          <p:spPr>
            <a:xfrm>
              <a:off x="4835925" y="2631100"/>
              <a:ext cx="24975" cy="19800"/>
            </a:xfrm>
            <a:custGeom>
              <a:avLst/>
              <a:gdLst/>
              <a:ahLst/>
              <a:cxnLst/>
              <a:rect l="l" t="t" r="r" b="b"/>
              <a:pathLst>
                <a:path w="999" h="792" extrusionOk="0">
                  <a:moveTo>
                    <a:pt x="319" y="0"/>
                  </a:moveTo>
                  <a:cubicBezTo>
                    <a:pt x="239" y="0"/>
                    <a:pt x="152" y="11"/>
                    <a:pt x="59" y="34"/>
                  </a:cubicBezTo>
                  <a:cubicBezTo>
                    <a:pt x="30" y="63"/>
                    <a:pt x="0" y="92"/>
                    <a:pt x="0" y="151"/>
                  </a:cubicBezTo>
                  <a:cubicBezTo>
                    <a:pt x="30" y="180"/>
                    <a:pt x="59" y="216"/>
                    <a:pt x="117" y="216"/>
                  </a:cubicBezTo>
                  <a:cubicBezTo>
                    <a:pt x="195" y="192"/>
                    <a:pt x="264" y="181"/>
                    <a:pt x="328" y="181"/>
                  </a:cubicBezTo>
                  <a:cubicBezTo>
                    <a:pt x="437" y="181"/>
                    <a:pt x="527" y="215"/>
                    <a:pt x="605" y="275"/>
                  </a:cubicBezTo>
                  <a:cubicBezTo>
                    <a:pt x="817" y="428"/>
                    <a:pt x="817" y="697"/>
                    <a:pt x="817" y="726"/>
                  </a:cubicBezTo>
                  <a:cubicBezTo>
                    <a:pt x="846" y="763"/>
                    <a:pt x="875" y="792"/>
                    <a:pt x="911" y="792"/>
                  </a:cubicBezTo>
                  <a:cubicBezTo>
                    <a:pt x="970" y="792"/>
                    <a:pt x="999" y="763"/>
                    <a:pt x="999" y="697"/>
                  </a:cubicBezTo>
                  <a:cubicBezTo>
                    <a:pt x="999" y="697"/>
                    <a:pt x="970" y="333"/>
                    <a:pt x="693" y="122"/>
                  </a:cubicBezTo>
                  <a:cubicBezTo>
                    <a:pt x="597" y="41"/>
                    <a:pt x="471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80">
              <a:extLst>
                <a:ext uri="{FF2B5EF4-FFF2-40B4-BE49-F238E27FC236}">
                  <a16:creationId xmlns:a16="http://schemas.microsoft.com/office/drawing/2014/main" id="{4DDBAC3C-495D-27A5-BF09-DA5D7D9A2F1C}"/>
                </a:ext>
              </a:extLst>
            </p:cNvPr>
            <p:cNvSpPr/>
            <p:nvPr/>
          </p:nvSpPr>
          <p:spPr>
            <a:xfrm>
              <a:off x="4819900" y="2723750"/>
              <a:ext cx="167075" cy="43925"/>
            </a:xfrm>
            <a:custGeom>
              <a:avLst/>
              <a:gdLst/>
              <a:ahLst/>
              <a:cxnLst/>
              <a:rect l="l" t="t" r="r" b="b"/>
              <a:pathLst>
                <a:path w="6683" h="1757" extrusionOk="0">
                  <a:moveTo>
                    <a:pt x="1516" y="1"/>
                  </a:moveTo>
                  <a:lnTo>
                    <a:pt x="0" y="1757"/>
                  </a:lnTo>
                  <a:cubicBezTo>
                    <a:pt x="4103" y="1757"/>
                    <a:pt x="6682" y="1670"/>
                    <a:pt x="6682" y="1670"/>
                  </a:cubicBezTo>
                  <a:lnTo>
                    <a:pt x="5312" y="117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5724;p80">
              <a:extLst>
                <a:ext uri="{FF2B5EF4-FFF2-40B4-BE49-F238E27FC236}">
                  <a16:creationId xmlns:a16="http://schemas.microsoft.com/office/drawing/2014/main" id="{2C29743C-603C-AA07-124A-C90E6310D037}"/>
                </a:ext>
              </a:extLst>
            </p:cNvPr>
            <p:cNvSpPr/>
            <p:nvPr/>
          </p:nvSpPr>
          <p:spPr>
            <a:xfrm>
              <a:off x="4690175" y="2759600"/>
              <a:ext cx="702875" cy="344375"/>
            </a:xfrm>
            <a:custGeom>
              <a:avLst/>
              <a:gdLst/>
              <a:ahLst/>
              <a:cxnLst/>
              <a:rect l="l" t="t" r="r" b="b"/>
              <a:pathLst>
                <a:path w="28115" h="13775" extrusionOk="0">
                  <a:moveTo>
                    <a:pt x="8733" y="1"/>
                  </a:moveTo>
                  <a:cubicBezTo>
                    <a:pt x="7184" y="1"/>
                    <a:pt x="5765" y="53"/>
                    <a:pt x="5765" y="53"/>
                  </a:cubicBezTo>
                  <a:cubicBezTo>
                    <a:pt x="5765" y="53"/>
                    <a:pt x="5218" y="206"/>
                    <a:pt x="4949" y="323"/>
                  </a:cubicBezTo>
                  <a:cubicBezTo>
                    <a:pt x="1786" y="1722"/>
                    <a:pt x="1057" y="6400"/>
                    <a:pt x="30" y="12930"/>
                  </a:cubicBezTo>
                  <a:lnTo>
                    <a:pt x="1" y="13658"/>
                  </a:lnTo>
                  <a:lnTo>
                    <a:pt x="13664" y="13775"/>
                  </a:lnTo>
                  <a:lnTo>
                    <a:pt x="13599" y="11071"/>
                  </a:lnTo>
                  <a:lnTo>
                    <a:pt x="13599" y="11071"/>
                  </a:lnTo>
                  <a:cubicBezTo>
                    <a:pt x="16365" y="12630"/>
                    <a:pt x="18982" y="13638"/>
                    <a:pt x="20594" y="13638"/>
                  </a:cubicBezTo>
                  <a:cubicBezTo>
                    <a:pt x="21054" y="13638"/>
                    <a:pt x="21432" y="13556"/>
                    <a:pt x="21709" y="13381"/>
                  </a:cubicBezTo>
                  <a:cubicBezTo>
                    <a:pt x="24194" y="11800"/>
                    <a:pt x="28114" y="3602"/>
                    <a:pt x="28114" y="3602"/>
                  </a:cubicBezTo>
                  <a:lnTo>
                    <a:pt x="24107" y="1146"/>
                  </a:lnTo>
                  <a:lnTo>
                    <a:pt x="19523" y="5643"/>
                  </a:lnTo>
                  <a:cubicBezTo>
                    <a:pt x="19523" y="5643"/>
                    <a:pt x="14845" y="1234"/>
                    <a:pt x="12476" y="265"/>
                  </a:cubicBezTo>
                  <a:cubicBezTo>
                    <a:pt x="11959" y="53"/>
                    <a:pt x="10281" y="1"/>
                    <a:pt x="87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5725;p80">
              <a:extLst>
                <a:ext uri="{FF2B5EF4-FFF2-40B4-BE49-F238E27FC236}">
                  <a16:creationId xmlns:a16="http://schemas.microsoft.com/office/drawing/2014/main" id="{525DEC55-5448-EEAE-B2DF-075580650AF3}"/>
                </a:ext>
              </a:extLst>
            </p:cNvPr>
            <p:cNvSpPr/>
            <p:nvPr/>
          </p:nvSpPr>
          <p:spPr>
            <a:xfrm>
              <a:off x="5173675" y="2895425"/>
              <a:ext cx="30275" cy="30950"/>
            </a:xfrm>
            <a:custGeom>
              <a:avLst/>
              <a:gdLst/>
              <a:ahLst/>
              <a:cxnLst/>
              <a:rect l="l" t="t" r="r" b="b"/>
              <a:pathLst>
                <a:path w="1211" h="1238" extrusionOk="0">
                  <a:moveTo>
                    <a:pt x="89" y="0"/>
                  </a:moveTo>
                  <a:cubicBezTo>
                    <a:pt x="66" y="0"/>
                    <a:pt x="44" y="9"/>
                    <a:pt x="30" y="27"/>
                  </a:cubicBezTo>
                  <a:cubicBezTo>
                    <a:pt x="1" y="57"/>
                    <a:pt x="1" y="115"/>
                    <a:pt x="30" y="144"/>
                  </a:cubicBezTo>
                  <a:lnTo>
                    <a:pt x="1065" y="1208"/>
                  </a:lnTo>
                  <a:cubicBezTo>
                    <a:pt x="1094" y="1237"/>
                    <a:pt x="1094" y="1237"/>
                    <a:pt x="1123" y="1237"/>
                  </a:cubicBezTo>
                  <a:cubicBezTo>
                    <a:pt x="1152" y="1237"/>
                    <a:pt x="1181" y="1237"/>
                    <a:pt x="1181" y="1208"/>
                  </a:cubicBezTo>
                  <a:cubicBezTo>
                    <a:pt x="1210" y="1179"/>
                    <a:pt x="1210" y="1120"/>
                    <a:pt x="1181" y="1084"/>
                  </a:cubicBezTo>
                  <a:lnTo>
                    <a:pt x="154" y="27"/>
                  </a:lnTo>
                  <a:cubicBezTo>
                    <a:pt x="136" y="9"/>
                    <a:pt x="112" y="0"/>
                    <a:pt x="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5726;p80">
              <a:extLst>
                <a:ext uri="{FF2B5EF4-FFF2-40B4-BE49-F238E27FC236}">
                  <a16:creationId xmlns:a16="http://schemas.microsoft.com/office/drawing/2014/main" id="{53D3AFB6-D2AF-756F-BFBB-2840E3C71645}"/>
                </a:ext>
              </a:extLst>
            </p:cNvPr>
            <p:cNvSpPr/>
            <p:nvPr/>
          </p:nvSpPr>
          <p:spPr>
            <a:xfrm>
              <a:off x="5269325" y="2806725"/>
              <a:ext cx="111525" cy="74100"/>
            </a:xfrm>
            <a:custGeom>
              <a:avLst/>
              <a:gdLst/>
              <a:ahLst/>
              <a:cxnLst/>
              <a:rect l="l" t="t" r="r" b="b"/>
              <a:pathLst>
                <a:path w="4461" h="2964" extrusionOk="0">
                  <a:moveTo>
                    <a:pt x="70" y="0"/>
                  </a:moveTo>
                  <a:cubicBezTo>
                    <a:pt x="45" y="0"/>
                    <a:pt x="18" y="14"/>
                    <a:pt x="1" y="48"/>
                  </a:cubicBezTo>
                  <a:cubicBezTo>
                    <a:pt x="1" y="78"/>
                    <a:pt x="1" y="143"/>
                    <a:pt x="30" y="143"/>
                  </a:cubicBezTo>
                  <a:lnTo>
                    <a:pt x="4307" y="2934"/>
                  </a:lnTo>
                  <a:cubicBezTo>
                    <a:pt x="4344" y="2963"/>
                    <a:pt x="4344" y="2963"/>
                    <a:pt x="4373" y="2963"/>
                  </a:cubicBezTo>
                  <a:cubicBezTo>
                    <a:pt x="4402" y="2963"/>
                    <a:pt x="4402" y="2934"/>
                    <a:pt x="4431" y="2905"/>
                  </a:cubicBezTo>
                  <a:cubicBezTo>
                    <a:pt x="4460" y="2876"/>
                    <a:pt x="4431" y="2810"/>
                    <a:pt x="4402" y="2810"/>
                  </a:cubicBezTo>
                  <a:lnTo>
                    <a:pt x="117" y="19"/>
                  </a:lnTo>
                  <a:cubicBezTo>
                    <a:pt x="105" y="7"/>
                    <a:pt x="88" y="0"/>
                    <a:pt x="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7" name="Google Shape;5727;p80">
              <a:extLst>
                <a:ext uri="{FF2B5EF4-FFF2-40B4-BE49-F238E27FC236}">
                  <a16:creationId xmlns:a16="http://schemas.microsoft.com/office/drawing/2014/main" id="{167CE37C-09CF-A395-FFB8-D2BD78BA5D5C}"/>
                </a:ext>
              </a:extLst>
            </p:cNvPr>
            <p:cNvSpPr/>
            <p:nvPr/>
          </p:nvSpPr>
          <p:spPr>
            <a:xfrm>
              <a:off x="4826825" y="2759475"/>
              <a:ext cx="162325" cy="8200"/>
            </a:xfrm>
            <a:custGeom>
              <a:avLst/>
              <a:gdLst/>
              <a:ahLst/>
              <a:cxnLst/>
              <a:rect l="l" t="t" r="r" b="b"/>
              <a:pathLst>
                <a:path w="6493" h="328" extrusionOk="0">
                  <a:moveTo>
                    <a:pt x="3243" y="0"/>
                  </a:moveTo>
                  <a:cubicBezTo>
                    <a:pt x="2456" y="0"/>
                    <a:pt x="117" y="88"/>
                    <a:pt x="88" y="88"/>
                  </a:cubicBezTo>
                  <a:cubicBezTo>
                    <a:pt x="29" y="88"/>
                    <a:pt x="0" y="117"/>
                    <a:pt x="0" y="146"/>
                  </a:cubicBezTo>
                  <a:cubicBezTo>
                    <a:pt x="0" y="211"/>
                    <a:pt x="58" y="241"/>
                    <a:pt x="88" y="241"/>
                  </a:cubicBezTo>
                  <a:cubicBezTo>
                    <a:pt x="112" y="241"/>
                    <a:pt x="1761" y="174"/>
                    <a:pt x="2757" y="174"/>
                  </a:cubicBezTo>
                  <a:cubicBezTo>
                    <a:pt x="2949" y="174"/>
                    <a:pt x="3116" y="176"/>
                    <a:pt x="3243" y="182"/>
                  </a:cubicBezTo>
                  <a:cubicBezTo>
                    <a:pt x="4037" y="182"/>
                    <a:pt x="6405" y="328"/>
                    <a:pt x="6405" y="328"/>
                  </a:cubicBezTo>
                  <a:cubicBezTo>
                    <a:pt x="6464" y="328"/>
                    <a:pt x="6493" y="270"/>
                    <a:pt x="6493" y="241"/>
                  </a:cubicBezTo>
                  <a:cubicBezTo>
                    <a:pt x="6493" y="182"/>
                    <a:pt x="6464" y="146"/>
                    <a:pt x="6435" y="146"/>
                  </a:cubicBezTo>
                  <a:cubicBezTo>
                    <a:pt x="6405" y="146"/>
                    <a:pt x="4037" y="0"/>
                    <a:pt x="32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5728;p80">
              <a:extLst>
                <a:ext uri="{FF2B5EF4-FFF2-40B4-BE49-F238E27FC236}">
                  <a16:creationId xmlns:a16="http://schemas.microsoft.com/office/drawing/2014/main" id="{9740B5A0-4F8C-8B49-9033-35E0B45697FA}"/>
                </a:ext>
              </a:extLst>
            </p:cNvPr>
            <p:cNvSpPr/>
            <p:nvPr/>
          </p:nvSpPr>
          <p:spPr>
            <a:xfrm>
              <a:off x="4929200" y="2599150"/>
              <a:ext cx="17525" cy="17500"/>
            </a:xfrm>
            <a:custGeom>
              <a:avLst/>
              <a:gdLst/>
              <a:ahLst/>
              <a:cxnLst/>
              <a:rect l="l" t="t" r="r" b="b"/>
              <a:pathLst>
                <a:path w="701" h="700" extrusionOk="0">
                  <a:moveTo>
                    <a:pt x="336" y="0"/>
                  </a:moveTo>
                  <a:cubicBezTo>
                    <a:pt x="153" y="37"/>
                    <a:pt x="0" y="183"/>
                    <a:pt x="0" y="365"/>
                  </a:cubicBezTo>
                  <a:cubicBezTo>
                    <a:pt x="30" y="583"/>
                    <a:pt x="183" y="700"/>
                    <a:pt x="365" y="700"/>
                  </a:cubicBezTo>
                  <a:cubicBezTo>
                    <a:pt x="576" y="700"/>
                    <a:pt x="700" y="518"/>
                    <a:pt x="700" y="336"/>
                  </a:cubicBezTo>
                  <a:cubicBezTo>
                    <a:pt x="700" y="153"/>
                    <a:pt x="518" y="0"/>
                    <a:pt x="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80">
              <a:extLst>
                <a:ext uri="{FF2B5EF4-FFF2-40B4-BE49-F238E27FC236}">
                  <a16:creationId xmlns:a16="http://schemas.microsoft.com/office/drawing/2014/main" id="{AE25158F-F946-1CF9-3AEF-43F7989E0F8E}"/>
                </a:ext>
              </a:extLst>
            </p:cNvPr>
            <p:cNvSpPr/>
            <p:nvPr/>
          </p:nvSpPr>
          <p:spPr>
            <a:xfrm>
              <a:off x="4953425" y="2652350"/>
              <a:ext cx="27350" cy="10575"/>
            </a:xfrm>
            <a:custGeom>
              <a:avLst/>
              <a:gdLst/>
              <a:ahLst/>
              <a:cxnLst/>
              <a:rect l="l" t="t" r="r" b="b"/>
              <a:pathLst>
                <a:path w="1094" h="423" extrusionOk="0">
                  <a:moveTo>
                    <a:pt x="125" y="0"/>
                  </a:moveTo>
                  <a:lnTo>
                    <a:pt x="1" y="124"/>
                  </a:lnTo>
                  <a:cubicBezTo>
                    <a:pt x="278" y="365"/>
                    <a:pt x="518" y="423"/>
                    <a:pt x="700" y="423"/>
                  </a:cubicBezTo>
                  <a:cubicBezTo>
                    <a:pt x="948" y="423"/>
                    <a:pt x="1094" y="306"/>
                    <a:pt x="1094" y="306"/>
                  </a:cubicBezTo>
                  <a:lnTo>
                    <a:pt x="1006" y="182"/>
                  </a:lnTo>
                  <a:cubicBezTo>
                    <a:pt x="1006" y="182"/>
                    <a:pt x="887" y="251"/>
                    <a:pt x="705" y="251"/>
                  </a:cubicBezTo>
                  <a:cubicBezTo>
                    <a:pt x="546" y="251"/>
                    <a:pt x="339" y="198"/>
                    <a:pt x="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0" name="Google Shape;5730;p80">
              <a:extLst>
                <a:ext uri="{FF2B5EF4-FFF2-40B4-BE49-F238E27FC236}">
                  <a16:creationId xmlns:a16="http://schemas.microsoft.com/office/drawing/2014/main" id="{3926D53C-EF28-2830-1B8A-A5F3D5B91C57}"/>
                </a:ext>
              </a:extLst>
            </p:cNvPr>
            <p:cNvSpPr/>
            <p:nvPr/>
          </p:nvSpPr>
          <p:spPr>
            <a:xfrm>
              <a:off x="4917900" y="2584025"/>
              <a:ext cx="14425" cy="15150"/>
            </a:xfrm>
            <a:custGeom>
              <a:avLst/>
              <a:gdLst/>
              <a:ahLst/>
              <a:cxnLst/>
              <a:rect l="l" t="t" r="r" b="b"/>
              <a:pathLst>
                <a:path w="577" h="606" extrusionOk="0">
                  <a:moveTo>
                    <a:pt x="482" y="1"/>
                  </a:moveTo>
                  <a:cubicBezTo>
                    <a:pt x="299" y="154"/>
                    <a:pt x="117" y="336"/>
                    <a:pt x="1" y="489"/>
                  </a:cubicBezTo>
                  <a:lnTo>
                    <a:pt x="117" y="605"/>
                  </a:lnTo>
                  <a:cubicBezTo>
                    <a:pt x="241" y="423"/>
                    <a:pt x="423" y="278"/>
                    <a:pt x="576" y="154"/>
                  </a:cubicBezTo>
                  <a:lnTo>
                    <a:pt x="4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1" name="Google Shape;5731;p80">
              <a:extLst>
                <a:ext uri="{FF2B5EF4-FFF2-40B4-BE49-F238E27FC236}">
                  <a16:creationId xmlns:a16="http://schemas.microsoft.com/office/drawing/2014/main" id="{3D446E60-4DB3-D5CE-9896-067CACDC5268}"/>
                </a:ext>
              </a:extLst>
            </p:cNvPr>
            <p:cNvSpPr/>
            <p:nvPr/>
          </p:nvSpPr>
          <p:spPr>
            <a:xfrm>
              <a:off x="5104625" y="3639925"/>
              <a:ext cx="261500" cy="209525"/>
            </a:xfrm>
            <a:custGeom>
              <a:avLst/>
              <a:gdLst/>
              <a:ahLst/>
              <a:cxnLst/>
              <a:rect l="l" t="t" r="r" b="b"/>
              <a:pathLst>
                <a:path w="10460" h="8381" extrusionOk="0">
                  <a:moveTo>
                    <a:pt x="5401" y="0"/>
                  </a:moveTo>
                  <a:lnTo>
                    <a:pt x="1" y="307"/>
                  </a:lnTo>
                  <a:lnTo>
                    <a:pt x="1334" y="8381"/>
                  </a:lnTo>
                  <a:lnTo>
                    <a:pt x="4373" y="8381"/>
                  </a:lnTo>
                  <a:lnTo>
                    <a:pt x="4432" y="6559"/>
                  </a:lnTo>
                  <a:lnTo>
                    <a:pt x="7798" y="8322"/>
                  </a:lnTo>
                  <a:cubicBezTo>
                    <a:pt x="7798" y="8322"/>
                    <a:pt x="8177" y="8335"/>
                    <a:pt x="8646" y="8335"/>
                  </a:cubicBezTo>
                  <a:cubicBezTo>
                    <a:pt x="8880" y="8335"/>
                    <a:pt x="9137" y="8332"/>
                    <a:pt x="9379" y="8322"/>
                  </a:cubicBezTo>
                  <a:cubicBezTo>
                    <a:pt x="9616" y="8322"/>
                    <a:pt x="9852" y="8333"/>
                    <a:pt x="10042" y="8333"/>
                  </a:cubicBezTo>
                  <a:cubicBezTo>
                    <a:pt x="10291" y="8333"/>
                    <a:pt x="10460" y="8314"/>
                    <a:pt x="10443" y="8228"/>
                  </a:cubicBezTo>
                  <a:cubicBezTo>
                    <a:pt x="10443" y="6981"/>
                    <a:pt x="9256" y="5888"/>
                    <a:pt x="5831" y="2974"/>
                  </a:cubicBezTo>
                  <a:lnTo>
                    <a:pt x="54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2" name="Google Shape;5732;p80">
              <a:extLst>
                <a:ext uri="{FF2B5EF4-FFF2-40B4-BE49-F238E27FC236}">
                  <a16:creationId xmlns:a16="http://schemas.microsoft.com/office/drawing/2014/main" id="{2B835014-1EA0-AAB1-794D-781CD46F98B1}"/>
                </a:ext>
              </a:extLst>
            </p:cNvPr>
            <p:cNvSpPr/>
            <p:nvPr/>
          </p:nvSpPr>
          <p:spPr>
            <a:xfrm>
              <a:off x="5101550" y="3637550"/>
              <a:ext cx="267275" cy="215000"/>
            </a:xfrm>
            <a:custGeom>
              <a:avLst/>
              <a:gdLst/>
              <a:ahLst/>
              <a:cxnLst/>
              <a:rect l="l" t="t" r="r" b="b"/>
              <a:pathLst>
                <a:path w="10691" h="8600" extrusionOk="0">
                  <a:moveTo>
                    <a:pt x="5436" y="219"/>
                  </a:moveTo>
                  <a:lnTo>
                    <a:pt x="5830" y="3098"/>
                  </a:lnTo>
                  <a:lnTo>
                    <a:pt x="5859" y="3134"/>
                  </a:lnTo>
                  <a:cubicBezTo>
                    <a:pt x="9233" y="5983"/>
                    <a:pt x="10413" y="7106"/>
                    <a:pt x="10472" y="8293"/>
                  </a:cubicBezTo>
                  <a:cubicBezTo>
                    <a:pt x="10428" y="8308"/>
                    <a:pt x="10346" y="8315"/>
                    <a:pt x="10252" y="8315"/>
                  </a:cubicBezTo>
                  <a:cubicBezTo>
                    <a:pt x="10158" y="8315"/>
                    <a:pt x="10053" y="8308"/>
                    <a:pt x="9962" y="8293"/>
                  </a:cubicBezTo>
                  <a:lnTo>
                    <a:pt x="9502" y="8293"/>
                  </a:lnTo>
                  <a:cubicBezTo>
                    <a:pt x="9279" y="8303"/>
                    <a:pt x="9049" y="8306"/>
                    <a:pt x="8836" y="8306"/>
                  </a:cubicBezTo>
                  <a:cubicBezTo>
                    <a:pt x="8411" y="8306"/>
                    <a:pt x="8055" y="8293"/>
                    <a:pt x="7958" y="8293"/>
                  </a:cubicBezTo>
                  <a:lnTo>
                    <a:pt x="4431" y="6472"/>
                  </a:lnTo>
                  <a:lnTo>
                    <a:pt x="4372" y="8352"/>
                  </a:lnTo>
                  <a:lnTo>
                    <a:pt x="1545" y="8352"/>
                  </a:lnTo>
                  <a:lnTo>
                    <a:pt x="241" y="489"/>
                  </a:lnTo>
                  <a:lnTo>
                    <a:pt x="5436" y="219"/>
                  </a:lnTo>
                  <a:close/>
                  <a:moveTo>
                    <a:pt x="5648" y="1"/>
                  </a:moveTo>
                  <a:lnTo>
                    <a:pt x="0" y="278"/>
                  </a:lnTo>
                  <a:lnTo>
                    <a:pt x="1363" y="8563"/>
                  </a:lnTo>
                  <a:lnTo>
                    <a:pt x="4613" y="8599"/>
                  </a:lnTo>
                  <a:lnTo>
                    <a:pt x="4642" y="6836"/>
                  </a:lnTo>
                  <a:lnTo>
                    <a:pt x="7892" y="8534"/>
                  </a:lnTo>
                  <a:lnTo>
                    <a:pt x="9962" y="8534"/>
                  </a:lnTo>
                  <a:cubicBezTo>
                    <a:pt x="10355" y="8534"/>
                    <a:pt x="10537" y="8534"/>
                    <a:pt x="10625" y="8446"/>
                  </a:cubicBezTo>
                  <a:cubicBezTo>
                    <a:pt x="10690" y="8417"/>
                    <a:pt x="10690" y="8352"/>
                    <a:pt x="10690" y="8323"/>
                  </a:cubicBezTo>
                  <a:cubicBezTo>
                    <a:pt x="10654" y="7018"/>
                    <a:pt x="9532" y="5954"/>
                    <a:pt x="6041" y="3010"/>
                  </a:cubicBezTo>
                  <a:lnTo>
                    <a:pt x="56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5733;p80">
              <a:extLst>
                <a:ext uri="{FF2B5EF4-FFF2-40B4-BE49-F238E27FC236}">
                  <a16:creationId xmlns:a16="http://schemas.microsoft.com/office/drawing/2014/main" id="{3238348E-E58B-FC5B-E59E-B9DB17C0B2C2}"/>
                </a:ext>
              </a:extLst>
            </p:cNvPr>
            <p:cNvSpPr/>
            <p:nvPr/>
          </p:nvSpPr>
          <p:spPr>
            <a:xfrm>
              <a:off x="4875275" y="3143500"/>
              <a:ext cx="540550" cy="576975"/>
            </a:xfrm>
            <a:custGeom>
              <a:avLst/>
              <a:gdLst/>
              <a:ahLst/>
              <a:cxnLst/>
              <a:rect l="l" t="t" r="r" b="b"/>
              <a:pathLst>
                <a:path w="21622" h="23079" extrusionOk="0">
                  <a:moveTo>
                    <a:pt x="0" y="0"/>
                  </a:moveTo>
                  <a:lnTo>
                    <a:pt x="3097" y="7346"/>
                  </a:lnTo>
                  <a:lnTo>
                    <a:pt x="7987" y="23078"/>
                  </a:lnTo>
                  <a:lnTo>
                    <a:pt x="21621" y="23078"/>
                  </a:lnTo>
                  <a:lnTo>
                    <a:pt x="13241" y="17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5734;p80">
              <a:extLst>
                <a:ext uri="{FF2B5EF4-FFF2-40B4-BE49-F238E27FC236}">
                  <a16:creationId xmlns:a16="http://schemas.microsoft.com/office/drawing/2014/main" id="{C977EDA6-59F6-FBA9-FEB8-36F225A369D1}"/>
                </a:ext>
              </a:extLst>
            </p:cNvPr>
            <p:cNvSpPr/>
            <p:nvPr/>
          </p:nvSpPr>
          <p:spPr>
            <a:xfrm>
              <a:off x="4890575" y="3167000"/>
              <a:ext cx="5300" cy="25150"/>
            </a:xfrm>
            <a:custGeom>
              <a:avLst/>
              <a:gdLst/>
              <a:ahLst/>
              <a:cxnLst/>
              <a:rect l="l" t="t" r="r" b="b"/>
              <a:pathLst>
                <a:path w="212" h="1006" extrusionOk="0">
                  <a:moveTo>
                    <a:pt x="1" y="0"/>
                  </a:moveTo>
                  <a:lnTo>
                    <a:pt x="1" y="547"/>
                  </a:lnTo>
                  <a:lnTo>
                    <a:pt x="212" y="1006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5735;p80">
              <a:extLst>
                <a:ext uri="{FF2B5EF4-FFF2-40B4-BE49-F238E27FC236}">
                  <a16:creationId xmlns:a16="http://schemas.microsoft.com/office/drawing/2014/main" id="{3B2E3545-E374-9198-87F0-9239A9E47DA5}"/>
                </a:ext>
              </a:extLst>
            </p:cNvPr>
            <p:cNvSpPr/>
            <p:nvPr/>
          </p:nvSpPr>
          <p:spPr>
            <a:xfrm>
              <a:off x="4936850" y="3167000"/>
              <a:ext cx="424325" cy="553475"/>
            </a:xfrm>
            <a:custGeom>
              <a:avLst/>
              <a:gdLst/>
              <a:ahLst/>
              <a:cxnLst/>
              <a:rect l="l" t="t" r="r" b="b"/>
              <a:pathLst>
                <a:path w="16973" h="22139" extrusionOk="0">
                  <a:moveTo>
                    <a:pt x="4431" y="5130"/>
                  </a:moveTo>
                  <a:lnTo>
                    <a:pt x="4431" y="8016"/>
                  </a:lnTo>
                  <a:lnTo>
                    <a:pt x="1487" y="8016"/>
                  </a:lnTo>
                  <a:lnTo>
                    <a:pt x="1487" y="5130"/>
                  </a:lnTo>
                  <a:close/>
                  <a:moveTo>
                    <a:pt x="7557" y="5130"/>
                  </a:moveTo>
                  <a:lnTo>
                    <a:pt x="7557" y="8016"/>
                  </a:lnTo>
                  <a:lnTo>
                    <a:pt x="4613" y="8016"/>
                  </a:lnTo>
                  <a:lnTo>
                    <a:pt x="4613" y="5130"/>
                  </a:lnTo>
                  <a:close/>
                  <a:moveTo>
                    <a:pt x="10683" y="5130"/>
                  </a:moveTo>
                  <a:lnTo>
                    <a:pt x="10683" y="8016"/>
                  </a:lnTo>
                  <a:lnTo>
                    <a:pt x="7739" y="8016"/>
                  </a:lnTo>
                  <a:lnTo>
                    <a:pt x="7739" y="5130"/>
                  </a:lnTo>
                  <a:close/>
                  <a:moveTo>
                    <a:pt x="7557" y="8198"/>
                  </a:moveTo>
                  <a:lnTo>
                    <a:pt x="7557" y="11055"/>
                  </a:lnTo>
                  <a:lnTo>
                    <a:pt x="4613" y="11055"/>
                  </a:lnTo>
                  <a:lnTo>
                    <a:pt x="4613" y="8198"/>
                  </a:lnTo>
                  <a:close/>
                  <a:moveTo>
                    <a:pt x="10683" y="8198"/>
                  </a:moveTo>
                  <a:lnTo>
                    <a:pt x="10683" y="11055"/>
                  </a:lnTo>
                  <a:lnTo>
                    <a:pt x="7739" y="11055"/>
                  </a:lnTo>
                  <a:lnTo>
                    <a:pt x="7739" y="8198"/>
                  </a:lnTo>
                  <a:close/>
                  <a:moveTo>
                    <a:pt x="7557" y="11266"/>
                  </a:moveTo>
                  <a:lnTo>
                    <a:pt x="7557" y="14123"/>
                  </a:lnTo>
                  <a:lnTo>
                    <a:pt x="4613" y="14123"/>
                  </a:lnTo>
                  <a:lnTo>
                    <a:pt x="4613" y="11266"/>
                  </a:lnTo>
                  <a:close/>
                  <a:moveTo>
                    <a:pt x="10683" y="11266"/>
                  </a:moveTo>
                  <a:lnTo>
                    <a:pt x="10683" y="14123"/>
                  </a:lnTo>
                  <a:lnTo>
                    <a:pt x="7739" y="14123"/>
                  </a:lnTo>
                  <a:lnTo>
                    <a:pt x="7739" y="11266"/>
                  </a:lnTo>
                  <a:close/>
                  <a:moveTo>
                    <a:pt x="7557" y="14305"/>
                  </a:moveTo>
                  <a:lnTo>
                    <a:pt x="7557" y="17183"/>
                  </a:lnTo>
                  <a:lnTo>
                    <a:pt x="4613" y="17183"/>
                  </a:lnTo>
                  <a:lnTo>
                    <a:pt x="4613" y="14305"/>
                  </a:lnTo>
                  <a:close/>
                  <a:moveTo>
                    <a:pt x="10683" y="14305"/>
                  </a:moveTo>
                  <a:lnTo>
                    <a:pt x="10683" y="17183"/>
                  </a:lnTo>
                  <a:lnTo>
                    <a:pt x="7739" y="17183"/>
                  </a:lnTo>
                  <a:lnTo>
                    <a:pt x="7739" y="14305"/>
                  </a:lnTo>
                  <a:close/>
                  <a:moveTo>
                    <a:pt x="10683" y="17365"/>
                  </a:moveTo>
                  <a:lnTo>
                    <a:pt x="10683" y="20251"/>
                  </a:lnTo>
                  <a:lnTo>
                    <a:pt x="7739" y="20251"/>
                  </a:lnTo>
                  <a:lnTo>
                    <a:pt x="7739" y="17365"/>
                  </a:lnTo>
                  <a:close/>
                  <a:moveTo>
                    <a:pt x="1276" y="0"/>
                  </a:moveTo>
                  <a:lnTo>
                    <a:pt x="1276" y="4948"/>
                  </a:lnTo>
                  <a:lnTo>
                    <a:pt x="1" y="4948"/>
                  </a:lnTo>
                  <a:lnTo>
                    <a:pt x="88" y="5130"/>
                  </a:lnTo>
                  <a:lnTo>
                    <a:pt x="1276" y="5130"/>
                  </a:lnTo>
                  <a:lnTo>
                    <a:pt x="1276" y="8016"/>
                  </a:lnTo>
                  <a:lnTo>
                    <a:pt x="1123" y="8016"/>
                  </a:lnTo>
                  <a:lnTo>
                    <a:pt x="1181" y="8198"/>
                  </a:lnTo>
                  <a:lnTo>
                    <a:pt x="1276" y="8198"/>
                  </a:lnTo>
                  <a:lnTo>
                    <a:pt x="1276" y="8563"/>
                  </a:lnTo>
                  <a:lnTo>
                    <a:pt x="1487" y="9167"/>
                  </a:lnTo>
                  <a:lnTo>
                    <a:pt x="1487" y="8198"/>
                  </a:lnTo>
                  <a:lnTo>
                    <a:pt x="4431" y="8198"/>
                  </a:lnTo>
                  <a:lnTo>
                    <a:pt x="4431" y="11055"/>
                  </a:lnTo>
                  <a:lnTo>
                    <a:pt x="2063" y="11055"/>
                  </a:lnTo>
                  <a:lnTo>
                    <a:pt x="2121" y="11266"/>
                  </a:lnTo>
                  <a:lnTo>
                    <a:pt x="4431" y="11266"/>
                  </a:lnTo>
                  <a:lnTo>
                    <a:pt x="4431" y="14123"/>
                  </a:lnTo>
                  <a:lnTo>
                    <a:pt x="3032" y="14123"/>
                  </a:lnTo>
                  <a:lnTo>
                    <a:pt x="3098" y="14305"/>
                  </a:lnTo>
                  <a:lnTo>
                    <a:pt x="4431" y="14305"/>
                  </a:lnTo>
                  <a:lnTo>
                    <a:pt x="4431" y="17183"/>
                  </a:lnTo>
                  <a:lnTo>
                    <a:pt x="3979" y="17183"/>
                  </a:lnTo>
                  <a:lnTo>
                    <a:pt x="4038" y="17365"/>
                  </a:lnTo>
                  <a:lnTo>
                    <a:pt x="4431" y="17365"/>
                  </a:lnTo>
                  <a:lnTo>
                    <a:pt x="4431" y="18582"/>
                  </a:lnTo>
                  <a:lnTo>
                    <a:pt x="4613" y="19187"/>
                  </a:lnTo>
                  <a:lnTo>
                    <a:pt x="4613" y="17365"/>
                  </a:lnTo>
                  <a:lnTo>
                    <a:pt x="7557" y="17365"/>
                  </a:lnTo>
                  <a:lnTo>
                    <a:pt x="7557" y="20251"/>
                  </a:lnTo>
                  <a:lnTo>
                    <a:pt x="4948" y="20251"/>
                  </a:lnTo>
                  <a:lnTo>
                    <a:pt x="5007" y="20433"/>
                  </a:lnTo>
                  <a:lnTo>
                    <a:pt x="7557" y="20433"/>
                  </a:lnTo>
                  <a:lnTo>
                    <a:pt x="7557" y="22138"/>
                  </a:lnTo>
                  <a:lnTo>
                    <a:pt x="7739" y="22138"/>
                  </a:lnTo>
                  <a:lnTo>
                    <a:pt x="7739" y="20433"/>
                  </a:lnTo>
                  <a:lnTo>
                    <a:pt x="10683" y="20433"/>
                  </a:lnTo>
                  <a:lnTo>
                    <a:pt x="10683" y="22138"/>
                  </a:lnTo>
                  <a:lnTo>
                    <a:pt x="10866" y="22138"/>
                  </a:lnTo>
                  <a:lnTo>
                    <a:pt x="10866" y="20433"/>
                  </a:lnTo>
                  <a:lnTo>
                    <a:pt x="16972" y="20433"/>
                  </a:lnTo>
                  <a:lnTo>
                    <a:pt x="16972" y="20251"/>
                  </a:lnTo>
                  <a:lnTo>
                    <a:pt x="10866" y="20251"/>
                  </a:lnTo>
                  <a:lnTo>
                    <a:pt x="10866" y="17365"/>
                  </a:lnTo>
                  <a:lnTo>
                    <a:pt x="16972" y="17365"/>
                  </a:lnTo>
                  <a:lnTo>
                    <a:pt x="16972" y="17183"/>
                  </a:lnTo>
                  <a:lnTo>
                    <a:pt x="10866" y="17183"/>
                  </a:lnTo>
                  <a:lnTo>
                    <a:pt x="10866" y="14305"/>
                  </a:lnTo>
                  <a:lnTo>
                    <a:pt x="16090" y="14305"/>
                  </a:lnTo>
                  <a:lnTo>
                    <a:pt x="16003" y="14123"/>
                  </a:lnTo>
                  <a:lnTo>
                    <a:pt x="10866" y="14123"/>
                  </a:lnTo>
                  <a:lnTo>
                    <a:pt x="10866" y="11266"/>
                  </a:lnTo>
                  <a:lnTo>
                    <a:pt x="14874" y="11266"/>
                  </a:lnTo>
                  <a:lnTo>
                    <a:pt x="14786" y="11055"/>
                  </a:lnTo>
                  <a:lnTo>
                    <a:pt x="10866" y="11055"/>
                  </a:lnTo>
                  <a:lnTo>
                    <a:pt x="10866" y="8198"/>
                  </a:lnTo>
                  <a:lnTo>
                    <a:pt x="13664" y="8198"/>
                  </a:lnTo>
                  <a:lnTo>
                    <a:pt x="13598" y="8016"/>
                  </a:lnTo>
                  <a:lnTo>
                    <a:pt x="10866" y="8016"/>
                  </a:lnTo>
                  <a:lnTo>
                    <a:pt x="10866" y="5130"/>
                  </a:lnTo>
                  <a:lnTo>
                    <a:pt x="12447" y="5130"/>
                  </a:lnTo>
                  <a:lnTo>
                    <a:pt x="12389" y="4948"/>
                  </a:lnTo>
                  <a:lnTo>
                    <a:pt x="10866" y="4948"/>
                  </a:lnTo>
                  <a:lnTo>
                    <a:pt x="10866" y="1152"/>
                  </a:lnTo>
                  <a:lnTo>
                    <a:pt x="10778" y="853"/>
                  </a:lnTo>
                  <a:lnTo>
                    <a:pt x="10683" y="853"/>
                  </a:lnTo>
                  <a:lnTo>
                    <a:pt x="10683" y="4948"/>
                  </a:lnTo>
                  <a:lnTo>
                    <a:pt x="7739" y="4948"/>
                  </a:lnTo>
                  <a:lnTo>
                    <a:pt x="7739" y="459"/>
                  </a:lnTo>
                  <a:lnTo>
                    <a:pt x="7557" y="423"/>
                  </a:lnTo>
                  <a:lnTo>
                    <a:pt x="7557" y="4948"/>
                  </a:lnTo>
                  <a:lnTo>
                    <a:pt x="4613" y="4948"/>
                  </a:lnTo>
                  <a:lnTo>
                    <a:pt x="4613" y="29"/>
                  </a:lnTo>
                  <a:lnTo>
                    <a:pt x="4431" y="0"/>
                  </a:lnTo>
                  <a:lnTo>
                    <a:pt x="4431" y="4948"/>
                  </a:lnTo>
                  <a:lnTo>
                    <a:pt x="1487" y="4948"/>
                  </a:lnTo>
                  <a:lnTo>
                    <a:pt x="148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80">
              <a:extLst>
                <a:ext uri="{FF2B5EF4-FFF2-40B4-BE49-F238E27FC236}">
                  <a16:creationId xmlns:a16="http://schemas.microsoft.com/office/drawing/2014/main" id="{F02D4C96-D4C7-F314-6564-D2AB149903D3}"/>
                </a:ext>
              </a:extLst>
            </p:cNvPr>
            <p:cNvSpPr/>
            <p:nvPr/>
          </p:nvSpPr>
          <p:spPr>
            <a:xfrm>
              <a:off x="4874550" y="3141125"/>
              <a:ext cx="545825" cy="581525"/>
            </a:xfrm>
            <a:custGeom>
              <a:avLst/>
              <a:gdLst/>
              <a:ahLst/>
              <a:cxnLst/>
              <a:rect l="l" t="t" r="r" b="b"/>
              <a:pathLst>
                <a:path w="21833" h="23261" extrusionOk="0">
                  <a:moveTo>
                    <a:pt x="29" y="0"/>
                  </a:moveTo>
                  <a:lnTo>
                    <a:pt x="0" y="219"/>
                  </a:lnTo>
                  <a:lnTo>
                    <a:pt x="13175" y="2004"/>
                  </a:lnTo>
                  <a:lnTo>
                    <a:pt x="21497" y="23049"/>
                  </a:lnTo>
                  <a:lnTo>
                    <a:pt x="8111" y="23049"/>
                  </a:lnTo>
                  <a:lnTo>
                    <a:pt x="3221" y="7411"/>
                  </a:lnTo>
                  <a:lnTo>
                    <a:pt x="3010" y="7470"/>
                  </a:lnTo>
                  <a:lnTo>
                    <a:pt x="7929" y="23261"/>
                  </a:lnTo>
                  <a:lnTo>
                    <a:pt x="21833" y="23261"/>
                  </a:lnTo>
                  <a:lnTo>
                    <a:pt x="13358" y="1859"/>
                  </a:lnTo>
                  <a:lnTo>
                    <a:pt x="13328" y="179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5737;p80">
              <a:extLst>
                <a:ext uri="{FF2B5EF4-FFF2-40B4-BE49-F238E27FC236}">
                  <a16:creationId xmlns:a16="http://schemas.microsoft.com/office/drawing/2014/main" id="{213D5506-0AFB-66F8-BC92-6746A31E8066}"/>
                </a:ext>
              </a:extLst>
            </p:cNvPr>
            <p:cNvSpPr/>
            <p:nvPr/>
          </p:nvSpPr>
          <p:spPr>
            <a:xfrm>
              <a:off x="5273150" y="3639925"/>
              <a:ext cx="264175" cy="209725"/>
            </a:xfrm>
            <a:custGeom>
              <a:avLst/>
              <a:gdLst/>
              <a:ahLst/>
              <a:cxnLst/>
              <a:rect l="l" t="t" r="r" b="b"/>
              <a:pathLst>
                <a:path w="10567" h="8389" extrusionOk="0">
                  <a:moveTo>
                    <a:pt x="5524" y="0"/>
                  </a:moveTo>
                  <a:lnTo>
                    <a:pt x="1" y="452"/>
                  </a:lnTo>
                  <a:lnTo>
                    <a:pt x="1640" y="8381"/>
                  </a:lnTo>
                  <a:lnTo>
                    <a:pt x="4489" y="8381"/>
                  </a:lnTo>
                  <a:lnTo>
                    <a:pt x="4555" y="6559"/>
                  </a:lnTo>
                  <a:lnTo>
                    <a:pt x="7193" y="8381"/>
                  </a:lnTo>
                  <a:cubicBezTo>
                    <a:pt x="7077" y="8386"/>
                    <a:pt x="7064" y="8389"/>
                    <a:pt x="7122" y="8389"/>
                  </a:cubicBezTo>
                  <a:cubicBezTo>
                    <a:pt x="7370" y="8389"/>
                    <a:pt x="8913" y="8346"/>
                    <a:pt x="9503" y="8322"/>
                  </a:cubicBezTo>
                  <a:cubicBezTo>
                    <a:pt x="9739" y="8322"/>
                    <a:pt x="9970" y="8333"/>
                    <a:pt x="10156" y="8333"/>
                  </a:cubicBezTo>
                  <a:cubicBezTo>
                    <a:pt x="10400" y="8333"/>
                    <a:pt x="10567" y="8314"/>
                    <a:pt x="10567" y="8228"/>
                  </a:cubicBezTo>
                  <a:cubicBezTo>
                    <a:pt x="10530" y="6981"/>
                    <a:pt x="9379" y="5888"/>
                    <a:pt x="5918" y="2974"/>
                  </a:cubicBezTo>
                  <a:lnTo>
                    <a:pt x="55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5738;p80">
              <a:extLst>
                <a:ext uri="{FF2B5EF4-FFF2-40B4-BE49-F238E27FC236}">
                  <a16:creationId xmlns:a16="http://schemas.microsoft.com/office/drawing/2014/main" id="{1088456F-5818-C89C-6FF4-766EE6A07D42}"/>
                </a:ext>
              </a:extLst>
            </p:cNvPr>
            <p:cNvSpPr/>
            <p:nvPr/>
          </p:nvSpPr>
          <p:spPr>
            <a:xfrm>
              <a:off x="5269325" y="3637550"/>
              <a:ext cx="270925" cy="215000"/>
            </a:xfrm>
            <a:custGeom>
              <a:avLst/>
              <a:gdLst/>
              <a:ahLst/>
              <a:cxnLst/>
              <a:rect l="l" t="t" r="r" b="b"/>
              <a:pathLst>
                <a:path w="10837" h="8600" extrusionOk="0">
                  <a:moveTo>
                    <a:pt x="5582" y="219"/>
                  </a:moveTo>
                  <a:lnTo>
                    <a:pt x="5983" y="3098"/>
                  </a:lnTo>
                  <a:lnTo>
                    <a:pt x="6012" y="3134"/>
                  </a:lnTo>
                  <a:cubicBezTo>
                    <a:pt x="9379" y="5983"/>
                    <a:pt x="10567" y="7106"/>
                    <a:pt x="10625" y="8293"/>
                  </a:cubicBezTo>
                  <a:cubicBezTo>
                    <a:pt x="10581" y="8308"/>
                    <a:pt x="10498" y="8315"/>
                    <a:pt x="10402" y="8315"/>
                  </a:cubicBezTo>
                  <a:cubicBezTo>
                    <a:pt x="10306" y="8315"/>
                    <a:pt x="10199" y="8308"/>
                    <a:pt x="10108" y="8293"/>
                  </a:cubicBezTo>
                  <a:lnTo>
                    <a:pt x="9656" y="8293"/>
                  </a:lnTo>
                  <a:cubicBezTo>
                    <a:pt x="8257" y="8323"/>
                    <a:pt x="7652" y="8352"/>
                    <a:pt x="7375" y="8381"/>
                  </a:cubicBezTo>
                  <a:lnTo>
                    <a:pt x="4584" y="6442"/>
                  </a:lnTo>
                  <a:lnTo>
                    <a:pt x="4526" y="8352"/>
                  </a:lnTo>
                  <a:lnTo>
                    <a:pt x="1881" y="8352"/>
                  </a:lnTo>
                  <a:lnTo>
                    <a:pt x="270" y="642"/>
                  </a:lnTo>
                  <a:lnTo>
                    <a:pt x="5582" y="219"/>
                  </a:lnTo>
                  <a:close/>
                  <a:moveTo>
                    <a:pt x="5765" y="1"/>
                  </a:moveTo>
                  <a:lnTo>
                    <a:pt x="1" y="460"/>
                  </a:lnTo>
                  <a:lnTo>
                    <a:pt x="1698" y="8563"/>
                  </a:lnTo>
                  <a:lnTo>
                    <a:pt x="4737" y="8599"/>
                  </a:lnTo>
                  <a:lnTo>
                    <a:pt x="4795" y="6836"/>
                  </a:lnTo>
                  <a:lnTo>
                    <a:pt x="7105" y="8476"/>
                  </a:lnTo>
                  <a:lnTo>
                    <a:pt x="7135" y="8534"/>
                  </a:lnTo>
                  <a:cubicBezTo>
                    <a:pt x="7164" y="8563"/>
                    <a:pt x="7193" y="8599"/>
                    <a:pt x="7258" y="8599"/>
                  </a:cubicBezTo>
                  <a:lnTo>
                    <a:pt x="7346" y="8599"/>
                  </a:lnTo>
                  <a:lnTo>
                    <a:pt x="7681" y="8563"/>
                  </a:lnTo>
                  <a:cubicBezTo>
                    <a:pt x="8257" y="8563"/>
                    <a:pt x="9197" y="8534"/>
                    <a:pt x="9656" y="8534"/>
                  </a:cubicBezTo>
                  <a:lnTo>
                    <a:pt x="10108" y="8534"/>
                  </a:lnTo>
                  <a:cubicBezTo>
                    <a:pt x="10501" y="8534"/>
                    <a:pt x="10683" y="8534"/>
                    <a:pt x="10778" y="8446"/>
                  </a:cubicBezTo>
                  <a:cubicBezTo>
                    <a:pt x="10807" y="8417"/>
                    <a:pt x="10836" y="8352"/>
                    <a:pt x="10836" y="8323"/>
                  </a:cubicBezTo>
                  <a:cubicBezTo>
                    <a:pt x="10807" y="7018"/>
                    <a:pt x="9685" y="5954"/>
                    <a:pt x="6195" y="3010"/>
                  </a:cubicBezTo>
                  <a:lnTo>
                    <a:pt x="57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5739;p80">
              <a:extLst>
                <a:ext uri="{FF2B5EF4-FFF2-40B4-BE49-F238E27FC236}">
                  <a16:creationId xmlns:a16="http://schemas.microsoft.com/office/drawing/2014/main" id="{E4E86A8D-A89D-B00A-B3CB-9E6CB4B85D8D}"/>
                </a:ext>
              </a:extLst>
            </p:cNvPr>
            <p:cNvSpPr/>
            <p:nvPr/>
          </p:nvSpPr>
          <p:spPr>
            <a:xfrm>
              <a:off x="5063650" y="3129775"/>
              <a:ext cx="425775" cy="590700"/>
            </a:xfrm>
            <a:custGeom>
              <a:avLst/>
              <a:gdLst/>
              <a:ahLst/>
              <a:cxnLst/>
              <a:rect l="l" t="t" r="r" b="b"/>
              <a:pathLst>
                <a:path w="17031" h="23628" extrusionOk="0">
                  <a:moveTo>
                    <a:pt x="249" y="1"/>
                  </a:moveTo>
                  <a:cubicBezTo>
                    <a:pt x="89" y="1"/>
                    <a:pt x="0" y="3"/>
                    <a:pt x="0" y="3"/>
                  </a:cubicBezTo>
                  <a:lnTo>
                    <a:pt x="3214" y="8230"/>
                  </a:lnTo>
                  <a:lnTo>
                    <a:pt x="7251" y="23627"/>
                  </a:lnTo>
                  <a:lnTo>
                    <a:pt x="17030" y="23627"/>
                  </a:lnTo>
                  <a:cubicBezTo>
                    <a:pt x="17030" y="23627"/>
                    <a:pt x="11929" y="4827"/>
                    <a:pt x="9656" y="2342"/>
                  </a:cubicBezTo>
                  <a:cubicBezTo>
                    <a:pt x="7624" y="122"/>
                    <a:pt x="1553" y="1"/>
                    <a:pt x="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5740;p80">
              <a:extLst>
                <a:ext uri="{FF2B5EF4-FFF2-40B4-BE49-F238E27FC236}">
                  <a16:creationId xmlns:a16="http://schemas.microsoft.com/office/drawing/2014/main" id="{DFE1052B-9573-8B3F-FAB9-020C0FAAB91E}"/>
                </a:ext>
              </a:extLst>
            </p:cNvPr>
            <p:cNvSpPr/>
            <p:nvPr/>
          </p:nvSpPr>
          <p:spPr>
            <a:xfrm>
              <a:off x="5090050" y="3130550"/>
              <a:ext cx="383525" cy="589925"/>
            </a:xfrm>
            <a:custGeom>
              <a:avLst/>
              <a:gdLst/>
              <a:ahLst/>
              <a:cxnLst/>
              <a:rect l="l" t="t" r="r" b="b"/>
              <a:pathLst>
                <a:path w="15341" h="23597" extrusionOk="0">
                  <a:moveTo>
                    <a:pt x="6895" y="2886"/>
                  </a:moveTo>
                  <a:lnTo>
                    <a:pt x="6895" y="5772"/>
                  </a:lnTo>
                  <a:lnTo>
                    <a:pt x="3951" y="5772"/>
                  </a:lnTo>
                  <a:lnTo>
                    <a:pt x="3951" y="2886"/>
                  </a:lnTo>
                  <a:close/>
                  <a:moveTo>
                    <a:pt x="6895" y="5954"/>
                  </a:moveTo>
                  <a:lnTo>
                    <a:pt x="6895" y="8840"/>
                  </a:lnTo>
                  <a:lnTo>
                    <a:pt x="3951" y="8840"/>
                  </a:lnTo>
                  <a:lnTo>
                    <a:pt x="3951" y="5954"/>
                  </a:lnTo>
                  <a:close/>
                  <a:moveTo>
                    <a:pt x="10021" y="5954"/>
                  </a:moveTo>
                  <a:lnTo>
                    <a:pt x="10021" y="8840"/>
                  </a:lnTo>
                  <a:lnTo>
                    <a:pt x="7077" y="8840"/>
                  </a:lnTo>
                  <a:lnTo>
                    <a:pt x="7077" y="5954"/>
                  </a:lnTo>
                  <a:close/>
                  <a:moveTo>
                    <a:pt x="6895" y="9022"/>
                  </a:moveTo>
                  <a:lnTo>
                    <a:pt x="6895" y="11871"/>
                  </a:lnTo>
                  <a:lnTo>
                    <a:pt x="3951" y="11871"/>
                  </a:lnTo>
                  <a:lnTo>
                    <a:pt x="3951" y="9022"/>
                  </a:lnTo>
                  <a:close/>
                  <a:moveTo>
                    <a:pt x="10021" y="9022"/>
                  </a:moveTo>
                  <a:lnTo>
                    <a:pt x="10021" y="11871"/>
                  </a:lnTo>
                  <a:lnTo>
                    <a:pt x="7077" y="11871"/>
                  </a:lnTo>
                  <a:lnTo>
                    <a:pt x="7077" y="9022"/>
                  </a:lnTo>
                  <a:close/>
                  <a:moveTo>
                    <a:pt x="6895" y="12083"/>
                  </a:moveTo>
                  <a:lnTo>
                    <a:pt x="6895" y="14939"/>
                  </a:lnTo>
                  <a:lnTo>
                    <a:pt x="3951" y="14939"/>
                  </a:lnTo>
                  <a:lnTo>
                    <a:pt x="3951" y="12083"/>
                  </a:lnTo>
                  <a:close/>
                  <a:moveTo>
                    <a:pt x="10021" y="12083"/>
                  </a:moveTo>
                  <a:lnTo>
                    <a:pt x="10021" y="14939"/>
                  </a:lnTo>
                  <a:lnTo>
                    <a:pt x="7077" y="14939"/>
                  </a:lnTo>
                  <a:lnTo>
                    <a:pt x="7077" y="12083"/>
                  </a:lnTo>
                  <a:close/>
                  <a:moveTo>
                    <a:pt x="10021" y="15121"/>
                  </a:moveTo>
                  <a:lnTo>
                    <a:pt x="10021" y="18007"/>
                  </a:lnTo>
                  <a:lnTo>
                    <a:pt x="7077" y="18007"/>
                  </a:lnTo>
                  <a:lnTo>
                    <a:pt x="7077" y="15121"/>
                  </a:lnTo>
                  <a:close/>
                  <a:moveTo>
                    <a:pt x="13154" y="15121"/>
                  </a:moveTo>
                  <a:lnTo>
                    <a:pt x="13154" y="18007"/>
                  </a:lnTo>
                  <a:lnTo>
                    <a:pt x="10203" y="18007"/>
                  </a:lnTo>
                  <a:lnTo>
                    <a:pt x="10203" y="15121"/>
                  </a:lnTo>
                  <a:close/>
                  <a:moveTo>
                    <a:pt x="10021" y="18189"/>
                  </a:moveTo>
                  <a:lnTo>
                    <a:pt x="10021" y="21046"/>
                  </a:lnTo>
                  <a:lnTo>
                    <a:pt x="7077" y="21046"/>
                  </a:lnTo>
                  <a:lnTo>
                    <a:pt x="7077" y="18189"/>
                  </a:lnTo>
                  <a:close/>
                  <a:moveTo>
                    <a:pt x="13154" y="18189"/>
                  </a:moveTo>
                  <a:lnTo>
                    <a:pt x="13154" y="21046"/>
                  </a:lnTo>
                  <a:lnTo>
                    <a:pt x="10203" y="21046"/>
                  </a:lnTo>
                  <a:lnTo>
                    <a:pt x="10203" y="18189"/>
                  </a:lnTo>
                  <a:close/>
                  <a:moveTo>
                    <a:pt x="613" y="1"/>
                  </a:moveTo>
                  <a:lnTo>
                    <a:pt x="613" y="2704"/>
                  </a:lnTo>
                  <a:lnTo>
                    <a:pt x="1" y="2704"/>
                  </a:lnTo>
                  <a:lnTo>
                    <a:pt x="96" y="2886"/>
                  </a:lnTo>
                  <a:lnTo>
                    <a:pt x="613" y="2886"/>
                  </a:lnTo>
                  <a:lnTo>
                    <a:pt x="613" y="4286"/>
                  </a:lnTo>
                  <a:lnTo>
                    <a:pt x="824" y="4767"/>
                  </a:lnTo>
                  <a:lnTo>
                    <a:pt x="824" y="2886"/>
                  </a:lnTo>
                  <a:lnTo>
                    <a:pt x="3768" y="2886"/>
                  </a:lnTo>
                  <a:lnTo>
                    <a:pt x="3768" y="5772"/>
                  </a:lnTo>
                  <a:lnTo>
                    <a:pt x="1218" y="5772"/>
                  </a:lnTo>
                  <a:lnTo>
                    <a:pt x="1276" y="5954"/>
                  </a:lnTo>
                  <a:lnTo>
                    <a:pt x="3768" y="5954"/>
                  </a:lnTo>
                  <a:lnTo>
                    <a:pt x="3768" y="8840"/>
                  </a:lnTo>
                  <a:lnTo>
                    <a:pt x="2340" y="8840"/>
                  </a:lnTo>
                  <a:lnTo>
                    <a:pt x="2369" y="9022"/>
                  </a:lnTo>
                  <a:lnTo>
                    <a:pt x="3768" y="9022"/>
                  </a:lnTo>
                  <a:lnTo>
                    <a:pt x="3768" y="11871"/>
                  </a:lnTo>
                  <a:lnTo>
                    <a:pt x="3134" y="11871"/>
                  </a:lnTo>
                  <a:lnTo>
                    <a:pt x="3193" y="12083"/>
                  </a:lnTo>
                  <a:lnTo>
                    <a:pt x="3768" y="12083"/>
                  </a:lnTo>
                  <a:lnTo>
                    <a:pt x="3768" y="14269"/>
                  </a:lnTo>
                  <a:lnTo>
                    <a:pt x="3980" y="15121"/>
                  </a:lnTo>
                  <a:lnTo>
                    <a:pt x="6895" y="15121"/>
                  </a:lnTo>
                  <a:lnTo>
                    <a:pt x="6895" y="18007"/>
                  </a:lnTo>
                  <a:lnTo>
                    <a:pt x="4738" y="18007"/>
                  </a:lnTo>
                  <a:lnTo>
                    <a:pt x="4803" y="18189"/>
                  </a:lnTo>
                  <a:lnTo>
                    <a:pt x="6895" y="18189"/>
                  </a:lnTo>
                  <a:lnTo>
                    <a:pt x="6895" y="21046"/>
                  </a:lnTo>
                  <a:lnTo>
                    <a:pt x="5532" y="21046"/>
                  </a:lnTo>
                  <a:lnTo>
                    <a:pt x="5590" y="21257"/>
                  </a:lnTo>
                  <a:lnTo>
                    <a:pt x="6895" y="21257"/>
                  </a:lnTo>
                  <a:lnTo>
                    <a:pt x="6895" y="23596"/>
                  </a:lnTo>
                  <a:lnTo>
                    <a:pt x="7077" y="23596"/>
                  </a:lnTo>
                  <a:lnTo>
                    <a:pt x="7077" y="21257"/>
                  </a:lnTo>
                  <a:lnTo>
                    <a:pt x="10021" y="21257"/>
                  </a:lnTo>
                  <a:lnTo>
                    <a:pt x="10021" y="23596"/>
                  </a:lnTo>
                  <a:lnTo>
                    <a:pt x="10203" y="23596"/>
                  </a:lnTo>
                  <a:lnTo>
                    <a:pt x="10203" y="21257"/>
                  </a:lnTo>
                  <a:lnTo>
                    <a:pt x="13154" y="21257"/>
                  </a:lnTo>
                  <a:lnTo>
                    <a:pt x="13154" y="23596"/>
                  </a:lnTo>
                  <a:lnTo>
                    <a:pt x="13366" y="23596"/>
                  </a:lnTo>
                  <a:lnTo>
                    <a:pt x="13366" y="21257"/>
                  </a:lnTo>
                  <a:lnTo>
                    <a:pt x="15340" y="21257"/>
                  </a:lnTo>
                  <a:cubicBezTo>
                    <a:pt x="15304" y="21192"/>
                    <a:pt x="15304" y="21104"/>
                    <a:pt x="15275" y="21046"/>
                  </a:cubicBezTo>
                  <a:lnTo>
                    <a:pt x="13366" y="21046"/>
                  </a:lnTo>
                  <a:lnTo>
                    <a:pt x="13366" y="18189"/>
                  </a:lnTo>
                  <a:lnTo>
                    <a:pt x="14459" y="18189"/>
                  </a:lnTo>
                  <a:cubicBezTo>
                    <a:pt x="14429" y="18131"/>
                    <a:pt x="14429" y="18065"/>
                    <a:pt x="14393" y="18007"/>
                  </a:cubicBezTo>
                  <a:lnTo>
                    <a:pt x="13366" y="18007"/>
                  </a:lnTo>
                  <a:lnTo>
                    <a:pt x="13366" y="15121"/>
                  </a:lnTo>
                  <a:lnTo>
                    <a:pt x="13548" y="15121"/>
                  </a:lnTo>
                  <a:cubicBezTo>
                    <a:pt x="13519" y="15063"/>
                    <a:pt x="13482" y="14998"/>
                    <a:pt x="13482" y="14939"/>
                  </a:cubicBezTo>
                  <a:lnTo>
                    <a:pt x="13366" y="14939"/>
                  </a:lnTo>
                  <a:lnTo>
                    <a:pt x="13366" y="14546"/>
                  </a:lnTo>
                  <a:cubicBezTo>
                    <a:pt x="13271" y="14334"/>
                    <a:pt x="13213" y="14123"/>
                    <a:pt x="13154" y="13905"/>
                  </a:cubicBezTo>
                  <a:lnTo>
                    <a:pt x="13154" y="14939"/>
                  </a:lnTo>
                  <a:lnTo>
                    <a:pt x="10203" y="14939"/>
                  </a:lnTo>
                  <a:lnTo>
                    <a:pt x="10203" y="12083"/>
                  </a:lnTo>
                  <a:lnTo>
                    <a:pt x="12571" y="12083"/>
                  </a:lnTo>
                  <a:cubicBezTo>
                    <a:pt x="12542" y="11995"/>
                    <a:pt x="12542" y="11937"/>
                    <a:pt x="12513" y="11871"/>
                  </a:cubicBezTo>
                  <a:lnTo>
                    <a:pt x="10203" y="11871"/>
                  </a:lnTo>
                  <a:lnTo>
                    <a:pt x="10203" y="9022"/>
                  </a:lnTo>
                  <a:lnTo>
                    <a:pt x="11544" y="9022"/>
                  </a:lnTo>
                  <a:cubicBezTo>
                    <a:pt x="11544" y="8957"/>
                    <a:pt x="11515" y="8898"/>
                    <a:pt x="11478" y="8840"/>
                  </a:cubicBezTo>
                  <a:lnTo>
                    <a:pt x="10203" y="8840"/>
                  </a:lnTo>
                  <a:lnTo>
                    <a:pt x="10203" y="5954"/>
                  </a:lnTo>
                  <a:lnTo>
                    <a:pt x="10451" y="5954"/>
                  </a:lnTo>
                  <a:cubicBezTo>
                    <a:pt x="10422" y="5889"/>
                    <a:pt x="10385" y="5830"/>
                    <a:pt x="10356" y="5772"/>
                  </a:cubicBezTo>
                  <a:lnTo>
                    <a:pt x="10203" y="5772"/>
                  </a:lnTo>
                  <a:lnTo>
                    <a:pt x="10203" y="5408"/>
                  </a:lnTo>
                  <a:cubicBezTo>
                    <a:pt x="10145" y="5255"/>
                    <a:pt x="10086" y="5102"/>
                    <a:pt x="10021" y="4949"/>
                  </a:cubicBezTo>
                  <a:lnTo>
                    <a:pt x="10021" y="5772"/>
                  </a:lnTo>
                  <a:lnTo>
                    <a:pt x="7077" y="5772"/>
                  </a:lnTo>
                  <a:lnTo>
                    <a:pt x="7077" y="2886"/>
                  </a:lnTo>
                  <a:lnTo>
                    <a:pt x="9022" y="2886"/>
                  </a:lnTo>
                  <a:cubicBezTo>
                    <a:pt x="8993" y="2828"/>
                    <a:pt x="8928" y="2763"/>
                    <a:pt x="8899" y="2704"/>
                  </a:cubicBezTo>
                  <a:lnTo>
                    <a:pt x="7077" y="2704"/>
                  </a:lnTo>
                  <a:lnTo>
                    <a:pt x="7077" y="1276"/>
                  </a:lnTo>
                  <a:cubicBezTo>
                    <a:pt x="7018" y="1247"/>
                    <a:pt x="6960" y="1218"/>
                    <a:pt x="6895" y="1189"/>
                  </a:cubicBezTo>
                  <a:lnTo>
                    <a:pt x="6895" y="2704"/>
                  </a:lnTo>
                  <a:lnTo>
                    <a:pt x="3951" y="2704"/>
                  </a:lnTo>
                  <a:lnTo>
                    <a:pt x="3951" y="365"/>
                  </a:lnTo>
                  <a:cubicBezTo>
                    <a:pt x="3892" y="365"/>
                    <a:pt x="3827" y="336"/>
                    <a:pt x="3768" y="336"/>
                  </a:cubicBezTo>
                  <a:lnTo>
                    <a:pt x="3768" y="2704"/>
                  </a:lnTo>
                  <a:lnTo>
                    <a:pt x="824" y="2704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80">
              <a:extLst>
                <a:ext uri="{FF2B5EF4-FFF2-40B4-BE49-F238E27FC236}">
                  <a16:creationId xmlns:a16="http://schemas.microsoft.com/office/drawing/2014/main" id="{A9275ABD-8E2C-7DAB-CF37-BAD566A15149}"/>
                </a:ext>
              </a:extLst>
            </p:cNvPr>
            <p:cNvSpPr/>
            <p:nvPr/>
          </p:nvSpPr>
          <p:spPr>
            <a:xfrm>
              <a:off x="5063650" y="3126700"/>
              <a:ext cx="429600" cy="595950"/>
            </a:xfrm>
            <a:custGeom>
              <a:avLst/>
              <a:gdLst/>
              <a:ahLst/>
              <a:cxnLst/>
              <a:rect l="l" t="t" r="r" b="b"/>
              <a:pathLst>
                <a:path w="17184" h="23838" extrusionOk="0">
                  <a:moveTo>
                    <a:pt x="218" y="1"/>
                  </a:moveTo>
                  <a:cubicBezTo>
                    <a:pt x="101" y="1"/>
                    <a:pt x="26" y="2"/>
                    <a:pt x="0" y="2"/>
                  </a:cubicBezTo>
                  <a:lnTo>
                    <a:pt x="0" y="250"/>
                  </a:lnTo>
                  <a:cubicBezTo>
                    <a:pt x="6" y="250"/>
                    <a:pt x="73" y="248"/>
                    <a:pt x="193" y="248"/>
                  </a:cubicBezTo>
                  <a:cubicBezTo>
                    <a:pt x="1365" y="248"/>
                    <a:pt x="7551" y="350"/>
                    <a:pt x="9561" y="2552"/>
                  </a:cubicBezTo>
                  <a:cubicBezTo>
                    <a:pt x="11718" y="4862"/>
                    <a:pt x="16426" y="21892"/>
                    <a:pt x="16877" y="23626"/>
                  </a:cubicBezTo>
                  <a:lnTo>
                    <a:pt x="7346" y="23626"/>
                  </a:lnTo>
                  <a:lnTo>
                    <a:pt x="3338" y="8324"/>
                  </a:lnTo>
                  <a:lnTo>
                    <a:pt x="3127" y="8382"/>
                  </a:lnTo>
                  <a:lnTo>
                    <a:pt x="7164" y="23838"/>
                  </a:lnTo>
                  <a:lnTo>
                    <a:pt x="17183" y="23838"/>
                  </a:lnTo>
                  <a:lnTo>
                    <a:pt x="17154" y="23714"/>
                  </a:lnTo>
                  <a:cubicBezTo>
                    <a:pt x="16943" y="22927"/>
                    <a:pt x="12024" y="4862"/>
                    <a:pt x="9743" y="2399"/>
                  </a:cubicBezTo>
                  <a:cubicBezTo>
                    <a:pt x="7663" y="99"/>
                    <a:pt x="148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80">
              <a:extLst>
                <a:ext uri="{FF2B5EF4-FFF2-40B4-BE49-F238E27FC236}">
                  <a16:creationId xmlns:a16="http://schemas.microsoft.com/office/drawing/2014/main" id="{713C9D57-04F9-FFF6-82FB-98AFE4C0293E}"/>
                </a:ext>
              </a:extLst>
            </p:cNvPr>
            <p:cNvSpPr/>
            <p:nvPr/>
          </p:nvSpPr>
          <p:spPr>
            <a:xfrm>
              <a:off x="4210325" y="3847050"/>
              <a:ext cx="3167725" cy="4600"/>
            </a:xfrm>
            <a:custGeom>
              <a:avLst/>
              <a:gdLst/>
              <a:ahLst/>
              <a:cxnLst/>
              <a:rect l="l" t="t" r="r" b="b"/>
              <a:pathLst>
                <a:path w="126709" h="184" extrusionOk="0">
                  <a:moveTo>
                    <a:pt x="66" y="1"/>
                  </a:moveTo>
                  <a:cubicBezTo>
                    <a:pt x="30" y="1"/>
                    <a:pt x="0" y="66"/>
                    <a:pt x="0" y="96"/>
                  </a:cubicBezTo>
                  <a:cubicBezTo>
                    <a:pt x="0" y="154"/>
                    <a:pt x="30" y="183"/>
                    <a:pt x="66" y="183"/>
                  </a:cubicBezTo>
                  <a:lnTo>
                    <a:pt x="126614" y="183"/>
                  </a:lnTo>
                  <a:cubicBezTo>
                    <a:pt x="126680" y="183"/>
                    <a:pt x="126709" y="154"/>
                    <a:pt x="126709" y="96"/>
                  </a:cubicBezTo>
                  <a:cubicBezTo>
                    <a:pt x="126709" y="66"/>
                    <a:pt x="126680" y="1"/>
                    <a:pt x="126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80">
              <a:extLst>
                <a:ext uri="{FF2B5EF4-FFF2-40B4-BE49-F238E27FC236}">
                  <a16:creationId xmlns:a16="http://schemas.microsoft.com/office/drawing/2014/main" id="{C09B7E06-5048-54E9-F048-EA09AEE82036}"/>
                </a:ext>
              </a:extLst>
            </p:cNvPr>
            <p:cNvSpPr/>
            <p:nvPr/>
          </p:nvSpPr>
          <p:spPr>
            <a:xfrm>
              <a:off x="6246175" y="2855825"/>
              <a:ext cx="398625" cy="245975"/>
            </a:xfrm>
            <a:custGeom>
              <a:avLst/>
              <a:gdLst/>
              <a:ahLst/>
              <a:cxnLst/>
              <a:rect l="l" t="t" r="r" b="b"/>
              <a:pathLst>
                <a:path w="15945" h="9839" extrusionOk="0">
                  <a:moveTo>
                    <a:pt x="1458" y="1"/>
                  </a:moveTo>
                  <a:cubicBezTo>
                    <a:pt x="488" y="1"/>
                    <a:pt x="0" y="759"/>
                    <a:pt x="364" y="1670"/>
                  </a:cubicBezTo>
                  <a:lnTo>
                    <a:pt x="2798" y="8133"/>
                  </a:lnTo>
                  <a:cubicBezTo>
                    <a:pt x="3126" y="9081"/>
                    <a:pt x="4219" y="9809"/>
                    <a:pt x="5167" y="9809"/>
                  </a:cubicBezTo>
                  <a:lnTo>
                    <a:pt x="14487" y="9838"/>
                  </a:lnTo>
                  <a:cubicBezTo>
                    <a:pt x="15456" y="9838"/>
                    <a:pt x="15944" y="9081"/>
                    <a:pt x="15609" y="8170"/>
                  </a:cubicBezTo>
                  <a:lnTo>
                    <a:pt x="13146" y="1699"/>
                  </a:lnTo>
                  <a:cubicBezTo>
                    <a:pt x="12818" y="788"/>
                    <a:pt x="11754" y="30"/>
                    <a:pt x="10778" y="30"/>
                  </a:cubicBez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5744;p80">
              <a:extLst>
                <a:ext uri="{FF2B5EF4-FFF2-40B4-BE49-F238E27FC236}">
                  <a16:creationId xmlns:a16="http://schemas.microsoft.com/office/drawing/2014/main" id="{792CCFEE-812F-3E71-8DDB-8393F52DC0DA}"/>
                </a:ext>
              </a:extLst>
            </p:cNvPr>
            <p:cNvSpPr/>
            <p:nvPr/>
          </p:nvSpPr>
          <p:spPr>
            <a:xfrm>
              <a:off x="6407950" y="2947650"/>
              <a:ext cx="42450" cy="37200"/>
            </a:xfrm>
            <a:custGeom>
              <a:avLst/>
              <a:gdLst/>
              <a:ahLst/>
              <a:cxnLst/>
              <a:rect l="l" t="t" r="r" b="b"/>
              <a:pathLst>
                <a:path w="1698" h="1488" extrusionOk="0">
                  <a:moveTo>
                    <a:pt x="663" y="1"/>
                  </a:moveTo>
                  <a:cubicBezTo>
                    <a:pt x="241" y="1"/>
                    <a:pt x="0" y="336"/>
                    <a:pt x="117" y="729"/>
                  </a:cubicBezTo>
                  <a:cubicBezTo>
                    <a:pt x="211" y="1152"/>
                    <a:pt x="634" y="1487"/>
                    <a:pt x="1064" y="1487"/>
                  </a:cubicBezTo>
                  <a:cubicBezTo>
                    <a:pt x="1457" y="1487"/>
                    <a:pt x="1698" y="1152"/>
                    <a:pt x="1610" y="729"/>
                  </a:cubicBezTo>
                  <a:cubicBezTo>
                    <a:pt x="1487" y="336"/>
                    <a:pt x="1064" y="1"/>
                    <a:pt x="6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5745;p80">
              <a:extLst>
                <a:ext uri="{FF2B5EF4-FFF2-40B4-BE49-F238E27FC236}">
                  <a16:creationId xmlns:a16="http://schemas.microsoft.com/office/drawing/2014/main" id="{657D6396-2902-5F4B-CFE5-E54F80C07BA6}"/>
                </a:ext>
              </a:extLst>
            </p:cNvPr>
            <p:cNvSpPr/>
            <p:nvPr/>
          </p:nvSpPr>
          <p:spPr>
            <a:xfrm>
              <a:off x="6574075" y="3066800"/>
              <a:ext cx="245975" cy="35000"/>
            </a:xfrm>
            <a:custGeom>
              <a:avLst/>
              <a:gdLst/>
              <a:ahLst/>
              <a:cxnLst/>
              <a:rect l="l" t="t" r="r" b="b"/>
              <a:pathLst>
                <a:path w="9839" h="1400" extrusionOk="0">
                  <a:moveTo>
                    <a:pt x="249" y="0"/>
                  </a:moveTo>
                  <a:cubicBezTo>
                    <a:pt x="125" y="0"/>
                    <a:pt x="1" y="95"/>
                    <a:pt x="1" y="212"/>
                  </a:cubicBezTo>
                  <a:lnTo>
                    <a:pt x="1" y="1152"/>
                  </a:lnTo>
                  <a:cubicBezTo>
                    <a:pt x="1" y="1276"/>
                    <a:pt x="125" y="1370"/>
                    <a:pt x="249" y="1370"/>
                  </a:cubicBezTo>
                  <a:lnTo>
                    <a:pt x="9627" y="1399"/>
                  </a:lnTo>
                  <a:cubicBezTo>
                    <a:pt x="9751" y="1399"/>
                    <a:pt x="9839" y="1305"/>
                    <a:pt x="9839" y="1188"/>
                  </a:cubicBezTo>
                  <a:lnTo>
                    <a:pt x="9839" y="241"/>
                  </a:lnTo>
                  <a:cubicBezTo>
                    <a:pt x="9839" y="95"/>
                    <a:pt x="9751" y="0"/>
                    <a:pt x="9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80">
              <a:extLst>
                <a:ext uri="{FF2B5EF4-FFF2-40B4-BE49-F238E27FC236}">
                  <a16:creationId xmlns:a16="http://schemas.microsoft.com/office/drawing/2014/main" id="{9B861E61-6CA8-DC8B-AEFF-6C40E1AFE2FF}"/>
                </a:ext>
              </a:extLst>
            </p:cNvPr>
            <p:cNvSpPr/>
            <p:nvPr/>
          </p:nvSpPr>
          <p:spPr>
            <a:xfrm>
              <a:off x="6897450" y="2952200"/>
              <a:ext cx="125375" cy="151050"/>
            </a:xfrm>
            <a:custGeom>
              <a:avLst/>
              <a:gdLst/>
              <a:ahLst/>
              <a:cxnLst/>
              <a:rect l="l" t="t" r="r" b="b"/>
              <a:pathLst>
                <a:path w="5015" h="6042" extrusionOk="0">
                  <a:moveTo>
                    <a:pt x="1" y="1"/>
                  </a:moveTo>
                  <a:lnTo>
                    <a:pt x="613" y="6042"/>
                  </a:lnTo>
                  <a:lnTo>
                    <a:pt x="4402" y="6042"/>
                  </a:lnTo>
                  <a:lnTo>
                    <a:pt x="5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5747;p80">
              <a:extLst>
                <a:ext uri="{FF2B5EF4-FFF2-40B4-BE49-F238E27FC236}">
                  <a16:creationId xmlns:a16="http://schemas.microsoft.com/office/drawing/2014/main" id="{51B43002-B3D1-2663-B8B3-7AF78BEDA390}"/>
                </a:ext>
              </a:extLst>
            </p:cNvPr>
            <p:cNvSpPr/>
            <p:nvPr/>
          </p:nvSpPr>
          <p:spPr>
            <a:xfrm>
              <a:off x="6895275" y="2949850"/>
              <a:ext cx="129725" cy="154875"/>
            </a:xfrm>
            <a:custGeom>
              <a:avLst/>
              <a:gdLst/>
              <a:ahLst/>
              <a:cxnLst/>
              <a:rect l="l" t="t" r="r" b="b"/>
              <a:pathLst>
                <a:path w="5189" h="6195" extrusionOk="0">
                  <a:moveTo>
                    <a:pt x="5006" y="153"/>
                  </a:moveTo>
                  <a:lnTo>
                    <a:pt x="4402" y="6048"/>
                  </a:lnTo>
                  <a:lnTo>
                    <a:pt x="787" y="6048"/>
                  </a:lnTo>
                  <a:lnTo>
                    <a:pt x="182" y="153"/>
                  </a:lnTo>
                  <a:close/>
                  <a:moveTo>
                    <a:pt x="88" y="0"/>
                  </a:moveTo>
                  <a:cubicBezTo>
                    <a:pt x="58" y="0"/>
                    <a:pt x="29" y="0"/>
                    <a:pt x="0" y="36"/>
                  </a:cubicBezTo>
                  <a:lnTo>
                    <a:pt x="0" y="95"/>
                  </a:lnTo>
                  <a:lnTo>
                    <a:pt x="634" y="6136"/>
                  </a:lnTo>
                  <a:cubicBezTo>
                    <a:pt x="634" y="6165"/>
                    <a:pt x="663" y="6194"/>
                    <a:pt x="700" y="6194"/>
                  </a:cubicBezTo>
                  <a:lnTo>
                    <a:pt x="4489" y="6194"/>
                  </a:lnTo>
                  <a:cubicBezTo>
                    <a:pt x="4525" y="6194"/>
                    <a:pt x="4555" y="6165"/>
                    <a:pt x="4555" y="6136"/>
                  </a:cubicBezTo>
                  <a:lnTo>
                    <a:pt x="5189" y="95"/>
                  </a:lnTo>
                  <a:cubicBezTo>
                    <a:pt x="5189" y="66"/>
                    <a:pt x="5189" y="36"/>
                    <a:pt x="5159" y="36"/>
                  </a:cubicBezTo>
                  <a:cubicBezTo>
                    <a:pt x="5159" y="0"/>
                    <a:pt x="5130" y="0"/>
                    <a:pt x="5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5748;p80">
              <a:extLst>
                <a:ext uri="{FF2B5EF4-FFF2-40B4-BE49-F238E27FC236}">
                  <a16:creationId xmlns:a16="http://schemas.microsoft.com/office/drawing/2014/main" id="{92E6106C-0BAF-1A48-FDCD-38CEB2A88F75}"/>
                </a:ext>
              </a:extLst>
            </p:cNvPr>
            <p:cNvSpPr/>
            <p:nvPr/>
          </p:nvSpPr>
          <p:spPr>
            <a:xfrm>
              <a:off x="6900550" y="2983350"/>
              <a:ext cx="119175" cy="77450"/>
            </a:xfrm>
            <a:custGeom>
              <a:avLst/>
              <a:gdLst/>
              <a:ahLst/>
              <a:cxnLst/>
              <a:rect l="l" t="t" r="r" b="b"/>
              <a:pathLst>
                <a:path w="4767" h="3098" extrusionOk="0">
                  <a:moveTo>
                    <a:pt x="0" y="1"/>
                  </a:moveTo>
                  <a:lnTo>
                    <a:pt x="336" y="3098"/>
                  </a:lnTo>
                  <a:lnTo>
                    <a:pt x="4431" y="3098"/>
                  </a:lnTo>
                  <a:lnTo>
                    <a:pt x="476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5749;p80">
              <a:extLst>
                <a:ext uri="{FF2B5EF4-FFF2-40B4-BE49-F238E27FC236}">
                  <a16:creationId xmlns:a16="http://schemas.microsoft.com/office/drawing/2014/main" id="{79BC64A8-E93C-D10E-430A-77BEE5DB4DBE}"/>
                </a:ext>
              </a:extLst>
            </p:cNvPr>
            <p:cNvSpPr/>
            <p:nvPr/>
          </p:nvSpPr>
          <p:spPr>
            <a:xfrm>
              <a:off x="6898175" y="2981000"/>
              <a:ext cx="123900" cy="82000"/>
            </a:xfrm>
            <a:custGeom>
              <a:avLst/>
              <a:gdLst/>
              <a:ahLst/>
              <a:cxnLst/>
              <a:rect l="l" t="t" r="r" b="b"/>
              <a:pathLst>
                <a:path w="4956" h="3280" extrusionOk="0">
                  <a:moveTo>
                    <a:pt x="4774" y="153"/>
                  </a:moveTo>
                  <a:lnTo>
                    <a:pt x="4468" y="3097"/>
                  </a:lnTo>
                  <a:lnTo>
                    <a:pt x="489" y="3097"/>
                  </a:lnTo>
                  <a:lnTo>
                    <a:pt x="183" y="153"/>
                  </a:lnTo>
                  <a:close/>
                  <a:moveTo>
                    <a:pt x="95" y="0"/>
                  </a:moveTo>
                  <a:cubicBezTo>
                    <a:pt x="66" y="0"/>
                    <a:pt x="37" y="0"/>
                    <a:pt x="37" y="29"/>
                  </a:cubicBezTo>
                  <a:cubicBezTo>
                    <a:pt x="1" y="29"/>
                    <a:pt x="1" y="66"/>
                    <a:pt x="1" y="95"/>
                  </a:cubicBezTo>
                  <a:lnTo>
                    <a:pt x="336" y="3192"/>
                  </a:lnTo>
                  <a:cubicBezTo>
                    <a:pt x="336" y="3250"/>
                    <a:pt x="365" y="3279"/>
                    <a:pt x="431" y="3279"/>
                  </a:cubicBezTo>
                  <a:lnTo>
                    <a:pt x="4526" y="3279"/>
                  </a:lnTo>
                  <a:cubicBezTo>
                    <a:pt x="4592" y="3279"/>
                    <a:pt x="4621" y="3250"/>
                    <a:pt x="4621" y="3192"/>
                  </a:cubicBezTo>
                  <a:lnTo>
                    <a:pt x="4956" y="95"/>
                  </a:lnTo>
                  <a:cubicBezTo>
                    <a:pt x="4956" y="66"/>
                    <a:pt x="4956" y="29"/>
                    <a:pt x="4920" y="29"/>
                  </a:cubicBezTo>
                  <a:cubicBezTo>
                    <a:pt x="4920" y="0"/>
                    <a:pt x="4890" y="0"/>
                    <a:pt x="4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5750;p80">
              <a:extLst>
                <a:ext uri="{FF2B5EF4-FFF2-40B4-BE49-F238E27FC236}">
                  <a16:creationId xmlns:a16="http://schemas.microsoft.com/office/drawing/2014/main" id="{A01CD055-9297-CC92-C669-63AA1074D698}"/>
                </a:ext>
              </a:extLst>
            </p:cNvPr>
            <p:cNvSpPr/>
            <p:nvPr/>
          </p:nvSpPr>
          <p:spPr>
            <a:xfrm>
              <a:off x="6903650" y="2909750"/>
              <a:ext cx="114600" cy="27350"/>
            </a:xfrm>
            <a:custGeom>
              <a:avLst/>
              <a:gdLst/>
              <a:ahLst/>
              <a:cxnLst/>
              <a:rect l="l" t="t" r="r" b="b"/>
              <a:pathLst>
                <a:path w="4584" h="1094" extrusionOk="0">
                  <a:moveTo>
                    <a:pt x="146" y="1"/>
                  </a:moveTo>
                  <a:cubicBezTo>
                    <a:pt x="59" y="1"/>
                    <a:pt x="0" y="59"/>
                    <a:pt x="0" y="183"/>
                  </a:cubicBezTo>
                  <a:lnTo>
                    <a:pt x="0" y="912"/>
                  </a:lnTo>
                  <a:cubicBezTo>
                    <a:pt x="0" y="999"/>
                    <a:pt x="59" y="1094"/>
                    <a:pt x="146" y="1094"/>
                  </a:cubicBezTo>
                  <a:lnTo>
                    <a:pt x="4402" y="1094"/>
                  </a:lnTo>
                  <a:cubicBezTo>
                    <a:pt x="4489" y="1094"/>
                    <a:pt x="4584" y="999"/>
                    <a:pt x="4584" y="912"/>
                  </a:cubicBezTo>
                  <a:lnTo>
                    <a:pt x="4584" y="183"/>
                  </a:lnTo>
                  <a:cubicBezTo>
                    <a:pt x="4584" y="59"/>
                    <a:pt x="4489" y="1"/>
                    <a:pt x="4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5751;p80">
              <a:extLst>
                <a:ext uri="{FF2B5EF4-FFF2-40B4-BE49-F238E27FC236}">
                  <a16:creationId xmlns:a16="http://schemas.microsoft.com/office/drawing/2014/main" id="{AF6C7218-D1BE-8295-EFB4-A752969856CA}"/>
                </a:ext>
              </a:extLst>
            </p:cNvPr>
            <p:cNvSpPr/>
            <p:nvPr/>
          </p:nvSpPr>
          <p:spPr>
            <a:xfrm>
              <a:off x="6883050" y="2926350"/>
              <a:ext cx="154875" cy="28075"/>
            </a:xfrm>
            <a:custGeom>
              <a:avLst/>
              <a:gdLst/>
              <a:ahLst/>
              <a:cxnLst/>
              <a:rect l="l" t="t" r="r" b="b"/>
              <a:pathLst>
                <a:path w="6195" h="1123" extrusionOk="0">
                  <a:moveTo>
                    <a:pt x="241" y="0"/>
                  </a:moveTo>
                  <a:cubicBezTo>
                    <a:pt x="125" y="0"/>
                    <a:pt x="1" y="95"/>
                    <a:pt x="1" y="248"/>
                  </a:cubicBezTo>
                  <a:lnTo>
                    <a:pt x="1" y="882"/>
                  </a:lnTo>
                  <a:cubicBezTo>
                    <a:pt x="1" y="1006"/>
                    <a:pt x="125" y="1122"/>
                    <a:pt x="241" y="1122"/>
                  </a:cubicBezTo>
                  <a:lnTo>
                    <a:pt x="5954" y="1122"/>
                  </a:lnTo>
                  <a:cubicBezTo>
                    <a:pt x="6107" y="1122"/>
                    <a:pt x="6195" y="1006"/>
                    <a:pt x="6195" y="882"/>
                  </a:cubicBezTo>
                  <a:lnTo>
                    <a:pt x="6195" y="248"/>
                  </a:lnTo>
                  <a:cubicBezTo>
                    <a:pt x="6195" y="95"/>
                    <a:pt x="6107" y="0"/>
                    <a:pt x="5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5752;p80">
              <a:extLst>
                <a:ext uri="{FF2B5EF4-FFF2-40B4-BE49-F238E27FC236}">
                  <a16:creationId xmlns:a16="http://schemas.microsoft.com/office/drawing/2014/main" id="{D753197E-0862-4AD2-5CA2-614C28478A3F}"/>
                </a:ext>
              </a:extLst>
            </p:cNvPr>
            <p:cNvSpPr/>
            <p:nvPr/>
          </p:nvSpPr>
          <p:spPr>
            <a:xfrm>
              <a:off x="5543325" y="1868250"/>
              <a:ext cx="270925" cy="286950"/>
            </a:xfrm>
            <a:custGeom>
              <a:avLst/>
              <a:gdLst/>
              <a:ahLst/>
              <a:cxnLst/>
              <a:rect l="l" t="t" r="r" b="b"/>
              <a:pathLst>
                <a:path w="10837" h="11478" extrusionOk="0">
                  <a:moveTo>
                    <a:pt x="1429" y="1"/>
                  </a:moveTo>
                  <a:cubicBezTo>
                    <a:pt x="634" y="1"/>
                    <a:pt x="0" y="635"/>
                    <a:pt x="0" y="1458"/>
                  </a:cubicBezTo>
                  <a:lnTo>
                    <a:pt x="0" y="4890"/>
                  </a:lnTo>
                  <a:lnTo>
                    <a:pt x="0" y="5073"/>
                  </a:lnTo>
                  <a:lnTo>
                    <a:pt x="0" y="5284"/>
                  </a:lnTo>
                  <a:lnTo>
                    <a:pt x="0" y="8716"/>
                  </a:lnTo>
                  <a:cubicBezTo>
                    <a:pt x="0" y="9503"/>
                    <a:pt x="634" y="10144"/>
                    <a:pt x="1429" y="10144"/>
                  </a:cubicBezTo>
                  <a:lnTo>
                    <a:pt x="9350" y="10144"/>
                  </a:lnTo>
                  <a:lnTo>
                    <a:pt x="10836" y="11478"/>
                  </a:lnTo>
                  <a:lnTo>
                    <a:pt x="10836" y="8716"/>
                  </a:lnTo>
                  <a:lnTo>
                    <a:pt x="10836" y="7805"/>
                  </a:lnTo>
                  <a:lnTo>
                    <a:pt x="10836" y="7681"/>
                  </a:lnTo>
                  <a:lnTo>
                    <a:pt x="10836" y="5284"/>
                  </a:lnTo>
                  <a:lnTo>
                    <a:pt x="10836" y="4890"/>
                  </a:lnTo>
                  <a:lnTo>
                    <a:pt x="10836" y="3979"/>
                  </a:lnTo>
                  <a:lnTo>
                    <a:pt x="10836" y="1458"/>
                  </a:lnTo>
                  <a:cubicBezTo>
                    <a:pt x="10836" y="635"/>
                    <a:pt x="10173" y="1"/>
                    <a:pt x="93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5753;p80">
              <a:extLst>
                <a:ext uri="{FF2B5EF4-FFF2-40B4-BE49-F238E27FC236}">
                  <a16:creationId xmlns:a16="http://schemas.microsoft.com/office/drawing/2014/main" id="{385AA3A3-72BA-49A3-7BCB-8514BF3C846C}"/>
                </a:ext>
              </a:extLst>
            </p:cNvPr>
            <p:cNvSpPr/>
            <p:nvPr/>
          </p:nvSpPr>
          <p:spPr>
            <a:xfrm>
              <a:off x="5540225" y="1865150"/>
              <a:ext cx="276400" cy="293150"/>
            </a:xfrm>
            <a:custGeom>
              <a:avLst/>
              <a:gdLst/>
              <a:ahLst/>
              <a:cxnLst/>
              <a:rect l="l" t="t" r="r" b="b"/>
              <a:pathLst>
                <a:path w="11056" h="11726" extrusionOk="0">
                  <a:moveTo>
                    <a:pt x="9503" y="249"/>
                  </a:moveTo>
                  <a:cubicBezTo>
                    <a:pt x="10232" y="249"/>
                    <a:pt x="10844" y="824"/>
                    <a:pt x="10844" y="1582"/>
                  </a:cubicBezTo>
                  <a:lnTo>
                    <a:pt x="10844" y="11361"/>
                  </a:lnTo>
                  <a:lnTo>
                    <a:pt x="9568" y="10174"/>
                  </a:lnTo>
                  <a:cubicBezTo>
                    <a:pt x="9539" y="10174"/>
                    <a:pt x="9503" y="10144"/>
                    <a:pt x="9474" y="10144"/>
                  </a:cubicBezTo>
                  <a:lnTo>
                    <a:pt x="1553" y="10144"/>
                  </a:lnTo>
                  <a:cubicBezTo>
                    <a:pt x="824" y="10144"/>
                    <a:pt x="248" y="9569"/>
                    <a:pt x="248" y="8840"/>
                  </a:cubicBezTo>
                  <a:lnTo>
                    <a:pt x="248" y="5408"/>
                  </a:lnTo>
                  <a:lnTo>
                    <a:pt x="248" y="5226"/>
                  </a:lnTo>
                  <a:lnTo>
                    <a:pt x="248" y="5197"/>
                  </a:lnTo>
                  <a:lnTo>
                    <a:pt x="248" y="5014"/>
                  </a:lnTo>
                  <a:lnTo>
                    <a:pt x="248" y="1582"/>
                  </a:lnTo>
                  <a:cubicBezTo>
                    <a:pt x="248" y="824"/>
                    <a:pt x="824" y="249"/>
                    <a:pt x="1553" y="249"/>
                  </a:cubicBezTo>
                  <a:close/>
                  <a:moveTo>
                    <a:pt x="1553" y="1"/>
                  </a:moveTo>
                  <a:cubicBezTo>
                    <a:pt x="700" y="1"/>
                    <a:pt x="0" y="700"/>
                    <a:pt x="0" y="1582"/>
                  </a:cubicBezTo>
                  <a:lnTo>
                    <a:pt x="0" y="5014"/>
                  </a:lnTo>
                  <a:cubicBezTo>
                    <a:pt x="0" y="5073"/>
                    <a:pt x="0" y="5131"/>
                    <a:pt x="30" y="5197"/>
                  </a:cubicBezTo>
                  <a:cubicBezTo>
                    <a:pt x="0" y="5255"/>
                    <a:pt x="0" y="5313"/>
                    <a:pt x="0" y="5408"/>
                  </a:cubicBezTo>
                  <a:lnTo>
                    <a:pt x="0" y="8840"/>
                  </a:lnTo>
                  <a:cubicBezTo>
                    <a:pt x="0" y="9685"/>
                    <a:pt x="700" y="10385"/>
                    <a:pt x="1553" y="10385"/>
                  </a:cubicBezTo>
                  <a:lnTo>
                    <a:pt x="9445" y="10385"/>
                  </a:lnTo>
                  <a:lnTo>
                    <a:pt x="10873" y="11689"/>
                  </a:lnTo>
                  <a:cubicBezTo>
                    <a:pt x="10902" y="11726"/>
                    <a:pt x="10931" y="11726"/>
                    <a:pt x="10960" y="11726"/>
                  </a:cubicBezTo>
                  <a:lnTo>
                    <a:pt x="10997" y="11726"/>
                  </a:lnTo>
                  <a:cubicBezTo>
                    <a:pt x="11055" y="11689"/>
                    <a:pt x="11055" y="11660"/>
                    <a:pt x="11055" y="11602"/>
                  </a:cubicBezTo>
                  <a:lnTo>
                    <a:pt x="11055" y="1582"/>
                  </a:lnTo>
                  <a:cubicBezTo>
                    <a:pt x="11055" y="700"/>
                    <a:pt x="10355" y="1"/>
                    <a:pt x="9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5754;p80">
              <a:extLst>
                <a:ext uri="{FF2B5EF4-FFF2-40B4-BE49-F238E27FC236}">
                  <a16:creationId xmlns:a16="http://schemas.microsoft.com/office/drawing/2014/main" id="{E0B297EB-1148-2581-BB8B-1726CECD9C1C}"/>
                </a:ext>
              </a:extLst>
            </p:cNvPr>
            <p:cNvSpPr/>
            <p:nvPr/>
          </p:nvSpPr>
          <p:spPr>
            <a:xfrm>
              <a:off x="5626025" y="1948775"/>
              <a:ext cx="104050" cy="124450"/>
            </a:xfrm>
            <a:custGeom>
              <a:avLst/>
              <a:gdLst/>
              <a:ahLst/>
              <a:cxnLst/>
              <a:rect l="l" t="t" r="r" b="b"/>
              <a:pathLst>
                <a:path w="4162" h="4978" extrusionOk="0">
                  <a:moveTo>
                    <a:pt x="1" y="1"/>
                  </a:moveTo>
                  <a:lnTo>
                    <a:pt x="518" y="4978"/>
                  </a:lnTo>
                  <a:lnTo>
                    <a:pt x="3644" y="4978"/>
                  </a:lnTo>
                  <a:lnTo>
                    <a:pt x="41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5755;p80">
              <a:extLst>
                <a:ext uri="{FF2B5EF4-FFF2-40B4-BE49-F238E27FC236}">
                  <a16:creationId xmlns:a16="http://schemas.microsoft.com/office/drawing/2014/main" id="{DE396E5E-CC80-3BA8-453A-6E3CA65A4838}"/>
                </a:ext>
              </a:extLst>
            </p:cNvPr>
            <p:cNvSpPr/>
            <p:nvPr/>
          </p:nvSpPr>
          <p:spPr>
            <a:xfrm>
              <a:off x="5623850" y="1946400"/>
              <a:ext cx="108425" cy="129025"/>
            </a:xfrm>
            <a:custGeom>
              <a:avLst/>
              <a:gdLst/>
              <a:ahLst/>
              <a:cxnLst/>
              <a:rect l="l" t="t" r="r" b="b"/>
              <a:pathLst>
                <a:path w="4337" h="5161" extrusionOk="0">
                  <a:moveTo>
                    <a:pt x="4154" y="154"/>
                  </a:moveTo>
                  <a:lnTo>
                    <a:pt x="3644" y="4978"/>
                  </a:lnTo>
                  <a:lnTo>
                    <a:pt x="693" y="4978"/>
                  </a:lnTo>
                  <a:lnTo>
                    <a:pt x="182" y="154"/>
                  </a:lnTo>
                  <a:close/>
                  <a:moveTo>
                    <a:pt x="88" y="1"/>
                  </a:moveTo>
                  <a:cubicBezTo>
                    <a:pt x="59" y="1"/>
                    <a:pt x="59" y="1"/>
                    <a:pt x="29" y="30"/>
                  </a:cubicBezTo>
                  <a:cubicBezTo>
                    <a:pt x="29" y="30"/>
                    <a:pt x="0" y="59"/>
                    <a:pt x="0" y="96"/>
                  </a:cubicBezTo>
                  <a:lnTo>
                    <a:pt x="547" y="5073"/>
                  </a:lnTo>
                  <a:cubicBezTo>
                    <a:pt x="547" y="5131"/>
                    <a:pt x="576" y="5160"/>
                    <a:pt x="605" y="5160"/>
                  </a:cubicBezTo>
                  <a:lnTo>
                    <a:pt x="3731" y="5160"/>
                  </a:lnTo>
                  <a:cubicBezTo>
                    <a:pt x="3760" y="5160"/>
                    <a:pt x="3826" y="5131"/>
                    <a:pt x="3826" y="5073"/>
                  </a:cubicBezTo>
                  <a:lnTo>
                    <a:pt x="4336" y="96"/>
                  </a:lnTo>
                  <a:cubicBezTo>
                    <a:pt x="4336" y="59"/>
                    <a:pt x="4336" y="30"/>
                    <a:pt x="4307" y="30"/>
                  </a:cubicBezTo>
                  <a:cubicBezTo>
                    <a:pt x="4307" y="1"/>
                    <a:pt x="4278" y="1"/>
                    <a:pt x="42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5756;p80">
              <a:extLst>
                <a:ext uri="{FF2B5EF4-FFF2-40B4-BE49-F238E27FC236}">
                  <a16:creationId xmlns:a16="http://schemas.microsoft.com/office/drawing/2014/main" id="{8375A921-EA6C-3D9E-75A1-985DE535F219}"/>
                </a:ext>
              </a:extLst>
            </p:cNvPr>
            <p:cNvSpPr/>
            <p:nvPr/>
          </p:nvSpPr>
          <p:spPr>
            <a:xfrm>
              <a:off x="5629125" y="1974475"/>
              <a:ext cx="98575" cy="63775"/>
            </a:xfrm>
            <a:custGeom>
              <a:avLst/>
              <a:gdLst/>
              <a:ahLst/>
              <a:cxnLst/>
              <a:rect l="l" t="t" r="r" b="b"/>
              <a:pathLst>
                <a:path w="3943" h="2551" extrusionOk="0">
                  <a:moveTo>
                    <a:pt x="1" y="0"/>
                  </a:moveTo>
                  <a:lnTo>
                    <a:pt x="270" y="2551"/>
                  </a:lnTo>
                  <a:lnTo>
                    <a:pt x="3673" y="2551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5757;p80">
              <a:extLst>
                <a:ext uri="{FF2B5EF4-FFF2-40B4-BE49-F238E27FC236}">
                  <a16:creationId xmlns:a16="http://schemas.microsoft.com/office/drawing/2014/main" id="{77AC1E80-2E71-A877-81A2-06E518C7DDC5}"/>
                </a:ext>
              </a:extLst>
            </p:cNvPr>
            <p:cNvSpPr/>
            <p:nvPr/>
          </p:nvSpPr>
          <p:spPr>
            <a:xfrm>
              <a:off x="5631325" y="1913800"/>
              <a:ext cx="94925" cy="22075"/>
            </a:xfrm>
            <a:custGeom>
              <a:avLst/>
              <a:gdLst/>
              <a:ahLst/>
              <a:cxnLst/>
              <a:rect l="l" t="t" r="r" b="b"/>
              <a:pathLst>
                <a:path w="3797" h="883" extrusionOk="0">
                  <a:moveTo>
                    <a:pt x="153" y="1"/>
                  </a:moveTo>
                  <a:cubicBezTo>
                    <a:pt x="66" y="1"/>
                    <a:pt x="0" y="59"/>
                    <a:pt x="0" y="124"/>
                  </a:cubicBezTo>
                  <a:lnTo>
                    <a:pt x="0" y="729"/>
                  </a:lnTo>
                  <a:cubicBezTo>
                    <a:pt x="0" y="817"/>
                    <a:pt x="66" y="882"/>
                    <a:pt x="153" y="882"/>
                  </a:cubicBezTo>
                  <a:lnTo>
                    <a:pt x="3644" y="882"/>
                  </a:lnTo>
                  <a:cubicBezTo>
                    <a:pt x="3738" y="882"/>
                    <a:pt x="3797" y="817"/>
                    <a:pt x="3797" y="729"/>
                  </a:cubicBezTo>
                  <a:lnTo>
                    <a:pt x="3797" y="124"/>
                  </a:lnTo>
                  <a:cubicBezTo>
                    <a:pt x="3797" y="59"/>
                    <a:pt x="3738" y="1"/>
                    <a:pt x="36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5758;p80">
              <a:extLst>
                <a:ext uri="{FF2B5EF4-FFF2-40B4-BE49-F238E27FC236}">
                  <a16:creationId xmlns:a16="http://schemas.microsoft.com/office/drawing/2014/main" id="{E960A17A-AB7F-DFE6-37F4-DEF44883EE0B}"/>
                </a:ext>
              </a:extLst>
            </p:cNvPr>
            <p:cNvSpPr/>
            <p:nvPr/>
          </p:nvSpPr>
          <p:spPr>
            <a:xfrm>
              <a:off x="5614725" y="1927475"/>
              <a:ext cx="127550" cy="22775"/>
            </a:xfrm>
            <a:custGeom>
              <a:avLst/>
              <a:gdLst/>
              <a:ahLst/>
              <a:cxnLst/>
              <a:rect l="l" t="t" r="r" b="b"/>
              <a:pathLst>
                <a:path w="5102" h="911" extrusionOk="0">
                  <a:moveTo>
                    <a:pt x="212" y="0"/>
                  </a:moveTo>
                  <a:cubicBezTo>
                    <a:pt x="88" y="0"/>
                    <a:pt x="1" y="87"/>
                    <a:pt x="1" y="182"/>
                  </a:cubicBezTo>
                  <a:lnTo>
                    <a:pt x="1" y="729"/>
                  </a:lnTo>
                  <a:cubicBezTo>
                    <a:pt x="1" y="816"/>
                    <a:pt x="88" y="911"/>
                    <a:pt x="212" y="911"/>
                  </a:cubicBezTo>
                  <a:lnTo>
                    <a:pt x="4920" y="911"/>
                  </a:lnTo>
                  <a:cubicBezTo>
                    <a:pt x="5007" y="911"/>
                    <a:pt x="5102" y="816"/>
                    <a:pt x="5102" y="729"/>
                  </a:cubicBezTo>
                  <a:lnTo>
                    <a:pt x="5102" y="182"/>
                  </a:lnTo>
                  <a:cubicBezTo>
                    <a:pt x="5102" y="87"/>
                    <a:pt x="5007" y="0"/>
                    <a:pt x="49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5759;p80">
              <a:extLst>
                <a:ext uri="{FF2B5EF4-FFF2-40B4-BE49-F238E27FC236}">
                  <a16:creationId xmlns:a16="http://schemas.microsoft.com/office/drawing/2014/main" id="{9A56488B-3002-4018-F311-ED12503FCB02}"/>
                </a:ext>
              </a:extLst>
            </p:cNvPr>
            <p:cNvSpPr/>
            <p:nvPr/>
          </p:nvSpPr>
          <p:spPr>
            <a:xfrm>
              <a:off x="6339625" y="2289450"/>
              <a:ext cx="245950" cy="207350"/>
            </a:xfrm>
            <a:custGeom>
              <a:avLst/>
              <a:gdLst/>
              <a:ahLst/>
              <a:cxnLst/>
              <a:rect l="l" t="t" r="r" b="b"/>
              <a:pathLst>
                <a:path w="9838" h="8294" extrusionOk="0">
                  <a:moveTo>
                    <a:pt x="1545" y="0"/>
                  </a:moveTo>
                  <a:cubicBezTo>
                    <a:pt x="700" y="0"/>
                    <a:pt x="0" y="700"/>
                    <a:pt x="0" y="1553"/>
                  </a:cubicBezTo>
                  <a:lnTo>
                    <a:pt x="0" y="5254"/>
                  </a:lnTo>
                  <a:cubicBezTo>
                    <a:pt x="0" y="6136"/>
                    <a:pt x="700" y="6836"/>
                    <a:pt x="1545" y="6836"/>
                  </a:cubicBezTo>
                  <a:lnTo>
                    <a:pt x="8257" y="6836"/>
                  </a:lnTo>
                  <a:lnTo>
                    <a:pt x="9838" y="8293"/>
                  </a:lnTo>
                  <a:lnTo>
                    <a:pt x="9838" y="5254"/>
                  </a:lnTo>
                  <a:lnTo>
                    <a:pt x="9838" y="4314"/>
                  </a:lnTo>
                  <a:lnTo>
                    <a:pt x="9838" y="1553"/>
                  </a:lnTo>
                  <a:cubicBezTo>
                    <a:pt x="9838" y="700"/>
                    <a:pt x="9138" y="0"/>
                    <a:pt x="8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5760;p80">
              <a:extLst>
                <a:ext uri="{FF2B5EF4-FFF2-40B4-BE49-F238E27FC236}">
                  <a16:creationId xmlns:a16="http://schemas.microsoft.com/office/drawing/2014/main" id="{3D2FD367-4BDE-F623-E4A8-43F864AD2D33}"/>
                </a:ext>
              </a:extLst>
            </p:cNvPr>
            <p:cNvSpPr/>
            <p:nvPr/>
          </p:nvSpPr>
          <p:spPr>
            <a:xfrm>
              <a:off x="6337250" y="2287250"/>
              <a:ext cx="250525" cy="211000"/>
            </a:xfrm>
            <a:custGeom>
              <a:avLst/>
              <a:gdLst/>
              <a:ahLst/>
              <a:cxnLst/>
              <a:rect l="l" t="t" r="r" b="b"/>
              <a:pathLst>
                <a:path w="10021" h="8440" extrusionOk="0">
                  <a:moveTo>
                    <a:pt x="8381" y="154"/>
                  </a:moveTo>
                  <a:cubicBezTo>
                    <a:pt x="9204" y="154"/>
                    <a:pt x="9838" y="817"/>
                    <a:pt x="9838" y="1641"/>
                  </a:cubicBezTo>
                  <a:lnTo>
                    <a:pt x="9838" y="8170"/>
                  </a:lnTo>
                  <a:lnTo>
                    <a:pt x="8410" y="6865"/>
                  </a:lnTo>
                  <a:cubicBezTo>
                    <a:pt x="8381" y="6829"/>
                    <a:pt x="8381" y="6829"/>
                    <a:pt x="8352" y="6829"/>
                  </a:cubicBezTo>
                  <a:lnTo>
                    <a:pt x="1640" y="6829"/>
                  </a:lnTo>
                  <a:cubicBezTo>
                    <a:pt x="824" y="6829"/>
                    <a:pt x="154" y="6166"/>
                    <a:pt x="154" y="5342"/>
                  </a:cubicBezTo>
                  <a:lnTo>
                    <a:pt x="154" y="1641"/>
                  </a:lnTo>
                  <a:cubicBezTo>
                    <a:pt x="154" y="817"/>
                    <a:pt x="824" y="154"/>
                    <a:pt x="1640" y="154"/>
                  </a:cubicBezTo>
                  <a:close/>
                  <a:moveTo>
                    <a:pt x="1640" y="1"/>
                  </a:moveTo>
                  <a:cubicBezTo>
                    <a:pt x="729" y="1"/>
                    <a:pt x="1" y="730"/>
                    <a:pt x="1" y="1641"/>
                  </a:cubicBezTo>
                  <a:lnTo>
                    <a:pt x="1" y="5342"/>
                  </a:lnTo>
                  <a:cubicBezTo>
                    <a:pt x="1" y="6253"/>
                    <a:pt x="729" y="6982"/>
                    <a:pt x="1640" y="6982"/>
                  </a:cubicBezTo>
                  <a:lnTo>
                    <a:pt x="8323" y="6982"/>
                  </a:lnTo>
                  <a:lnTo>
                    <a:pt x="9867" y="8439"/>
                  </a:lnTo>
                  <a:lnTo>
                    <a:pt x="9962" y="8439"/>
                  </a:lnTo>
                  <a:cubicBezTo>
                    <a:pt x="9991" y="8439"/>
                    <a:pt x="10020" y="8410"/>
                    <a:pt x="10020" y="8381"/>
                  </a:cubicBezTo>
                  <a:lnTo>
                    <a:pt x="10020" y="1641"/>
                  </a:lnTo>
                  <a:cubicBezTo>
                    <a:pt x="10020" y="730"/>
                    <a:pt x="9292" y="1"/>
                    <a:pt x="83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5761;p80">
              <a:extLst>
                <a:ext uri="{FF2B5EF4-FFF2-40B4-BE49-F238E27FC236}">
                  <a16:creationId xmlns:a16="http://schemas.microsoft.com/office/drawing/2014/main" id="{71AE06F0-DDD6-2C5A-4329-6F2209426376}"/>
                </a:ext>
              </a:extLst>
            </p:cNvPr>
            <p:cNvSpPr/>
            <p:nvPr/>
          </p:nvSpPr>
          <p:spPr>
            <a:xfrm>
              <a:off x="6266750" y="2222050"/>
              <a:ext cx="246700" cy="207150"/>
            </a:xfrm>
            <a:custGeom>
              <a:avLst/>
              <a:gdLst/>
              <a:ahLst/>
              <a:cxnLst/>
              <a:rect l="l" t="t" r="r" b="b"/>
              <a:pathLst>
                <a:path w="9868" h="8286" extrusionOk="0">
                  <a:moveTo>
                    <a:pt x="1575" y="0"/>
                  </a:moveTo>
                  <a:cubicBezTo>
                    <a:pt x="700" y="0"/>
                    <a:pt x="1" y="692"/>
                    <a:pt x="1" y="1574"/>
                  </a:cubicBezTo>
                  <a:lnTo>
                    <a:pt x="1" y="5283"/>
                  </a:lnTo>
                  <a:cubicBezTo>
                    <a:pt x="1" y="6129"/>
                    <a:pt x="700" y="6828"/>
                    <a:pt x="1575" y="6828"/>
                  </a:cubicBezTo>
                  <a:lnTo>
                    <a:pt x="8286" y="6828"/>
                  </a:lnTo>
                  <a:lnTo>
                    <a:pt x="9867" y="8286"/>
                  </a:lnTo>
                  <a:lnTo>
                    <a:pt x="9867" y="5283"/>
                  </a:lnTo>
                  <a:lnTo>
                    <a:pt x="9867" y="4307"/>
                  </a:lnTo>
                  <a:lnTo>
                    <a:pt x="9867" y="1574"/>
                  </a:lnTo>
                  <a:cubicBezTo>
                    <a:pt x="9867" y="692"/>
                    <a:pt x="9168" y="0"/>
                    <a:pt x="83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5762;p80">
              <a:extLst>
                <a:ext uri="{FF2B5EF4-FFF2-40B4-BE49-F238E27FC236}">
                  <a16:creationId xmlns:a16="http://schemas.microsoft.com/office/drawing/2014/main" id="{304447F6-A307-7137-7F29-88C0B3121660}"/>
                </a:ext>
              </a:extLst>
            </p:cNvPr>
            <p:cNvSpPr/>
            <p:nvPr/>
          </p:nvSpPr>
          <p:spPr>
            <a:xfrm>
              <a:off x="6265100" y="2220400"/>
              <a:ext cx="250525" cy="211175"/>
            </a:xfrm>
            <a:custGeom>
              <a:avLst/>
              <a:gdLst/>
              <a:ahLst/>
              <a:cxnLst/>
              <a:rect l="l" t="t" r="r" b="b"/>
              <a:pathLst>
                <a:path w="10021" h="8447" extrusionOk="0">
                  <a:moveTo>
                    <a:pt x="8381" y="154"/>
                  </a:moveTo>
                  <a:cubicBezTo>
                    <a:pt x="9175" y="154"/>
                    <a:pt x="9839" y="824"/>
                    <a:pt x="9839" y="1640"/>
                  </a:cubicBezTo>
                  <a:lnTo>
                    <a:pt x="9839" y="8169"/>
                  </a:lnTo>
                  <a:lnTo>
                    <a:pt x="8418" y="6836"/>
                  </a:lnTo>
                  <a:lnTo>
                    <a:pt x="1641" y="6836"/>
                  </a:lnTo>
                  <a:cubicBezTo>
                    <a:pt x="824" y="6836"/>
                    <a:pt x="154" y="6165"/>
                    <a:pt x="154" y="5349"/>
                  </a:cubicBezTo>
                  <a:lnTo>
                    <a:pt x="154" y="1640"/>
                  </a:lnTo>
                  <a:cubicBezTo>
                    <a:pt x="154" y="824"/>
                    <a:pt x="824" y="154"/>
                    <a:pt x="1641" y="154"/>
                  </a:cubicBezTo>
                  <a:close/>
                  <a:moveTo>
                    <a:pt x="1641" y="1"/>
                  </a:moveTo>
                  <a:cubicBezTo>
                    <a:pt x="730" y="1"/>
                    <a:pt x="1" y="729"/>
                    <a:pt x="1" y="1640"/>
                  </a:cubicBezTo>
                  <a:lnTo>
                    <a:pt x="1" y="5349"/>
                  </a:lnTo>
                  <a:cubicBezTo>
                    <a:pt x="1" y="6260"/>
                    <a:pt x="730" y="6989"/>
                    <a:pt x="1641" y="6989"/>
                  </a:cubicBezTo>
                  <a:lnTo>
                    <a:pt x="8323" y="6989"/>
                  </a:lnTo>
                  <a:lnTo>
                    <a:pt x="9875" y="8410"/>
                  </a:lnTo>
                  <a:cubicBezTo>
                    <a:pt x="9904" y="8446"/>
                    <a:pt x="9904" y="8446"/>
                    <a:pt x="9933" y="8446"/>
                  </a:cubicBezTo>
                  <a:lnTo>
                    <a:pt x="9962" y="8446"/>
                  </a:lnTo>
                  <a:cubicBezTo>
                    <a:pt x="9992" y="8410"/>
                    <a:pt x="10021" y="8381"/>
                    <a:pt x="10021" y="8352"/>
                  </a:cubicBezTo>
                  <a:lnTo>
                    <a:pt x="10021" y="1640"/>
                  </a:lnTo>
                  <a:cubicBezTo>
                    <a:pt x="10021" y="729"/>
                    <a:pt x="9263" y="1"/>
                    <a:pt x="83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5763;p80">
              <a:extLst>
                <a:ext uri="{FF2B5EF4-FFF2-40B4-BE49-F238E27FC236}">
                  <a16:creationId xmlns:a16="http://schemas.microsoft.com/office/drawing/2014/main" id="{F8498ABF-AF90-79D7-8955-8DF2EB356742}"/>
                </a:ext>
              </a:extLst>
            </p:cNvPr>
            <p:cNvSpPr/>
            <p:nvPr/>
          </p:nvSpPr>
          <p:spPr>
            <a:xfrm>
              <a:off x="6428350" y="2294000"/>
              <a:ext cx="34275" cy="33550"/>
            </a:xfrm>
            <a:custGeom>
              <a:avLst/>
              <a:gdLst/>
              <a:ahLst/>
              <a:cxnLst/>
              <a:rect l="l" t="t" r="r" b="b"/>
              <a:pathLst>
                <a:path w="1371" h="1342" extrusionOk="0">
                  <a:moveTo>
                    <a:pt x="700" y="1"/>
                  </a:moveTo>
                  <a:cubicBezTo>
                    <a:pt x="306" y="1"/>
                    <a:pt x="0" y="307"/>
                    <a:pt x="0" y="671"/>
                  </a:cubicBezTo>
                  <a:cubicBezTo>
                    <a:pt x="0" y="1035"/>
                    <a:pt x="306" y="1341"/>
                    <a:pt x="700" y="1341"/>
                  </a:cubicBezTo>
                  <a:cubicBezTo>
                    <a:pt x="1064" y="1341"/>
                    <a:pt x="1370" y="1035"/>
                    <a:pt x="1370" y="671"/>
                  </a:cubicBezTo>
                  <a:cubicBezTo>
                    <a:pt x="1370" y="307"/>
                    <a:pt x="1064" y="1"/>
                    <a:pt x="7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5764;p80">
              <a:extLst>
                <a:ext uri="{FF2B5EF4-FFF2-40B4-BE49-F238E27FC236}">
                  <a16:creationId xmlns:a16="http://schemas.microsoft.com/office/drawing/2014/main" id="{919AB738-AF59-0302-AA14-C7125710334E}"/>
                </a:ext>
              </a:extLst>
            </p:cNvPr>
            <p:cNvSpPr/>
            <p:nvPr/>
          </p:nvSpPr>
          <p:spPr>
            <a:xfrm>
              <a:off x="6369875" y="2294000"/>
              <a:ext cx="33525" cy="33550"/>
            </a:xfrm>
            <a:custGeom>
              <a:avLst/>
              <a:gdLst/>
              <a:ahLst/>
              <a:cxnLst/>
              <a:rect l="l" t="t" r="r" b="b"/>
              <a:pathLst>
                <a:path w="1341" h="1342" extrusionOk="0">
                  <a:moveTo>
                    <a:pt x="670" y="1"/>
                  </a:moveTo>
                  <a:cubicBezTo>
                    <a:pt x="306" y="1"/>
                    <a:pt x="0" y="307"/>
                    <a:pt x="0" y="671"/>
                  </a:cubicBezTo>
                  <a:cubicBezTo>
                    <a:pt x="0" y="1035"/>
                    <a:pt x="306" y="1341"/>
                    <a:pt x="670" y="1341"/>
                  </a:cubicBezTo>
                  <a:cubicBezTo>
                    <a:pt x="1035" y="1341"/>
                    <a:pt x="1341" y="1035"/>
                    <a:pt x="1341" y="671"/>
                  </a:cubicBezTo>
                  <a:cubicBezTo>
                    <a:pt x="1341" y="307"/>
                    <a:pt x="1035" y="1"/>
                    <a:pt x="6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5765;p80">
              <a:extLst>
                <a:ext uri="{FF2B5EF4-FFF2-40B4-BE49-F238E27FC236}">
                  <a16:creationId xmlns:a16="http://schemas.microsoft.com/office/drawing/2014/main" id="{5DF3296E-CEA0-C10F-28D0-DE9A429D04FC}"/>
                </a:ext>
              </a:extLst>
            </p:cNvPr>
            <p:cNvSpPr/>
            <p:nvPr/>
          </p:nvSpPr>
          <p:spPr>
            <a:xfrm>
              <a:off x="6310650" y="2294000"/>
              <a:ext cx="34275" cy="33550"/>
            </a:xfrm>
            <a:custGeom>
              <a:avLst/>
              <a:gdLst/>
              <a:ahLst/>
              <a:cxnLst/>
              <a:rect l="l" t="t" r="r" b="b"/>
              <a:pathLst>
                <a:path w="1371" h="1342" extrusionOk="0">
                  <a:moveTo>
                    <a:pt x="671" y="1"/>
                  </a:moveTo>
                  <a:cubicBezTo>
                    <a:pt x="307" y="1"/>
                    <a:pt x="1" y="307"/>
                    <a:pt x="1" y="671"/>
                  </a:cubicBezTo>
                  <a:cubicBezTo>
                    <a:pt x="1" y="1035"/>
                    <a:pt x="307" y="1341"/>
                    <a:pt x="671" y="1341"/>
                  </a:cubicBezTo>
                  <a:cubicBezTo>
                    <a:pt x="1065" y="1341"/>
                    <a:pt x="1371" y="1035"/>
                    <a:pt x="1371" y="671"/>
                  </a:cubicBezTo>
                  <a:cubicBezTo>
                    <a:pt x="1371" y="307"/>
                    <a:pt x="1065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5766;p80">
              <a:extLst>
                <a:ext uri="{FF2B5EF4-FFF2-40B4-BE49-F238E27FC236}">
                  <a16:creationId xmlns:a16="http://schemas.microsoft.com/office/drawing/2014/main" id="{7F714375-DA30-3F46-1440-313A99D92BD1}"/>
                </a:ext>
              </a:extLst>
            </p:cNvPr>
            <p:cNvSpPr/>
            <p:nvPr/>
          </p:nvSpPr>
          <p:spPr>
            <a:xfrm>
              <a:off x="6926425" y="1984550"/>
              <a:ext cx="330125" cy="292900"/>
            </a:xfrm>
            <a:custGeom>
              <a:avLst/>
              <a:gdLst/>
              <a:ahLst/>
              <a:cxnLst/>
              <a:rect l="l" t="t" r="r" b="b"/>
              <a:pathLst>
                <a:path w="13205" h="11716" extrusionOk="0">
                  <a:moveTo>
                    <a:pt x="6588" y="173"/>
                  </a:moveTo>
                  <a:cubicBezTo>
                    <a:pt x="7222" y="173"/>
                    <a:pt x="7863" y="268"/>
                    <a:pt x="8497" y="508"/>
                  </a:cubicBezTo>
                  <a:cubicBezTo>
                    <a:pt x="11441" y="1543"/>
                    <a:pt x="12993" y="4822"/>
                    <a:pt x="11958" y="7766"/>
                  </a:cubicBezTo>
                  <a:cubicBezTo>
                    <a:pt x="11441" y="9194"/>
                    <a:pt x="10414" y="10346"/>
                    <a:pt x="9014" y="11016"/>
                  </a:cubicBezTo>
                  <a:cubicBezTo>
                    <a:pt x="8243" y="11375"/>
                    <a:pt x="7411" y="11561"/>
                    <a:pt x="6574" y="11561"/>
                  </a:cubicBezTo>
                  <a:cubicBezTo>
                    <a:pt x="5934" y="11561"/>
                    <a:pt x="5291" y="11452"/>
                    <a:pt x="4671" y="11227"/>
                  </a:cubicBezTo>
                  <a:cubicBezTo>
                    <a:pt x="3243" y="10710"/>
                    <a:pt x="2092" y="9682"/>
                    <a:pt x="1458" y="8312"/>
                  </a:cubicBezTo>
                  <a:cubicBezTo>
                    <a:pt x="787" y="6913"/>
                    <a:pt x="729" y="5368"/>
                    <a:pt x="1239" y="3940"/>
                  </a:cubicBezTo>
                  <a:cubicBezTo>
                    <a:pt x="1727" y="2512"/>
                    <a:pt x="2791" y="1361"/>
                    <a:pt x="4154" y="719"/>
                  </a:cubicBezTo>
                  <a:cubicBezTo>
                    <a:pt x="4919" y="355"/>
                    <a:pt x="5764" y="173"/>
                    <a:pt x="6588" y="173"/>
                  </a:cubicBezTo>
                  <a:close/>
                  <a:moveTo>
                    <a:pt x="6582" y="0"/>
                  </a:moveTo>
                  <a:cubicBezTo>
                    <a:pt x="5724" y="0"/>
                    <a:pt x="4872" y="195"/>
                    <a:pt x="4066" y="574"/>
                  </a:cubicBezTo>
                  <a:cubicBezTo>
                    <a:pt x="2667" y="1237"/>
                    <a:pt x="1603" y="2424"/>
                    <a:pt x="1057" y="3882"/>
                  </a:cubicBezTo>
                  <a:cubicBezTo>
                    <a:pt x="0" y="6950"/>
                    <a:pt x="1574" y="10287"/>
                    <a:pt x="4613" y="11380"/>
                  </a:cubicBezTo>
                  <a:cubicBezTo>
                    <a:pt x="5247" y="11592"/>
                    <a:pt x="5917" y="11715"/>
                    <a:pt x="6588" y="11715"/>
                  </a:cubicBezTo>
                  <a:cubicBezTo>
                    <a:pt x="7433" y="11715"/>
                    <a:pt x="8286" y="11533"/>
                    <a:pt x="9109" y="11169"/>
                  </a:cubicBezTo>
                  <a:cubicBezTo>
                    <a:pt x="10501" y="10469"/>
                    <a:pt x="11565" y="9318"/>
                    <a:pt x="12111" y="7824"/>
                  </a:cubicBezTo>
                  <a:cubicBezTo>
                    <a:pt x="13204" y="4793"/>
                    <a:pt x="11594" y="1419"/>
                    <a:pt x="8563" y="355"/>
                  </a:cubicBezTo>
                  <a:cubicBezTo>
                    <a:pt x="7911" y="117"/>
                    <a:pt x="7245" y="0"/>
                    <a:pt x="6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5767;p80">
              <a:extLst>
                <a:ext uri="{FF2B5EF4-FFF2-40B4-BE49-F238E27FC236}">
                  <a16:creationId xmlns:a16="http://schemas.microsoft.com/office/drawing/2014/main" id="{96FDD453-2E9D-7862-4A02-426A4874E3C5}"/>
                </a:ext>
              </a:extLst>
            </p:cNvPr>
            <p:cNvSpPr/>
            <p:nvPr/>
          </p:nvSpPr>
          <p:spPr>
            <a:xfrm>
              <a:off x="6955200" y="2010575"/>
              <a:ext cx="271825" cy="241050"/>
            </a:xfrm>
            <a:custGeom>
              <a:avLst/>
              <a:gdLst/>
              <a:ahLst/>
              <a:cxnLst/>
              <a:rect l="l" t="t" r="r" b="b"/>
              <a:pathLst>
                <a:path w="10873" h="9642" extrusionOk="0">
                  <a:moveTo>
                    <a:pt x="5415" y="0"/>
                  </a:moveTo>
                  <a:cubicBezTo>
                    <a:pt x="3448" y="0"/>
                    <a:pt x="1596" y="1229"/>
                    <a:pt x="882" y="3205"/>
                  </a:cubicBezTo>
                  <a:cubicBezTo>
                    <a:pt x="1" y="5727"/>
                    <a:pt x="1305" y="8459"/>
                    <a:pt x="3826" y="9370"/>
                  </a:cubicBezTo>
                  <a:cubicBezTo>
                    <a:pt x="4352" y="9554"/>
                    <a:pt x="4889" y="9642"/>
                    <a:pt x="5419" y="9642"/>
                  </a:cubicBezTo>
                  <a:cubicBezTo>
                    <a:pt x="7401" y="9642"/>
                    <a:pt x="9272" y="8416"/>
                    <a:pt x="9991" y="6455"/>
                  </a:cubicBezTo>
                  <a:cubicBezTo>
                    <a:pt x="10873" y="3934"/>
                    <a:pt x="9561" y="1172"/>
                    <a:pt x="7047" y="290"/>
                  </a:cubicBezTo>
                  <a:cubicBezTo>
                    <a:pt x="6509" y="94"/>
                    <a:pt x="5957" y="0"/>
                    <a:pt x="5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5768;p80">
              <a:extLst>
                <a:ext uri="{FF2B5EF4-FFF2-40B4-BE49-F238E27FC236}">
                  <a16:creationId xmlns:a16="http://schemas.microsoft.com/office/drawing/2014/main" id="{3EA432F3-239A-6C87-79B9-A7058595E56A}"/>
                </a:ext>
              </a:extLst>
            </p:cNvPr>
            <p:cNvSpPr/>
            <p:nvPr/>
          </p:nvSpPr>
          <p:spPr>
            <a:xfrm>
              <a:off x="6952825" y="2008325"/>
              <a:ext cx="276400" cy="245625"/>
            </a:xfrm>
            <a:custGeom>
              <a:avLst/>
              <a:gdLst/>
              <a:ahLst/>
              <a:cxnLst/>
              <a:rect l="l" t="t" r="r" b="b"/>
              <a:pathLst>
                <a:path w="11056" h="9825" extrusionOk="0">
                  <a:moveTo>
                    <a:pt x="5532" y="169"/>
                  </a:moveTo>
                  <a:cubicBezTo>
                    <a:pt x="6078" y="169"/>
                    <a:pt x="6596" y="257"/>
                    <a:pt x="7142" y="439"/>
                  </a:cubicBezTo>
                  <a:cubicBezTo>
                    <a:pt x="8323" y="861"/>
                    <a:pt x="9263" y="1743"/>
                    <a:pt x="9809" y="2865"/>
                  </a:cubicBezTo>
                  <a:cubicBezTo>
                    <a:pt x="10356" y="4024"/>
                    <a:pt x="10421" y="5299"/>
                    <a:pt x="9991" y="6509"/>
                  </a:cubicBezTo>
                  <a:cubicBezTo>
                    <a:pt x="9299" y="8443"/>
                    <a:pt x="7488" y="9645"/>
                    <a:pt x="5549" y="9645"/>
                  </a:cubicBezTo>
                  <a:cubicBezTo>
                    <a:pt x="5019" y="9645"/>
                    <a:pt x="4479" y="9555"/>
                    <a:pt x="3950" y="9365"/>
                  </a:cubicBezTo>
                  <a:cubicBezTo>
                    <a:pt x="1495" y="8484"/>
                    <a:pt x="183" y="5780"/>
                    <a:pt x="1065" y="3324"/>
                  </a:cubicBezTo>
                  <a:cubicBezTo>
                    <a:pt x="1495" y="2107"/>
                    <a:pt x="2340" y="1167"/>
                    <a:pt x="3499" y="621"/>
                  </a:cubicBezTo>
                  <a:cubicBezTo>
                    <a:pt x="4133" y="315"/>
                    <a:pt x="4832" y="169"/>
                    <a:pt x="5532" y="169"/>
                  </a:cubicBezTo>
                  <a:close/>
                  <a:moveTo>
                    <a:pt x="5531" y="0"/>
                  </a:moveTo>
                  <a:cubicBezTo>
                    <a:pt x="3516" y="0"/>
                    <a:pt x="1629" y="1258"/>
                    <a:pt x="912" y="3266"/>
                  </a:cubicBezTo>
                  <a:cubicBezTo>
                    <a:pt x="1" y="5817"/>
                    <a:pt x="1342" y="8637"/>
                    <a:pt x="3892" y="9548"/>
                  </a:cubicBezTo>
                  <a:cubicBezTo>
                    <a:pt x="4439" y="9730"/>
                    <a:pt x="4985" y="9824"/>
                    <a:pt x="5532" y="9824"/>
                  </a:cubicBezTo>
                  <a:cubicBezTo>
                    <a:pt x="7536" y="9824"/>
                    <a:pt x="9445" y="8578"/>
                    <a:pt x="10145" y="6574"/>
                  </a:cubicBezTo>
                  <a:cubicBezTo>
                    <a:pt x="11055" y="4024"/>
                    <a:pt x="9722" y="1197"/>
                    <a:pt x="7171" y="286"/>
                  </a:cubicBezTo>
                  <a:cubicBezTo>
                    <a:pt x="6629" y="92"/>
                    <a:pt x="6075" y="0"/>
                    <a:pt x="55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5769;p80">
              <a:extLst>
                <a:ext uri="{FF2B5EF4-FFF2-40B4-BE49-F238E27FC236}">
                  <a16:creationId xmlns:a16="http://schemas.microsoft.com/office/drawing/2014/main" id="{759D6A40-F386-B2F2-04EF-ACF6BA9D79D3}"/>
                </a:ext>
              </a:extLst>
            </p:cNvPr>
            <p:cNvSpPr/>
            <p:nvPr/>
          </p:nvSpPr>
          <p:spPr>
            <a:xfrm>
              <a:off x="7119900" y="2026925"/>
              <a:ext cx="9125" cy="17525"/>
            </a:xfrm>
            <a:custGeom>
              <a:avLst/>
              <a:gdLst/>
              <a:ahLst/>
              <a:cxnLst/>
              <a:rect l="l" t="t" r="r" b="b"/>
              <a:pathLst>
                <a:path w="365" h="701" extrusionOk="0">
                  <a:moveTo>
                    <a:pt x="306" y="1"/>
                  </a:moveTo>
                  <a:cubicBezTo>
                    <a:pt x="277" y="1"/>
                    <a:pt x="211" y="1"/>
                    <a:pt x="211" y="59"/>
                  </a:cubicBezTo>
                  <a:lnTo>
                    <a:pt x="0" y="576"/>
                  </a:lnTo>
                  <a:cubicBezTo>
                    <a:pt x="0" y="635"/>
                    <a:pt x="29" y="664"/>
                    <a:pt x="58" y="700"/>
                  </a:cubicBezTo>
                  <a:lnTo>
                    <a:pt x="95" y="700"/>
                  </a:lnTo>
                  <a:cubicBezTo>
                    <a:pt x="124" y="700"/>
                    <a:pt x="153" y="664"/>
                    <a:pt x="182" y="635"/>
                  </a:cubicBezTo>
                  <a:lnTo>
                    <a:pt x="364" y="117"/>
                  </a:lnTo>
                  <a:cubicBezTo>
                    <a:pt x="364" y="59"/>
                    <a:pt x="364" y="30"/>
                    <a:pt x="3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5770;p80">
              <a:extLst>
                <a:ext uri="{FF2B5EF4-FFF2-40B4-BE49-F238E27FC236}">
                  <a16:creationId xmlns:a16="http://schemas.microsoft.com/office/drawing/2014/main" id="{07FB0BCE-DBFC-0CED-6E78-071040ED8002}"/>
                </a:ext>
              </a:extLst>
            </p:cNvPr>
            <p:cNvSpPr/>
            <p:nvPr/>
          </p:nvSpPr>
          <p:spPr>
            <a:xfrm>
              <a:off x="7051575" y="2217500"/>
              <a:ext cx="9850" cy="17325"/>
            </a:xfrm>
            <a:custGeom>
              <a:avLst/>
              <a:gdLst/>
              <a:ahLst/>
              <a:cxnLst/>
              <a:rect l="l" t="t" r="r" b="b"/>
              <a:pathLst>
                <a:path w="394" h="693" extrusionOk="0">
                  <a:moveTo>
                    <a:pt x="336" y="0"/>
                  </a:moveTo>
                  <a:cubicBezTo>
                    <a:pt x="277" y="0"/>
                    <a:pt x="241" y="0"/>
                    <a:pt x="212" y="58"/>
                  </a:cubicBezTo>
                  <a:lnTo>
                    <a:pt x="30" y="576"/>
                  </a:lnTo>
                  <a:cubicBezTo>
                    <a:pt x="0" y="634"/>
                    <a:pt x="30" y="663"/>
                    <a:pt x="95" y="692"/>
                  </a:cubicBezTo>
                  <a:cubicBezTo>
                    <a:pt x="153" y="692"/>
                    <a:pt x="183" y="663"/>
                    <a:pt x="183" y="634"/>
                  </a:cubicBezTo>
                  <a:lnTo>
                    <a:pt x="365" y="117"/>
                  </a:lnTo>
                  <a:cubicBezTo>
                    <a:pt x="394" y="58"/>
                    <a:pt x="365" y="29"/>
                    <a:pt x="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80">
              <a:extLst>
                <a:ext uri="{FF2B5EF4-FFF2-40B4-BE49-F238E27FC236}">
                  <a16:creationId xmlns:a16="http://schemas.microsoft.com/office/drawing/2014/main" id="{8AE2597A-D9EF-31C8-358B-1F565186DB54}"/>
                </a:ext>
              </a:extLst>
            </p:cNvPr>
            <p:cNvSpPr/>
            <p:nvPr/>
          </p:nvSpPr>
          <p:spPr>
            <a:xfrm>
              <a:off x="6985625" y="2093300"/>
              <a:ext cx="19700" cy="9450"/>
            </a:xfrm>
            <a:custGeom>
              <a:avLst/>
              <a:gdLst/>
              <a:ahLst/>
              <a:cxnLst/>
              <a:rect l="l" t="t" r="r" b="b"/>
              <a:pathLst>
                <a:path w="788" h="378" extrusionOk="0">
                  <a:moveTo>
                    <a:pt x="87" y="1"/>
                  </a:moveTo>
                  <a:cubicBezTo>
                    <a:pt x="59" y="1"/>
                    <a:pt x="30" y="23"/>
                    <a:pt x="30" y="49"/>
                  </a:cubicBezTo>
                  <a:cubicBezTo>
                    <a:pt x="1" y="108"/>
                    <a:pt x="30" y="137"/>
                    <a:pt x="59" y="166"/>
                  </a:cubicBezTo>
                  <a:lnTo>
                    <a:pt x="664" y="377"/>
                  </a:lnTo>
                  <a:lnTo>
                    <a:pt x="693" y="377"/>
                  </a:lnTo>
                  <a:cubicBezTo>
                    <a:pt x="729" y="377"/>
                    <a:pt x="758" y="348"/>
                    <a:pt x="758" y="319"/>
                  </a:cubicBezTo>
                  <a:cubicBezTo>
                    <a:pt x="788" y="290"/>
                    <a:pt x="758" y="231"/>
                    <a:pt x="729" y="195"/>
                  </a:cubicBezTo>
                  <a:lnTo>
                    <a:pt x="117" y="13"/>
                  </a:lnTo>
                  <a:cubicBezTo>
                    <a:pt x="109" y="5"/>
                    <a:pt x="98" y="1"/>
                    <a:pt x="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5772;p80">
              <a:extLst>
                <a:ext uri="{FF2B5EF4-FFF2-40B4-BE49-F238E27FC236}">
                  <a16:creationId xmlns:a16="http://schemas.microsoft.com/office/drawing/2014/main" id="{4C8CCEC5-CCA5-E545-6DFC-1F76C05822D8}"/>
                </a:ext>
              </a:extLst>
            </p:cNvPr>
            <p:cNvSpPr/>
            <p:nvPr/>
          </p:nvSpPr>
          <p:spPr>
            <a:xfrm>
              <a:off x="7176000" y="2161200"/>
              <a:ext cx="19875" cy="9125"/>
            </a:xfrm>
            <a:custGeom>
              <a:avLst/>
              <a:gdLst/>
              <a:ahLst/>
              <a:cxnLst/>
              <a:rect l="l" t="t" r="r" b="b"/>
              <a:pathLst>
                <a:path w="795" h="365" extrusionOk="0">
                  <a:moveTo>
                    <a:pt x="124" y="0"/>
                  </a:moveTo>
                  <a:cubicBezTo>
                    <a:pt x="95" y="0"/>
                    <a:pt x="37" y="0"/>
                    <a:pt x="37" y="66"/>
                  </a:cubicBezTo>
                  <a:cubicBezTo>
                    <a:pt x="1" y="95"/>
                    <a:pt x="37" y="153"/>
                    <a:pt x="95" y="153"/>
                  </a:cubicBezTo>
                  <a:lnTo>
                    <a:pt x="671" y="365"/>
                  </a:lnTo>
                  <a:lnTo>
                    <a:pt x="700" y="365"/>
                  </a:lnTo>
                  <a:cubicBezTo>
                    <a:pt x="729" y="365"/>
                    <a:pt x="766" y="365"/>
                    <a:pt x="766" y="336"/>
                  </a:cubicBezTo>
                  <a:cubicBezTo>
                    <a:pt x="795" y="277"/>
                    <a:pt x="766" y="248"/>
                    <a:pt x="729" y="212"/>
                  </a:cubicBezTo>
                  <a:lnTo>
                    <a:pt x="1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80">
              <a:extLst>
                <a:ext uri="{FF2B5EF4-FFF2-40B4-BE49-F238E27FC236}">
                  <a16:creationId xmlns:a16="http://schemas.microsoft.com/office/drawing/2014/main" id="{857EDC4F-E48D-1AC7-7EB3-1426D760D268}"/>
                </a:ext>
              </a:extLst>
            </p:cNvPr>
            <p:cNvSpPr/>
            <p:nvPr/>
          </p:nvSpPr>
          <p:spPr>
            <a:xfrm>
              <a:off x="7067600" y="2021650"/>
              <a:ext cx="8225" cy="21150"/>
            </a:xfrm>
            <a:custGeom>
              <a:avLst/>
              <a:gdLst/>
              <a:ahLst/>
              <a:cxnLst/>
              <a:rect l="l" t="t" r="r" b="b"/>
              <a:pathLst>
                <a:path w="329" h="846" extrusionOk="0">
                  <a:moveTo>
                    <a:pt x="88" y="0"/>
                  </a:moveTo>
                  <a:cubicBezTo>
                    <a:pt x="30" y="0"/>
                    <a:pt x="1" y="59"/>
                    <a:pt x="30" y="88"/>
                  </a:cubicBezTo>
                  <a:lnTo>
                    <a:pt x="146" y="787"/>
                  </a:lnTo>
                  <a:cubicBezTo>
                    <a:pt x="146" y="817"/>
                    <a:pt x="183" y="846"/>
                    <a:pt x="241" y="846"/>
                  </a:cubicBezTo>
                  <a:cubicBezTo>
                    <a:pt x="299" y="846"/>
                    <a:pt x="329" y="787"/>
                    <a:pt x="299" y="758"/>
                  </a:cubicBezTo>
                  <a:lnTo>
                    <a:pt x="183" y="59"/>
                  </a:lnTo>
                  <a:cubicBezTo>
                    <a:pt x="183" y="30"/>
                    <a:pt x="117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80">
              <a:extLst>
                <a:ext uri="{FF2B5EF4-FFF2-40B4-BE49-F238E27FC236}">
                  <a16:creationId xmlns:a16="http://schemas.microsoft.com/office/drawing/2014/main" id="{697B2B78-3B1D-8F2C-2E5C-550B943E193A}"/>
                </a:ext>
              </a:extLst>
            </p:cNvPr>
            <p:cNvSpPr/>
            <p:nvPr/>
          </p:nvSpPr>
          <p:spPr>
            <a:xfrm>
              <a:off x="7018975" y="2047525"/>
              <a:ext cx="14400" cy="15875"/>
            </a:xfrm>
            <a:custGeom>
              <a:avLst/>
              <a:gdLst/>
              <a:ahLst/>
              <a:cxnLst/>
              <a:rect l="l" t="t" r="r" b="b"/>
              <a:pathLst>
                <a:path w="576" h="635" extrusionOk="0">
                  <a:moveTo>
                    <a:pt x="91" y="0"/>
                  </a:moveTo>
                  <a:cubicBezTo>
                    <a:pt x="67" y="0"/>
                    <a:pt x="44" y="8"/>
                    <a:pt x="29" y="22"/>
                  </a:cubicBezTo>
                  <a:cubicBezTo>
                    <a:pt x="0" y="59"/>
                    <a:pt x="0" y="88"/>
                    <a:pt x="29" y="117"/>
                  </a:cubicBezTo>
                  <a:lnTo>
                    <a:pt x="423" y="605"/>
                  </a:lnTo>
                  <a:cubicBezTo>
                    <a:pt x="423" y="634"/>
                    <a:pt x="452" y="634"/>
                    <a:pt x="488" y="634"/>
                  </a:cubicBezTo>
                  <a:cubicBezTo>
                    <a:pt x="488" y="634"/>
                    <a:pt x="517" y="634"/>
                    <a:pt x="547" y="605"/>
                  </a:cubicBezTo>
                  <a:cubicBezTo>
                    <a:pt x="576" y="569"/>
                    <a:pt x="576" y="539"/>
                    <a:pt x="547" y="481"/>
                  </a:cubicBezTo>
                  <a:lnTo>
                    <a:pt x="153" y="22"/>
                  </a:lnTo>
                  <a:cubicBezTo>
                    <a:pt x="139" y="8"/>
                    <a:pt x="115" y="0"/>
                    <a:pt x="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80">
              <a:extLst>
                <a:ext uri="{FF2B5EF4-FFF2-40B4-BE49-F238E27FC236}">
                  <a16:creationId xmlns:a16="http://schemas.microsoft.com/office/drawing/2014/main" id="{2C4C65AA-DB55-C2AB-665B-C0D5D53D1B40}"/>
                </a:ext>
              </a:extLst>
            </p:cNvPr>
            <p:cNvSpPr/>
            <p:nvPr/>
          </p:nvSpPr>
          <p:spPr>
            <a:xfrm>
              <a:off x="6982525" y="2145350"/>
              <a:ext cx="19700" cy="8400"/>
            </a:xfrm>
            <a:custGeom>
              <a:avLst/>
              <a:gdLst/>
              <a:ahLst/>
              <a:cxnLst/>
              <a:rect l="l" t="t" r="r" b="b"/>
              <a:pathLst>
                <a:path w="788" h="336" extrusionOk="0">
                  <a:moveTo>
                    <a:pt x="700" y="0"/>
                  </a:moveTo>
                  <a:lnTo>
                    <a:pt x="59" y="153"/>
                  </a:lnTo>
                  <a:cubicBezTo>
                    <a:pt x="30" y="153"/>
                    <a:pt x="1" y="212"/>
                    <a:pt x="1" y="241"/>
                  </a:cubicBezTo>
                  <a:cubicBezTo>
                    <a:pt x="30" y="299"/>
                    <a:pt x="59" y="336"/>
                    <a:pt x="88" y="336"/>
                  </a:cubicBezTo>
                  <a:lnTo>
                    <a:pt x="125" y="299"/>
                  </a:lnTo>
                  <a:lnTo>
                    <a:pt x="729" y="183"/>
                  </a:lnTo>
                  <a:cubicBezTo>
                    <a:pt x="759" y="153"/>
                    <a:pt x="788" y="117"/>
                    <a:pt x="788" y="59"/>
                  </a:cubicBezTo>
                  <a:cubicBezTo>
                    <a:pt x="788" y="30"/>
                    <a:pt x="729" y="0"/>
                    <a:pt x="7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5776;p80">
              <a:extLst>
                <a:ext uri="{FF2B5EF4-FFF2-40B4-BE49-F238E27FC236}">
                  <a16:creationId xmlns:a16="http://schemas.microsoft.com/office/drawing/2014/main" id="{604EE1FE-384C-64A3-A9CC-C8952D1D6AD5}"/>
                </a:ext>
              </a:extLst>
            </p:cNvPr>
            <p:cNvSpPr/>
            <p:nvPr/>
          </p:nvSpPr>
          <p:spPr>
            <a:xfrm>
              <a:off x="7004575" y="2188700"/>
              <a:ext cx="17500" cy="14250"/>
            </a:xfrm>
            <a:custGeom>
              <a:avLst/>
              <a:gdLst/>
              <a:ahLst/>
              <a:cxnLst/>
              <a:rect l="l" t="t" r="r" b="b"/>
              <a:pathLst>
                <a:path w="700" h="570" extrusionOk="0">
                  <a:moveTo>
                    <a:pt x="605" y="1"/>
                  </a:moveTo>
                  <a:cubicBezTo>
                    <a:pt x="583" y="1"/>
                    <a:pt x="561" y="8"/>
                    <a:pt x="547" y="23"/>
                  </a:cubicBezTo>
                  <a:lnTo>
                    <a:pt x="30" y="423"/>
                  </a:lnTo>
                  <a:cubicBezTo>
                    <a:pt x="0" y="452"/>
                    <a:pt x="0" y="511"/>
                    <a:pt x="30" y="540"/>
                  </a:cubicBezTo>
                  <a:cubicBezTo>
                    <a:pt x="30" y="569"/>
                    <a:pt x="59" y="569"/>
                    <a:pt x="88" y="569"/>
                  </a:cubicBezTo>
                  <a:cubicBezTo>
                    <a:pt x="117" y="569"/>
                    <a:pt x="117" y="569"/>
                    <a:pt x="153" y="540"/>
                  </a:cubicBezTo>
                  <a:lnTo>
                    <a:pt x="664" y="146"/>
                  </a:lnTo>
                  <a:cubicBezTo>
                    <a:pt x="700" y="117"/>
                    <a:pt x="700" y="88"/>
                    <a:pt x="664" y="23"/>
                  </a:cubicBezTo>
                  <a:cubicBezTo>
                    <a:pt x="649" y="8"/>
                    <a:pt x="627" y="1"/>
                    <a:pt x="6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5777;p80">
              <a:extLst>
                <a:ext uri="{FF2B5EF4-FFF2-40B4-BE49-F238E27FC236}">
                  <a16:creationId xmlns:a16="http://schemas.microsoft.com/office/drawing/2014/main" id="{A51957D4-001E-0185-A137-FDE0CE8A7E16}"/>
                </a:ext>
              </a:extLst>
            </p:cNvPr>
            <p:cNvSpPr/>
            <p:nvPr/>
          </p:nvSpPr>
          <p:spPr>
            <a:xfrm>
              <a:off x="7104775" y="2219675"/>
              <a:ext cx="8400" cy="20600"/>
            </a:xfrm>
            <a:custGeom>
              <a:avLst/>
              <a:gdLst/>
              <a:ahLst/>
              <a:cxnLst/>
              <a:rect l="l" t="t" r="r" b="b"/>
              <a:pathLst>
                <a:path w="336" h="824" extrusionOk="0">
                  <a:moveTo>
                    <a:pt x="59" y="0"/>
                  </a:moveTo>
                  <a:cubicBezTo>
                    <a:pt x="29" y="30"/>
                    <a:pt x="0" y="59"/>
                    <a:pt x="0" y="124"/>
                  </a:cubicBezTo>
                  <a:lnTo>
                    <a:pt x="153" y="758"/>
                  </a:lnTo>
                  <a:cubicBezTo>
                    <a:pt x="153" y="787"/>
                    <a:pt x="182" y="824"/>
                    <a:pt x="212" y="824"/>
                  </a:cubicBezTo>
                  <a:lnTo>
                    <a:pt x="241" y="824"/>
                  </a:lnTo>
                  <a:cubicBezTo>
                    <a:pt x="299" y="787"/>
                    <a:pt x="336" y="758"/>
                    <a:pt x="299" y="700"/>
                  </a:cubicBezTo>
                  <a:lnTo>
                    <a:pt x="153" y="59"/>
                  </a:lnTo>
                  <a:cubicBezTo>
                    <a:pt x="153" y="30"/>
                    <a:pt x="117" y="0"/>
                    <a:pt x="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8" name="Google Shape;5778;p80">
              <a:extLst>
                <a:ext uri="{FF2B5EF4-FFF2-40B4-BE49-F238E27FC236}">
                  <a16:creationId xmlns:a16="http://schemas.microsoft.com/office/drawing/2014/main" id="{EF383138-C132-56A5-875F-03D61BD25338}"/>
                </a:ext>
              </a:extLst>
            </p:cNvPr>
            <p:cNvSpPr/>
            <p:nvPr/>
          </p:nvSpPr>
          <p:spPr>
            <a:xfrm>
              <a:off x="7147950" y="2198650"/>
              <a:ext cx="15325" cy="17225"/>
            </a:xfrm>
            <a:custGeom>
              <a:avLst/>
              <a:gdLst/>
              <a:ahLst/>
              <a:cxnLst/>
              <a:rect l="l" t="t" r="r" b="b"/>
              <a:pathLst>
                <a:path w="613" h="689" extrusionOk="0">
                  <a:moveTo>
                    <a:pt x="84" y="1"/>
                  </a:moveTo>
                  <a:cubicBezTo>
                    <a:pt x="65" y="1"/>
                    <a:pt x="45" y="10"/>
                    <a:pt x="29" y="25"/>
                  </a:cubicBezTo>
                  <a:cubicBezTo>
                    <a:pt x="0" y="54"/>
                    <a:pt x="0" y="113"/>
                    <a:pt x="29" y="142"/>
                  </a:cubicBezTo>
                  <a:lnTo>
                    <a:pt x="459" y="659"/>
                  </a:lnTo>
                  <a:cubicBezTo>
                    <a:pt x="459" y="688"/>
                    <a:pt x="489" y="688"/>
                    <a:pt x="518" y="688"/>
                  </a:cubicBezTo>
                  <a:lnTo>
                    <a:pt x="547" y="688"/>
                  </a:lnTo>
                  <a:cubicBezTo>
                    <a:pt x="612" y="659"/>
                    <a:pt x="612" y="601"/>
                    <a:pt x="576" y="572"/>
                  </a:cubicBezTo>
                  <a:lnTo>
                    <a:pt x="153" y="54"/>
                  </a:lnTo>
                  <a:cubicBezTo>
                    <a:pt x="137" y="17"/>
                    <a:pt x="110" y="1"/>
                    <a:pt x="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9" name="Google Shape;5779;p80">
              <a:extLst>
                <a:ext uri="{FF2B5EF4-FFF2-40B4-BE49-F238E27FC236}">
                  <a16:creationId xmlns:a16="http://schemas.microsoft.com/office/drawing/2014/main" id="{A5B415C3-BAB7-AFC6-EE77-80D66BBC9B51}"/>
                </a:ext>
              </a:extLst>
            </p:cNvPr>
            <p:cNvSpPr/>
            <p:nvPr/>
          </p:nvSpPr>
          <p:spPr>
            <a:xfrm>
              <a:off x="7176925" y="2110175"/>
              <a:ext cx="22775" cy="6225"/>
            </a:xfrm>
            <a:custGeom>
              <a:avLst/>
              <a:gdLst/>
              <a:ahLst/>
              <a:cxnLst/>
              <a:rect l="l" t="t" r="r" b="b"/>
              <a:pathLst>
                <a:path w="911" h="249" extrusionOk="0">
                  <a:moveTo>
                    <a:pt x="817" y="0"/>
                  </a:moveTo>
                  <a:cubicBezTo>
                    <a:pt x="808" y="0"/>
                    <a:pt x="798" y="3"/>
                    <a:pt x="787" y="8"/>
                  </a:cubicBezTo>
                  <a:lnTo>
                    <a:pt x="87" y="67"/>
                  </a:lnTo>
                  <a:cubicBezTo>
                    <a:pt x="29" y="67"/>
                    <a:pt x="0" y="132"/>
                    <a:pt x="0" y="161"/>
                  </a:cubicBezTo>
                  <a:cubicBezTo>
                    <a:pt x="29" y="220"/>
                    <a:pt x="58" y="249"/>
                    <a:pt x="87" y="249"/>
                  </a:cubicBezTo>
                  <a:lnTo>
                    <a:pt x="117" y="249"/>
                  </a:lnTo>
                  <a:lnTo>
                    <a:pt x="816" y="161"/>
                  </a:lnTo>
                  <a:cubicBezTo>
                    <a:pt x="845" y="161"/>
                    <a:pt x="911" y="132"/>
                    <a:pt x="874" y="67"/>
                  </a:cubicBezTo>
                  <a:cubicBezTo>
                    <a:pt x="874" y="43"/>
                    <a:pt x="855" y="0"/>
                    <a:pt x="8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0" name="Google Shape;5780;p80">
              <a:extLst>
                <a:ext uri="{FF2B5EF4-FFF2-40B4-BE49-F238E27FC236}">
                  <a16:creationId xmlns:a16="http://schemas.microsoft.com/office/drawing/2014/main" id="{2139D98A-3454-EB50-3E0F-16620A144B2D}"/>
                </a:ext>
              </a:extLst>
            </p:cNvPr>
            <p:cNvSpPr/>
            <p:nvPr/>
          </p:nvSpPr>
          <p:spPr>
            <a:xfrm>
              <a:off x="7157775" y="2061425"/>
              <a:ext cx="17525" cy="12525"/>
            </a:xfrm>
            <a:custGeom>
              <a:avLst/>
              <a:gdLst/>
              <a:ahLst/>
              <a:cxnLst/>
              <a:rect l="l" t="t" r="r" b="b"/>
              <a:pathLst>
                <a:path w="701" h="501" extrusionOk="0">
                  <a:moveTo>
                    <a:pt x="583" y="1"/>
                  </a:moveTo>
                  <a:cubicBezTo>
                    <a:pt x="570" y="1"/>
                    <a:pt x="558" y="4"/>
                    <a:pt x="547" y="13"/>
                  </a:cubicBezTo>
                  <a:lnTo>
                    <a:pt x="66" y="348"/>
                  </a:lnTo>
                  <a:cubicBezTo>
                    <a:pt x="1" y="377"/>
                    <a:pt x="1" y="443"/>
                    <a:pt x="37" y="472"/>
                  </a:cubicBezTo>
                  <a:cubicBezTo>
                    <a:pt x="66" y="501"/>
                    <a:pt x="66" y="501"/>
                    <a:pt x="96" y="501"/>
                  </a:cubicBezTo>
                  <a:lnTo>
                    <a:pt x="154" y="501"/>
                  </a:lnTo>
                  <a:lnTo>
                    <a:pt x="642" y="166"/>
                  </a:lnTo>
                  <a:cubicBezTo>
                    <a:pt x="671" y="136"/>
                    <a:pt x="700" y="78"/>
                    <a:pt x="671" y="49"/>
                  </a:cubicBezTo>
                  <a:cubicBezTo>
                    <a:pt x="650" y="23"/>
                    <a:pt x="615" y="1"/>
                    <a:pt x="5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1" name="Google Shape;5781;p80">
              <a:extLst>
                <a:ext uri="{FF2B5EF4-FFF2-40B4-BE49-F238E27FC236}">
                  <a16:creationId xmlns:a16="http://schemas.microsoft.com/office/drawing/2014/main" id="{13890CB5-4427-F475-C61C-F135814690F5}"/>
                </a:ext>
              </a:extLst>
            </p:cNvPr>
            <p:cNvSpPr/>
            <p:nvPr/>
          </p:nvSpPr>
          <p:spPr>
            <a:xfrm>
              <a:off x="7072150" y="2113950"/>
              <a:ext cx="38650" cy="34575"/>
            </a:xfrm>
            <a:custGeom>
              <a:avLst/>
              <a:gdLst/>
              <a:ahLst/>
              <a:cxnLst/>
              <a:rect l="l" t="t" r="r" b="b"/>
              <a:pathLst>
                <a:path w="1546" h="1383" extrusionOk="0">
                  <a:moveTo>
                    <a:pt x="767" y="1"/>
                  </a:moveTo>
                  <a:cubicBezTo>
                    <a:pt x="481" y="1"/>
                    <a:pt x="215" y="175"/>
                    <a:pt x="117" y="462"/>
                  </a:cubicBezTo>
                  <a:cubicBezTo>
                    <a:pt x="1" y="797"/>
                    <a:pt x="183" y="1191"/>
                    <a:pt x="511" y="1344"/>
                  </a:cubicBezTo>
                  <a:cubicBezTo>
                    <a:pt x="588" y="1370"/>
                    <a:pt x="667" y="1383"/>
                    <a:pt x="744" y="1383"/>
                  </a:cubicBezTo>
                  <a:cubicBezTo>
                    <a:pt x="1032" y="1383"/>
                    <a:pt x="1301" y="1208"/>
                    <a:pt x="1393" y="921"/>
                  </a:cubicBezTo>
                  <a:cubicBezTo>
                    <a:pt x="1546" y="557"/>
                    <a:pt x="1334" y="163"/>
                    <a:pt x="999" y="39"/>
                  </a:cubicBezTo>
                  <a:cubicBezTo>
                    <a:pt x="922" y="13"/>
                    <a:pt x="844" y="1"/>
                    <a:pt x="7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2" name="Google Shape;5782;p80">
              <a:extLst>
                <a:ext uri="{FF2B5EF4-FFF2-40B4-BE49-F238E27FC236}">
                  <a16:creationId xmlns:a16="http://schemas.microsoft.com/office/drawing/2014/main" id="{FD352700-84CE-5610-2D37-07CC0BFADBFA}"/>
                </a:ext>
              </a:extLst>
            </p:cNvPr>
            <p:cNvSpPr/>
            <p:nvPr/>
          </p:nvSpPr>
          <p:spPr>
            <a:xfrm>
              <a:off x="7020425" y="2054975"/>
              <a:ext cx="101850" cy="98775"/>
            </a:xfrm>
            <a:custGeom>
              <a:avLst/>
              <a:gdLst/>
              <a:ahLst/>
              <a:cxnLst/>
              <a:rect l="l" t="t" r="r" b="b"/>
              <a:pathLst>
                <a:path w="4074" h="3951" extrusionOk="0">
                  <a:moveTo>
                    <a:pt x="3979" y="1"/>
                  </a:moveTo>
                  <a:cubicBezTo>
                    <a:pt x="3921" y="1"/>
                    <a:pt x="3855" y="30"/>
                    <a:pt x="3826" y="88"/>
                  </a:cubicBezTo>
                  <a:lnTo>
                    <a:pt x="2799" y="3040"/>
                  </a:lnTo>
                  <a:lnTo>
                    <a:pt x="95" y="3732"/>
                  </a:lnTo>
                  <a:cubicBezTo>
                    <a:pt x="30" y="3732"/>
                    <a:pt x="0" y="3798"/>
                    <a:pt x="30" y="3856"/>
                  </a:cubicBezTo>
                  <a:cubicBezTo>
                    <a:pt x="30" y="3914"/>
                    <a:pt x="95" y="3951"/>
                    <a:pt x="124" y="3951"/>
                  </a:cubicBezTo>
                  <a:lnTo>
                    <a:pt x="153" y="3951"/>
                  </a:lnTo>
                  <a:lnTo>
                    <a:pt x="2915" y="3222"/>
                  </a:lnTo>
                  <a:cubicBezTo>
                    <a:pt x="2944" y="3222"/>
                    <a:pt x="2981" y="3185"/>
                    <a:pt x="2981" y="3156"/>
                  </a:cubicBezTo>
                  <a:lnTo>
                    <a:pt x="4037" y="154"/>
                  </a:lnTo>
                  <a:cubicBezTo>
                    <a:pt x="4074" y="88"/>
                    <a:pt x="4037" y="30"/>
                    <a:pt x="39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3" name="Google Shape;5783;p80">
              <a:extLst>
                <a:ext uri="{FF2B5EF4-FFF2-40B4-BE49-F238E27FC236}">
                  <a16:creationId xmlns:a16="http://schemas.microsoft.com/office/drawing/2014/main" id="{699C2020-33C2-FB48-E72B-8B45792DE37E}"/>
                </a:ext>
              </a:extLst>
            </p:cNvPr>
            <p:cNvSpPr/>
            <p:nvPr/>
          </p:nvSpPr>
          <p:spPr>
            <a:xfrm>
              <a:off x="5018825" y="3363550"/>
              <a:ext cx="44850" cy="287700"/>
            </a:xfrm>
            <a:custGeom>
              <a:avLst/>
              <a:gdLst/>
              <a:ahLst/>
              <a:cxnLst/>
              <a:rect l="l" t="t" r="r" b="b"/>
              <a:pathLst>
                <a:path w="1794" h="11508" extrusionOk="0">
                  <a:moveTo>
                    <a:pt x="1" y="1"/>
                  </a:moveTo>
                  <a:lnTo>
                    <a:pt x="1" y="11507"/>
                  </a:lnTo>
                  <a:lnTo>
                    <a:pt x="1793" y="11507"/>
                  </a:lnTo>
                  <a:lnTo>
                    <a:pt x="17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4" name="Google Shape;5784;p80">
              <a:extLst>
                <a:ext uri="{FF2B5EF4-FFF2-40B4-BE49-F238E27FC236}">
                  <a16:creationId xmlns:a16="http://schemas.microsoft.com/office/drawing/2014/main" id="{AECD29A6-08B2-C215-FA0F-C6BEF4EED29F}"/>
                </a:ext>
              </a:extLst>
            </p:cNvPr>
            <p:cNvSpPr/>
            <p:nvPr/>
          </p:nvSpPr>
          <p:spPr>
            <a:xfrm>
              <a:off x="5017200" y="3361375"/>
              <a:ext cx="47925" cy="292225"/>
            </a:xfrm>
            <a:custGeom>
              <a:avLst/>
              <a:gdLst/>
              <a:ahLst/>
              <a:cxnLst/>
              <a:rect l="l" t="t" r="r" b="b"/>
              <a:pathLst>
                <a:path w="1917" h="11689" extrusionOk="0">
                  <a:moveTo>
                    <a:pt x="1764" y="183"/>
                  </a:moveTo>
                  <a:lnTo>
                    <a:pt x="1764" y="11507"/>
                  </a:lnTo>
                  <a:lnTo>
                    <a:pt x="153" y="11507"/>
                  </a:lnTo>
                  <a:lnTo>
                    <a:pt x="153" y="183"/>
                  </a:lnTo>
                  <a:close/>
                  <a:moveTo>
                    <a:pt x="0" y="1"/>
                  </a:moveTo>
                  <a:lnTo>
                    <a:pt x="0" y="11689"/>
                  </a:lnTo>
                  <a:lnTo>
                    <a:pt x="1917" y="11689"/>
                  </a:lnTo>
                  <a:lnTo>
                    <a:pt x="19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5" name="Google Shape;5785;p80">
              <a:extLst>
                <a:ext uri="{FF2B5EF4-FFF2-40B4-BE49-F238E27FC236}">
                  <a16:creationId xmlns:a16="http://schemas.microsoft.com/office/drawing/2014/main" id="{7B28E768-D2E9-1D78-9046-B1A5DC37FC02}"/>
                </a:ext>
              </a:extLst>
            </p:cNvPr>
            <p:cNvSpPr/>
            <p:nvPr/>
          </p:nvSpPr>
          <p:spPr>
            <a:xfrm>
              <a:off x="5007350" y="3497275"/>
              <a:ext cx="67625" cy="245975"/>
            </a:xfrm>
            <a:custGeom>
              <a:avLst/>
              <a:gdLst/>
              <a:ahLst/>
              <a:cxnLst/>
              <a:rect l="l" t="t" r="r" b="b"/>
              <a:pathLst>
                <a:path w="2705" h="9839" extrusionOk="0">
                  <a:moveTo>
                    <a:pt x="518" y="1"/>
                  </a:moveTo>
                  <a:cubicBezTo>
                    <a:pt x="212" y="1"/>
                    <a:pt x="1" y="241"/>
                    <a:pt x="1" y="511"/>
                  </a:cubicBezTo>
                  <a:lnTo>
                    <a:pt x="1" y="9321"/>
                  </a:lnTo>
                  <a:cubicBezTo>
                    <a:pt x="1" y="9590"/>
                    <a:pt x="212" y="9838"/>
                    <a:pt x="518" y="9838"/>
                  </a:cubicBezTo>
                  <a:lnTo>
                    <a:pt x="2187" y="9838"/>
                  </a:lnTo>
                  <a:cubicBezTo>
                    <a:pt x="2493" y="9838"/>
                    <a:pt x="2704" y="9590"/>
                    <a:pt x="2704" y="9321"/>
                  </a:cubicBezTo>
                  <a:lnTo>
                    <a:pt x="2704" y="511"/>
                  </a:lnTo>
                  <a:cubicBezTo>
                    <a:pt x="2704" y="241"/>
                    <a:pt x="2493" y="1"/>
                    <a:pt x="2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6" name="Google Shape;5786;p80">
              <a:extLst>
                <a:ext uri="{FF2B5EF4-FFF2-40B4-BE49-F238E27FC236}">
                  <a16:creationId xmlns:a16="http://schemas.microsoft.com/office/drawing/2014/main" id="{498C8D23-BF66-15C1-1943-63246893D0E7}"/>
                </a:ext>
              </a:extLst>
            </p:cNvPr>
            <p:cNvSpPr/>
            <p:nvPr/>
          </p:nvSpPr>
          <p:spPr>
            <a:xfrm>
              <a:off x="4851775" y="3722625"/>
              <a:ext cx="378775" cy="63075"/>
            </a:xfrm>
            <a:custGeom>
              <a:avLst/>
              <a:gdLst/>
              <a:ahLst/>
              <a:cxnLst/>
              <a:rect l="l" t="t" r="r" b="b"/>
              <a:pathLst>
                <a:path w="15151" h="2523" extrusionOk="0">
                  <a:moveTo>
                    <a:pt x="0" y="1"/>
                  </a:moveTo>
                  <a:lnTo>
                    <a:pt x="0" y="1189"/>
                  </a:lnTo>
                  <a:lnTo>
                    <a:pt x="0" y="2522"/>
                  </a:lnTo>
                  <a:lnTo>
                    <a:pt x="1035" y="2522"/>
                  </a:lnTo>
                  <a:lnTo>
                    <a:pt x="1035" y="1189"/>
                  </a:lnTo>
                  <a:lnTo>
                    <a:pt x="14123" y="1189"/>
                  </a:lnTo>
                  <a:lnTo>
                    <a:pt x="14123" y="2522"/>
                  </a:lnTo>
                  <a:lnTo>
                    <a:pt x="15150" y="2522"/>
                  </a:lnTo>
                  <a:lnTo>
                    <a:pt x="15150" y="1189"/>
                  </a:lnTo>
                  <a:lnTo>
                    <a:pt x="151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7" name="Google Shape;5787;p80">
              <a:extLst>
                <a:ext uri="{FF2B5EF4-FFF2-40B4-BE49-F238E27FC236}">
                  <a16:creationId xmlns:a16="http://schemas.microsoft.com/office/drawing/2014/main" id="{0C70D096-1767-CC46-C167-CABF23AA69BD}"/>
                </a:ext>
              </a:extLst>
            </p:cNvPr>
            <p:cNvSpPr/>
            <p:nvPr/>
          </p:nvSpPr>
          <p:spPr>
            <a:xfrm>
              <a:off x="4824450" y="3767450"/>
              <a:ext cx="78900" cy="78900"/>
            </a:xfrm>
            <a:custGeom>
              <a:avLst/>
              <a:gdLst/>
              <a:ahLst/>
              <a:cxnLst/>
              <a:rect l="l" t="t" r="r" b="b"/>
              <a:pathLst>
                <a:path w="3156" h="3156" extrusionOk="0">
                  <a:moveTo>
                    <a:pt x="1582" y="0"/>
                  </a:moveTo>
                  <a:cubicBezTo>
                    <a:pt x="700" y="0"/>
                    <a:pt x="0" y="700"/>
                    <a:pt x="0" y="1582"/>
                  </a:cubicBezTo>
                  <a:cubicBezTo>
                    <a:pt x="0" y="2456"/>
                    <a:pt x="700" y="3156"/>
                    <a:pt x="1582" y="3156"/>
                  </a:cubicBezTo>
                  <a:cubicBezTo>
                    <a:pt x="2463" y="3156"/>
                    <a:pt x="3156" y="2456"/>
                    <a:pt x="3156" y="1582"/>
                  </a:cubicBezTo>
                  <a:cubicBezTo>
                    <a:pt x="3156" y="700"/>
                    <a:pt x="2463" y="0"/>
                    <a:pt x="15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8" name="Google Shape;5788;p80">
              <a:extLst>
                <a:ext uri="{FF2B5EF4-FFF2-40B4-BE49-F238E27FC236}">
                  <a16:creationId xmlns:a16="http://schemas.microsoft.com/office/drawing/2014/main" id="{FC423A0E-FC34-A73B-CF6C-D4D09C94668A}"/>
                </a:ext>
              </a:extLst>
            </p:cNvPr>
            <p:cNvSpPr/>
            <p:nvPr/>
          </p:nvSpPr>
          <p:spPr>
            <a:xfrm>
              <a:off x="4822250" y="3765075"/>
              <a:ext cx="83475" cy="83650"/>
            </a:xfrm>
            <a:custGeom>
              <a:avLst/>
              <a:gdLst/>
              <a:ahLst/>
              <a:cxnLst/>
              <a:rect l="l" t="t" r="r" b="b"/>
              <a:pathLst>
                <a:path w="3339" h="3346" extrusionOk="0">
                  <a:moveTo>
                    <a:pt x="1670" y="183"/>
                  </a:moveTo>
                  <a:cubicBezTo>
                    <a:pt x="2486" y="183"/>
                    <a:pt x="3185" y="853"/>
                    <a:pt x="3185" y="1677"/>
                  </a:cubicBezTo>
                  <a:cubicBezTo>
                    <a:pt x="3185" y="2493"/>
                    <a:pt x="2486" y="3192"/>
                    <a:pt x="1670" y="3192"/>
                  </a:cubicBezTo>
                  <a:cubicBezTo>
                    <a:pt x="846" y="3192"/>
                    <a:pt x="183" y="2493"/>
                    <a:pt x="183" y="1677"/>
                  </a:cubicBezTo>
                  <a:cubicBezTo>
                    <a:pt x="183" y="853"/>
                    <a:pt x="846" y="183"/>
                    <a:pt x="1670" y="183"/>
                  </a:cubicBezTo>
                  <a:close/>
                  <a:moveTo>
                    <a:pt x="1670" y="1"/>
                  </a:moveTo>
                  <a:cubicBezTo>
                    <a:pt x="759" y="1"/>
                    <a:pt x="1" y="766"/>
                    <a:pt x="1" y="1677"/>
                  </a:cubicBezTo>
                  <a:cubicBezTo>
                    <a:pt x="1" y="2588"/>
                    <a:pt x="759" y="3345"/>
                    <a:pt x="1670" y="3345"/>
                  </a:cubicBezTo>
                  <a:cubicBezTo>
                    <a:pt x="2581" y="3345"/>
                    <a:pt x="3338" y="2588"/>
                    <a:pt x="3338" y="1677"/>
                  </a:cubicBezTo>
                  <a:cubicBezTo>
                    <a:pt x="3338" y="766"/>
                    <a:pt x="2581" y="1"/>
                    <a:pt x="1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9" name="Google Shape;5789;p80">
              <a:extLst>
                <a:ext uri="{FF2B5EF4-FFF2-40B4-BE49-F238E27FC236}">
                  <a16:creationId xmlns:a16="http://schemas.microsoft.com/office/drawing/2014/main" id="{8BD3DB98-9BDB-6BF5-3A1A-472A457D58BE}"/>
                </a:ext>
              </a:extLst>
            </p:cNvPr>
            <p:cNvSpPr/>
            <p:nvPr/>
          </p:nvSpPr>
          <p:spPr>
            <a:xfrm>
              <a:off x="4848675" y="3791675"/>
              <a:ext cx="30450" cy="30450"/>
            </a:xfrm>
            <a:custGeom>
              <a:avLst/>
              <a:gdLst/>
              <a:ahLst/>
              <a:cxnLst/>
              <a:rect l="l" t="t" r="r" b="b"/>
              <a:pathLst>
                <a:path w="1218" h="1218" extrusionOk="0">
                  <a:moveTo>
                    <a:pt x="613" y="1"/>
                  </a:moveTo>
                  <a:cubicBezTo>
                    <a:pt x="277" y="1"/>
                    <a:pt x="1" y="277"/>
                    <a:pt x="1" y="613"/>
                  </a:cubicBezTo>
                  <a:cubicBezTo>
                    <a:pt x="1" y="941"/>
                    <a:pt x="277" y="1218"/>
                    <a:pt x="613" y="1218"/>
                  </a:cubicBezTo>
                  <a:cubicBezTo>
                    <a:pt x="948" y="1218"/>
                    <a:pt x="1217" y="941"/>
                    <a:pt x="1217" y="613"/>
                  </a:cubicBezTo>
                  <a:cubicBezTo>
                    <a:pt x="1217" y="277"/>
                    <a:pt x="948" y="1"/>
                    <a:pt x="6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0" name="Google Shape;5790;p80">
              <a:extLst>
                <a:ext uri="{FF2B5EF4-FFF2-40B4-BE49-F238E27FC236}">
                  <a16:creationId xmlns:a16="http://schemas.microsoft.com/office/drawing/2014/main" id="{E7110D3F-279F-69DC-4181-D4D79F11B5DB}"/>
                </a:ext>
              </a:extLst>
            </p:cNvPr>
            <p:cNvSpPr/>
            <p:nvPr/>
          </p:nvSpPr>
          <p:spPr>
            <a:xfrm>
              <a:off x="5179700" y="3767450"/>
              <a:ext cx="78900" cy="78900"/>
            </a:xfrm>
            <a:custGeom>
              <a:avLst/>
              <a:gdLst/>
              <a:ahLst/>
              <a:cxnLst/>
              <a:rect l="l" t="t" r="r" b="b"/>
              <a:pathLst>
                <a:path w="3156" h="3156" extrusionOk="0">
                  <a:moveTo>
                    <a:pt x="1582" y="0"/>
                  </a:moveTo>
                  <a:cubicBezTo>
                    <a:pt x="700" y="0"/>
                    <a:pt x="0" y="700"/>
                    <a:pt x="0" y="1582"/>
                  </a:cubicBezTo>
                  <a:cubicBezTo>
                    <a:pt x="0" y="2456"/>
                    <a:pt x="700" y="3156"/>
                    <a:pt x="1582" y="3156"/>
                  </a:cubicBezTo>
                  <a:cubicBezTo>
                    <a:pt x="2463" y="3156"/>
                    <a:pt x="3156" y="2456"/>
                    <a:pt x="3156" y="1582"/>
                  </a:cubicBezTo>
                  <a:cubicBezTo>
                    <a:pt x="3156" y="700"/>
                    <a:pt x="2463" y="0"/>
                    <a:pt x="15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1" name="Google Shape;5791;p80">
              <a:extLst>
                <a:ext uri="{FF2B5EF4-FFF2-40B4-BE49-F238E27FC236}">
                  <a16:creationId xmlns:a16="http://schemas.microsoft.com/office/drawing/2014/main" id="{A1489C61-3C3C-B236-804D-2A1896EB2B4D}"/>
                </a:ext>
              </a:extLst>
            </p:cNvPr>
            <p:cNvSpPr/>
            <p:nvPr/>
          </p:nvSpPr>
          <p:spPr>
            <a:xfrm>
              <a:off x="5177500" y="3765075"/>
              <a:ext cx="83475" cy="83650"/>
            </a:xfrm>
            <a:custGeom>
              <a:avLst/>
              <a:gdLst/>
              <a:ahLst/>
              <a:cxnLst/>
              <a:rect l="l" t="t" r="r" b="b"/>
              <a:pathLst>
                <a:path w="3339" h="3346" extrusionOk="0">
                  <a:moveTo>
                    <a:pt x="1670" y="183"/>
                  </a:moveTo>
                  <a:cubicBezTo>
                    <a:pt x="2486" y="183"/>
                    <a:pt x="3185" y="853"/>
                    <a:pt x="3185" y="1677"/>
                  </a:cubicBezTo>
                  <a:cubicBezTo>
                    <a:pt x="3185" y="2493"/>
                    <a:pt x="2486" y="3192"/>
                    <a:pt x="1670" y="3192"/>
                  </a:cubicBezTo>
                  <a:cubicBezTo>
                    <a:pt x="846" y="3192"/>
                    <a:pt x="183" y="2493"/>
                    <a:pt x="183" y="1677"/>
                  </a:cubicBezTo>
                  <a:cubicBezTo>
                    <a:pt x="183" y="853"/>
                    <a:pt x="846" y="183"/>
                    <a:pt x="1670" y="183"/>
                  </a:cubicBezTo>
                  <a:close/>
                  <a:moveTo>
                    <a:pt x="1670" y="1"/>
                  </a:moveTo>
                  <a:cubicBezTo>
                    <a:pt x="759" y="1"/>
                    <a:pt x="1" y="766"/>
                    <a:pt x="1" y="1677"/>
                  </a:cubicBezTo>
                  <a:cubicBezTo>
                    <a:pt x="1" y="2588"/>
                    <a:pt x="759" y="3345"/>
                    <a:pt x="1670" y="3345"/>
                  </a:cubicBezTo>
                  <a:cubicBezTo>
                    <a:pt x="2610" y="3345"/>
                    <a:pt x="3338" y="2588"/>
                    <a:pt x="3338" y="1677"/>
                  </a:cubicBezTo>
                  <a:cubicBezTo>
                    <a:pt x="3338" y="766"/>
                    <a:pt x="2610" y="1"/>
                    <a:pt x="1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2" name="Google Shape;5792;p80">
              <a:extLst>
                <a:ext uri="{FF2B5EF4-FFF2-40B4-BE49-F238E27FC236}">
                  <a16:creationId xmlns:a16="http://schemas.microsoft.com/office/drawing/2014/main" id="{AAE33213-CB87-F97B-44A3-7DD59720FD6C}"/>
                </a:ext>
              </a:extLst>
            </p:cNvPr>
            <p:cNvSpPr/>
            <p:nvPr/>
          </p:nvSpPr>
          <p:spPr>
            <a:xfrm>
              <a:off x="5203925" y="3791675"/>
              <a:ext cx="30450" cy="30450"/>
            </a:xfrm>
            <a:custGeom>
              <a:avLst/>
              <a:gdLst/>
              <a:ahLst/>
              <a:cxnLst/>
              <a:rect l="l" t="t" r="r" b="b"/>
              <a:pathLst>
                <a:path w="1218" h="1218" extrusionOk="0">
                  <a:moveTo>
                    <a:pt x="613" y="1"/>
                  </a:moveTo>
                  <a:cubicBezTo>
                    <a:pt x="277" y="1"/>
                    <a:pt x="0" y="277"/>
                    <a:pt x="0" y="613"/>
                  </a:cubicBezTo>
                  <a:cubicBezTo>
                    <a:pt x="0" y="941"/>
                    <a:pt x="277" y="1218"/>
                    <a:pt x="613" y="1218"/>
                  </a:cubicBezTo>
                  <a:cubicBezTo>
                    <a:pt x="948" y="1218"/>
                    <a:pt x="1217" y="941"/>
                    <a:pt x="1217" y="613"/>
                  </a:cubicBezTo>
                  <a:cubicBezTo>
                    <a:pt x="1217" y="277"/>
                    <a:pt x="948" y="1"/>
                    <a:pt x="6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3" name="Google Shape;5793;p80">
              <a:extLst>
                <a:ext uri="{FF2B5EF4-FFF2-40B4-BE49-F238E27FC236}">
                  <a16:creationId xmlns:a16="http://schemas.microsoft.com/office/drawing/2014/main" id="{59D6DC66-B922-BC7A-D7BC-B43A04ED5F3A}"/>
                </a:ext>
              </a:extLst>
            </p:cNvPr>
            <p:cNvSpPr/>
            <p:nvPr/>
          </p:nvSpPr>
          <p:spPr>
            <a:xfrm>
              <a:off x="4624775" y="2856575"/>
              <a:ext cx="860825" cy="542000"/>
            </a:xfrm>
            <a:custGeom>
              <a:avLst/>
              <a:gdLst/>
              <a:ahLst/>
              <a:cxnLst/>
              <a:rect l="l" t="t" r="r" b="b"/>
              <a:pathLst>
                <a:path w="34433" h="21680" extrusionOk="0">
                  <a:moveTo>
                    <a:pt x="1247" y="0"/>
                  </a:moveTo>
                  <a:cubicBezTo>
                    <a:pt x="547" y="0"/>
                    <a:pt x="1" y="576"/>
                    <a:pt x="30" y="1275"/>
                  </a:cubicBezTo>
                  <a:lnTo>
                    <a:pt x="1371" y="20557"/>
                  </a:lnTo>
                  <a:cubicBezTo>
                    <a:pt x="1429" y="21191"/>
                    <a:pt x="1946" y="21679"/>
                    <a:pt x="2580" y="21679"/>
                  </a:cubicBezTo>
                  <a:lnTo>
                    <a:pt x="33040" y="21679"/>
                  </a:lnTo>
                  <a:cubicBezTo>
                    <a:pt x="33857" y="21679"/>
                    <a:pt x="34432" y="20892"/>
                    <a:pt x="34163" y="20098"/>
                  </a:cubicBezTo>
                  <a:cubicBezTo>
                    <a:pt x="34010" y="19617"/>
                    <a:pt x="33551" y="19282"/>
                    <a:pt x="33040" y="19282"/>
                  </a:cubicBezTo>
                  <a:lnTo>
                    <a:pt x="22474" y="19282"/>
                  </a:lnTo>
                  <a:cubicBezTo>
                    <a:pt x="21862" y="19282"/>
                    <a:pt x="21381" y="18852"/>
                    <a:pt x="21286" y="18276"/>
                  </a:cubicBezTo>
                  <a:lnTo>
                    <a:pt x="18466" y="998"/>
                  </a:lnTo>
                  <a:cubicBezTo>
                    <a:pt x="18372" y="423"/>
                    <a:pt x="17883" y="0"/>
                    <a:pt x="17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4" name="Google Shape;5794;p80">
              <a:extLst>
                <a:ext uri="{FF2B5EF4-FFF2-40B4-BE49-F238E27FC236}">
                  <a16:creationId xmlns:a16="http://schemas.microsoft.com/office/drawing/2014/main" id="{896BA0AB-F7A7-DE40-4682-C4E9FFEE17EE}"/>
                </a:ext>
              </a:extLst>
            </p:cNvPr>
            <p:cNvSpPr/>
            <p:nvPr/>
          </p:nvSpPr>
          <p:spPr>
            <a:xfrm>
              <a:off x="4623325" y="2854200"/>
              <a:ext cx="860825" cy="546550"/>
            </a:xfrm>
            <a:custGeom>
              <a:avLst/>
              <a:gdLst/>
              <a:ahLst/>
              <a:cxnLst/>
              <a:rect l="l" t="t" r="r" b="b"/>
              <a:pathLst>
                <a:path w="34433" h="21862" extrusionOk="0">
                  <a:moveTo>
                    <a:pt x="17366" y="183"/>
                  </a:moveTo>
                  <a:cubicBezTo>
                    <a:pt x="17912" y="183"/>
                    <a:pt x="18371" y="547"/>
                    <a:pt x="18459" y="1093"/>
                  </a:cubicBezTo>
                  <a:lnTo>
                    <a:pt x="21257" y="18400"/>
                  </a:lnTo>
                  <a:cubicBezTo>
                    <a:pt x="21344" y="19012"/>
                    <a:pt x="21891" y="19464"/>
                    <a:pt x="22532" y="19464"/>
                  </a:cubicBezTo>
                  <a:lnTo>
                    <a:pt x="33098" y="19464"/>
                  </a:lnTo>
                  <a:cubicBezTo>
                    <a:pt x="33579" y="19464"/>
                    <a:pt x="34009" y="19770"/>
                    <a:pt x="34155" y="20222"/>
                  </a:cubicBezTo>
                  <a:cubicBezTo>
                    <a:pt x="34279" y="20557"/>
                    <a:pt x="34221" y="20922"/>
                    <a:pt x="34009" y="21228"/>
                  </a:cubicBezTo>
                  <a:cubicBezTo>
                    <a:pt x="33791" y="21534"/>
                    <a:pt x="33463" y="21679"/>
                    <a:pt x="33098" y="21679"/>
                  </a:cubicBezTo>
                  <a:lnTo>
                    <a:pt x="2638" y="21679"/>
                  </a:lnTo>
                  <a:cubicBezTo>
                    <a:pt x="2063" y="21679"/>
                    <a:pt x="1545" y="21228"/>
                    <a:pt x="1516" y="20652"/>
                  </a:cubicBezTo>
                  <a:lnTo>
                    <a:pt x="183" y="1370"/>
                  </a:lnTo>
                  <a:cubicBezTo>
                    <a:pt x="183" y="1035"/>
                    <a:pt x="270" y="765"/>
                    <a:pt x="489" y="518"/>
                  </a:cubicBezTo>
                  <a:cubicBezTo>
                    <a:pt x="700" y="306"/>
                    <a:pt x="970" y="183"/>
                    <a:pt x="1305" y="183"/>
                  </a:cubicBezTo>
                  <a:close/>
                  <a:moveTo>
                    <a:pt x="1305" y="0"/>
                  </a:moveTo>
                  <a:cubicBezTo>
                    <a:pt x="940" y="0"/>
                    <a:pt x="605" y="153"/>
                    <a:pt x="365" y="401"/>
                  </a:cubicBezTo>
                  <a:cubicBezTo>
                    <a:pt x="124" y="671"/>
                    <a:pt x="0" y="1006"/>
                    <a:pt x="30" y="1370"/>
                  </a:cubicBezTo>
                  <a:lnTo>
                    <a:pt x="1363" y="20681"/>
                  </a:lnTo>
                  <a:cubicBezTo>
                    <a:pt x="1400" y="21351"/>
                    <a:pt x="1975" y="21862"/>
                    <a:pt x="2638" y="21862"/>
                  </a:cubicBezTo>
                  <a:lnTo>
                    <a:pt x="33098" y="21862"/>
                  </a:lnTo>
                  <a:cubicBezTo>
                    <a:pt x="33521" y="21862"/>
                    <a:pt x="33886" y="21650"/>
                    <a:pt x="34126" y="21315"/>
                  </a:cubicBezTo>
                  <a:cubicBezTo>
                    <a:pt x="34374" y="20987"/>
                    <a:pt x="34432" y="20557"/>
                    <a:pt x="34308" y="20164"/>
                  </a:cubicBezTo>
                  <a:cubicBezTo>
                    <a:pt x="34126" y="19646"/>
                    <a:pt x="33645" y="19311"/>
                    <a:pt x="33098" y="19311"/>
                  </a:cubicBezTo>
                  <a:lnTo>
                    <a:pt x="22532" y="19311"/>
                  </a:lnTo>
                  <a:cubicBezTo>
                    <a:pt x="21986" y="19311"/>
                    <a:pt x="21497" y="18918"/>
                    <a:pt x="21439" y="18371"/>
                  </a:cubicBezTo>
                  <a:lnTo>
                    <a:pt x="18612" y="1064"/>
                  </a:lnTo>
                  <a:cubicBezTo>
                    <a:pt x="18524" y="459"/>
                    <a:pt x="17978" y="0"/>
                    <a:pt x="173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5" name="Google Shape;5795;p80">
              <a:extLst>
                <a:ext uri="{FF2B5EF4-FFF2-40B4-BE49-F238E27FC236}">
                  <a16:creationId xmlns:a16="http://schemas.microsoft.com/office/drawing/2014/main" id="{1EFE92A7-F9C7-8046-D1D2-91B068853747}"/>
                </a:ext>
              </a:extLst>
            </p:cNvPr>
            <p:cNvSpPr/>
            <p:nvPr/>
          </p:nvSpPr>
          <p:spPr>
            <a:xfrm>
              <a:off x="4659025" y="2965875"/>
              <a:ext cx="350000" cy="4575"/>
            </a:xfrm>
            <a:custGeom>
              <a:avLst/>
              <a:gdLst/>
              <a:ahLst/>
              <a:cxnLst/>
              <a:rect l="l" t="t" r="r" b="b"/>
              <a:pathLst>
                <a:path w="14000" h="183" extrusionOk="0">
                  <a:moveTo>
                    <a:pt x="88" y="0"/>
                  </a:moveTo>
                  <a:cubicBezTo>
                    <a:pt x="30" y="0"/>
                    <a:pt x="1" y="59"/>
                    <a:pt x="1" y="88"/>
                  </a:cubicBezTo>
                  <a:cubicBezTo>
                    <a:pt x="1" y="153"/>
                    <a:pt x="30" y="182"/>
                    <a:pt x="88" y="182"/>
                  </a:cubicBezTo>
                  <a:lnTo>
                    <a:pt x="13904" y="182"/>
                  </a:lnTo>
                  <a:cubicBezTo>
                    <a:pt x="13934" y="182"/>
                    <a:pt x="13999" y="153"/>
                    <a:pt x="13999" y="88"/>
                  </a:cubicBezTo>
                  <a:cubicBezTo>
                    <a:pt x="13999" y="59"/>
                    <a:pt x="13934" y="0"/>
                    <a:pt x="139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6" name="Google Shape;5796;p80">
              <a:extLst>
                <a:ext uri="{FF2B5EF4-FFF2-40B4-BE49-F238E27FC236}">
                  <a16:creationId xmlns:a16="http://schemas.microsoft.com/office/drawing/2014/main" id="{398A749D-EB17-A89F-E8FA-94DC33276A65}"/>
                </a:ext>
              </a:extLst>
            </p:cNvPr>
            <p:cNvSpPr/>
            <p:nvPr/>
          </p:nvSpPr>
          <p:spPr>
            <a:xfrm>
              <a:off x="4659025" y="3075900"/>
              <a:ext cx="369675" cy="4575"/>
            </a:xfrm>
            <a:custGeom>
              <a:avLst/>
              <a:gdLst/>
              <a:ahLst/>
              <a:cxnLst/>
              <a:rect l="l" t="t" r="r" b="b"/>
              <a:pathLst>
                <a:path w="14787" h="183" extrusionOk="0">
                  <a:moveTo>
                    <a:pt x="88" y="1"/>
                  </a:moveTo>
                  <a:cubicBezTo>
                    <a:pt x="30" y="1"/>
                    <a:pt x="1" y="59"/>
                    <a:pt x="1" y="95"/>
                  </a:cubicBezTo>
                  <a:cubicBezTo>
                    <a:pt x="1" y="154"/>
                    <a:pt x="30" y="183"/>
                    <a:pt x="88" y="183"/>
                  </a:cubicBezTo>
                  <a:lnTo>
                    <a:pt x="14691" y="183"/>
                  </a:lnTo>
                  <a:cubicBezTo>
                    <a:pt x="14728" y="183"/>
                    <a:pt x="14786" y="154"/>
                    <a:pt x="14786" y="95"/>
                  </a:cubicBezTo>
                  <a:cubicBezTo>
                    <a:pt x="14786" y="59"/>
                    <a:pt x="14728" y="1"/>
                    <a:pt x="146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7" name="Google Shape;5797;p80">
              <a:extLst>
                <a:ext uri="{FF2B5EF4-FFF2-40B4-BE49-F238E27FC236}">
                  <a16:creationId xmlns:a16="http://schemas.microsoft.com/office/drawing/2014/main" id="{BC8582E8-3A0A-3A7D-4403-5BD1878034D7}"/>
                </a:ext>
              </a:extLst>
            </p:cNvPr>
            <p:cNvSpPr/>
            <p:nvPr/>
          </p:nvSpPr>
          <p:spPr>
            <a:xfrm>
              <a:off x="4681800" y="3185950"/>
              <a:ext cx="368925" cy="4575"/>
            </a:xfrm>
            <a:custGeom>
              <a:avLst/>
              <a:gdLst/>
              <a:ahLst/>
              <a:cxnLst/>
              <a:rect l="l" t="t" r="r" b="b"/>
              <a:pathLst>
                <a:path w="14757" h="183" extrusionOk="0">
                  <a:moveTo>
                    <a:pt x="59" y="0"/>
                  </a:moveTo>
                  <a:cubicBezTo>
                    <a:pt x="30" y="0"/>
                    <a:pt x="1" y="66"/>
                    <a:pt x="1" y="95"/>
                  </a:cubicBezTo>
                  <a:cubicBezTo>
                    <a:pt x="1" y="153"/>
                    <a:pt x="30" y="182"/>
                    <a:pt x="59" y="182"/>
                  </a:cubicBezTo>
                  <a:lnTo>
                    <a:pt x="14662" y="182"/>
                  </a:lnTo>
                  <a:cubicBezTo>
                    <a:pt x="14728" y="182"/>
                    <a:pt x="14757" y="153"/>
                    <a:pt x="14757" y="95"/>
                  </a:cubicBezTo>
                  <a:cubicBezTo>
                    <a:pt x="14757" y="66"/>
                    <a:pt x="14728" y="0"/>
                    <a:pt x="146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8" name="Google Shape;5798;p80">
              <a:extLst>
                <a:ext uri="{FF2B5EF4-FFF2-40B4-BE49-F238E27FC236}">
                  <a16:creationId xmlns:a16="http://schemas.microsoft.com/office/drawing/2014/main" id="{F091B77C-9A1D-EB85-F68C-B8F328ECE801}"/>
                </a:ext>
              </a:extLst>
            </p:cNvPr>
            <p:cNvSpPr/>
            <p:nvPr/>
          </p:nvSpPr>
          <p:spPr>
            <a:xfrm>
              <a:off x="4681800" y="3295975"/>
              <a:ext cx="368925" cy="4575"/>
            </a:xfrm>
            <a:custGeom>
              <a:avLst/>
              <a:gdLst/>
              <a:ahLst/>
              <a:cxnLst/>
              <a:rect l="l" t="t" r="r" b="b"/>
              <a:pathLst>
                <a:path w="14757" h="183" extrusionOk="0">
                  <a:moveTo>
                    <a:pt x="59" y="0"/>
                  </a:moveTo>
                  <a:cubicBezTo>
                    <a:pt x="30" y="0"/>
                    <a:pt x="1" y="66"/>
                    <a:pt x="1" y="95"/>
                  </a:cubicBezTo>
                  <a:cubicBezTo>
                    <a:pt x="1" y="154"/>
                    <a:pt x="30" y="183"/>
                    <a:pt x="59" y="183"/>
                  </a:cubicBezTo>
                  <a:lnTo>
                    <a:pt x="14662" y="183"/>
                  </a:lnTo>
                  <a:cubicBezTo>
                    <a:pt x="14728" y="183"/>
                    <a:pt x="14757" y="154"/>
                    <a:pt x="14757" y="95"/>
                  </a:cubicBezTo>
                  <a:cubicBezTo>
                    <a:pt x="14757" y="66"/>
                    <a:pt x="14728" y="0"/>
                    <a:pt x="146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9" name="Google Shape;5799;p80">
              <a:extLst>
                <a:ext uri="{FF2B5EF4-FFF2-40B4-BE49-F238E27FC236}">
                  <a16:creationId xmlns:a16="http://schemas.microsoft.com/office/drawing/2014/main" id="{59993B28-6714-0020-5791-A31542EE5007}"/>
                </a:ext>
              </a:extLst>
            </p:cNvPr>
            <p:cNvSpPr/>
            <p:nvPr/>
          </p:nvSpPr>
          <p:spPr>
            <a:xfrm>
              <a:off x="5030850" y="2876975"/>
              <a:ext cx="74550" cy="470750"/>
            </a:xfrm>
            <a:custGeom>
              <a:avLst/>
              <a:gdLst/>
              <a:ahLst/>
              <a:cxnLst/>
              <a:rect l="l" t="t" r="r" b="b"/>
              <a:pathLst>
                <a:path w="2982" h="18830" extrusionOk="0">
                  <a:moveTo>
                    <a:pt x="66" y="0"/>
                  </a:moveTo>
                  <a:cubicBezTo>
                    <a:pt x="37" y="37"/>
                    <a:pt x="1" y="66"/>
                    <a:pt x="1" y="124"/>
                  </a:cubicBezTo>
                  <a:lnTo>
                    <a:pt x="2799" y="18735"/>
                  </a:lnTo>
                  <a:cubicBezTo>
                    <a:pt x="2799" y="18801"/>
                    <a:pt x="2857" y="18830"/>
                    <a:pt x="2886" y="18830"/>
                  </a:cubicBezTo>
                  <a:cubicBezTo>
                    <a:pt x="2952" y="18801"/>
                    <a:pt x="2981" y="18764"/>
                    <a:pt x="2981" y="18735"/>
                  </a:cubicBezTo>
                  <a:lnTo>
                    <a:pt x="154" y="95"/>
                  </a:lnTo>
                  <a:cubicBezTo>
                    <a:pt x="154" y="37"/>
                    <a:pt x="125" y="0"/>
                    <a:pt x="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80">
              <a:extLst>
                <a:ext uri="{FF2B5EF4-FFF2-40B4-BE49-F238E27FC236}">
                  <a16:creationId xmlns:a16="http://schemas.microsoft.com/office/drawing/2014/main" id="{07450589-2651-7881-41B1-26B788C01459}"/>
                </a:ext>
              </a:extLst>
            </p:cNvPr>
            <p:cNvSpPr/>
            <p:nvPr/>
          </p:nvSpPr>
          <p:spPr>
            <a:xfrm>
              <a:off x="6864125" y="3553400"/>
              <a:ext cx="426675" cy="296050"/>
            </a:xfrm>
            <a:custGeom>
              <a:avLst/>
              <a:gdLst/>
              <a:ahLst/>
              <a:cxnLst/>
              <a:rect l="l" t="t" r="r" b="b"/>
              <a:pathLst>
                <a:path w="17067" h="11842" extrusionOk="0">
                  <a:moveTo>
                    <a:pt x="605" y="0"/>
                  </a:moveTo>
                  <a:cubicBezTo>
                    <a:pt x="270" y="0"/>
                    <a:pt x="0" y="270"/>
                    <a:pt x="0" y="605"/>
                  </a:cubicBezTo>
                  <a:lnTo>
                    <a:pt x="0" y="11237"/>
                  </a:lnTo>
                  <a:cubicBezTo>
                    <a:pt x="0" y="11565"/>
                    <a:pt x="270" y="11842"/>
                    <a:pt x="605" y="11842"/>
                  </a:cubicBezTo>
                  <a:lnTo>
                    <a:pt x="16454" y="11842"/>
                  </a:lnTo>
                  <a:cubicBezTo>
                    <a:pt x="16790" y="11842"/>
                    <a:pt x="17066" y="11565"/>
                    <a:pt x="17066" y="11237"/>
                  </a:cubicBezTo>
                  <a:lnTo>
                    <a:pt x="17066" y="605"/>
                  </a:lnTo>
                  <a:cubicBezTo>
                    <a:pt x="17066" y="270"/>
                    <a:pt x="16790" y="0"/>
                    <a:pt x="164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80">
              <a:extLst>
                <a:ext uri="{FF2B5EF4-FFF2-40B4-BE49-F238E27FC236}">
                  <a16:creationId xmlns:a16="http://schemas.microsoft.com/office/drawing/2014/main" id="{DB0D24EA-59B5-A19B-E61F-BEE9D9F832F9}"/>
                </a:ext>
              </a:extLst>
            </p:cNvPr>
            <p:cNvSpPr/>
            <p:nvPr/>
          </p:nvSpPr>
          <p:spPr>
            <a:xfrm>
              <a:off x="6861750" y="3551925"/>
              <a:ext cx="431225" cy="299725"/>
            </a:xfrm>
            <a:custGeom>
              <a:avLst/>
              <a:gdLst/>
              <a:ahLst/>
              <a:cxnLst/>
              <a:rect l="l" t="t" r="r" b="b"/>
              <a:pathLst>
                <a:path w="17249" h="11989" extrusionOk="0">
                  <a:moveTo>
                    <a:pt x="16032" y="147"/>
                  </a:moveTo>
                  <a:cubicBezTo>
                    <a:pt x="16615" y="147"/>
                    <a:pt x="17096" y="635"/>
                    <a:pt x="17096" y="1181"/>
                  </a:cubicBezTo>
                  <a:lnTo>
                    <a:pt x="17096" y="10778"/>
                  </a:lnTo>
                  <a:cubicBezTo>
                    <a:pt x="17096" y="11354"/>
                    <a:pt x="16615" y="11806"/>
                    <a:pt x="16032" y="11806"/>
                  </a:cubicBezTo>
                  <a:lnTo>
                    <a:pt x="1217" y="11806"/>
                  </a:lnTo>
                  <a:cubicBezTo>
                    <a:pt x="642" y="11806"/>
                    <a:pt x="182" y="11354"/>
                    <a:pt x="182" y="10778"/>
                  </a:cubicBezTo>
                  <a:lnTo>
                    <a:pt x="182" y="1181"/>
                  </a:lnTo>
                  <a:cubicBezTo>
                    <a:pt x="182" y="635"/>
                    <a:pt x="642" y="147"/>
                    <a:pt x="1217" y="147"/>
                  </a:cubicBezTo>
                  <a:close/>
                  <a:moveTo>
                    <a:pt x="1217" y="1"/>
                  </a:moveTo>
                  <a:cubicBezTo>
                    <a:pt x="547" y="1"/>
                    <a:pt x="0" y="511"/>
                    <a:pt x="0" y="1181"/>
                  </a:cubicBezTo>
                  <a:lnTo>
                    <a:pt x="0" y="10778"/>
                  </a:lnTo>
                  <a:cubicBezTo>
                    <a:pt x="0" y="11441"/>
                    <a:pt x="547" y="11988"/>
                    <a:pt x="1217" y="11988"/>
                  </a:cubicBezTo>
                  <a:lnTo>
                    <a:pt x="16032" y="11988"/>
                  </a:lnTo>
                  <a:cubicBezTo>
                    <a:pt x="16702" y="11988"/>
                    <a:pt x="17249" y="11441"/>
                    <a:pt x="17249" y="10778"/>
                  </a:cubicBezTo>
                  <a:lnTo>
                    <a:pt x="17249" y="1181"/>
                  </a:lnTo>
                  <a:cubicBezTo>
                    <a:pt x="17249" y="511"/>
                    <a:pt x="16702" y="1"/>
                    <a:pt x="160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80">
              <a:extLst>
                <a:ext uri="{FF2B5EF4-FFF2-40B4-BE49-F238E27FC236}">
                  <a16:creationId xmlns:a16="http://schemas.microsoft.com/office/drawing/2014/main" id="{66833B04-3A4C-A80A-CFE9-72744BAAF2B9}"/>
                </a:ext>
              </a:extLst>
            </p:cNvPr>
            <p:cNvSpPr/>
            <p:nvPr/>
          </p:nvSpPr>
          <p:spPr>
            <a:xfrm>
              <a:off x="6929325" y="3647575"/>
              <a:ext cx="4575" cy="204075"/>
            </a:xfrm>
            <a:custGeom>
              <a:avLst/>
              <a:gdLst/>
              <a:ahLst/>
              <a:cxnLst/>
              <a:rect l="l" t="t" r="r" b="b"/>
              <a:pathLst>
                <a:path w="183" h="8163" extrusionOk="0">
                  <a:moveTo>
                    <a:pt x="96" y="1"/>
                  </a:moveTo>
                  <a:cubicBezTo>
                    <a:pt x="30" y="1"/>
                    <a:pt x="1" y="30"/>
                    <a:pt x="1" y="88"/>
                  </a:cubicBezTo>
                  <a:lnTo>
                    <a:pt x="1" y="8075"/>
                  </a:lnTo>
                  <a:cubicBezTo>
                    <a:pt x="1" y="8133"/>
                    <a:pt x="30" y="8162"/>
                    <a:pt x="96" y="8162"/>
                  </a:cubicBezTo>
                  <a:cubicBezTo>
                    <a:pt x="125" y="8162"/>
                    <a:pt x="183" y="8133"/>
                    <a:pt x="183" y="8075"/>
                  </a:cubicBezTo>
                  <a:lnTo>
                    <a:pt x="183" y="88"/>
                  </a:lnTo>
                  <a:cubicBezTo>
                    <a:pt x="183" y="30"/>
                    <a:pt x="125" y="1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80">
              <a:extLst>
                <a:ext uri="{FF2B5EF4-FFF2-40B4-BE49-F238E27FC236}">
                  <a16:creationId xmlns:a16="http://schemas.microsoft.com/office/drawing/2014/main" id="{A5FBFE97-31CC-1407-467C-AB101F1263A0}"/>
                </a:ext>
              </a:extLst>
            </p:cNvPr>
            <p:cNvSpPr/>
            <p:nvPr/>
          </p:nvSpPr>
          <p:spPr>
            <a:xfrm>
              <a:off x="7220825" y="3647575"/>
              <a:ext cx="4575" cy="204075"/>
            </a:xfrm>
            <a:custGeom>
              <a:avLst/>
              <a:gdLst/>
              <a:ahLst/>
              <a:cxnLst/>
              <a:rect l="l" t="t" r="r" b="b"/>
              <a:pathLst>
                <a:path w="183" h="8163" extrusionOk="0">
                  <a:moveTo>
                    <a:pt x="95" y="1"/>
                  </a:moveTo>
                  <a:cubicBezTo>
                    <a:pt x="66" y="1"/>
                    <a:pt x="0" y="30"/>
                    <a:pt x="0" y="88"/>
                  </a:cubicBezTo>
                  <a:lnTo>
                    <a:pt x="0" y="8075"/>
                  </a:lnTo>
                  <a:cubicBezTo>
                    <a:pt x="0" y="8133"/>
                    <a:pt x="66" y="8162"/>
                    <a:pt x="95" y="8162"/>
                  </a:cubicBezTo>
                  <a:cubicBezTo>
                    <a:pt x="153" y="8162"/>
                    <a:pt x="182" y="8133"/>
                    <a:pt x="182" y="8075"/>
                  </a:cubicBezTo>
                  <a:lnTo>
                    <a:pt x="182" y="88"/>
                  </a:lnTo>
                  <a:cubicBezTo>
                    <a:pt x="182" y="30"/>
                    <a:pt x="153" y="1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80">
              <a:extLst>
                <a:ext uri="{FF2B5EF4-FFF2-40B4-BE49-F238E27FC236}">
                  <a16:creationId xmlns:a16="http://schemas.microsoft.com/office/drawing/2014/main" id="{B2C333D1-35AD-B75B-91DD-8742DE6E0F83}"/>
                </a:ext>
              </a:extLst>
            </p:cNvPr>
            <p:cNvSpPr/>
            <p:nvPr/>
          </p:nvSpPr>
          <p:spPr>
            <a:xfrm>
              <a:off x="6849000" y="3520050"/>
              <a:ext cx="456925" cy="171450"/>
            </a:xfrm>
            <a:custGeom>
              <a:avLst/>
              <a:gdLst/>
              <a:ahLst/>
              <a:cxnLst/>
              <a:rect l="l" t="t" r="r" b="b"/>
              <a:pathLst>
                <a:path w="18277" h="6858" extrusionOk="0">
                  <a:moveTo>
                    <a:pt x="663" y="1"/>
                  </a:moveTo>
                  <a:cubicBezTo>
                    <a:pt x="299" y="1"/>
                    <a:pt x="0" y="299"/>
                    <a:pt x="0" y="693"/>
                  </a:cubicBezTo>
                  <a:lnTo>
                    <a:pt x="0" y="6195"/>
                  </a:lnTo>
                  <a:cubicBezTo>
                    <a:pt x="0" y="6559"/>
                    <a:pt x="299" y="6858"/>
                    <a:pt x="663" y="6858"/>
                  </a:cubicBezTo>
                  <a:lnTo>
                    <a:pt x="17606" y="6858"/>
                  </a:lnTo>
                  <a:cubicBezTo>
                    <a:pt x="17970" y="6858"/>
                    <a:pt x="18276" y="6559"/>
                    <a:pt x="18276" y="6195"/>
                  </a:cubicBezTo>
                  <a:lnTo>
                    <a:pt x="18276" y="693"/>
                  </a:lnTo>
                  <a:cubicBezTo>
                    <a:pt x="18276" y="299"/>
                    <a:pt x="17970" y="1"/>
                    <a:pt x="176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80">
              <a:extLst>
                <a:ext uri="{FF2B5EF4-FFF2-40B4-BE49-F238E27FC236}">
                  <a16:creationId xmlns:a16="http://schemas.microsoft.com/office/drawing/2014/main" id="{83AEFB99-DC7E-E8B7-65FD-714E8298E317}"/>
                </a:ext>
              </a:extLst>
            </p:cNvPr>
            <p:cNvSpPr/>
            <p:nvPr/>
          </p:nvSpPr>
          <p:spPr>
            <a:xfrm>
              <a:off x="6846625" y="3545000"/>
              <a:ext cx="461475" cy="148875"/>
            </a:xfrm>
            <a:custGeom>
              <a:avLst/>
              <a:gdLst/>
              <a:ahLst/>
              <a:cxnLst/>
              <a:rect l="l" t="t" r="r" b="b"/>
              <a:pathLst>
                <a:path w="18459" h="5955" extrusionOk="0">
                  <a:moveTo>
                    <a:pt x="95" y="1"/>
                  </a:moveTo>
                  <a:cubicBezTo>
                    <a:pt x="30" y="1"/>
                    <a:pt x="0" y="30"/>
                    <a:pt x="0" y="96"/>
                  </a:cubicBezTo>
                  <a:lnTo>
                    <a:pt x="0" y="4796"/>
                  </a:lnTo>
                  <a:cubicBezTo>
                    <a:pt x="0" y="5437"/>
                    <a:pt x="518" y="5954"/>
                    <a:pt x="1152" y="5954"/>
                  </a:cubicBezTo>
                  <a:lnTo>
                    <a:pt x="17307" y="5954"/>
                  </a:lnTo>
                  <a:cubicBezTo>
                    <a:pt x="17949" y="5954"/>
                    <a:pt x="18459" y="5437"/>
                    <a:pt x="18459" y="4796"/>
                  </a:cubicBezTo>
                  <a:lnTo>
                    <a:pt x="18459" y="96"/>
                  </a:lnTo>
                  <a:cubicBezTo>
                    <a:pt x="18459" y="30"/>
                    <a:pt x="18430" y="1"/>
                    <a:pt x="18371" y="1"/>
                  </a:cubicBezTo>
                  <a:cubicBezTo>
                    <a:pt x="18342" y="1"/>
                    <a:pt x="18313" y="30"/>
                    <a:pt x="18313" y="96"/>
                  </a:cubicBezTo>
                  <a:lnTo>
                    <a:pt x="18313" y="4796"/>
                  </a:lnTo>
                  <a:cubicBezTo>
                    <a:pt x="18313" y="5342"/>
                    <a:pt x="17854" y="5772"/>
                    <a:pt x="17307" y="5772"/>
                  </a:cubicBezTo>
                  <a:lnTo>
                    <a:pt x="1152" y="5772"/>
                  </a:lnTo>
                  <a:cubicBezTo>
                    <a:pt x="605" y="5772"/>
                    <a:pt x="153" y="5342"/>
                    <a:pt x="153" y="4796"/>
                  </a:cubicBezTo>
                  <a:lnTo>
                    <a:pt x="153" y="96"/>
                  </a:lnTo>
                  <a:cubicBezTo>
                    <a:pt x="153" y="30"/>
                    <a:pt x="124" y="1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80">
              <a:extLst>
                <a:ext uri="{FF2B5EF4-FFF2-40B4-BE49-F238E27FC236}">
                  <a16:creationId xmlns:a16="http://schemas.microsoft.com/office/drawing/2014/main" id="{9CDAC824-A16D-EE72-5E00-B43993378E77}"/>
                </a:ext>
              </a:extLst>
            </p:cNvPr>
            <p:cNvSpPr/>
            <p:nvPr/>
          </p:nvSpPr>
          <p:spPr>
            <a:xfrm>
              <a:off x="6933875" y="3512400"/>
              <a:ext cx="57775" cy="14425"/>
            </a:xfrm>
            <a:custGeom>
              <a:avLst/>
              <a:gdLst/>
              <a:ahLst/>
              <a:cxnLst/>
              <a:rect l="l" t="t" r="r" b="b"/>
              <a:pathLst>
                <a:path w="2311" h="577" extrusionOk="0">
                  <a:moveTo>
                    <a:pt x="154" y="1"/>
                  </a:moveTo>
                  <a:cubicBezTo>
                    <a:pt x="67" y="1"/>
                    <a:pt x="1" y="59"/>
                    <a:pt x="1" y="154"/>
                  </a:cubicBezTo>
                  <a:lnTo>
                    <a:pt x="1" y="423"/>
                  </a:lnTo>
                  <a:cubicBezTo>
                    <a:pt x="1" y="518"/>
                    <a:pt x="67" y="576"/>
                    <a:pt x="154" y="576"/>
                  </a:cubicBezTo>
                  <a:lnTo>
                    <a:pt x="2129" y="576"/>
                  </a:lnTo>
                  <a:cubicBezTo>
                    <a:pt x="2216" y="576"/>
                    <a:pt x="2311" y="518"/>
                    <a:pt x="2311" y="423"/>
                  </a:cubicBezTo>
                  <a:lnTo>
                    <a:pt x="2311" y="154"/>
                  </a:lnTo>
                  <a:cubicBezTo>
                    <a:pt x="2311" y="59"/>
                    <a:pt x="2216" y="1"/>
                    <a:pt x="2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80">
              <a:extLst>
                <a:ext uri="{FF2B5EF4-FFF2-40B4-BE49-F238E27FC236}">
                  <a16:creationId xmlns:a16="http://schemas.microsoft.com/office/drawing/2014/main" id="{832690C9-16F3-1467-28A3-22354AE13E59}"/>
                </a:ext>
              </a:extLst>
            </p:cNvPr>
            <p:cNvSpPr/>
            <p:nvPr/>
          </p:nvSpPr>
          <p:spPr>
            <a:xfrm>
              <a:off x="7163975" y="3512400"/>
              <a:ext cx="56875" cy="14425"/>
            </a:xfrm>
            <a:custGeom>
              <a:avLst/>
              <a:gdLst/>
              <a:ahLst/>
              <a:cxnLst/>
              <a:rect l="l" t="t" r="r" b="b"/>
              <a:pathLst>
                <a:path w="2275" h="577" extrusionOk="0">
                  <a:moveTo>
                    <a:pt x="154" y="1"/>
                  </a:moveTo>
                  <a:cubicBezTo>
                    <a:pt x="59" y="1"/>
                    <a:pt x="1" y="59"/>
                    <a:pt x="1" y="154"/>
                  </a:cubicBezTo>
                  <a:lnTo>
                    <a:pt x="1" y="423"/>
                  </a:lnTo>
                  <a:cubicBezTo>
                    <a:pt x="1" y="518"/>
                    <a:pt x="59" y="576"/>
                    <a:pt x="154" y="576"/>
                  </a:cubicBezTo>
                  <a:lnTo>
                    <a:pt x="2121" y="576"/>
                  </a:lnTo>
                  <a:cubicBezTo>
                    <a:pt x="2216" y="576"/>
                    <a:pt x="2274" y="518"/>
                    <a:pt x="2274" y="423"/>
                  </a:cubicBezTo>
                  <a:lnTo>
                    <a:pt x="2274" y="154"/>
                  </a:lnTo>
                  <a:cubicBezTo>
                    <a:pt x="2274" y="59"/>
                    <a:pt x="2216" y="1"/>
                    <a:pt x="21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80">
              <a:extLst>
                <a:ext uri="{FF2B5EF4-FFF2-40B4-BE49-F238E27FC236}">
                  <a16:creationId xmlns:a16="http://schemas.microsoft.com/office/drawing/2014/main" id="{8F14CDAD-BD93-5489-00E6-76CE37816AC2}"/>
                </a:ext>
              </a:extLst>
            </p:cNvPr>
            <p:cNvSpPr/>
            <p:nvPr/>
          </p:nvSpPr>
          <p:spPr>
            <a:xfrm>
              <a:off x="6978700" y="3488900"/>
              <a:ext cx="10600" cy="32625"/>
            </a:xfrm>
            <a:custGeom>
              <a:avLst/>
              <a:gdLst/>
              <a:ahLst/>
              <a:cxnLst/>
              <a:rect l="l" t="t" r="r" b="b"/>
              <a:pathLst>
                <a:path w="424" h="1305" extrusionOk="0">
                  <a:moveTo>
                    <a:pt x="212" y="0"/>
                  </a:moveTo>
                  <a:cubicBezTo>
                    <a:pt x="95" y="0"/>
                    <a:pt x="1" y="88"/>
                    <a:pt x="1" y="212"/>
                  </a:cubicBezTo>
                  <a:lnTo>
                    <a:pt x="1" y="1094"/>
                  </a:lnTo>
                  <a:cubicBezTo>
                    <a:pt x="1" y="1181"/>
                    <a:pt x="95" y="1305"/>
                    <a:pt x="212" y="1305"/>
                  </a:cubicBezTo>
                  <a:cubicBezTo>
                    <a:pt x="336" y="1305"/>
                    <a:pt x="423" y="1181"/>
                    <a:pt x="423" y="1094"/>
                  </a:cubicBezTo>
                  <a:lnTo>
                    <a:pt x="423" y="212"/>
                  </a:lnTo>
                  <a:cubicBezTo>
                    <a:pt x="423" y="88"/>
                    <a:pt x="336" y="0"/>
                    <a:pt x="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80">
              <a:extLst>
                <a:ext uri="{FF2B5EF4-FFF2-40B4-BE49-F238E27FC236}">
                  <a16:creationId xmlns:a16="http://schemas.microsoft.com/office/drawing/2014/main" id="{2DE25951-A962-3EFC-50CE-7FBDED50E8D1}"/>
                </a:ext>
              </a:extLst>
            </p:cNvPr>
            <p:cNvSpPr/>
            <p:nvPr/>
          </p:nvSpPr>
          <p:spPr>
            <a:xfrm>
              <a:off x="7165425" y="3488900"/>
              <a:ext cx="10600" cy="32625"/>
            </a:xfrm>
            <a:custGeom>
              <a:avLst/>
              <a:gdLst/>
              <a:ahLst/>
              <a:cxnLst/>
              <a:rect l="l" t="t" r="r" b="b"/>
              <a:pathLst>
                <a:path w="424" h="1305" extrusionOk="0">
                  <a:moveTo>
                    <a:pt x="212" y="0"/>
                  </a:moveTo>
                  <a:cubicBezTo>
                    <a:pt x="96" y="0"/>
                    <a:pt x="1" y="88"/>
                    <a:pt x="1" y="212"/>
                  </a:cubicBezTo>
                  <a:lnTo>
                    <a:pt x="1" y="1094"/>
                  </a:lnTo>
                  <a:cubicBezTo>
                    <a:pt x="1" y="1181"/>
                    <a:pt x="96" y="1305"/>
                    <a:pt x="212" y="1305"/>
                  </a:cubicBezTo>
                  <a:cubicBezTo>
                    <a:pt x="336" y="1305"/>
                    <a:pt x="424" y="1181"/>
                    <a:pt x="424" y="1094"/>
                  </a:cubicBezTo>
                  <a:lnTo>
                    <a:pt x="424" y="212"/>
                  </a:lnTo>
                  <a:cubicBezTo>
                    <a:pt x="424" y="88"/>
                    <a:pt x="336" y="0"/>
                    <a:pt x="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80">
              <a:extLst>
                <a:ext uri="{FF2B5EF4-FFF2-40B4-BE49-F238E27FC236}">
                  <a16:creationId xmlns:a16="http://schemas.microsoft.com/office/drawing/2014/main" id="{C808083A-3EDF-5945-6CD6-4FCCE997976A}"/>
                </a:ext>
              </a:extLst>
            </p:cNvPr>
            <p:cNvSpPr/>
            <p:nvPr/>
          </p:nvSpPr>
          <p:spPr>
            <a:xfrm>
              <a:off x="6970325" y="3466125"/>
              <a:ext cx="214075" cy="40300"/>
            </a:xfrm>
            <a:custGeom>
              <a:avLst/>
              <a:gdLst/>
              <a:ahLst/>
              <a:cxnLst/>
              <a:rect l="l" t="t" r="r" b="b"/>
              <a:pathLst>
                <a:path w="8563" h="1612" extrusionOk="0">
                  <a:moveTo>
                    <a:pt x="4285" y="1"/>
                  </a:moveTo>
                  <a:cubicBezTo>
                    <a:pt x="2799" y="1"/>
                    <a:pt x="1400" y="270"/>
                    <a:pt x="336" y="758"/>
                  </a:cubicBezTo>
                  <a:cubicBezTo>
                    <a:pt x="124" y="882"/>
                    <a:pt x="0" y="1123"/>
                    <a:pt x="124" y="1363"/>
                  </a:cubicBezTo>
                  <a:cubicBezTo>
                    <a:pt x="189" y="1519"/>
                    <a:pt x="356" y="1611"/>
                    <a:pt x="536" y="1611"/>
                  </a:cubicBezTo>
                  <a:cubicBezTo>
                    <a:pt x="600" y="1611"/>
                    <a:pt x="666" y="1600"/>
                    <a:pt x="729" y="1575"/>
                  </a:cubicBezTo>
                  <a:cubicBezTo>
                    <a:pt x="1669" y="1123"/>
                    <a:pt x="2944" y="882"/>
                    <a:pt x="4285" y="882"/>
                  </a:cubicBezTo>
                  <a:cubicBezTo>
                    <a:pt x="5619" y="882"/>
                    <a:pt x="6894" y="1123"/>
                    <a:pt x="7863" y="1575"/>
                  </a:cubicBezTo>
                  <a:cubicBezTo>
                    <a:pt x="7929" y="1611"/>
                    <a:pt x="7987" y="1611"/>
                    <a:pt x="8045" y="1611"/>
                  </a:cubicBezTo>
                  <a:cubicBezTo>
                    <a:pt x="8198" y="1611"/>
                    <a:pt x="8381" y="1516"/>
                    <a:pt x="8446" y="1363"/>
                  </a:cubicBezTo>
                  <a:cubicBezTo>
                    <a:pt x="8563" y="1123"/>
                    <a:pt x="8475" y="882"/>
                    <a:pt x="8228" y="758"/>
                  </a:cubicBezTo>
                  <a:cubicBezTo>
                    <a:pt x="7171" y="270"/>
                    <a:pt x="5772" y="1"/>
                    <a:pt x="42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80">
              <a:extLst>
                <a:ext uri="{FF2B5EF4-FFF2-40B4-BE49-F238E27FC236}">
                  <a16:creationId xmlns:a16="http://schemas.microsoft.com/office/drawing/2014/main" id="{48CC99A2-CBA7-7F5E-FD0A-3403B299FB16}"/>
                </a:ext>
              </a:extLst>
            </p:cNvPr>
            <p:cNvSpPr/>
            <p:nvPr/>
          </p:nvSpPr>
          <p:spPr>
            <a:xfrm>
              <a:off x="7050125" y="3633000"/>
              <a:ext cx="54675" cy="40275"/>
            </a:xfrm>
            <a:custGeom>
              <a:avLst/>
              <a:gdLst/>
              <a:ahLst/>
              <a:cxnLst/>
              <a:rect l="l" t="t" r="r" b="b"/>
              <a:pathLst>
                <a:path w="2187" h="1611" extrusionOk="0">
                  <a:moveTo>
                    <a:pt x="1793" y="183"/>
                  </a:moveTo>
                  <a:cubicBezTo>
                    <a:pt x="1851" y="183"/>
                    <a:pt x="1909" y="219"/>
                    <a:pt x="1975" y="277"/>
                  </a:cubicBezTo>
                  <a:cubicBezTo>
                    <a:pt x="2004" y="307"/>
                    <a:pt x="2033" y="401"/>
                    <a:pt x="2004" y="460"/>
                  </a:cubicBezTo>
                  <a:lnTo>
                    <a:pt x="1822" y="1429"/>
                  </a:lnTo>
                  <a:lnTo>
                    <a:pt x="365" y="1429"/>
                  </a:lnTo>
                  <a:lnTo>
                    <a:pt x="182" y="460"/>
                  </a:lnTo>
                  <a:cubicBezTo>
                    <a:pt x="182" y="401"/>
                    <a:pt x="182" y="307"/>
                    <a:pt x="241" y="277"/>
                  </a:cubicBezTo>
                  <a:cubicBezTo>
                    <a:pt x="270" y="219"/>
                    <a:pt x="335" y="183"/>
                    <a:pt x="394" y="183"/>
                  </a:cubicBezTo>
                  <a:close/>
                  <a:moveTo>
                    <a:pt x="394" y="1"/>
                  </a:moveTo>
                  <a:cubicBezTo>
                    <a:pt x="270" y="1"/>
                    <a:pt x="182" y="66"/>
                    <a:pt x="88" y="154"/>
                  </a:cubicBezTo>
                  <a:cubicBezTo>
                    <a:pt x="29" y="248"/>
                    <a:pt x="0" y="365"/>
                    <a:pt x="29" y="489"/>
                  </a:cubicBezTo>
                  <a:lnTo>
                    <a:pt x="211" y="1553"/>
                  </a:lnTo>
                  <a:cubicBezTo>
                    <a:pt x="241" y="1582"/>
                    <a:pt x="270" y="1611"/>
                    <a:pt x="299" y="1611"/>
                  </a:cubicBezTo>
                  <a:lnTo>
                    <a:pt x="1880" y="1611"/>
                  </a:lnTo>
                  <a:cubicBezTo>
                    <a:pt x="1909" y="1611"/>
                    <a:pt x="1939" y="1582"/>
                    <a:pt x="1975" y="1553"/>
                  </a:cubicBezTo>
                  <a:lnTo>
                    <a:pt x="2186" y="489"/>
                  </a:lnTo>
                  <a:cubicBezTo>
                    <a:pt x="2186" y="365"/>
                    <a:pt x="2157" y="248"/>
                    <a:pt x="2092" y="154"/>
                  </a:cubicBezTo>
                  <a:cubicBezTo>
                    <a:pt x="2004" y="66"/>
                    <a:pt x="1909" y="1"/>
                    <a:pt x="17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80">
              <a:extLst>
                <a:ext uri="{FF2B5EF4-FFF2-40B4-BE49-F238E27FC236}">
                  <a16:creationId xmlns:a16="http://schemas.microsoft.com/office/drawing/2014/main" id="{4C5A0A4A-5258-6037-9FF5-B9E8CBF866CD}"/>
                </a:ext>
              </a:extLst>
            </p:cNvPr>
            <p:cNvSpPr/>
            <p:nvPr/>
          </p:nvSpPr>
          <p:spPr>
            <a:xfrm>
              <a:off x="7053025" y="3666525"/>
              <a:ext cx="48675" cy="30275"/>
            </a:xfrm>
            <a:custGeom>
              <a:avLst/>
              <a:gdLst/>
              <a:ahLst/>
              <a:cxnLst/>
              <a:rect l="l" t="t" r="r" b="b"/>
              <a:pathLst>
                <a:path w="1947" h="1211" extrusionOk="0">
                  <a:moveTo>
                    <a:pt x="219" y="0"/>
                  </a:moveTo>
                  <a:cubicBezTo>
                    <a:pt x="95" y="0"/>
                    <a:pt x="1" y="88"/>
                    <a:pt x="1" y="241"/>
                  </a:cubicBezTo>
                  <a:lnTo>
                    <a:pt x="1" y="970"/>
                  </a:lnTo>
                  <a:cubicBezTo>
                    <a:pt x="1" y="1093"/>
                    <a:pt x="95" y="1210"/>
                    <a:pt x="219" y="1210"/>
                  </a:cubicBezTo>
                  <a:lnTo>
                    <a:pt x="1735" y="1210"/>
                  </a:lnTo>
                  <a:cubicBezTo>
                    <a:pt x="1859" y="1210"/>
                    <a:pt x="1946" y="1093"/>
                    <a:pt x="1946" y="970"/>
                  </a:cubicBezTo>
                  <a:lnTo>
                    <a:pt x="1946" y="241"/>
                  </a:lnTo>
                  <a:cubicBezTo>
                    <a:pt x="1946" y="88"/>
                    <a:pt x="1859" y="0"/>
                    <a:pt x="17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80">
              <a:extLst>
                <a:ext uri="{FF2B5EF4-FFF2-40B4-BE49-F238E27FC236}">
                  <a16:creationId xmlns:a16="http://schemas.microsoft.com/office/drawing/2014/main" id="{50A6708F-E2EE-91AB-0B2E-1576122859A4}"/>
                </a:ext>
              </a:extLst>
            </p:cNvPr>
            <p:cNvSpPr/>
            <p:nvPr/>
          </p:nvSpPr>
          <p:spPr>
            <a:xfrm>
              <a:off x="7049400" y="3682375"/>
              <a:ext cx="56125" cy="48650"/>
            </a:xfrm>
            <a:custGeom>
              <a:avLst/>
              <a:gdLst/>
              <a:ahLst/>
              <a:cxnLst/>
              <a:rect l="l" t="t" r="r" b="b"/>
              <a:pathLst>
                <a:path w="2245" h="1946" extrusionOk="0">
                  <a:moveTo>
                    <a:pt x="87" y="0"/>
                  </a:moveTo>
                  <a:cubicBezTo>
                    <a:pt x="29" y="0"/>
                    <a:pt x="0" y="66"/>
                    <a:pt x="0" y="124"/>
                  </a:cubicBezTo>
                  <a:lnTo>
                    <a:pt x="0" y="1305"/>
                  </a:lnTo>
                  <a:cubicBezTo>
                    <a:pt x="0" y="1669"/>
                    <a:pt x="270" y="1946"/>
                    <a:pt x="605" y="1946"/>
                  </a:cubicBezTo>
                  <a:lnTo>
                    <a:pt x="1640" y="1946"/>
                  </a:lnTo>
                  <a:cubicBezTo>
                    <a:pt x="1968" y="1946"/>
                    <a:pt x="2244" y="1669"/>
                    <a:pt x="2244" y="1305"/>
                  </a:cubicBezTo>
                  <a:lnTo>
                    <a:pt x="2244" y="124"/>
                  </a:lnTo>
                  <a:cubicBezTo>
                    <a:pt x="2244" y="66"/>
                    <a:pt x="2215" y="0"/>
                    <a:pt x="2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80">
              <a:extLst>
                <a:ext uri="{FF2B5EF4-FFF2-40B4-BE49-F238E27FC236}">
                  <a16:creationId xmlns:a16="http://schemas.microsoft.com/office/drawing/2014/main" id="{3971E680-FBB0-C3CF-B529-83B2E3FB7CE1}"/>
                </a:ext>
              </a:extLst>
            </p:cNvPr>
            <p:cNvSpPr/>
            <p:nvPr/>
          </p:nvSpPr>
          <p:spPr>
            <a:xfrm>
              <a:off x="7067600" y="3700600"/>
              <a:ext cx="19700" cy="19875"/>
            </a:xfrm>
            <a:custGeom>
              <a:avLst/>
              <a:gdLst/>
              <a:ahLst/>
              <a:cxnLst/>
              <a:rect l="l" t="t" r="r" b="b"/>
              <a:pathLst>
                <a:path w="788" h="795" extrusionOk="0">
                  <a:moveTo>
                    <a:pt x="635" y="153"/>
                  </a:moveTo>
                  <a:lnTo>
                    <a:pt x="635" y="612"/>
                  </a:lnTo>
                  <a:lnTo>
                    <a:pt x="146" y="612"/>
                  </a:lnTo>
                  <a:lnTo>
                    <a:pt x="146" y="153"/>
                  </a:lnTo>
                  <a:close/>
                  <a:moveTo>
                    <a:pt x="88" y="0"/>
                  </a:moveTo>
                  <a:cubicBezTo>
                    <a:pt x="30" y="0"/>
                    <a:pt x="1" y="29"/>
                    <a:pt x="1" y="66"/>
                  </a:cubicBezTo>
                  <a:lnTo>
                    <a:pt x="1" y="700"/>
                  </a:lnTo>
                  <a:cubicBezTo>
                    <a:pt x="1" y="758"/>
                    <a:pt x="30" y="794"/>
                    <a:pt x="88" y="794"/>
                  </a:cubicBezTo>
                  <a:lnTo>
                    <a:pt x="693" y="794"/>
                  </a:lnTo>
                  <a:cubicBezTo>
                    <a:pt x="759" y="794"/>
                    <a:pt x="788" y="758"/>
                    <a:pt x="788" y="700"/>
                  </a:cubicBezTo>
                  <a:lnTo>
                    <a:pt x="788" y="66"/>
                  </a:lnTo>
                  <a:cubicBezTo>
                    <a:pt x="788" y="29"/>
                    <a:pt x="759" y="0"/>
                    <a:pt x="6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80">
              <a:extLst>
                <a:ext uri="{FF2B5EF4-FFF2-40B4-BE49-F238E27FC236}">
                  <a16:creationId xmlns:a16="http://schemas.microsoft.com/office/drawing/2014/main" id="{797957B8-C38B-3C0E-5D73-1CD4215B6261}"/>
                </a:ext>
              </a:extLst>
            </p:cNvPr>
            <p:cNvSpPr/>
            <p:nvPr/>
          </p:nvSpPr>
          <p:spPr>
            <a:xfrm>
              <a:off x="7049400" y="3680925"/>
              <a:ext cx="55400" cy="4575"/>
            </a:xfrm>
            <a:custGeom>
              <a:avLst/>
              <a:gdLst/>
              <a:ahLst/>
              <a:cxnLst/>
              <a:rect l="l" t="t" r="r" b="b"/>
              <a:pathLst>
                <a:path w="2216" h="183" extrusionOk="0">
                  <a:moveTo>
                    <a:pt x="87" y="0"/>
                  </a:moveTo>
                  <a:cubicBezTo>
                    <a:pt x="58" y="0"/>
                    <a:pt x="0" y="29"/>
                    <a:pt x="0" y="87"/>
                  </a:cubicBezTo>
                  <a:cubicBezTo>
                    <a:pt x="0" y="124"/>
                    <a:pt x="58" y="182"/>
                    <a:pt x="87" y="182"/>
                  </a:cubicBezTo>
                  <a:lnTo>
                    <a:pt x="2121" y="182"/>
                  </a:lnTo>
                  <a:cubicBezTo>
                    <a:pt x="2186" y="182"/>
                    <a:pt x="2215" y="124"/>
                    <a:pt x="2215" y="87"/>
                  </a:cubicBezTo>
                  <a:cubicBezTo>
                    <a:pt x="2215" y="29"/>
                    <a:pt x="2186" y="0"/>
                    <a:pt x="21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16" name="Google Shape;5816;p80">
            <a:extLst>
              <a:ext uri="{FF2B5EF4-FFF2-40B4-BE49-F238E27FC236}">
                <a16:creationId xmlns:a16="http://schemas.microsoft.com/office/drawing/2014/main" id="{86F1A6C7-A557-47D3-6873-B190E4489023}"/>
              </a:ext>
            </a:extLst>
          </p:cNvPr>
          <p:cNvGrpSpPr/>
          <p:nvPr/>
        </p:nvGrpSpPr>
        <p:grpSpPr>
          <a:xfrm>
            <a:off x="4834586" y="2507010"/>
            <a:ext cx="3382286" cy="2130329"/>
            <a:chOff x="4834586" y="2507010"/>
            <a:chExt cx="3382286" cy="2130329"/>
          </a:xfrm>
        </p:grpSpPr>
        <p:sp>
          <p:nvSpPr>
            <p:cNvPr id="5817" name="Google Shape;5817;p80">
              <a:extLst>
                <a:ext uri="{FF2B5EF4-FFF2-40B4-BE49-F238E27FC236}">
                  <a16:creationId xmlns:a16="http://schemas.microsoft.com/office/drawing/2014/main" id="{0806960D-C594-0F13-60DB-7B4AFD395E33}"/>
                </a:ext>
              </a:extLst>
            </p:cNvPr>
            <p:cNvSpPr/>
            <p:nvPr/>
          </p:nvSpPr>
          <p:spPr>
            <a:xfrm>
              <a:off x="7328987" y="3187276"/>
              <a:ext cx="548450" cy="370716"/>
            </a:xfrm>
            <a:custGeom>
              <a:avLst/>
              <a:gdLst/>
              <a:ahLst/>
              <a:cxnLst/>
              <a:rect l="l" t="t" r="r" b="b"/>
              <a:pathLst>
                <a:path w="22372" h="15122" extrusionOk="0">
                  <a:moveTo>
                    <a:pt x="16061" y="8293"/>
                  </a:moveTo>
                  <a:lnTo>
                    <a:pt x="16061" y="8293"/>
                  </a:lnTo>
                  <a:cubicBezTo>
                    <a:pt x="16666" y="9233"/>
                    <a:pt x="17154" y="10020"/>
                    <a:pt x="17154" y="10020"/>
                  </a:cubicBezTo>
                  <a:lnTo>
                    <a:pt x="18305" y="10238"/>
                  </a:lnTo>
                  <a:lnTo>
                    <a:pt x="17336" y="10115"/>
                  </a:lnTo>
                  <a:lnTo>
                    <a:pt x="17336" y="10115"/>
                  </a:lnTo>
                  <a:cubicBezTo>
                    <a:pt x="17365" y="10144"/>
                    <a:pt x="16724" y="10384"/>
                    <a:pt x="15879" y="10719"/>
                  </a:cubicBezTo>
                  <a:cubicBezTo>
                    <a:pt x="16061" y="10020"/>
                    <a:pt x="16090" y="9175"/>
                    <a:pt x="16061" y="8293"/>
                  </a:cubicBezTo>
                  <a:close/>
                  <a:moveTo>
                    <a:pt x="11776" y="0"/>
                  </a:moveTo>
                  <a:cubicBezTo>
                    <a:pt x="11776" y="0"/>
                    <a:pt x="10805" y="1199"/>
                    <a:pt x="8944" y="1199"/>
                  </a:cubicBezTo>
                  <a:cubicBezTo>
                    <a:pt x="8753" y="1199"/>
                    <a:pt x="8553" y="1187"/>
                    <a:pt x="8344" y="1159"/>
                  </a:cubicBezTo>
                  <a:cubicBezTo>
                    <a:pt x="8344" y="1035"/>
                    <a:pt x="8380" y="882"/>
                    <a:pt x="8380" y="794"/>
                  </a:cubicBezTo>
                  <a:cubicBezTo>
                    <a:pt x="8380" y="794"/>
                    <a:pt x="8183" y="769"/>
                    <a:pt x="7890" y="769"/>
                  </a:cubicBezTo>
                  <a:cubicBezTo>
                    <a:pt x="7216" y="769"/>
                    <a:pt x="6038" y="904"/>
                    <a:pt x="5611" y="1793"/>
                  </a:cubicBezTo>
                  <a:cubicBezTo>
                    <a:pt x="4977" y="3068"/>
                    <a:pt x="2696" y="8417"/>
                    <a:pt x="2696" y="8417"/>
                  </a:cubicBezTo>
                  <a:lnTo>
                    <a:pt x="0" y="9932"/>
                  </a:lnTo>
                  <a:lnTo>
                    <a:pt x="1785" y="12694"/>
                  </a:lnTo>
                  <a:cubicBezTo>
                    <a:pt x="1785" y="12694"/>
                    <a:pt x="4307" y="12119"/>
                    <a:pt x="5582" y="10967"/>
                  </a:cubicBezTo>
                  <a:cubicBezTo>
                    <a:pt x="5764" y="10785"/>
                    <a:pt x="5976" y="10450"/>
                    <a:pt x="6194" y="10020"/>
                  </a:cubicBezTo>
                  <a:cubicBezTo>
                    <a:pt x="6493" y="11113"/>
                    <a:pt x="6857" y="12089"/>
                    <a:pt x="6799" y="12206"/>
                  </a:cubicBezTo>
                  <a:cubicBezTo>
                    <a:pt x="6799" y="12206"/>
                    <a:pt x="7287" y="12607"/>
                    <a:pt x="9255" y="12636"/>
                  </a:cubicBezTo>
                  <a:cubicBezTo>
                    <a:pt x="8985" y="12789"/>
                    <a:pt x="10020" y="12789"/>
                    <a:pt x="10501" y="12789"/>
                  </a:cubicBezTo>
                  <a:cubicBezTo>
                    <a:pt x="9685" y="13212"/>
                    <a:pt x="8708" y="13758"/>
                    <a:pt x="8890" y="13940"/>
                  </a:cubicBezTo>
                  <a:cubicBezTo>
                    <a:pt x="8910" y="13957"/>
                    <a:pt x="8940" y="13964"/>
                    <a:pt x="8978" y="13964"/>
                  </a:cubicBezTo>
                  <a:cubicBezTo>
                    <a:pt x="9333" y="13964"/>
                    <a:pt x="10412" y="13319"/>
                    <a:pt x="10502" y="13319"/>
                  </a:cubicBezTo>
                  <a:cubicBezTo>
                    <a:pt x="10510" y="13319"/>
                    <a:pt x="10510" y="13324"/>
                    <a:pt x="10501" y="13335"/>
                  </a:cubicBezTo>
                  <a:cubicBezTo>
                    <a:pt x="10501" y="13365"/>
                    <a:pt x="9073" y="14122"/>
                    <a:pt x="9109" y="14334"/>
                  </a:cubicBezTo>
                  <a:cubicBezTo>
                    <a:pt x="9123" y="14392"/>
                    <a:pt x="9177" y="14416"/>
                    <a:pt x="9259" y="14416"/>
                  </a:cubicBezTo>
                  <a:cubicBezTo>
                    <a:pt x="9666" y="14416"/>
                    <a:pt x="10759" y="13811"/>
                    <a:pt x="10939" y="13811"/>
                  </a:cubicBezTo>
                  <a:cubicBezTo>
                    <a:pt x="10949" y="13811"/>
                    <a:pt x="10956" y="13813"/>
                    <a:pt x="10960" y="13816"/>
                  </a:cubicBezTo>
                  <a:cubicBezTo>
                    <a:pt x="10960" y="13816"/>
                    <a:pt x="9408" y="14574"/>
                    <a:pt x="9532" y="14756"/>
                  </a:cubicBezTo>
                  <a:cubicBezTo>
                    <a:pt x="9546" y="14771"/>
                    <a:pt x="9575" y="14778"/>
                    <a:pt x="9616" y="14778"/>
                  </a:cubicBezTo>
                  <a:cubicBezTo>
                    <a:pt x="9981" y="14778"/>
                    <a:pt x="11281" y="14242"/>
                    <a:pt x="11428" y="14242"/>
                  </a:cubicBezTo>
                  <a:cubicBezTo>
                    <a:pt x="11435" y="14242"/>
                    <a:pt x="11440" y="14244"/>
                    <a:pt x="11441" y="14246"/>
                  </a:cubicBezTo>
                  <a:cubicBezTo>
                    <a:pt x="11477" y="14305"/>
                    <a:pt x="10231" y="14851"/>
                    <a:pt x="10384" y="15092"/>
                  </a:cubicBezTo>
                  <a:cubicBezTo>
                    <a:pt x="10396" y="15112"/>
                    <a:pt x="10433" y="15122"/>
                    <a:pt x="10490" y="15122"/>
                  </a:cubicBezTo>
                  <a:cubicBezTo>
                    <a:pt x="11120" y="15122"/>
                    <a:pt x="14239" y="13969"/>
                    <a:pt x="14239" y="13969"/>
                  </a:cubicBezTo>
                  <a:cubicBezTo>
                    <a:pt x="14239" y="13969"/>
                    <a:pt x="21555" y="12570"/>
                    <a:pt x="22073" y="10967"/>
                  </a:cubicBezTo>
                  <a:lnTo>
                    <a:pt x="22372" y="11025"/>
                  </a:lnTo>
                  <a:cubicBezTo>
                    <a:pt x="22372" y="11025"/>
                    <a:pt x="18458" y="2645"/>
                    <a:pt x="14239" y="1523"/>
                  </a:cubicBezTo>
                  <a:cubicBezTo>
                    <a:pt x="13569" y="1006"/>
                    <a:pt x="12235" y="37"/>
                    <a:pt x="117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80">
              <a:extLst>
                <a:ext uri="{FF2B5EF4-FFF2-40B4-BE49-F238E27FC236}">
                  <a16:creationId xmlns:a16="http://schemas.microsoft.com/office/drawing/2014/main" id="{E9362181-46E4-BD00-0223-A372E2B6C145}"/>
                </a:ext>
              </a:extLst>
            </p:cNvPr>
            <p:cNvSpPr/>
            <p:nvPr/>
          </p:nvSpPr>
          <p:spPr>
            <a:xfrm>
              <a:off x="7325947" y="3185119"/>
              <a:ext cx="554529" cy="374467"/>
            </a:xfrm>
            <a:custGeom>
              <a:avLst/>
              <a:gdLst/>
              <a:ahLst/>
              <a:cxnLst/>
              <a:rect l="l" t="t" r="r" b="b"/>
              <a:pathLst>
                <a:path w="22620" h="15275" extrusionOk="0">
                  <a:moveTo>
                    <a:pt x="16272" y="8687"/>
                  </a:moveTo>
                  <a:cubicBezTo>
                    <a:pt x="16790" y="9503"/>
                    <a:pt x="17212" y="10173"/>
                    <a:pt x="17212" y="10173"/>
                  </a:cubicBezTo>
                  <a:lnTo>
                    <a:pt x="17249" y="10203"/>
                  </a:lnTo>
                  <a:lnTo>
                    <a:pt x="17307" y="10203"/>
                  </a:lnTo>
                  <a:cubicBezTo>
                    <a:pt x="17154" y="10261"/>
                    <a:pt x="16848" y="10385"/>
                    <a:pt x="16090" y="10654"/>
                  </a:cubicBezTo>
                  <a:cubicBezTo>
                    <a:pt x="16243" y="10108"/>
                    <a:pt x="16272" y="9445"/>
                    <a:pt x="16272" y="8687"/>
                  </a:cubicBezTo>
                  <a:close/>
                  <a:moveTo>
                    <a:pt x="16061" y="8075"/>
                  </a:moveTo>
                  <a:lnTo>
                    <a:pt x="16090" y="8381"/>
                  </a:lnTo>
                  <a:cubicBezTo>
                    <a:pt x="16156" y="9321"/>
                    <a:pt x="16090" y="10144"/>
                    <a:pt x="15908" y="10778"/>
                  </a:cubicBezTo>
                  <a:lnTo>
                    <a:pt x="15879" y="10931"/>
                  </a:lnTo>
                  <a:lnTo>
                    <a:pt x="16032" y="10873"/>
                  </a:lnTo>
                  <a:cubicBezTo>
                    <a:pt x="17030" y="10509"/>
                    <a:pt x="17365" y="10356"/>
                    <a:pt x="17460" y="10290"/>
                  </a:cubicBezTo>
                  <a:lnTo>
                    <a:pt x="18400" y="10414"/>
                  </a:lnTo>
                  <a:lnTo>
                    <a:pt x="18429" y="10261"/>
                  </a:lnTo>
                  <a:lnTo>
                    <a:pt x="17336" y="10050"/>
                  </a:lnTo>
                  <a:cubicBezTo>
                    <a:pt x="17249" y="9897"/>
                    <a:pt x="16790" y="9168"/>
                    <a:pt x="16243" y="8352"/>
                  </a:cubicBezTo>
                  <a:lnTo>
                    <a:pt x="16061" y="8075"/>
                  </a:lnTo>
                  <a:close/>
                  <a:moveTo>
                    <a:pt x="11929" y="183"/>
                  </a:moveTo>
                  <a:cubicBezTo>
                    <a:pt x="12264" y="241"/>
                    <a:pt x="13117" y="788"/>
                    <a:pt x="14298" y="1669"/>
                  </a:cubicBezTo>
                  <a:lnTo>
                    <a:pt x="14334" y="1669"/>
                  </a:lnTo>
                  <a:cubicBezTo>
                    <a:pt x="18160" y="2704"/>
                    <a:pt x="21803" y="9897"/>
                    <a:pt x="22350" y="11019"/>
                  </a:cubicBezTo>
                  <a:lnTo>
                    <a:pt x="22131" y="10960"/>
                  </a:lnTo>
                  <a:lnTo>
                    <a:pt x="22102" y="11055"/>
                  </a:lnTo>
                  <a:cubicBezTo>
                    <a:pt x="21621" y="12571"/>
                    <a:pt x="14421" y="13970"/>
                    <a:pt x="14334" y="13999"/>
                  </a:cubicBezTo>
                  <a:cubicBezTo>
                    <a:pt x="12709" y="14603"/>
                    <a:pt x="10925" y="15155"/>
                    <a:pt x="10603" y="15155"/>
                  </a:cubicBezTo>
                  <a:cubicBezTo>
                    <a:pt x="10587" y="15155"/>
                    <a:pt x="10575" y="15153"/>
                    <a:pt x="10567" y="15151"/>
                  </a:cubicBezTo>
                  <a:cubicBezTo>
                    <a:pt x="10596" y="14997"/>
                    <a:pt x="11055" y="14757"/>
                    <a:pt x="11295" y="14604"/>
                  </a:cubicBezTo>
                  <a:cubicBezTo>
                    <a:pt x="11601" y="14422"/>
                    <a:pt x="11660" y="14393"/>
                    <a:pt x="11630" y="14298"/>
                  </a:cubicBezTo>
                  <a:cubicBezTo>
                    <a:pt x="11630" y="14269"/>
                    <a:pt x="11601" y="14240"/>
                    <a:pt x="11565" y="14240"/>
                  </a:cubicBezTo>
                  <a:cubicBezTo>
                    <a:pt x="11477" y="14240"/>
                    <a:pt x="11324" y="14298"/>
                    <a:pt x="10960" y="14422"/>
                  </a:cubicBezTo>
                  <a:cubicBezTo>
                    <a:pt x="10596" y="14546"/>
                    <a:pt x="9925" y="14786"/>
                    <a:pt x="9743" y="14786"/>
                  </a:cubicBezTo>
                  <a:cubicBezTo>
                    <a:pt x="9896" y="14633"/>
                    <a:pt x="10537" y="14269"/>
                    <a:pt x="11113" y="13999"/>
                  </a:cubicBezTo>
                  <a:lnTo>
                    <a:pt x="11237" y="13934"/>
                  </a:lnTo>
                  <a:lnTo>
                    <a:pt x="11142" y="13846"/>
                  </a:lnTo>
                  <a:cubicBezTo>
                    <a:pt x="11118" y="13830"/>
                    <a:pt x="11093" y="13820"/>
                    <a:pt x="11059" y="13820"/>
                  </a:cubicBezTo>
                  <a:cubicBezTo>
                    <a:pt x="10969" y="13820"/>
                    <a:pt x="10816" y="13884"/>
                    <a:pt x="10443" y="14057"/>
                  </a:cubicBezTo>
                  <a:cubicBezTo>
                    <a:pt x="10180" y="14166"/>
                    <a:pt x="9585" y="14438"/>
                    <a:pt x="9381" y="14438"/>
                  </a:cubicBezTo>
                  <a:cubicBezTo>
                    <a:pt x="9353" y="14438"/>
                    <a:pt x="9332" y="14433"/>
                    <a:pt x="9320" y="14422"/>
                  </a:cubicBezTo>
                  <a:cubicBezTo>
                    <a:pt x="9320" y="14364"/>
                    <a:pt x="9473" y="14181"/>
                    <a:pt x="10567" y="13569"/>
                  </a:cubicBezTo>
                  <a:cubicBezTo>
                    <a:pt x="10690" y="13482"/>
                    <a:pt x="10690" y="13482"/>
                    <a:pt x="10720" y="13482"/>
                  </a:cubicBezTo>
                  <a:lnTo>
                    <a:pt x="10749" y="13423"/>
                  </a:lnTo>
                  <a:lnTo>
                    <a:pt x="10690" y="13358"/>
                  </a:lnTo>
                  <a:cubicBezTo>
                    <a:pt x="10680" y="13340"/>
                    <a:pt x="10667" y="13331"/>
                    <a:pt x="10643" y="13331"/>
                  </a:cubicBezTo>
                  <a:cubicBezTo>
                    <a:pt x="10589" y="13331"/>
                    <a:pt x="10478" y="13383"/>
                    <a:pt x="10202" y="13511"/>
                  </a:cubicBezTo>
                  <a:cubicBezTo>
                    <a:pt x="9979" y="13653"/>
                    <a:pt x="9305" y="13976"/>
                    <a:pt x="9115" y="13976"/>
                  </a:cubicBezTo>
                  <a:cubicBezTo>
                    <a:pt x="9100" y="13976"/>
                    <a:pt x="9089" y="13974"/>
                    <a:pt x="9080" y="13970"/>
                  </a:cubicBezTo>
                  <a:cubicBezTo>
                    <a:pt x="9080" y="13934"/>
                    <a:pt x="9138" y="13722"/>
                    <a:pt x="10654" y="12935"/>
                  </a:cubicBezTo>
                  <a:lnTo>
                    <a:pt x="10989" y="12782"/>
                  </a:lnTo>
                  <a:lnTo>
                    <a:pt x="10625" y="12782"/>
                  </a:lnTo>
                  <a:cubicBezTo>
                    <a:pt x="10020" y="12782"/>
                    <a:pt x="9685" y="12782"/>
                    <a:pt x="9503" y="12753"/>
                  </a:cubicBezTo>
                  <a:lnTo>
                    <a:pt x="9743" y="12629"/>
                  </a:lnTo>
                  <a:lnTo>
                    <a:pt x="9379" y="12629"/>
                  </a:lnTo>
                  <a:cubicBezTo>
                    <a:pt x="7739" y="12600"/>
                    <a:pt x="7163" y="12330"/>
                    <a:pt x="7010" y="12265"/>
                  </a:cubicBezTo>
                  <a:cubicBezTo>
                    <a:pt x="7010" y="12112"/>
                    <a:pt x="6923" y="11784"/>
                    <a:pt x="6712" y="11113"/>
                  </a:cubicBezTo>
                  <a:cubicBezTo>
                    <a:pt x="6588" y="10778"/>
                    <a:pt x="6500" y="10443"/>
                    <a:pt x="6376" y="10079"/>
                  </a:cubicBezTo>
                  <a:lnTo>
                    <a:pt x="6318" y="9867"/>
                  </a:lnTo>
                  <a:lnTo>
                    <a:pt x="6223" y="10050"/>
                  </a:lnTo>
                  <a:cubicBezTo>
                    <a:pt x="6041" y="10509"/>
                    <a:pt x="5830" y="10807"/>
                    <a:pt x="5648" y="10990"/>
                  </a:cubicBezTo>
                  <a:cubicBezTo>
                    <a:pt x="4526" y="12024"/>
                    <a:pt x="2310" y="12600"/>
                    <a:pt x="1946" y="12695"/>
                  </a:cubicBezTo>
                  <a:lnTo>
                    <a:pt x="241" y="10050"/>
                  </a:lnTo>
                  <a:lnTo>
                    <a:pt x="2886" y="8563"/>
                  </a:lnTo>
                  <a:lnTo>
                    <a:pt x="2886" y="8534"/>
                  </a:lnTo>
                  <a:cubicBezTo>
                    <a:pt x="2915" y="8468"/>
                    <a:pt x="5189" y="3156"/>
                    <a:pt x="5801" y="1910"/>
                  </a:cubicBezTo>
                  <a:cubicBezTo>
                    <a:pt x="6231" y="1050"/>
                    <a:pt x="7373" y="925"/>
                    <a:pt x="8018" y="925"/>
                  </a:cubicBezTo>
                  <a:cubicBezTo>
                    <a:pt x="8193" y="925"/>
                    <a:pt x="8332" y="935"/>
                    <a:pt x="8410" y="941"/>
                  </a:cubicBezTo>
                  <a:cubicBezTo>
                    <a:pt x="8410" y="1035"/>
                    <a:pt x="8410" y="1123"/>
                    <a:pt x="8380" y="1247"/>
                  </a:cubicBezTo>
                  <a:lnTo>
                    <a:pt x="8380" y="1334"/>
                  </a:lnTo>
                  <a:lnTo>
                    <a:pt x="8468" y="1334"/>
                  </a:lnTo>
                  <a:cubicBezTo>
                    <a:pt x="8677" y="1362"/>
                    <a:pt x="8878" y="1375"/>
                    <a:pt x="9069" y="1375"/>
                  </a:cubicBezTo>
                  <a:cubicBezTo>
                    <a:pt x="10767" y="1375"/>
                    <a:pt x="11739" y="373"/>
                    <a:pt x="11929" y="183"/>
                  </a:cubicBezTo>
                  <a:close/>
                  <a:moveTo>
                    <a:pt x="11871" y="1"/>
                  </a:moveTo>
                  <a:lnTo>
                    <a:pt x="11842" y="30"/>
                  </a:lnTo>
                  <a:cubicBezTo>
                    <a:pt x="11842" y="57"/>
                    <a:pt x="10873" y="1211"/>
                    <a:pt x="9071" y="1211"/>
                  </a:cubicBezTo>
                  <a:cubicBezTo>
                    <a:pt x="8909" y="1211"/>
                    <a:pt x="8739" y="1202"/>
                    <a:pt x="8563" y="1181"/>
                  </a:cubicBezTo>
                  <a:lnTo>
                    <a:pt x="8563" y="882"/>
                  </a:lnTo>
                  <a:lnTo>
                    <a:pt x="8563" y="817"/>
                  </a:lnTo>
                  <a:lnTo>
                    <a:pt x="8504" y="788"/>
                  </a:lnTo>
                  <a:cubicBezTo>
                    <a:pt x="8477" y="788"/>
                    <a:pt x="8284" y="765"/>
                    <a:pt x="8007" y="765"/>
                  </a:cubicBezTo>
                  <a:cubicBezTo>
                    <a:pt x="7323" y="765"/>
                    <a:pt x="6125" y="902"/>
                    <a:pt x="5648" y="1852"/>
                  </a:cubicBezTo>
                  <a:cubicBezTo>
                    <a:pt x="5072" y="3069"/>
                    <a:pt x="2915" y="8046"/>
                    <a:pt x="2762" y="8439"/>
                  </a:cubicBezTo>
                  <a:lnTo>
                    <a:pt x="0" y="9991"/>
                  </a:lnTo>
                  <a:lnTo>
                    <a:pt x="1851" y="12877"/>
                  </a:lnTo>
                  <a:lnTo>
                    <a:pt x="1909" y="12877"/>
                  </a:lnTo>
                  <a:cubicBezTo>
                    <a:pt x="2033" y="12841"/>
                    <a:pt x="4496" y="12265"/>
                    <a:pt x="5772" y="11113"/>
                  </a:cubicBezTo>
                  <a:cubicBezTo>
                    <a:pt x="5917" y="10960"/>
                    <a:pt x="6100" y="10691"/>
                    <a:pt x="6282" y="10326"/>
                  </a:cubicBezTo>
                  <a:cubicBezTo>
                    <a:pt x="6376" y="10625"/>
                    <a:pt x="6464" y="10902"/>
                    <a:pt x="6530" y="11143"/>
                  </a:cubicBezTo>
                  <a:cubicBezTo>
                    <a:pt x="6712" y="11660"/>
                    <a:pt x="6865" y="12177"/>
                    <a:pt x="6865" y="12265"/>
                  </a:cubicBezTo>
                  <a:lnTo>
                    <a:pt x="6828" y="12330"/>
                  </a:lnTo>
                  <a:lnTo>
                    <a:pt x="6865" y="12360"/>
                  </a:lnTo>
                  <a:cubicBezTo>
                    <a:pt x="6894" y="12389"/>
                    <a:pt x="7375" y="12753"/>
                    <a:pt x="9262" y="12782"/>
                  </a:cubicBezTo>
                  <a:cubicBezTo>
                    <a:pt x="9262" y="12877"/>
                    <a:pt x="9291" y="12964"/>
                    <a:pt x="10290" y="12964"/>
                  </a:cubicBezTo>
                  <a:cubicBezTo>
                    <a:pt x="8956" y="13664"/>
                    <a:pt x="8927" y="13875"/>
                    <a:pt x="8927" y="13934"/>
                  </a:cubicBezTo>
                  <a:cubicBezTo>
                    <a:pt x="8927" y="13999"/>
                    <a:pt x="8927" y="14028"/>
                    <a:pt x="8956" y="14087"/>
                  </a:cubicBezTo>
                  <a:cubicBezTo>
                    <a:pt x="8996" y="14114"/>
                    <a:pt x="9051" y="14130"/>
                    <a:pt x="9120" y="14130"/>
                  </a:cubicBezTo>
                  <a:cubicBezTo>
                    <a:pt x="9215" y="14130"/>
                    <a:pt x="9334" y="14100"/>
                    <a:pt x="9473" y="14028"/>
                  </a:cubicBezTo>
                  <a:lnTo>
                    <a:pt x="9473" y="14028"/>
                  </a:lnTo>
                  <a:cubicBezTo>
                    <a:pt x="9197" y="14240"/>
                    <a:pt x="9138" y="14364"/>
                    <a:pt x="9167" y="14451"/>
                  </a:cubicBezTo>
                  <a:cubicBezTo>
                    <a:pt x="9167" y="14480"/>
                    <a:pt x="9197" y="14546"/>
                    <a:pt x="9262" y="14575"/>
                  </a:cubicBezTo>
                  <a:cubicBezTo>
                    <a:pt x="9288" y="14588"/>
                    <a:pt x="9319" y="14593"/>
                    <a:pt x="9357" y="14593"/>
                  </a:cubicBezTo>
                  <a:cubicBezTo>
                    <a:pt x="9492" y="14593"/>
                    <a:pt x="9706" y="14519"/>
                    <a:pt x="9991" y="14422"/>
                  </a:cubicBezTo>
                  <a:lnTo>
                    <a:pt x="9991" y="14422"/>
                  </a:lnTo>
                  <a:cubicBezTo>
                    <a:pt x="9743" y="14575"/>
                    <a:pt x="9597" y="14699"/>
                    <a:pt x="9561" y="14786"/>
                  </a:cubicBezTo>
                  <a:cubicBezTo>
                    <a:pt x="9561" y="14815"/>
                    <a:pt x="9561" y="14881"/>
                    <a:pt x="9597" y="14910"/>
                  </a:cubicBezTo>
                  <a:cubicBezTo>
                    <a:pt x="9620" y="14940"/>
                    <a:pt x="9660" y="14954"/>
                    <a:pt x="9724" y="14954"/>
                  </a:cubicBezTo>
                  <a:cubicBezTo>
                    <a:pt x="9909" y="14954"/>
                    <a:pt x="10290" y="14832"/>
                    <a:pt x="10989" y="14604"/>
                  </a:cubicBezTo>
                  <a:lnTo>
                    <a:pt x="10989" y="14604"/>
                  </a:lnTo>
                  <a:cubicBezTo>
                    <a:pt x="10690" y="14786"/>
                    <a:pt x="10443" y="14939"/>
                    <a:pt x="10414" y="15092"/>
                  </a:cubicBezTo>
                  <a:cubicBezTo>
                    <a:pt x="10414" y="15151"/>
                    <a:pt x="10414" y="15180"/>
                    <a:pt x="10443" y="15245"/>
                  </a:cubicBezTo>
                  <a:cubicBezTo>
                    <a:pt x="10443" y="15274"/>
                    <a:pt x="10508" y="15274"/>
                    <a:pt x="10596" y="15274"/>
                  </a:cubicBezTo>
                  <a:cubicBezTo>
                    <a:pt x="11171" y="15274"/>
                    <a:pt x="12906" y="14699"/>
                    <a:pt x="14363" y="14152"/>
                  </a:cubicBezTo>
                  <a:cubicBezTo>
                    <a:pt x="14662" y="14087"/>
                    <a:pt x="21556" y="12753"/>
                    <a:pt x="22226" y="11143"/>
                  </a:cubicBezTo>
                  <a:lnTo>
                    <a:pt x="22619" y="11237"/>
                  </a:lnTo>
                  <a:lnTo>
                    <a:pt x="22561" y="11084"/>
                  </a:lnTo>
                  <a:cubicBezTo>
                    <a:pt x="22408" y="10749"/>
                    <a:pt x="18582" y="2675"/>
                    <a:pt x="14392" y="1516"/>
                  </a:cubicBezTo>
                  <a:cubicBezTo>
                    <a:pt x="13481" y="853"/>
                    <a:pt x="12330" y="30"/>
                    <a:pt x="11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80">
              <a:extLst>
                <a:ext uri="{FF2B5EF4-FFF2-40B4-BE49-F238E27FC236}">
                  <a16:creationId xmlns:a16="http://schemas.microsoft.com/office/drawing/2014/main" id="{102D4796-B9D7-B2AF-505D-C7F4EE76673A}"/>
                </a:ext>
              </a:extLst>
            </p:cNvPr>
            <p:cNvSpPr/>
            <p:nvPr/>
          </p:nvSpPr>
          <p:spPr>
            <a:xfrm>
              <a:off x="6300166" y="2608992"/>
              <a:ext cx="527734" cy="183152"/>
            </a:xfrm>
            <a:custGeom>
              <a:avLst/>
              <a:gdLst/>
              <a:ahLst/>
              <a:cxnLst/>
              <a:rect l="l" t="t" r="r" b="b"/>
              <a:pathLst>
                <a:path w="21527" h="7471" extrusionOk="0">
                  <a:moveTo>
                    <a:pt x="2158" y="1"/>
                  </a:moveTo>
                  <a:cubicBezTo>
                    <a:pt x="977" y="1"/>
                    <a:pt x="1" y="970"/>
                    <a:pt x="1" y="2158"/>
                  </a:cubicBezTo>
                  <a:lnTo>
                    <a:pt x="1" y="7470"/>
                  </a:lnTo>
                  <a:lnTo>
                    <a:pt x="21527" y="7470"/>
                  </a:lnTo>
                  <a:lnTo>
                    <a:pt x="21527" y="2158"/>
                  </a:lnTo>
                  <a:cubicBezTo>
                    <a:pt x="21527" y="970"/>
                    <a:pt x="20558" y="1"/>
                    <a:pt x="193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80">
              <a:extLst>
                <a:ext uri="{FF2B5EF4-FFF2-40B4-BE49-F238E27FC236}">
                  <a16:creationId xmlns:a16="http://schemas.microsoft.com/office/drawing/2014/main" id="{29F1ECF3-CA98-9381-5308-401BE51774A5}"/>
                </a:ext>
              </a:extLst>
            </p:cNvPr>
            <p:cNvSpPr/>
            <p:nvPr/>
          </p:nvSpPr>
          <p:spPr>
            <a:xfrm>
              <a:off x="6298034" y="2606688"/>
              <a:ext cx="531485" cy="187589"/>
            </a:xfrm>
            <a:custGeom>
              <a:avLst/>
              <a:gdLst/>
              <a:ahLst/>
              <a:cxnLst/>
              <a:rect l="l" t="t" r="r" b="b"/>
              <a:pathLst>
                <a:path w="21680" h="7652" extrusionOk="0">
                  <a:moveTo>
                    <a:pt x="17759" y="182"/>
                  </a:moveTo>
                  <a:cubicBezTo>
                    <a:pt x="19828" y="182"/>
                    <a:pt x="21526" y="1858"/>
                    <a:pt x="21526" y="3950"/>
                  </a:cubicBezTo>
                  <a:lnTo>
                    <a:pt x="21526" y="7469"/>
                  </a:lnTo>
                  <a:lnTo>
                    <a:pt x="182" y="7469"/>
                  </a:lnTo>
                  <a:lnTo>
                    <a:pt x="182" y="3950"/>
                  </a:lnTo>
                  <a:cubicBezTo>
                    <a:pt x="182" y="1858"/>
                    <a:pt x="1851" y="182"/>
                    <a:pt x="3942" y="182"/>
                  </a:cubicBezTo>
                  <a:close/>
                  <a:moveTo>
                    <a:pt x="3942" y="0"/>
                  </a:moveTo>
                  <a:cubicBezTo>
                    <a:pt x="1756" y="0"/>
                    <a:pt x="0" y="1764"/>
                    <a:pt x="0" y="3950"/>
                  </a:cubicBezTo>
                  <a:lnTo>
                    <a:pt x="0" y="7652"/>
                  </a:lnTo>
                  <a:lnTo>
                    <a:pt x="21679" y="7652"/>
                  </a:lnTo>
                  <a:lnTo>
                    <a:pt x="21679" y="3950"/>
                  </a:lnTo>
                  <a:cubicBezTo>
                    <a:pt x="21679" y="1764"/>
                    <a:pt x="19916" y="0"/>
                    <a:pt x="17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80">
              <a:extLst>
                <a:ext uri="{FF2B5EF4-FFF2-40B4-BE49-F238E27FC236}">
                  <a16:creationId xmlns:a16="http://schemas.microsoft.com/office/drawing/2014/main" id="{BB52D79E-8A00-3DC1-79DA-84254281510B}"/>
                </a:ext>
              </a:extLst>
            </p:cNvPr>
            <p:cNvSpPr/>
            <p:nvPr/>
          </p:nvSpPr>
          <p:spPr>
            <a:xfrm>
              <a:off x="5891599" y="2837496"/>
              <a:ext cx="1345040" cy="1745517"/>
            </a:xfrm>
            <a:custGeom>
              <a:avLst/>
              <a:gdLst/>
              <a:ahLst/>
              <a:cxnLst/>
              <a:rect l="l" t="t" r="r" b="b"/>
              <a:pathLst>
                <a:path w="54866" h="71202" extrusionOk="0">
                  <a:moveTo>
                    <a:pt x="1" y="0"/>
                  </a:moveTo>
                  <a:lnTo>
                    <a:pt x="1" y="71202"/>
                  </a:lnTo>
                  <a:lnTo>
                    <a:pt x="49553" y="71202"/>
                  </a:lnTo>
                  <a:cubicBezTo>
                    <a:pt x="51616" y="69103"/>
                    <a:pt x="52767" y="67952"/>
                    <a:pt x="54866" y="65861"/>
                  </a:cubicBezTo>
                  <a:lnTo>
                    <a:pt x="548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80">
              <a:extLst>
                <a:ext uri="{FF2B5EF4-FFF2-40B4-BE49-F238E27FC236}">
                  <a16:creationId xmlns:a16="http://schemas.microsoft.com/office/drawing/2014/main" id="{03E54310-7F52-4E25-B458-2AE61AC3F5B3}"/>
                </a:ext>
              </a:extLst>
            </p:cNvPr>
            <p:cNvSpPr/>
            <p:nvPr/>
          </p:nvSpPr>
          <p:spPr>
            <a:xfrm>
              <a:off x="5889295" y="2835339"/>
              <a:ext cx="1348766" cy="1749121"/>
            </a:xfrm>
            <a:custGeom>
              <a:avLst/>
              <a:gdLst/>
              <a:ahLst/>
              <a:cxnLst/>
              <a:rect l="l" t="t" r="r" b="b"/>
              <a:pathLst>
                <a:path w="55018" h="71349" extrusionOk="0">
                  <a:moveTo>
                    <a:pt x="54865" y="183"/>
                  </a:moveTo>
                  <a:lnTo>
                    <a:pt x="54865" y="61693"/>
                  </a:lnTo>
                  <a:lnTo>
                    <a:pt x="45363" y="71195"/>
                  </a:lnTo>
                  <a:lnTo>
                    <a:pt x="153" y="71195"/>
                  </a:lnTo>
                  <a:lnTo>
                    <a:pt x="153" y="183"/>
                  </a:lnTo>
                  <a:close/>
                  <a:moveTo>
                    <a:pt x="0" y="1"/>
                  </a:moveTo>
                  <a:lnTo>
                    <a:pt x="0" y="71348"/>
                  </a:lnTo>
                  <a:lnTo>
                    <a:pt x="45457" y="71348"/>
                  </a:lnTo>
                  <a:lnTo>
                    <a:pt x="55018" y="61759"/>
                  </a:lnTo>
                  <a:lnTo>
                    <a:pt x="550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80">
              <a:extLst>
                <a:ext uri="{FF2B5EF4-FFF2-40B4-BE49-F238E27FC236}">
                  <a16:creationId xmlns:a16="http://schemas.microsoft.com/office/drawing/2014/main" id="{746B808F-A920-0C16-E838-F177E1B06889}"/>
                </a:ext>
              </a:extLst>
            </p:cNvPr>
            <p:cNvSpPr/>
            <p:nvPr/>
          </p:nvSpPr>
          <p:spPr>
            <a:xfrm>
              <a:off x="6168496" y="2754072"/>
              <a:ext cx="791246" cy="228676"/>
            </a:xfrm>
            <a:custGeom>
              <a:avLst/>
              <a:gdLst/>
              <a:ahLst/>
              <a:cxnLst/>
              <a:rect l="l" t="t" r="r" b="b"/>
              <a:pathLst>
                <a:path w="32276" h="9328" extrusionOk="0">
                  <a:moveTo>
                    <a:pt x="1" y="0"/>
                  </a:moveTo>
                  <a:lnTo>
                    <a:pt x="1" y="9327"/>
                  </a:lnTo>
                  <a:lnTo>
                    <a:pt x="32276" y="9327"/>
                  </a:lnTo>
                  <a:lnTo>
                    <a:pt x="322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80">
              <a:extLst>
                <a:ext uri="{FF2B5EF4-FFF2-40B4-BE49-F238E27FC236}">
                  <a16:creationId xmlns:a16="http://schemas.microsoft.com/office/drawing/2014/main" id="{75A7A31D-2DD5-8E0B-FA0B-10A98E60F972}"/>
                </a:ext>
              </a:extLst>
            </p:cNvPr>
            <p:cNvSpPr/>
            <p:nvPr/>
          </p:nvSpPr>
          <p:spPr>
            <a:xfrm>
              <a:off x="6166192" y="2751915"/>
              <a:ext cx="794972" cy="232255"/>
            </a:xfrm>
            <a:custGeom>
              <a:avLst/>
              <a:gdLst/>
              <a:ahLst/>
              <a:cxnLst/>
              <a:rect l="l" t="t" r="r" b="b"/>
              <a:pathLst>
                <a:path w="32428" h="9474" extrusionOk="0">
                  <a:moveTo>
                    <a:pt x="32275" y="183"/>
                  </a:moveTo>
                  <a:lnTo>
                    <a:pt x="32275" y="9321"/>
                  </a:lnTo>
                  <a:lnTo>
                    <a:pt x="182" y="9321"/>
                  </a:lnTo>
                  <a:lnTo>
                    <a:pt x="182" y="183"/>
                  </a:lnTo>
                  <a:close/>
                  <a:moveTo>
                    <a:pt x="0" y="1"/>
                  </a:moveTo>
                  <a:lnTo>
                    <a:pt x="0" y="9474"/>
                  </a:lnTo>
                  <a:lnTo>
                    <a:pt x="32428" y="9474"/>
                  </a:lnTo>
                  <a:lnTo>
                    <a:pt x="324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80">
              <a:extLst>
                <a:ext uri="{FF2B5EF4-FFF2-40B4-BE49-F238E27FC236}">
                  <a16:creationId xmlns:a16="http://schemas.microsoft.com/office/drawing/2014/main" id="{69CB5F55-6872-2E38-4CEB-B452EDE454F8}"/>
                </a:ext>
              </a:extLst>
            </p:cNvPr>
            <p:cNvSpPr/>
            <p:nvPr/>
          </p:nvSpPr>
          <p:spPr>
            <a:xfrm>
              <a:off x="7002055" y="4349336"/>
              <a:ext cx="234584" cy="233677"/>
            </a:xfrm>
            <a:custGeom>
              <a:avLst/>
              <a:gdLst/>
              <a:ahLst/>
              <a:cxnLst/>
              <a:rect l="l" t="t" r="r" b="b"/>
              <a:pathLst>
                <a:path w="9569" h="9532" extrusionOk="0">
                  <a:moveTo>
                    <a:pt x="3797" y="1"/>
                  </a:moveTo>
                  <a:cubicBezTo>
                    <a:pt x="1706" y="1"/>
                    <a:pt x="1" y="1698"/>
                    <a:pt x="1" y="3761"/>
                  </a:cubicBezTo>
                  <a:lnTo>
                    <a:pt x="1" y="9532"/>
                  </a:lnTo>
                  <a:lnTo>
                    <a:pt x="9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6" name="Google Shape;5826;p80">
              <a:extLst>
                <a:ext uri="{FF2B5EF4-FFF2-40B4-BE49-F238E27FC236}">
                  <a16:creationId xmlns:a16="http://schemas.microsoft.com/office/drawing/2014/main" id="{47A96468-6581-3F8A-99D1-8651AF543014}"/>
                </a:ext>
              </a:extLst>
            </p:cNvPr>
            <p:cNvSpPr/>
            <p:nvPr/>
          </p:nvSpPr>
          <p:spPr>
            <a:xfrm>
              <a:off x="6192987" y="3220862"/>
              <a:ext cx="172046" cy="171875"/>
            </a:xfrm>
            <a:custGeom>
              <a:avLst/>
              <a:gdLst/>
              <a:ahLst/>
              <a:cxnLst/>
              <a:rect l="l" t="t" r="r" b="b"/>
              <a:pathLst>
                <a:path w="7018" h="7011" extrusionOk="0">
                  <a:moveTo>
                    <a:pt x="3527" y="0"/>
                  </a:moveTo>
                  <a:cubicBezTo>
                    <a:pt x="1582" y="0"/>
                    <a:pt x="0" y="1581"/>
                    <a:pt x="0" y="3520"/>
                  </a:cubicBezTo>
                  <a:cubicBezTo>
                    <a:pt x="0" y="5465"/>
                    <a:pt x="1582" y="7010"/>
                    <a:pt x="3527" y="7010"/>
                  </a:cubicBezTo>
                  <a:cubicBezTo>
                    <a:pt x="5466" y="7010"/>
                    <a:pt x="7018" y="5465"/>
                    <a:pt x="7018" y="3520"/>
                  </a:cubicBezTo>
                  <a:cubicBezTo>
                    <a:pt x="7018" y="1581"/>
                    <a:pt x="5466" y="0"/>
                    <a:pt x="35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7" name="Google Shape;5827;p80">
              <a:extLst>
                <a:ext uri="{FF2B5EF4-FFF2-40B4-BE49-F238E27FC236}">
                  <a16:creationId xmlns:a16="http://schemas.microsoft.com/office/drawing/2014/main" id="{2447FCEF-C02D-313A-A3B7-D0391109E8DA}"/>
                </a:ext>
              </a:extLst>
            </p:cNvPr>
            <p:cNvSpPr/>
            <p:nvPr/>
          </p:nvSpPr>
          <p:spPr>
            <a:xfrm>
              <a:off x="6192987" y="3601899"/>
              <a:ext cx="172046" cy="172046"/>
            </a:xfrm>
            <a:custGeom>
              <a:avLst/>
              <a:gdLst/>
              <a:ahLst/>
              <a:cxnLst/>
              <a:rect l="l" t="t" r="r" b="b"/>
              <a:pathLst>
                <a:path w="7018" h="7018" extrusionOk="0">
                  <a:moveTo>
                    <a:pt x="3527" y="0"/>
                  </a:moveTo>
                  <a:cubicBezTo>
                    <a:pt x="1582" y="0"/>
                    <a:pt x="0" y="1582"/>
                    <a:pt x="0" y="3491"/>
                  </a:cubicBezTo>
                  <a:cubicBezTo>
                    <a:pt x="0" y="5437"/>
                    <a:pt x="1582" y="7018"/>
                    <a:pt x="3527" y="7018"/>
                  </a:cubicBezTo>
                  <a:cubicBezTo>
                    <a:pt x="5466" y="7018"/>
                    <a:pt x="7018" y="5437"/>
                    <a:pt x="7018" y="3491"/>
                  </a:cubicBezTo>
                  <a:cubicBezTo>
                    <a:pt x="7018" y="1582"/>
                    <a:pt x="5466" y="0"/>
                    <a:pt x="35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80">
              <a:extLst>
                <a:ext uri="{FF2B5EF4-FFF2-40B4-BE49-F238E27FC236}">
                  <a16:creationId xmlns:a16="http://schemas.microsoft.com/office/drawing/2014/main" id="{15BFB596-F82F-E4A3-87DC-3C34BB876A1B}"/>
                </a:ext>
              </a:extLst>
            </p:cNvPr>
            <p:cNvSpPr/>
            <p:nvPr/>
          </p:nvSpPr>
          <p:spPr>
            <a:xfrm>
              <a:off x="6190829" y="3599741"/>
              <a:ext cx="176361" cy="176361"/>
            </a:xfrm>
            <a:custGeom>
              <a:avLst/>
              <a:gdLst/>
              <a:ahLst/>
              <a:cxnLst/>
              <a:rect l="l" t="t" r="r" b="b"/>
              <a:pathLst>
                <a:path w="7194" h="7194" extrusionOk="0">
                  <a:moveTo>
                    <a:pt x="3615" y="183"/>
                  </a:moveTo>
                  <a:cubicBezTo>
                    <a:pt x="5495" y="183"/>
                    <a:pt x="7040" y="1699"/>
                    <a:pt x="7040" y="3579"/>
                  </a:cubicBezTo>
                  <a:cubicBezTo>
                    <a:pt x="7040" y="5495"/>
                    <a:pt x="5495" y="7011"/>
                    <a:pt x="3615" y="7011"/>
                  </a:cubicBezTo>
                  <a:cubicBezTo>
                    <a:pt x="1699" y="7011"/>
                    <a:pt x="183" y="5495"/>
                    <a:pt x="183" y="3579"/>
                  </a:cubicBezTo>
                  <a:cubicBezTo>
                    <a:pt x="183" y="1699"/>
                    <a:pt x="1699" y="183"/>
                    <a:pt x="3615" y="183"/>
                  </a:cubicBezTo>
                  <a:close/>
                  <a:moveTo>
                    <a:pt x="3615" y="1"/>
                  </a:moveTo>
                  <a:cubicBezTo>
                    <a:pt x="1640" y="1"/>
                    <a:pt x="1" y="1611"/>
                    <a:pt x="1" y="3579"/>
                  </a:cubicBezTo>
                  <a:cubicBezTo>
                    <a:pt x="1" y="5583"/>
                    <a:pt x="1640" y="7193"/>
                    <a:pt x="3615" y="7193"/>
                  </a:cubicBezTo>
                  <a:cubicBezTo>
                    <a:pt x="5583" y="7193"/>
                    <a:pt x="7193" y="5583"/>
                    <a:pt x="7193" y="3579"/>
                  </a:cubicBezTo>
                  <a:cubicBezTo>
                    <a:pt x="7193" y="1611"/>
                    <a:pt x="5583" y="1"/>
                    <a:pt x="3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80">
              <a:extLst>
                <a:ext uri="{FF2B5EF4-FFF2-40B4-BE49-F238E27FC236}">
                  <a16:creationId xmlns:a16="http://schemas.microsoft.com/office/drawing/2014/main" id="{10A098C8-1E09-D2DF-6DE8-E1D521AA5116}"/>
                </a:ext>
              </a:extLst>
            </p:cNvPr>
            <p:cNvSpPr/>
            <p:nvPr/>
          </p:nvSpPr>
          <p:spPr>
            <a:xfrm>
              <a:off x="6192987" y="4026891"/>
              <a:ext cx="172046" cy="172046"/>
            </a:xfrm>
            <a:custGeom>
              <a:avLst/>
              <a:gdLst/>
              <a:ahLst/>
              <a:cxnLst/>
              <a:rect l="l" t="t" r="r" b="b"/>
              <a:pathLst>
                <a:path w="7018" h="7018" extrusionOk="0">
                  <a:moveTo>
                    <a:pt x="3527" y="0"/>
                  </a:moveTo>
                  <a:cubicBezTo>
                    <a:pt x="1582" y="0"/>
                    <a:pt x="0" y="1582"/>
                    <a:pt x="0" y="3527"/>
                  </a:cubicBezTo>
                  <a:cubicBezTo>
                    <a:pt x="0" y="5466"/>
                    <a:pt x="1582" y="7018"/>
                    <a:pt x="3527" y="7018"/>
                  </a:cubicBezTo>
                  <a:cubicBezTo>
                    <a:pt x="5466" y="7018"/>
                    <a:pt x="7018" y="5466"/>
                    <a:pt x="7018" y="3527"/>
                  </a:cubicBezTo>
                  <a:cubicBezTo>
                    <a:pt x="7018" y="1582"/>
                    <a:pt x="5466" y="0"/>
                    <a:pt x="35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80">
              <a:extLst>
                <a:ext uri="{FF2B5EF4-FFF2-40B4-BE49-F238E27FC236}">
                  <a16:creationId xmlns:a16="http://schemas.microsoft.com/office/drawing/2014/main" id="{6643CF13-B9E3-E74E-156C-CE7AB7DD5BD3}"/>
                </a:ext>
              </a:extLst>
            </p:cNvPr>
            <p:cNvSpPr/>
            <p:nvPr/>
          </p:nvSpPr>
          <p:spPr>
            <a:xfrm>
              <a:off x="6190829" y="4024733"/>
              <a:ext cx="176361" cy="176361"/>
            </a:xfrm>
            <a:custGeom>
              <a:avLst/>
              <a:gdLst/>
              <a:ahLst/>
              <a:cxnLst/>
              <a:rect l="l" t="t" r="r" b="b"/>
              <a:pathLst>
                <a:path w="7194" h="7194" extrusionOk="0">
                  <a:moveTo>
                    <a:pt x="3615" y="183"/>
                  </a:moveTo>
                  <a:cubicBezTo>
                    <a:pt x="5495" y="183"/>
                    <a:pt x="7040" y="1699"/>
                    <a:pt x="7040" y="3615"/>
                  </a:cubicBezTo>
                  <a:cubicBezTo>
                    <a:pt x="7040" y="5495"/>
                    <a:pt x="5495" y="7048"/>
                    <a:pt x="3615" y="7048"/>
                  </a:cubicBezTo>
                  <a:cubicBezTo>
                    <a:pt x="1699" y="7048"/>
                    <a:pt x="183" y="5495"/>
                    <a:pt x="183" y="3615"/>
                  </a:cubicBezTo>
                  <a:cubicBezTo>
                    <a:pt x="183" y="1699"/>
                    <a:pt x="1699" y="183"/>
                    <a:pt x="3615" y="183"/>
                  </a:cubicBezTo>
                  <a:close/>
                  <a:moveTo>
                    <a:pt x="3615" y="1"/>
                  </a:moveTo>
                  <a:cubicBezTo>
                    <a:pt x="1640" y="1"/>
                    <a:pt x="1" y="1611"/>
                    <a:pt x="1" y="3615"/>
                  </a:cubicBezTo>
                  <a:cubicBezTo>
                    <a:pt x="1" y="5590"/>
                    <a:pt x="1640" y="7193"/>
                    <a:pt x="3615" y="7193"/>
                  </a:cubicBezTo>
                  <a:cubicBezTo>
                    <a:pt x="5583" y="7193"/>
                    <a:pt x="7193" y="5590"/>
                    <a:pt x="7193" y="3615"/>
                  </a:cubicBezTo>
                  <a:cubicBezTo>
                    <a:pt x="7193" y="1611"/>
                    <a:pt x="5583" y="1"/>
                    <a:pt x="3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80">
              <a:extLst>
                <a:ext uri="{FF2B5EF4-FFF2-40B4-BE49-F238E27FC236}">
                  <a16:creationId xmlns:a16="http://schemas.microsoft.com/office/drawing/2014/main" id="{BE5BA3CF-E062-9AD7-1B08-9EC57D13E20B}"/>
                </a:ext>
              </a:extLst>
            </p:cNvPr>
            <p:cNvSpPr/>
            <p:nvPr/>
          </p:nvSpPr>
          <p:spPr>
            <a:xfrm>
              <a:off x="6180386" y="3526466"/>
              <a:ext cx="250028" cy="209701"/>
            </a:xfrm>
            <a:custGeom>
              <a:avLst/>
              <a:gdLst/>
              <a:ahLst/>
              <a:cxnLst/>
              <a:rect l="l" t="t" r="r" b="b"/>
              <a:pathLst>
                <a:path w="10199" h="8554" extrusionOk="0">
                  <a:moveTo>
                    <a:pt x="9427" y="0"/>
                  </a:moveTo>
                  <a:cubicBezTo>
                    <a:pt x="9247" y="0"/>
                    <a:pt x="9066" y="68"/>
                    <a:pt x="8924" y="192"/>
                  </a:cubicBezTo>
                  <a:cubicBezTo>
                    <a:pt x="6861" y="1984"/>
                    <a:pt x="5134" y="4170"/>
                    <a:pt x="3794" y="6539"/>
                  </a:cubicBezTo>
                  <a:cubicBezTo>
                    <a:pt x="3094" y="5628"/>
                    <a:pt x="2336" y="4783"/>
                    <a:pt x="1491" y="3988"/>
                  </a:cubicBezTo>
                  <a:cubicBezTo>
                    <a:pt x="1346" y="3846"/>
                    <a:pt x="1184" y="3786"/>
                    <a:pt x="1027" y="3786"/>
                  </a:cubicBezTo>
                  <a:cubicBezTo>
                    <a:pt x="484" y="3786"/>
                    <a:pt x="0" y="4497"/>
                    <a:pt x="514" y="4994"/>
                  </a:cubicBezTo>
                  <a:cubicBezTo>
                    <a:pt x="1549" y="5963"/>
                    <a:pt x="2489" y="7056"/>
                    <a:pt x="3313" y="8208"/>
                  </a:cubicBezTo>
                  <a:cubicBezTo>
                    <a:pt x="3456" y="8420"/>
                    <a:pt x="3720" y="8553"/>
                    <a:pt x="3973" y="8553"/>
                  </a:cubicBezTo>
                  <a:cubicBezTo>
                    <a:pt x="4196" y="8553"/>
                    <a:pt x="4410" y="8450"/>
                    <a:pt x="4522" y="8208"/>
                  </a:cubicBezTo>
                  <a:cubicBezTo>
                    <a:pt x="5827" y="5540"/>
                    <a:pt x="7648" y="3172"/>
                    <a:pt x="9900" y="1197"/>
                  </a:cubicBezTo>
                  <a:cubicBezTo>
                    <a:pt x="10199" y="920"/>
                    <a:pt x="10170" y="440"/>
                    <a:pt x="9900" y="192"/>
                  </a:cubicBezTo>
                  <a:cubicBezTo>
                    <a:pt x="9766" y="61"/>
                    <a:pt x="9597" y="0"/>
                    <a:pt x="9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80">
              <a:extLst>
                <a:ext uri="{FF2B5EF4-FFF2-40B4-BE49-F238E27FC236}">
                  <a16:creationId xmlns:a16="http://schemas.microsoft.com/office/drawing/2014/main" id="{11A03ED2-0069-E468-3372-E2C5BCB7DFD0}"/>
                </a:ext>
              </a:extLst>
            </p:cNvPr>
            <p:cNvSpPr/>
            <p:nvPr/>
          </p:nvSpPr>
          <p:spPr>
            <a:xfrm>
              <a:off x="6184039" y="3524088"/>
              <a:ext cx="246376" cy="214139"/>
            </a:xfrm>
            <a:custGeom>
              <a:avLst/>
              <a:gdLst/>
              <a:ahLst/>
              <a:cxnLst/>
              <a:rect l="l" t="t" r="r" b="b"/>
              <a:pathLst>
                <a:path w="10050" h="8735" extrusionOk="0">
                  <a:moveTo>
                    <a:pt x="9268" y="170"/>
                  </a:moveTo>
                  <a:cubicBezTo>
                    <a:pt x="9413" y="170"/>
                    <a:pt x="9560" y="225"/>
                    <a:pt x="9686" y="354"/>
                  </a:cubicBezTo>
                  <a:cubicBezTo>
                    <a:pt x="9809" y="471"/>
                    <a:pt x="9868" y="653"/>
                    <a:pt x="9868" y="835"/>
                  </a:cubicBezTo>
                  <a:cubicBezTo>
                    <a:pt x="9868" y="988"/>
                    <a:pt x="9809" y="1141"/>
                    <a:pt x="9686" y="1236"/>
                  </a:cubicBezTo>
                  <a:cubicBezTo>
                    <a:pt x="7441" y="3204"/>
                    <a:pt x="5619" y="5572"/>
                    <a:pt x="4286" y="8275"/>
                  </a:cubicBezTo>
                  <a:cubicBezTo>
                    <a:pt x="4191" y="8487"/>
                    <a:pt x="4009" y="8552"/>
                    <a:pt x="3856" y="8581"/>
                  </a:cubicBezTo>
                  <a:cubicBezTo>
                    <a:pt x="3615" y="8581"/>
                    <a:pt x="3375" y="8458"/>
                    <a:pt x="3222" y="8275"/>
                  </a:cubicBezTo>
                  <a:cubicBezTo>
                    <a:pt x="2435" y="7124"/>
                    <a:pt x="1458" y="6031"/>
                    <a:pt x="394" y="5025"/>
                  </a:cubicBezTo>
                  <a:cubicBezTo>
                    <a:pt x="212" y="4814"/>
                    <a:pt x="212" y="4632"/>
                    <a:pt x="249" y="4479"/>
                  </a:cubicBezTo>
                  <a:cubicBezTo>
                    <a:pt x="278" y="4267"/>
                    <a:pt x="489" y="4056"/>
                    <a:pt x="701" y="3998"/>
                  </a:cubicBezTo>
                  <a:cubicBezTo>
                    <a:pt x="759" y="3969"/>
                    <a:pt x="824" y="3969"/>
                    <a:pt x="883" y="3969"/>
                  </a:cubicBezTo>
                  <a:cubicBezTo>
                    <a:pt x="1036" y="3969"/>
                    <a:pt x="1160" y="4027"/>
                    <a:pt x="1276" y="4151"/>
                  </a:cubicBezTo>
                  <a:cubicBezTo>
                    <a:pt x="2100" y="4909"/>
                    <a:pt x="2887" y="5790"/>
                    <a:pt x="3586" y="6701"/>
                  </a:cubicBezTo>
                  <a:lnTo>
                    <a:pt x="3674" y="6789"/>
                  </a:lnTo>
                  <a:lnTo>
                    <a:pt x="3739" y="6701"/>
                  </a:lnTo>
                  <a:cubicBezTo>
                    <a:pt x="5044" y="4297"/>
                    <a:pt x="6771" y="2147"/>
                    <a:pt x="8811" y="354"/>
                  </a:cubicBezTo>
                  <a:cubicBezTo>
                    <a:pt x="8939" y="242"/>
                    <a:pt x="9103" y="170"/>
                    <a:pt x="9268" y="170"/>
                  </a:cubicBezTo>
                  <a:close/>
                  <a:moveTo>
                    <a:pt x="9274" y="1"/>
                  </a:moveTo>
                  <a:cubicBezTo>
                    <a:pt x="9081" y="1"/>
                    <a:pt x="8884" y="77"/>
                    <a:pt x="8716" y="230"/>
                  </a:cubicBezTo>
                  <a:cubicBezTo>
                    <a:pt x="6683" y="2023"/>
                    <a:pt x="4985" y="4114"/>
                    <a:pt x="3645" y="6519"/>
                  </a:cubicBezTo>
                  <a:cubicBezTo>
                    <a:pt x="2945" y="5608"/>
                    <a:pt x="2187" y="4785"/>
                    <a:pt x="1400" y="4027"/>
                  </a:cubicBezTo>
                  <a:cubicBezTo>
                    <a:pt x="1252" y="3879"/>
                    <a:pt x="1086" y="3802"/>
                    <a:pt x="907" y="3802"/>
                  </a:cubicBezTo>
                  <a:cubicBezTo>
                    <a:pt x="831" y="3802"/>
                    <a:pt x="752" y="3816"/>
                    <a:pt x="671" y="3845"/>
                  </a:cubicBezTo>
                  <a:cubicBezTo>
                    <a:pt x="365" y="3932"/>
                    <a:pt x="154" y="4180"/>
                    <a:pt x="67" y="4450"/>
                  </a:cubicBezTo>
                  <a:cubicBezTo>
                    <a:pt x="1" y="4697"/>
                    <a:pt x="96" y="4938"/>
                    <a:pt x="307" y="5149"/>
                  </a:cubicBezTo>
                  <a:cubicBezTo>
                    <a:pt x="1342" y="6155"/>
                    <a:pt x="2282" y="7211"/>
                    <a:pt x="3098" y="8370"/>
                  </a:cubicBezTo>
                  <a:cubicBezTo>
                    <a:pt x="3251" y="8581"/>
                    <a:pt x="3557" y="8734"/>
                    <a:pt x="3827" y="8734"/>
                  </a:cubicBezTo>
                  <a:lnTo>
                    <a:pt x="3892" y="8734"/>
                  </a:lnTo>
                  <a:cubicBezTo>
                    <a:pt x="4133" y="8734"/>
                    <a:pt x="4344" y="8581"/>
                    <a:pt x="4439" y="8341"/>
                  </a:cubicBezTo>
                  <a:cubicBezTo>
                    <a:pt x="5772" y="5667"/>
                    <a:pt x="7565" y="3327"/>
                    <a:pt x="9809" y="1353"/>
                  </a:cubicBezTo>
                  <a:cubicBezTo>
                    <a:pt x="9962" y="1236"/>
                    <a:pt x="10021" y="1054"/>
                    <a:pt x="10050" y="835"/>
                  </a:cubicBezTo>
                  <a:cubicBezTo>
                    <a:pt x="10050" y="595"/>
                    <a:pt x="9962" y="383"/>
                    <a:pt x="9809" y="230"/>
                  </a:cubicBezTo>
                  <a:cubicBezTo>
                    <a:pt x="9656" y="77"/>
                    <a:pt x="9467" y="1"/>
                    <a:pt x="9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80">
              <a:extLst>
                <a:ext uri="{FF2B5EF4-FFF2-40B4-BE49-F238E27FC236}">
                  <a16:creationId xmlns:a16="http://schemas.microsoft.com/office/drawing/2014/main" id="{D0B48071-3712-5BAB-AF3E-394EEF838F70}"/>
                </a:ext>
              </a:extLst>
            </p:cNvPr>
            <p:cNvSpPr/>
            <p:nvPr/>
          </p:nvSpPr>
          <p:spPr>
            <a:xfrm>
              <a:off x="6180337" y="3152784"/>
              <a:ext cx="250078" cy="209775"/>
            </a:xfrm>
            <a:custGeom>
              <a:avLst/>
              <a:gdLst/>
              <a:ahLst/>
              <a:cxnLst/>
              <a:rect l="l" t="t" r="r" b="b"/>
              <a:pathLst>
                <a:path w="10201" h="8557" extrusionOk="0">
                  <a:moveTo>
                    <a:pt x="9428" y="1"/>
                  </a:moveTo>
                  <a:cubicBezTo>
                    <a:pt x="9249" y="1"/>
                    <a:pt x="9068" y="70"/>
                    <a:pt x="8926" y="197"/>
                  </a:cubicBezTo>
                  <a:cubicBezTo>
                    <a:pt x="6863" y="2019"/>
                    <a:pt x="5136" y="4176"/>
                    <a:pt x="3796" y="6574"/>
                  </a:cubicBezTo>
                  <a:cubicBezTo>
                    <a:pt x="3096" y="5663"/>
                    <a:pt x="2338" y="4781"/>
                    <a:pt x="1493" y="3994"/>
                  </a:cubicBezTo>
                  <a:cubicBezTo>
                    <a:pt x="1350" y="3858"/>
                    <a:pt x="1189" y="3800"/>
                    <a:pt x="1033" y="3800"/>
                  </a:cubicBezTo>
                  <a:cubicBezTo>
                    <a:pt x="489" y="3800"/>
                    <a:pt x="1" y="4500"/>
                    <a:pt x="516" y="4992"/>
                  </a:cubicBezTo>
                  <a:cubicBezTo>
                    <a:pt x="1551" y="5962"/>
                    <a:pt x="2491" y="7055"/>
                    <a:pt x="3315" y="8213"/>
                  </a:cubicBezTo>
                  <a:cubicBezTo>
                    <a:pt x="3458" y="8423"/>
                    <a:pt x="3725" y="8556"/>
                    <a:pt x="3978" y="8556"/>
                  </a:cubicBezTo>
                  <a:cubicBezTo>
                    <a:pt x="4200" y="8556"/>
                    <a:pt x="4412" y="8455"/>
                    <a:pt x="4524" y="8213"/>
                  </a:cubicBezTo>
                  <a:cubicBezTo>
                    <a:pt x="5829" y="5539"/>
                    <a:pt x="7650" y="3171"/>
                    <a:pt x="9902" y="1196"/>
                  </a:cubicBezTo>
                  <a:cubicBezTo>
                    <a:pt x="10201" y="955"/>
                    <a:pt x="10172" y="467"/>
                    <a:pt x="9902" y="197"/>
                  </a:cubicBezTo>
                  <a:cubicBezTo>
                    <a:pt x="9767" y="63"/>
                    <a:pt x="9598" y="1"/>
                    <a:pt x="94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80">
              <a:extLst>
                <a:ext uri="{FF2B5EF4-FFF2-40B4-BE49-F238E27FC236}">
                  <a16:creationId xmlns:a16="http://schemas.microsoft.com/office/drawing/2014/main" id="{FC767EF6-40E5-204D-DD19-1360917033F3}"/>
                </a:ext>
              </a:extLst>
            </p:cNvPr>
            <p:cNvSpPr/>
            <p:nvPr/>
          </p:nvSpPr>
          <p:spPr>
            <a:xfrm>
              <a:off x="6184039" y="3150504"/>
              <a:ext cx="246376" cy="213991"/>
            </a:xfrm>
            <a:custGeom>
              <a:avLst/>
              <a:gdLst/>
              <a:ahLst/>
              <a:cxnLst/>
              <a:rect l="l" t="t" r="r" b="b"/>
              <a:pathLst>
                <a:path w="10050" h="8729" extrusionOk="0">
                  <a:moveTo>
                    <a:pt x="9265" y="168"/>
                  </a:moveTo>
                  <a:cubicBezTo>
                    <a:pt x="9411" y="168"/>
                    <a:pt x="9559" y="222"/>
                    <a:pt x="9686" y="349"/>
                  </a:cubicBezTo>
                  <a:cubicBezTo>
                    <a:pt x="9809" y="473"/>
                    <a:pt x="9868" y="655"/>
                    <a:pt x="9868" y="837"/>
                  </a:cubicBezTo>
                  <a:cubicBezTo>
                    <a:pt x="9868" y="990"/>
                    <a:pt x="9809" y="1136"/>
                    <a:pt x="9686" y="1231"/>
                  </a:cubicBezTo>
                  <a:cubicBezTo>
                    <a:pt x="7441" y="3205"/>
                    <a:pt x="5619" y="5574"/>
                    <a:pt x="4286" y="8277"/>
                  </a:cubicBezTo>
                  <a:cubicBezTo>
                    <a:pt x="4191" y="8518"/>
                    <a:pt x="4009" y="8576"/>
                    <a:pt x="3856" y="8576"/>
                  </a:cubicBezTo>
                  <a:cubicBezTo>
                    <a:pt x="3831" y="8579"/>
                    <a:pt x="3807" y="8580"/>
                    <a:pt x="3782" y="8580"/>
                  </a:cubicBezTo>
                  <a:cubicBezTo>
                    <a:pt x="3567" y="8580"/>
                    <a:pt x="3359" y="8467"/>
                    <a:pt x="3222" y="8277"/>
                  </a:cubicBezTo>
                  <a:cubicBezTo>
                    <a:pt x="2435" y="7118"/>
                    <a:pt x="1458" y="6025"/>
                    <a:pt x="394" y="5027"/>
                  </a:cubicBezTo>
                  <a:cubicBezTo>
                    <a:pt x="212" y="4816"/>
                    <a:pt x="212" y="4634"/>
                    <a:pt x="249" y="4481"/>
                  </a:cubicBezTo>
                  <a:cubicBezTo>
                    <a:pt x="278" y="4269"/>
                    <a:pt x="489" y="4051"/>
                    <a:pt x="701" y="3992"/>
                  </a:cubicBezTo>
                  <a:cubicBezTo>
                    <a:pt x="755" y="3977"/>
                    <a:pt x="809" y="3970"/>
                    <a:pt x="862" y="3970"/>
                  </a:cubicBezTo>
                  <a:cubicBezTo>
                    <a:pt x="1016" y="3970"/>
                    <a:pt x="1162" y="4032"/>
                    <a:pt x="1276" y="4145"/>
                  </a:cubicBezTo>
                  <a:cubicBezTo>
                    <a:pt x="2100" y="4932"/>
                    <a:pt x="2887" y="5785"/>
                    <a:pt x="3586" y="6696"/>
                  </a:cubicBezTo>
                  <a:lnTo>
                    <a:pt x="3674" y="6783"/>
                  </a:lnTo>
                  <a:lnTo>
                    <a:pt x="3739" y="6696"/>
                  </a:lnTo>
                  <a:cubicBezTo>
                    <a:pt x="5044" y="4298"/>
                    <a:pt x="6771" y="2171"/>
                    <a:pt x="8811" y="349"/>
                  </a:cubicBezTo>
                  <a:cubicBezTo>
                    <a:pt x="8939" y="237"/>
                    <a:pt x="9101" y="168"/>
                    <a:pt x="9265" y="168"/>
                  </a:cubicBezTo>
                  <a:close/>
                  <a:moveTo>
                    <a:pt x="9274" y="1"/>
                  </a:moveTo>
                  <a:cubicBezTo>
                    <a:pt x="9081" y="1"/>
                    <a:pt x="8884" y="76"/>
                    <a:pt x="8716" y="225"/>
                  </a:cubicBezTo>
                  <a:cubicBezTo>
                    <a:pt x="6683" y="2018"/>
                    <a:pt x="4985" y="4145"/>
                    <a:pt x="3645" y="6514"/>
                  </a:cubicBezTo>
                  <a:cubicBezTo>
                    <a:pt x="2945" y="5603"/>
                    <a:pt x="2187" y="4779"/>
                    <a:pt x="1400" y="4021"/>
                  </a:cubicBezTo>
                  <a:cubicBezTo>
                    <a:pt x="1245" y="3888"/>
                    <a:pt x="1070" y="3805"/>
                    <a:pt x="882" y="3805"/>
                  </a:cubicBezTo>
                  <a:cubicBezTo>
                    <a:pt x="813" y="3805"/>
                    <a:pt x="743" y="3816"/>
                    <a:pt x="671" y="3839"/>
                  </a:cubicBezTo>
                  <a:cubicBezTo>
                    <a:pt x="365" y="3934"/>
                    <a:pt x="154" y="4174"/>
                    <a:pt x="67" y="4451"/>
                  </a:cubicBezTo>
                  <a:cubicBezTo>
                    <a:pt x="1" y="4692"/>
                    <a:pt x="96" y="4932"/>
                    <a:pt x="307" y="5144"/>
                  </a:cubicBezTo>
                  <a:cubicBezTo>
                    <a:pt x="1342" y="6149"/>
                    <a:pt x="2282" y="7242"/>
                    <a:pt x="3098" y="8365"/>
                  </a:cubicBezTo>
                  <a:cubicBezTo>
                    <a:pt x="3251" y="8605"/>
                    <a:pt x="3557" y="8729"/>
                    <a:pt x="3827" y="8729"/>
                  </a:cubicBezTo>
                  <a:lnTo>
                    <a:pt x="3892" y="8729"/>
                  </a:lnTo>
                  <a:cubicBezTo>
                    <a:pt x="4133" y="8729"/>
                    <a:pt x="4344" y="8576"/>
                    <a:pt x="4439" y="8365"/>
                  </a:cubicBezTo>
                  <a:cubicBezTo>
                    <a:pt x="5772" y="5661"/>
                    <a:pt x="7565" y="3322"/>
                    <a:pt x="9809" y="1354"/>
                  </a:cubicBezTo>
                  <a:cubicBezTo>
                    <a:pt x="9962" y="1231"/>
                    <a:pt x="10021" y="1048"/>
                    <a:pt x="10050" y="837"/>
                  </a:cubicBezTo>
                  <a:cubicBezTo>
                    <a:pt x="10050" y="589"/>
                    <a:pt x="9962" y="378"/>
                    <a:pt x="9809" y="225"/>
                  </a:cubicBezTo>
                  <a:cubicBezTo>
                    <a:pt x="9656" y="76"/>
                    <a:pt x="9467" y="1"/>
                    <a:pt x="9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80">
              <a:extLst>
                <a:ext uri="{FF2B5EF4-FFF2-40B4-BE49-F238E27FC236}">
                  <a16:creationId xmlns:a16="http://schemas.microsoft.com/office/drawing/2014/main" id="{C1909FB2-7481-7C83-FF99-428D37F5EC1B}"/>
                </a:ext>
              </a:extLst>
            </p:cNvPr>
            <p:cNvSpPr/>
            <p:nvPr/>
          </p:nvSpPr>
          <p:spPr>
            <a:xfrm>
              <a:off x="6440221" y="3261042"/>
              <a:ext cx="564188" cy="74526"/>
            </a:xfrm>
            <a:custGeom>
              <a:avLst/>
              <a:gdLst/>
              <a:ahLst/>
              <a:cxnLst/>
              <a:rect l="l" t="t" r="r" b="b"/>
              <a:pathLst>
                <a:path w="23014" h="3040" extrusionOk="0">
                  <a:moveTo>
                    <a:pt x="1516" y="1"/>
                  </a:moveTo>
                  <a:cubicBezTo>
                    <a:pt x="664" y="1"/>
                    <a:pt x="1" y="700"/>
                    <a:pt x="1" y="1516"/>
                  </a:cubicBezTo>
                  <a:cubicBezTo>
                    <a:pt x="1" y="2340"/>
                    <a:pt x="664" y="3039"/>
                    <a:pt x="1516" y="3039"/>
                  </a:cubicBezTo>
                  <a:lnTo>
                    <a:pt x="21498" y="3039"/>
                  </a:lnTo>
                  <a:cubicBezTo>
                    <a:pt x="22343" y="3039"/>
                    <a:pt x="23013" y="2340"/>
                    <a:pt x="23013" y="1516"/>
                  </a:cubicBezTo>
                  <a:cubicBezTo>
                    <a:pt x="23013" y="700"/>
                    <a:pt x="22343" y="1"/>
                    <a:pt x="21498" y="1"/>
                  </a:cubicBezTo>
                  <a:close/>
                </a:path>
              </a:pathLst>
            </a:custGeom>
            <a:solidFill>
              <a:srgbClr val="C4EA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80">
              <a:extLst>
                <a:ext uri="{FF2B5EF4-FFF2-40B4-BE49-F238E27FC236}">
                  <a16:creationId xmlns:a16="http://schemas.microsoft.com/office/drawing/2014/main" id="{9BE32A9D-DBA9-EFD0-1CAF-D9ADEF71E882}"/>
                </a:ext>
              </a:extLst>
            </p:cNvPr>
            <p:cNvSpPr/>
            <p:nvPr/>
          </p:nvSpPr>
          <p:spPr>
            <a:xfrm>
              <a:off x="6436470" y="3257291"/>
              <a:ext cx="571690" cy="81856"/>
            </a:xfrm>
            <a:custGeom>
              <a:avLst/>
              <a:gdLst/>
              <a:ahLst/>
              <a:cxnLst/>
              <a:rect l="l" t="t" r="r" b="b"/>
              <a:pathLst>
                <a:path w="23320" h="3339" extrusionOk="0">
                  <a:moveTo>
                    <a:pt x="21651" y="154"/>
                  </a:moveTo>
                  <a:cubicBezTo>
                    <a:pt x="22496" y="154"/>
                    <a:pt x="23166" y="853"/>
                    <a:pt x="23166" y="1669"/>
                  </a:cubicBezTo>
                  <a:cubicBezTo>
                    <a:pt x="23166" y="2493"/>
                    <a:pt x="22496" y="3192"/>
                    <a:pt x="21651" y="3192"/>
                  </a:cubicBezTo>
                  <a:lnTo>
                    <a:pt x="1669" y="3192"/>
                  </a:lnTo>
                  <a:cubicBezTo>
                    <a:pt x="817" y="3192"/>
                    <a:pt x="154" y="2493"/>
                    <a:pt x="154" y="1669"/>
                  </a:cubicBezTo>
                  <a:cubicBezTo>
                    <a:pt x="154" y="853"/>
                    <a:pt x="817" y="154"/>
                    <a:pt x="1669" y="154"/>
                  </a:cubicBezTo>
                  <a:close/>
                  <a:moveTo>
                    <a:pt x="1669" y="1"/>
                  </a:moveTo>
                  <a:cubicBezTo>
                    <a:pt x="729" y="1"/>
                    <a:pt x="1" y="759"/>
                    <a:pt x="1" y="1669"/>
                  </a:cubicBezTo>
                  <a:cubicBezTo>
                    <a:pt x="1" y="2580"/>
                    <a:pt x="729" y="3338"/>
                    <a:pt x="1669" y="3338"/>
                  </a:cubicBezTo>
                  <a:lnTo>
                    <a:pt x="21651" y="3338"/>
                  </a:lnTo>
                  <a:cubicBezTo>
                    <a:pt x="22591" y="3338"/>
                    <a:pt x="23319" y="2580"/>
                    <a:pt x="23319" y="1669"/>
                  </a:cubicBezTo>
                  <a:cubicBezTo>
                    <a:pt x="23319" y="759"/>
                    <a:pt x="22591" y="1"/>
                    <a:pt x="21651" y="1"/>
                  </a:cubicBezTo>
                  <a:close/>
                </a:path>
              </a:pathLst>
            </a:custGeom>
            <a:solidFill>
              <a:srgbClr val="636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80">
              <a:extLst>
                <a:ext uri="{FF2B5EF4-FFF2-40B4-BE49-F238E27FC236}">
                  <a16:creationId xmlns:a16="http://schemas.microsoft.com/office/drawing/2014/main" id="{90AD888A-59A3-BB4B-F646-6AC22B4EC469}"/>
                </a:ext>
              </a:extLst>
            </p:cNvPr>
            <p:cNvSpPr/>
            <p:nvPr/>
          </p:nvSpPr>
          <p:spPr>
            <a:xfrm>
              <a:off x="6440221" y="3666030"/>
              <a:ext cx="564188" cy="73619"/>
            </a:xfrm>
            <a:custGeom>
              <a:avLst/>
              <a:gdLst/>
              <a:ahLst/>
              <a:cxnLst/>
              <a:rect l="l" t="t" r="r" b="b"/>
              <a:pathLst>
                <a:path w="23014" h="3003" extrusionOk="0">
                  <a:moveTo>
                    <a:pt x="1516" y="0"/>
                  </a:moveTo>
                  <a:cubicBezTo>
                    <a:pt x="664" y="0"/>
                    <a:pt x="1" y="664"/>
                    <a:pt x="1" y="1516"/>
                  </a:cubicBezTo>
                  <a:cubicBezTo>
                    <a:pt x="1" y="2332"/>
                    <a:pt x="664" y="3003"/>
                    <a:pt x="1516" y="3003"/>
                  </a:cubicBezTo>
                  <a:lnTo>
                    <a:pt x="21498" y="3003"/>
                  </a:lnTo>
                  <a:cubicBezTo>
                    <a:pt x="22343" y="3003"/>
                    <a:pt x="23013" y="2332"/>
                    <a:pt x="23013" y="1516"/>
                  </a:cubicBezTo>
                  <a:cubicBezTo>
                    <a:pt x="23013" y="664"/>
                    <a:pt x="22343" y="0"/>
                    <a:pt x="21498" y="0"/>
                  </a:cubicBezTo>
                  <a:close/>
                </a:path>
              </a:pathLst>
            </a:custGeom>
            <a:solidFill>
              <a:srgbClr val="C4EA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80">
              <a:extLst>
                <a:ext uri="{FF2B5EF4-FFF2-40B4-BE49-F238E27FC236}">
                  <a16:creationId xmlns:a16="http://schemas.microsoft.com/office/drawing/2014/main" id="{56A2BB3B-D712-FB09-3D0E-797323440650}"/>
                </a:ext>
              </a:extLst>
            </p:cNvPr>
            <p:cNvSpPr/>
            <p:nvPr/>
          </p:nvSpPr>
          <p:spPr>
            <a:xfrm>
              <a:off x="6436470" y="3662279"/>
              <a:ext cx="571690" cy="81831"/>
            </a:xfrm>
            <a:custGeom>
              <a:avLst/>
              <a:gdLst/>
              <a:ahLst/>
              <a:cxnLst/>
              <a:rect l="l" t="t" r="r" b="b"/>
              <a:pathLst>
                <a:path w="23320" h="3338" extrusionOk="0">
                  <a:moveTo>
                    <a:pt x="21651" y="153"/>
                  </a:moveTo>
                  <a:cubicBezTo>
                    <a:pt x="22496" y="153"/>
                    <a:pt x="23166" y="817"/>
                    <a:pt x="23166" y="1669"/>
                  </a:cubicBezTo>
                  <a:cubicBezTo>
                    <a:pt x="23166" y="2485"/>
                    <a:pt x="22496" y="3156"/>
                    <a:pt x="21651" y="3156"/>
                  </a:cubicBezTo>
                  <a:lnTo>
                    <a:pt x="1669" y="3156"/>
                  </a:lnTo>
                  <a:cubicBezTo>
                    <a:pt x="817" y="3156"/>
                    <a:pt x="154" y="2485"/>
                    <a:pt x="154" y="1669"/>
                  </a:cubicBezTo>
                  <a:cubicBezTo>
                    <a:pt x="154" y="817"/>
                    <a:pt x="817" y="153"/>
                    <a:pt x="1669" y="153"/>
                  </a:cubicBezTo>
                  <a:close/>
                  <a:moveTo>
                    <a:pt x="1669" y="0"/>
                  </a:moveTo>
                  <a:cubicBezTo>
                    <a:pt x="729" y="0"/>
                    <a:pt x="1" y="729"/>
                    <a:pt x="1" y="1669"/>
                  </a:cubicBezTo>
                  <a:cubicBezTo>
                    <a:pt x="1" y="2580"/>
                    <a:pt x="729" y="3338"/>
                    <a:pt x="1669" y="3338"/>
                  </a:cubicBezTo>
                  <a:lnTo>
                    <a:pt x="21651" y="3338"/>
                  </a:lnTo>
                  <a:cubicBezTo>
                    <a:pt x="22591" y="3338"/>
                    <a:pt x="23319" y="2580"/>
                    <a:pt x="23319" y="1669"/>
                  </a:cubicBezTo>
                  <a:cubicBezTo>
                    <a:pt x="23319" y="729"/>
                    <a:pt x="22591" y="0"/>
                    <a:pt x="21651" y="0"/>
                  </a:cubicBezTo>
                  <a:close/>
                </a:path>
              </a:pathLst>
            </a:custGeom>
            <a:solidFill>
              <a:srgbClr val="636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80">
              <a:extLst>
                <a:ext uri="{FF2B5EF4-FFF2-40B4-BE49-F238E27FC236}">
                  <a16:creationId xmlns:a16="http://schemas.microsoft.com/office/drawing/2014/main" id="{A63664EF-0F44-3AAE-616B-219722F2F431}"/>
                </a:ext>
              </a:extLst>
            </p:cNvPr>
            <p:cNvSpPr/>
            <p:nvPr/>
          </p:nvSpPr>
          <p:spPr>
            <a:xfrm>
              <a:off x="6440221" y="4093890"/>
              <a:ext cx="564188" cy="73790"/>
            </a:xfrm>
            <a:custGeom>
              <a:avLst/>
              <a:gdLst/>
              <a:ahLst/>
              <a:cxnLst/>
              <a:rect l="l" t="t" r="r" b="b"/>
              <a:pathLst>
                <a:path w="23014" h="3010" extrusionOk="0">
                  <a:moveTo>
                    <a:pt x="1516" y="0"/>
                  </a:moveTo>
                  <a:cubicBezTo>
                    <a:pt x="664" y="0"/>
                    <a:pt x="1" y="670"/>
                    <a:pt x="1" y="1523"/>
                  </a:cubicBezTo>
                  <a:cubicBezTo>
                    <a:pt x="1" y="2339"/>
                    <a:pt x="664" y="3010"/>
                    <a:pt x="1516" y="3010"/>
                  </a:cubicBezTo>
                  <a:lnTo>
                    <a:pt x="21498" y="3010"/>
                  </a:lnTo>
                  <a:cubicBezTo>
                    <a:pt x="22343" y="3010"/>
                    <a:pt x="23013" y="2339"/>
                    <a:pt x="23013" y="1523"/>
                  </a:cubicBezTo>
                  <a:cubicBezTo>
                    <a:pt x="23013" y="670"/>
                    <a:pt x="22343" y="0"/>
                    <a:pt x="21498" y="0"/>
                  </a:cubicBezTo>
                  <a:close/>
                </a:path>
              </a:pathLst>
            </a:custGeom>
            <a:solidFill>
              <a:srgbClr val="C4EA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80">
              <a:extLst>
                <a:ext uri="{FF2B5EF4-FFF2-40B4-BE49-F238E27FC236}">
                  <a16:creationId xmlns:a16="http://schemas.microsoft.com/office/drawing/2014/main" id="{5AF11E91-3690-1121-213D-9CC2E881E2C3}"/>
                </a:ext>
              </a:extLst>
            </p:cNvPr>
            <p:cNvSpPr/>
            <p:nvPr/>
          </p:nvSpPr>
          <p:spPr>
            <a:xfrm>
              <a:off x="6436470" y="4090311"/>
              <a:ext cx="571690" cy="81831"/>
            </a:xfrm>
            <a:custGeom>
              <a:avLst/>
              <a:gdLst/>
              <a:ahLst/>
              <a:cxnLst/>
              <a:rect l="l" t="t" r="r" b="b"/>
              <a:pathLst>
                <a:path w="23320" h="3338" extrusionOk="0">
                  <a:moveTo>
                    <a:pt x="21651" y="146"/>
                  </a:moveTo>
                  <a:cubicBezTo>
                    <a:pt x="22496" y="146"/>
                    <a:pt x="23166" y="816"/>
                    <a:pt x="23166" y="1669"/>
                  </a:cubicBezTo>
                  <a:cubicBezTo>
                    <a:pt x="23166" y="2485"/>
                    <a:pt x="22496" y="3156"/>
                    <a:pt x="21651" y="3156"/>
                  </a:cubicBezTo>
                  <a:lnTo>
                    <a:pt x="1669" y="3156"/>
                  </a:lnTo>
                  <a:cubicBezTo>
                    <a:pt x="817" y="3156"/>
                    <a:pt x="154" y="2485"/>
                    <a:pt x="154" y="1669"/>
                  </a:cubicBezTo>
                  <a:cubicBezTo>
                    <a:pt x="154" y="816"/>
                    <a:pt x="817" y="146"/>
                    <a:pt x="1669" y="146"/>
                  </a:cubicBezTo>
                  <a:close/>
                  <a:moveTo>
                    <a:pt x="1669" y="0"/>
                  </a:moveTo>
                  <a:cubicBezTo>
                    <a:pt x="729" y="0"/>
                    <a:pt x="1" y="729"/>
                    <a:pt x="1" y="1669"/>
                  </a:cubicBezTo>
                  <a:cubicBezTo>
                    <a:pt x="1" y="2580"/>
                    <a:pt x="729" y="3338"/>
                    <a:pt x="1669" y="3338"/>
                  </a:cubicBezTo>
                  <a:lnTo>
                    <a:pt x="21651" y="3338"/>
                  </a:lnTo>
                  <a:cubicBezTo>
                    <a:pt x="22591" y="3338"/>
                    <a:pt x="23319" y="2580"/>
                    <a:pt x="23319" y="1669"/>
                  </a:cubicBezTo>
                  <a:cubicBezTo>
                    <a:pt x="23319" y="729"/>
                    <a:pt x="22591" y="0"/>
                    <a:pt x="21651" y="0"/>
                  </a:cubicBezTo>
                  <a:close/>
                </a:path>
              </a:pathLst>
            </a:custGeom>
            <a:solidFill>
              <a:srgbClr val="636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80">
              <a:extLst>
                <a:ext uri="{FF2B5EF4-FFF2-40B4-BE49-F238E27FC236}">
                  <a16:creationId xmlns:a16="http://schemas.microsoft.com/office/drawing/2014/main" id="{ED776D2C-8CF1-6F7C-7AE1-E04C5FCA0BB8}"/>
                </a:ext>
              </a:extLst>
            </p:cNvPr>
            <p:cNvSpPr/>
            <p:nvPr/>
          </p:nvSpPr>
          <p:spPr>
            <a:xfrm>
              <a:off x="5543266" y="2732621"/>
              <a:ext cx="267263" cy="79527"/>
            </a:xfrm>
            <a:custGeom>
              <a:avLst/>
              <a:gdLst/>
              <a:ahLst/>
              <a:cxnLst/>
              <a:rect l="l" t="t" r="r" b="b"/>
              <a:pathLst>
                <a:path w="10902" h="3244" extrusionOk="0">
                  <a:moveTo>
                    <a:pt x="1610" y="1"/>
                  </a:moveTo>
                  <a:cubicBezTo>
                    <a:pt x="729" y="1"/>
                    <a:pt x="0" y="729"/>
                    <a:pt x="0" y="1604"/>
                  </a:cubicBezTo>
                  <a:cubicBezTo>
                    <a:pt x="0" y="2515"/>
                    <a:pt x="729" y="3243"/>
                    <a:pt x="1610" y="3243"/>
                  </a:cubicBezTo>
                  <a:lnTo>
                    <a:pt x="9262" y="3243"/>
                  </a:lnTo>
                  <a:cubicBezTo>
                    <a:pt x="10173" y="3243"/>
                    <a:pt x="10902" y="2515"/>
                    <a:pt x="10902" y="1604"/>
                  </a:cubicBezTo>
                  <a:cubicBezTo>
                    <a:pt x="10902" y="729"/>
                    <a:pt x="10173" y="1"/>
                    <a:pt x="92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80">
              <a:extLst>
                <a:ext uri="{FF2B5EF4-FFF2-40B4-BE49-F238E27FC236}">
                  <a16:creationId xmlns:a16="http://schemas.microsoft.com/office/drawing/2014/main" id="{4AF1C566-2B19-D965-9F48-51666008D7F1}"/>
                </a:ext>
              </a:extLst>
            </p:cNvPr>
            <p:cNvSpPr/>
            <p:nvPr/>
          </p:nvSpPr>
          <p:spPr>
            <a:xfrm>
              <a:off x="5540937" y="2730292"/>
              <a:ext cx="271013" cy="83449"/>
            </a:xfrm>
            <a:custGeom>
              <a:avLst/>
              <a:gdLst/>
              <a:ahLst/>
              <a:cxnLst/>
              <a:rect l="l" t="t" r="r" b="b"/>
              <a:pathLst>
                <a:path w="11055" h="3404" extrusionOk="0">
                  <a:moveTo>
                    <a:pt x="9357" y="183"/>
                  </a:moveTo>
                  <a:cubicBezTo>
                    <a:pt x="10202" y="183"/>
                    <a:pt x="10902" y="853"/>
                    <a:pt x="10902" y="1699"/>
                  </a:cubicBezTo>
                  <a:cubicBezTo>
                    <a:pt x="10902" y="2551"/>
                    <a:pt x="10202" y="3251"/>
                    <a:pt x="9357" y="3251"/>
                  </a:cubicBezTo>
                  <a:lnTo>
                    <a:pt x="1705" y="3251"/>
                  </a:lnTo>
                  <a:cubicBezTo>
                    <a:pt x="853" y="3251"/>
                    <a:pt x="153" y="2551"/>
                    <a:pt x="153" y="1699"/>
                  </a:cubicBezTo>
                  <a:cubicBezTo>
                    <a:pt x="153" y="853"/>
                    <a:pt x="853" y="183"/>
                    <a:pt x="1705" y="183"/>
                  </a:cubicBezTo>
                  <a:close/>
                  <a:moveTo>
                    <a:pt x="1705" y="1"/>
                  </a:moveTo>
                  <a:cubicBezTo>
                    <a:pt x="758" y="1"/>
                    <a:pt x="0" y="759"/>
                    <a:pt x="0" y="1699"/>
                  </a:cubicBezTo>
                  <a:cubicBezTo>
                    <a:pt x="0" y="2646"/>
                    <a:pt x="758" y="3404"/>
                    <a:pt x="1705" y="3404"/>
                  </a:cubicBezTo>
                  <a:lnTo>
                    <a:pt x="9357" y="3404"/>
                  </a:lnTo>
                  <a:cubicBezTo>
                    <a:pt x="10297" y="3404"/>
                    <a:pt x="11055" y="2646"/>
                    <a:pt x="11055" y="1699"/>
                  </a:cubicBezTo>
                  <a:cubicBezTo>
                    <a:pt x="11055" y="759"/>
                    <a:pt x="10297" y="1"/>
                    <a:pt x="9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80">
              <a:extLst>
                <a:ext uri="{FF2B5EF4-FFF2-40B4-BE49-F238E27FC236}">
                  <a16:creationId xmlns:a16="http://schemas.microsoft.com/office/drawing/2014/main" id="{5D3C3229-E1E0-6F5F-0E67-DB89954C1277}"/>
                </a:ext>
              </a:extLst>
            </p:cNvPr>
            <p:cNvSpPr/>
            <p:nvPr/>
          </p:nvSpPr>
          <p:spPr>
            <a:xfrm>
              <a:off x="5689914" y="2856054"/>
              <a:ext cx="34860" cy="35056"/>
            </a:xfrm>
            <a:custGeom>
              <a:avLst/>
              <a:gdLst/>
              <a:ahLst/>
              <a:cxnLst/>
              <a:rect l="l" t="t" r="r" b="b"/>
              <a:pathLst>
                <a:path w="1422" h="1430" extrusionOk="0">
                  <a:moveTo>
                    <a:pt x="1" y="1"/>
                  </a:moveTo>
                  <a:lnTo>
                    <a:pt x="1" y="1429"/>
                  </a:lnTo>
                  <a:lnTo>
                    <a:pt x="1422" y="1429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80">
              <a:extLst>
                <a:ext uri="{FF2B5EF4-FFF2-40B4-BE49-F238E27FC236}">
                  <a16:creationId xmlns:a16="http://schemas.microsoft.com/office/drawing/2014/main" id="{303B0549-341C-28A3-CB8C-A81C7795C19B}"/>
                </a:ext>
              </a:extLst>
            </p:cNvPr>
            <p:cNvSpPr/>
            <p:nvPr/>
          </p:nvSpPr>
          <p:spPr>
            <a:xfrm>
              <a:off x="5687610" y="2853921"/>
              <a:ext cx="39494" cy="38611"/>
            </a:xfrm>
            <a:custGeom>
              <a:avLst/>
              <a:gdLst/>
              <a:ahLst/>
              <a:cxnLst/>
              <a:rect l="l" t="t" r="r" b="b"/>
              <a:pathLst>
                <a:path w="1611" h="1575" extrusionOk="0">
                  <a:moveTo>
                    <a:pt x="1457" y="154"/>
                  </a:moveTo>
                  <a:lnTo>
                    <a:pt x="1457" y="1429"/>
                  </a:lnTo>
                  <a:lnTo>
                    <a:pt x="182" y="1429"/>
                  </a:lnTo>
                  <a:lnTo>
                    <a:pt x="182" y="154"/>
                  </a:lnTo>
                  <a:close/>
                  <a:moveTo>
                    <a:pt x="0" y="0"/>
                  </a:moveTo>
                  <a:lnTo>
                    <a:pt x="0" y="1574"/>
                  </a:lnTo>
                  <a:lnTo>
                    <a:pt x="1610" y="1574"/>
                  </a:lnTo>
                  <a:lnTo>
                    <a:pt x="1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80">
              <a:extLst>
                <a:ext uri="{FF2B5EF4-FFF2-40B4-BE49-F238E27FC236}">
                  <a16:creationId xmlns:a16="http://schemas.microsoft.com/office/drawing/2014/main" id="{DB6E6BBF-9607-273E-75C5-C3B248E7BD9C}"/>
                </a:ext>
              </a:extLst>
            </p:cNvPr>
            <p:cNvSpPr/>
            <p:nvPr/>
          </p:nvSpPr>
          <p:spPr>
            <a:xfrm>
              <a:off x="5745662" y="2856054"/>
              <a:ext cx="35032" cy="35056"/>
            </a:xfrm>
            <a:custGeom>
              <a:avLst/>
              <a:gdLst/>
              <a:ahLst/>
              <a:cxnLst/>
              <a:rect l="l" t="t" r="r" b="b"/>
              <a:pathLst>
                <a:path w="1429" h="1430" extrusionOk="0">
                  <a:moveTo>
                    <a:pt x="0" y="1"/>
                  </a:moveTo>
                  <a:lnTo>
                    <a:pt x="0" y="1429"/>
                  </a:lnTo>
                  <a:lnTo>
                    <a:pt x="1429" y="1429"/>
                  </a:lnTo>
                  <a:lnTo>
                    <a:pt x="1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80">
              <a:extLst>
                <a:ext uri="{FF2B5EF4-FFF2-40B4-BE49-F238E27FC236}">
                  <a16:creationId xmlns:a16="http://schemas.microsoft.com/office/drawing/2014/main" id="{6991A1F6-9021-0C55-AA50-9D1176ECF83F}"/>
                </a:ext>
              </a:extLst>
            </p:cNvPr>
            <p:cNvSpPr/>
            <p:nvPr/>
          </p:nvSpPr>
          <p:spPr>
            <a:xfrm>
              <a:off x="5743504" y="2853921"/>
              <a:ext cx="39347" cy="38611"/>
            </a:xfrm>
            <a:custGeom>
              <a:avLst/>
              <a:gdLst/>
              <a:ahLst/>
              <a:cxnLst/>
              <a:rect l="l" t="t" r="r" b="b"/>
              <a:pathLst>
                <a:path w="1605" h="1575" extrusionOk="0">
                  <a:moveTo>
                    <a:pt x="1422" y="154"/>
                  </a:moveTo>
                  <a:lnTo>
                    <a:pt x="1422" y="1429"/>
                  </a:lnTo>
                  <a:lnTo>
                    <a:pt x="183" y="1429"/>
                  </a:lnTo>
                  <a:lnTo>
                    <a:pt x="183" y="154"/>
                  </a:lnTo>
                  <a:close/>
                  <a:moveTo>
                    <a:pt x="1" y="0"/>
                  </a:moveTo>
                  <a:lnTo>
                    <a:pt x="1" y="1574"/>
                  </a:lnTo>
                  <a:lnTo>
                    <a:pt x="1604" y="1574"/>
                  </a:lnTo>
                  <a:lnTo>
                    <a:pt x="16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80">
              <a:extLst>
                <a:ext uri="{FF2B5EF4-FFF2-40B4-BE49-F238E27FC236}">
                  <a16:creationId xmlns:a16="http://schemas.microsoft.com/office/drawing/2014/main" id="{D488DF13-2936-249D-8F8D-6FD52047ACB7}"/>
                </a:ext>
              </a:extLst>
            </p:cNvPr>
            <p:cNvSpPr/>
            <p:nvPr/>
          </p:nvSpPr>
          <p:spPr>
            <a:xfrm>
              <a:off x="5745662" y="2907511"/>
              <a:ext cx="35032" cy="35767"/>
            </a:xfrm>
            <a:custGeom>
              <a:avLst/>
              <a:gdLst/>
              <a:ahLst/>
              <a:cxnLst/>
              <a:rect l="l" t="t" r="r" b="b"/>
              <a:pathLst>
                <a:path w="1429" h="1459" extrusionOk="0">
                  <a:moveTo>
                    <a:pt x="0" y="1"/>
                  </a:moveTo>
                  <a:lnTo>
                    <a:pt x="0" y="1458"/>
                  </a:lnTo>
                  <a:lnTo>
                    <a:pt x="1429" y="1458"/>
                  </a:lnTo>
                  <a:lnTo>
                    <a:pt x="1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80">
              <a:extLst>
                <a:ext uri="{FF2B5EF4-FFF2-40B4-BE49-F238E27FC236}">
                  <a16:creationId xmlns:a16="http://schemas.microsoft.com/office/drawing/2014/main" id="{8A61B0F3-33BB-043C-6FC4-ABDAE2BF738E}"/>
                </a:ext>
              </a:extLst>
            </p:cNvPr>
            <p:cNvSpPr/>
            <p:nvPr/>
          </p:nvSpPr>
          <p:spPr>
            <a:xfrm>
              <a:off x="5743504" y="2905918"/>
              <a:ext cx="39347" cy="38783"/>
            </a:xfrm>
            <a:custGeom>
              <a:avLst/>
              <a:gdLst/>
              <a:ahLst/>
              <a:cxnLst/>
              <a:rect l="l" t="t" r="r" b="b"/>
              <a:pathLst>
                <a:path w="1605" h="1582" extrusionOk="0">
                  <a:moveTo>
                    <a:pt x="1422" y="153"/>
                  </a:moveTo>
                  <a:lnTo>
                    <a:pt x="1422" y="1428"/>
                  </a:lnTo>
                  <a:lnTo>
                    <a:pt x="183" y="1428"/>
                  </a:lnTo>
                  <a:lnTo>
                    <a:pt x="183" y="153"/>
                  </a:lnTo>
                  <a:close/>
                  <a:moveTo>
                    <a:pt x="1" y="0"/>
                  </a:moveTo>
                  <a:lnTo>
                    <a:pt x="1" y="1581"/>
                  </a:lnTo>
                  <a:lnTo>
                    <a:pt x="1604" y="1581"/>
                  </a:lnTo>
                  <a:lnTo>
                    <a:pt x="16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80">
              <a:extLst>
                <a:ext uri="{FF2B5EF4-FFF2-40B4-BE49-F238E27FC236}">
                  <a16:creationId xmlns:a16="http://schemas.microsoft.com/office/drawing/2014/main" id="{FFBC72B5-60D7-B0A4-DDFC-074D07E116F2}"/>
                </a:ext>
              </a:extLst>
            </p:cNvPr>
            <p:cNvSpPr/>
            <p:nvPr/>
          </p:nvSpPr>
          <p:spPr>
            <a:xfrm>
              <a:off x="5146490" y="2724801"/>
              <a:ext cx="320852" cy="282756"/>
            </a:xfrm>
            <a:custGeom>
              <a:avLst/>
              <a:gdLst/>
              <a:ahLst/>
              <a:cxnLst/>
              <a:rect l="l" t="t" r="r" b="b"/>
              <a:pathLst>
                <a:path w="13088" h="11534" extrusionOk="0">
                  <a:moveTo>
                    <a:pt x="6517" y="0"/>
                  </a:moveTo>
                  <a:cubicBezTo>
                    <a:pt x="4250" y="0"/>
                    <a:pt x="2100" y="1338"/>
                    <a:pt x="1181" y="3562"/>
                  </a:cubicBezTo>
                  <a:cubicBezTo>
                    <a:pt x="0" y="6514"/>
                    <a:pt x="1399" y="9880"/>
                    <a:pt x="4343" y="11097"/>
                  </a:cubicBezTo>
                  <a:cubicBezTo>
                    <a:pt x="5063" y="11393"/>
                    <a:pt x="5809" y="11533"/>
                    <a:pt x="6542" y="11533"/>
                  </a:cubicBezTo>
                  <a:cubicBezTo>
                    <a:pt x="8806" y="11533"/>
                    <a:pt x="10952" y="10195"/>
                    <a:pt x="11871" y="7971"/>
                  </a:cubicBezTo>
                  <a:cubicBezTo>
                    <a:pt x="13088" y="5020"/>
                    <a:pt x="11660" y="1653"/>
                    <a:pt x="8716" y="436"/>
                  </a:cubicBezTo>
                  <a:cubicBezTo>
                    <a:pt x="7996" y="140"/>
                    <a:pt x="7250" y="0"/>
                    <a:pt x="65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80">
              <a:extLst>
                <a:ext uri="{FF2B5EF4-FFF2-40B4-BE49-F238E27FC236}">
                  <a16:creationId xmlns:a16="http://schemas.microsoft.com/office/drawing/2014/main" id="{30E94F05-0B16-A490-A794-C5B7E8D7BFD5}"/>
                </a:ext>
              </a:extLst>
            </p:cNvPr>
            <p:cNvSpPr/>
            <p:nvPr/>
          </p:nvSpPr>
          <p:spPr>
            <a:xfrm>
              <a:off x="5144162" y="2722693"/>
              <a:ext cx="309796" cy="286850"/>
            </a:xfrm>
            <a:custGeom>
              <a:avLst/>
              <a:gdLst/>
              <a:ahLst/>
              <a:cxnLst/>
              <a:rect l="l" t="t" r="r" b="b"/>
              <a:pathLst>
                <a:path w="12637" h="11701" extrusionOk="0">
                  <a:moveTo>
                    <a:pt x="6625" y="158"/>
                  </a:moveTo>
                  <a:cubicBezTo>
                    <a:pt x="7353" y="158"/>
                    <a:pt x="8082" y="311"/>
                    <a:pt x="8782" y="588"/>
                  </a:cubicBezTo>
                  <a:cubicBezTo>
                    <a:pt x="10173" y="1163"/>
                    <a:pt x="11296" y="2256"/>
                    <a:pt x="11879" y="3648"/>
                  </a:cubicBezTo>
                  <a:cubicBezTo>
                    <a:pt x="12454" y="5077"/>
                    <a:pt x="12454" y="6600"/>
                    <a:pt x="11879" y="8021"/>
                  </a:cubicBezTo>
                  <a:cubicBezTo>
                    <a:pt x="10978" y="10208"/>
                    <a:pt x="8843" y="11541"/>
                    <a:pt x="6605" y="11541"/>
                  </a:cubicBezTo>
                  <a:cubicBezTo>
                    <a:pt x="5891" y="11541"/>
                    <a:pt x="5166" y="11405"/>
                    <a:pt x="4468" y="11118"/>
                  </a:cubicBezTo>
                  <a:cubicBezTo>
                    <a:pt x="3068" y="10542"/>
                    <a:pt x="1975" y="9449"/>
                    <a:pt x="1371" y="8057"/>
                  </a:cubicBezTo>
                  <a:cubicBezTo>
                    <a:pt x="795" y="6629"/>
                    <a:pt x="795" y="5106"/>
                    <a:pt x="1371" y="3685"/>
                  </a:cubicBezTo>
                  <a:cubicBezTo>
                    <a:pt x="1946" y="2286"/>
                    <a:pt x="3039" y="1193"/>
                    <a:pt x="4438" y="617"/>
                  </a:cubicBezTo>
                  <a:cubicBezTo>
                    <a:pt x="5138" y="311"/>
                    <a:pt x="5896" y="158"/>
                    <a:pt x="6625" y="158"/>
                  </a:cubicBezTo>
                  <a:close/>
                  <a:moveTo>
                    <a:pt x="6636" y="0"/>
                  </a:moveTo>
                  <a:cubicBezTo>
                    <a:pt x="4334" y="0"/>
                    <a:pt x="2140" y="1366"/>
                    <a:pt x="1218" y="3619"/>
                  </a:cubicBezTo>
                  <a:cubicBezTo>
                    <a:pt x="1" y="6600"/>
                    <a:pt x="1429" y="10024"/>
                    <a:pt x="4409" y="11271"/>
                  </a:cubicBezTo>
                  <a:cubicBezTo>
                    <a:pt x="5138" y="11547"/>
                    <a:pt x="5867" y="11701"/>
                    <a:pt x="6625" y="11701"/>
                  </a:cubicBezTo>
                  <a:cubicBezTo>
                    <a:pt x="8927" y="11701"/>
                    <a:pt x="11113" y="10331"/>
                    <a:pt x="12024" y="8086"/>
                  </a:cubicBezTo>
                  <a:cubicBezTo>
                    <a:pt x="12636" y="6629"/>
                    <a:pt x="12636" y="5047"/>
                    <a:pt x="12024" y="3590"/>
                  </a:cubicBezTo>
                  <a:cubicBezTo>
                    <a:pt x="11420" y="2162"/>
                    <a:pt x="10297" y="1040"/>
                    <a:pt x="8840" y="435"/>
                  </a:cubicBezTo>
                  <a:cubicBezTo>
                    <a:pt x="8120" y="140"/>
                    <a:pt x="7373" y="0"/>
                    <a:pt x="6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80">
              <a:extLst>
                <a:ext uri="{FF2B5EF4-FFF2-40B4-BE49-F238E27FC236}">
                  <a16:creationId xmlns:a16="http://schemas.microsoft.com/office/drawing/2014/main" id="{DFDCC5EE-3CC4-EA35-635E-63D0C4685D2B}"/>
                </a:ext>
              </a:extLst>
            </p:cNvPr>
            <p:cNvSpPr/>
            <p:nvPr/>
          </p:nvSpPr>
          <p:spPr>
            <a:xfrm>
              <a:off x="5307260" y="2734779"/>
              <a:ext cx="160818" cy="184549"/>
            </a:xfrm>
            <a:custGeom>
              <a:avLst/>
              <a:gdLst/>
              <a:ahLst/>
              <a:cxnLst/>
              <a:rect l="l" t="t" r="r" b="b"/>
              <a:pathLst>
                <a:path w="6560" h="7528" extrusionOk="0">
                  <a:moveTo>
                    <a:pt x="2187" y="0"/>
                  </a:moveTo>
                  <a:lnTo>
                    <a:pt x="1" y="5378"/>
                  </a:lnTo>
                  <a:lnTo>
                    <a:pt x="5342" y="7528"/>
                  </a:lnTo>
                  <a:cubicBezTo>
                    <a:pt x="6559" y="4584"/>
                    <a:pt x="5131" y="1217"/>
                    <a:pt x="2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80">
              <a:extLst>
                <a:ext uri="{FF2B5EF4-FFF2-40B4-BE49-F238E27FC236}">
                  <a16:creationId xmlns:a16="http://schemas.microsoft.com/office/drawing/2014/main" id="{E5E75062-6D26-838B-88FA-7F02223461F2}"/>
                </a:ext>
              </a:extLst>
            </p:cNvPr>
            <p:cNvSpPr/>
            <p:nvPr/>
          </p:nvSpPr>
          <p:spPr>
            <a:xfrm>
              <a:off x="5304220" y="2732621"/>
              <a:ext cx="150449" cy="189746"/>
            </a:xfrm>
            <a:custGeom>
              <a:avLst/>
              <a:gdLst/>
              <a:ahLst/>
              <a:cxnLst/>
              <a:rect l="l" t="t" r="r" b="b"/>
              <a:pathLst>
                <a:path w="6137" h="7740" extrusionOk="0">
                  <a:moveTo>
                    <a:pt x="2369" y="212"/>
                  </a:moveTo>
                  <a:cubicBezTo>
                    <a:pt x="3739" y="788"/>
                    <a:pt x="4803" y="1881"/>
                    <a:pt x="5379" y="3243"/>
                  </a:cubicBezTo>
                  <a:cubicBezTo>
                    <a:pt x="5954" y="4613"/>
                    <a:pt x="5954" y="6129"/>
                    <a:pt x="5408" y="7528"/>
                  </a:cubicBezTo>
                  <a:lnTo>
                    <a:pt x="212" y="5400"/>
                  </a:lnTo>
                  <a:lnTo>
                    <a:pt x="2369" y="212"/>
                  </a:lnTo>
                  <a:close/>
                  <a:moveTo>
                    <a:pt x="2282" y="1"/>
                  </a:moveTo>
                  <a:lnTo>
                    <a:pt x="1" y="5495"/>
                  </a:lnTo>
                  <a:lnTo>
                    <a:pt x="5495" y="7739"/>
                  </a:lnTo>
                  <a:lnTo>
                    <a:pt x="5532" y="7652"/>
                  </a:lnTo>
                  <a:cubicBezTo>
                    <a:pt x="6137" y="6224"/>
                    <a:pt x="6137" y="4613"/>
                    <a:pt x="5532" y="3185"/>
                  </a:cubicBezTo>
                  <a:cubicBezTo>
                    <a:pt x="4920" y="1728"/>
                    <a:pt x="3797" y="635"/>
                    <a:pt x="2340" y="30"/>
                  </a:cubicBezTo>
                  <a:lnTo>
                    <a:pt x="22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80">
              <a:extLst>
                <a:ext uri="{FF2B5EF4-FFF2-40B4-BE49-F238E27FC236}">
                  <a16:creationId xmlns:a16="http://schemas.microsoft.com/office/drawing/2014/main" id="{E7F7036C-7632-0FF0-9BC0-9EA82ACBA5EF}"/>
                </a:ext>
              </a:extLst>
            </p:cNvPr>
            <p:cNvSpPr/>
            <p:nvPr/>
          </p:nvSpPr>
          <p:spPr>
            <a:xfrm>
              <a:off x="5243300" y="2695285"/>
              <a:ext cx="130984" cy="172071"/>
            </a:xfrm>
            <a:custGeom>
              <a:avLst/>
              <a:gdLst/>
              <a:ahLst/>
              <a:cxnLst/>
              <a:rect l="l" t="t" r="r" b="b"/>
              <a:pathLst>
                <a:path w="5343" h="7019" extrusionOk="0">
                  <a:moveTo>
                    <a:pt x="2669" y="0"/>
                  </a:moveTo>
                  <a:cubicBezTo>
                    <a:pt x="1743" y="0"/>
                    <a:pt x="837" y="190"/>
                    <a:pt x="1" y="547"/>
                  </a:cubicBezTo>
                  <a:lnTo>
                    <a:pt x="2668" y="7018"/>
                  </a:lnTo>
                  <a:lnTo>
                    <a:pt x="5342" y="547"/>
                  </a:lnTo>
                  <a:cubicBezTo>
                    <a:pt x="4464" y="176"/>
                    <a:pt x="3558" y="0"/>
                    <a:pt x="2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4" name="Google Shape;5854;p80">
              <a:extLst>
                <a:ext uri="{FF2B5EF4-FFF2-40B4-BE49-F238E27FC236}">
                  <a16:creationId xmlns:a16="http://schemas.microsoft.com/office/drawing/2014/main" id="{C8C56268-0E5C-5FB0-32A3-0E817ACB0EA9}"/>
                </a:ext>
              </a:extLst>
            </p:cNvPr>
            <p:cNvSpPr/>
            <p:nvPr/>
          </p:nvSpPr>
          <p:spPr>
            <a:xfrm>
              <a:off x="5240996" y="2693495"/>
              <a:ext cx="135421" cy="179033"/>
            </a:xfrm>
            <a:custGeom>
              <a:avLst/>
              <a:gdLst/>
              <a:ahLst/>
              <a:cxnLst/>
              <a:rect l="l" t="t" r="r" b="b"/>
              <a:pathLst>
                <a:path w="5524" h="7303" extrusionOk="0">
                  <a:moveTo>
                    <a:pt x="2762" y="152"/>
                  </a:moveTo>
                  <a:cubicBezTo>
                    <a:pt x="3627" y="152"/>
                    <a:pt x="4493" y="318"/>
                    <a:pt x="5313" y="649"/>
                  </a:cubicBezTo>
                  <a:lnTo>
                    <a:pt x="2762" y="6880"/>
                  </a:lnTo>
                  <a:lnTo>
                    <a:pt x="212" y="649"/>
                  </a:lnTo>
                  <a:cubicBezTo>
                    <a:pt x="1031" y="318"/>
                    <a:pt x="1897" y="152"/>
                    <a:pt x="2762" y="152"/>
                  </a:cubicBezTo>
                  <a:close/>
                  <a:moveTo>
                    <a:pt x="2806" y="0"/>
                  </a:moveTo>
                  <a:cubicBezTo>
                    <a:pt x="1873" y="0"/>
                    <a:pt x="943" y="190"/>
                    <a:pt x="59" y="562"/>
                  </a:cubicBezTo>
                  <a:lnTo>
                    <a:pt x="0" y="591"/>
                  </a:lnTo>
                  <a:lnTo>
                    <a:pt x="2762" y="7302"/>
                  </a:lnTo>
                  <a:lnTo>
                    <a:pt x="5524" y="562"/>
                  </a:lnTo>
                  <a:lnTo>
                    <a:pt x="5466" y="533"/>
                  </a:lnTo>
                  <a:cubicBezTo>
                    <a:pt x="4601" y="176"/>
                    <a:pt x="3702" y="0"/>
                    <a:pt x="2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5" name="Google Shape;5855;p80">
              <a:extLst>
                <a:ext uri="{FF2B5EF4-FFF2-40B4-BE49-F238E27FC236}">
                  <a16:creationId xmlns:a16="http://schemas.microsoft.com/office/drawing/2014/main" id="{341079EE-89A0-BEE0-2E2E-9496A16B3152}"/>
                </a:ext>
              </a:extLst>
            </p:cNvPr>
            <p:cNvSpPr/>
            <p:nvPr/>
          </p:nvSpPr>
          <p:spPr>
            <a:xfrm>
              <a:off x="5559519" y="2620073"/>
              <a:ext cx="393024" cy="81316"/>
            </a:xfrm>
            <a:custGeom>
              <a:avLst/>
              <a:gdLst/>
              <a:ahLst/>
              <a:cxnLst/>
              <a:rect l="l" t="t" r="r" b="b"/>
              <a:pathLst>
                <a:path w="16032" h="3317" extrusionOk="0">
                  <a:moveTo>
                    <a:pt x="0" y="1"/>
                  </a:moveTo>
                  <a:lnTo>
                    <a:pt x="0" y="3316"/>
                  </a:lnTo>
                  <a:lnTo>
                    <a:pt x="16032" y="3316"/>
                  </a:lnTo>
                  <a:lnTo>
                    <a:pt x="160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80">
              <a:extLst>
                <a:ext uri="{FF2B5EF4-FFF2-40B4-BE49-F238E27FC236}">
                  <a16:creationId xmlns:a16="http://schemas.microsoft.com/office/drawing/2014/main" id="{B392B411-959D-4179-D7EC-402A4D8B480D}"/>
                </a:ext>
              </a:extLst>
            </p:cNvPr>
            <p:cNvSpPr/>
            <p:nvPr/>
          </p:nvSpPr>
          <p:spPr>
            <a:xfrm>
              <a:off x="5557362" y="2617940"/>
              <a:ext cx="397511" cy="85582"/>
            </a:xfrm>
            <a:custGeom>
              <a:avLst/>
              <a:gdLst/>
              <a:ahLst/>
              <a:cxnLst/>
              <a:rect l="l" t="t" r="r" b="b"/>
              <a:pathLst>
                <a:path w="16215" h="3491" extrusionOk="0">
                  <a:moveTo>
                    <a:pt x="16032" y="182"/>
                  </a:moveTo>
                  <a:lnTo>
                    <a:pt x="16032" y="3338"/>
                  </a:lnTo>
                  <a:lnTo>
                    <a:pt x="154" y="3338"/>
                  </a:lnTo>
                  <a:lnTo>
                    <a:pt x="154" y="182"/>
                  </a:lnTo>
                  <a:close/>
                  <a:moveTo>
                    <a:pt x="1" y="0"/>
                  </a:moveTo>
                  <a:lnTo>
                    <a:pt x="1" y="3491"/>
                  </a:lnTo>
                  <a:lnTo>
                    <a:pt x="16215" y="3491"/>
                  </a:lnTo>
                  <a:lnTo>
                    <a:pt x="16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80">
              <a:extLst>
                <a:ext uri="{FF2B5EF4-FFF2-40B4-BE49-F238E27FC236}">
                  <a16:creationId xmlns:a16="http://schemas.microsoft.com/office/drawing/2014/main" id="{2599FBBE-AA2B-B0F4-ACE0-F9C3BF09B62E}"/>
                </a:ext>
              </a:extLst>
            </p:cNvPr>
            <p:cNvSpPr/>
            <p:nvPr/>
          </p:nvSpPr>
          <p:spPr>
            <a:xfrm>
              <a:off x="7090677" y="2787633"/>
              <a:ext cx="393024" cy="81145"/>
            </a:xfrm>
            <a:custGeom>
              <a:avLst/>
              <a:gdLst/>
              <a:ahLst/>
              <a:cxnLst/>
              <a:rect l="l" t="t" r="r" b="b"/>
              <a:pathLst>
                <a:path w="16032" h="3310" extrusionOk="0">
                  <a:moveTo>
                    <a:pt x="0" y="1"/>
                  </a:moveTo>
                  <a:lnTo>
                    <a:pt x="0" y="3309"/>
                  </a:lnTo>
                  <a:lnTo>
                    <a:pt x="16032" y="3309"/>
                  </a:lnTo>
                  <a:lnTo>
                    <a:pt x="160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80">
              <a:extLst>
                <a:ext uri="{FF2B5EF4-FFF2-40B4-BE49-F238E27FC236}">
                  <a16:creationId xmlns:a16="http://schemas.microsoft.com/office/drawing/2014/main" id="{71639151-1687-3881-FC35-B9690CC9E3CD}"/>
                </a:ext>
              </a:extLst>
            </p:cNvPr>
            <p:cNvSpPr/>
            <p:nvPr/>
          </p:nvSpPr>
          <p:spPr>
            <a:xfrm>
              <a:off x="7161403" y="2587394"/>
              <a:ext cx="53614" cy="97545"/>
            </a:xfrm>
            <a:custGeom>
              <a:avLst/>
              <a:gdLst/>
              <a:ahLst/>
              <a:cxnLst/>
              <a:rect l="l" t="t" r="r" b="b"/>
              <a:pathLst>
                <a:path w="2187" h="3979" extrusionOk="0">
                  <a:moveTo>
                    <a:pt x="1" y="0"/>
                  </a:moveTo>
                  <a:lnTo>
                    <a:pt x="1" y="3979"/>
                  </a:lnTo>
                  <a:lnTo>
                    <a:pt x="2187" y="3979"/>
                  </a:lnTo>
                  <a:lnTo>
                    <a:pt x="21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80">
              <a:extLst>
                <a:ext uri="{FF2B5EF4-FFF2-40B4-BE49-F238E27FC236}">
                  <a16:creationId xmlns:a16="http://schemas.microsoft.com/office/drawing/2014/main" id="{71875062-E498-A9B7-8017-B008183A535A}"/>
                </a:ext>
              </a:extLst>
            </p:cNvPr>
            <p:cNvSpPr/>
            <p:nvPr/>
          </p:nvSpPr>
          <p:spPr>
            <a:xfrm>
              <a:off x="7159270" y="2585948"/>
              <a:ext cx="57193" cy="100438"/>
            </a:xfrm>
            <a:custGeom>
              <a:avLst/>
              <a:gdLst/>
              <a:ahLst/>
              <a:cxnLst/>
              <a:rect l="l" t="t" r="r" b="b"/>
              <a:pathLst>
                <a:path w="2333" h="4097" extrusionOk="0">
                  <a:moveTo>
                    <a:pt x="2186" y="154"/>
                  </a:moveTo>
                  <a:lnTo>
                    <a:pt x="2186" y="3943"/>
                  </a:lnTo>
                  <a:lnTo>
                    <a:pt x="183" y="3943"/>
                  </a:lnTo>
                  <a:lnTo>
                    <a:pt x="183" y="154"/>
                  </a:lnTo>
                  <a:close/>
                  <a:moveTo>
                    <a:pt x="0" y="1"/>
                  </a:moveTo>
                  <a:lnTo>
                    <a:pt x="0" y="4096"/>
                  </a:lnTo>
                  <a:lnTo>
                    <a:pt x="2332" y="4096"/>
                  </a:lnTo>
                  <a:lnTo>
                    <a:pt x="23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80">
              <a:extLst>
                <a:ext uri="{FF2B5EF4-FFF2-40B4-BE49-F238E27FC236}">
                  <a16:creationId xmlns:a16="http://schemas.microsoft.com/office/drawing/2014/main" id="{7178252C-E82D-6673-F390-844E949F6963}"/>
                </a:ext>
              </a:extLst>
            </p:cNvPr>
            <p:cNvSpPr/>
            <p:nvPr/>
          </p:nvSpPr>
          <p:spPr>
            <a:xfrm>
              <a:off x="7258237" y="2564350"/>
              <a:ext cx="53614" cy="120589"/>
            </a:xfrm>
            <a:custGeom>
              <a:avLst/>
              <a:gdLst/>
              <a:ahLst/>
              <a:cxnLst/>
              <a:rect l="l" t="t" r="r" b="b"/>
              <a:pathLst>
                <a:path w="2187" h="4919" extrusionOk="0">
                  <a:moveTo>
                    <a:pt x="0" y="0"/>
                  </a:moveTo>
                  <a:lnTo>
                    <a:pt x="0" y="4919"/>
                  </a:lnTo>
                  <a:lnTo>
                    <a:pt x="2187" y="4919"/>
                  </a:lnTo>
                  <a:lnTo>
                    <a:pt x="21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80">
              <a:extLst>
                <a:ext uri="{FF2B5EF4-FFF2-40B4-BE49-F238E27FC236}">
                  <a16:creationId xmlns:a16="http://schemas.microsoft.com/office/drawing/2014/main" id="{4B7CDFBE-8EA9-B8C9-6C8F-14CF8E74300F}"/>
                </a:ext>
              </a:extLst>
            </p:cNvPr>
            <p:cNvSpPr/>
            <p:nvPr/>
          </p:nvSpPr>
          <p:spPr>
            <a:xfrm>
              <a:off x="7256619" y="2562904"/>
              <a:ext cx="57365" cy="123482"/>
            </a:xfrm>
            <a:custGeom>
              <a:avLst/>
              <a:gdLst/>
              <a:ahLst/>
              <a:cxnLst/>
              <a:rect l="l" t="t" r="r" b="b"/>
              <a:pathLst>
                <a:path w="2340" h="5037" extrusionOk="0">
                  <a:moveTo>
                    <a:pt x="2187" y="147"/>
                  </a:moveTo>
                  <a:lnTo>
                    <a:pt x="2187" y="4883"/>
                  </a:lnTo>
                  <a:lnTo>
                    <a:pt x="154" y="4883"/>
                  </a:lnTo>
                  <a:lnTo>
                    <a:pt x="154" y="147"/>
                  </a:lnTo>
                  <a:close/>
                  <a:moveTo>
                    <a:pt x="1" y="1"/>
                  </a:moveTo>
                  <a:lnTo>
                    <a:pt x="1" y="5036"/>
                  </a:lnTo>
                  <a:lnTo>
                    <a:pt x="2340" y="5036"/>
                  </a:lnTo>
                  <a:lnTo>
                    <a:pt x="2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80">
              <a:extLst>
                <a:ext uri="{FF2B5EF4-FFF2-40B4-BE49-F238E27FC236}">
                  <a16:creationId xmlns:a16="http://schemas.microsoft.com/office/drawing/2014/main" id="{D865A233-64E3-39C7-D0DF-3099F8C37056}"/>
                </a:ext>
              </a:extLst>
            </p:cNvPr>
            <p:cNvSpPr/>
            <p:nvPr/>
          </p:nvSpPr>
          <p:spPr>
            <a:xfrm>
              <a:off x="7355782" y="2542017"/>
              <a:ext cx="53614" cy="142922"/>
            </a:xfrm>
            <a:custGeom>
              <a:avLst/>
              <a:gdLst/>
              <a:ahLst/>
              <a:cxnLst/>
              <a:rect l="l" t="t" r="r" b="b"/>
              <a:pathLst>
                <a:path w="2187" h="5830" extrusionOk="0">
                  <a:moveTo>
                    <a:pt x="0" y="0"/>
                  </a:moveTo>
                  <a:lnTo>
                    <a:pt x="0" y="5830"/>
                  </a:lnTo>
                  <a:lnTo>
                    <a:pt x="2186" y="5830"/>
                  </a:lnTo>
                  <a:lnTo>
                    <a:pt x="2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80">
              <a:extLst>
                <a:ext uri="{FF2B5EF4-FFF2-40B4-BE49-F238E27FC236}">
                  <a16:creationId xmlns:a16="http://schemas.microsoft.com/office/drawing/2014/main" id="{A218FAEF-CC46-BABC-8A6C-BAB8D1A5EF1F}"/>
                </a:ext>
              </a:extLst>
            </p:cNvPr>
            <p:cNvSpPr/>
            <p:nvPr/>
          </p:nvSpPr>
          <p:spPr>
            <a:xfrm>
              <a:off x="7353453" y="2539688"/>
              <a:ext cx="57365" cy="146698"/>
            </a:xfrm>
            <a:custGeom>
              <a:avLst/>
              <a:gdLst/>
              <a:ahLst/>
              <a:cxnLst/>
              <a:rect l="l" t="t" r="r" b="b"/>
              <a:pathLst>
                <a:path w="2340" h="5984" extrusionOk="0">
                  <a:moveTo>
                    <a:pt x="2187" y="183"/>
                  </a:moveTo>
                  <a:lnTo>
                    <a:pt x="2187" y="5830"/>
                  </a:lnTo>
                  <a:lnTo>
                    <a:pt x="183" y="5830"/>
                  </a:lnTo>
                  <a:lnTo>
                    <a:pt x="183" y="183"/>
                  </a:lnTo>
                  <a:close/>
                  <a:moveTo>
                    <a:pt x="0" y="1"/>
                  </a:moveTo>
                  <a:lnTo>
                    <a:pt x="0" y="5983"/>
                  </a:lnTo>
                  <a:lnTo>
                    <a:pt x="2340" y="5983"/>
                  </a:lnTo>
                  <a:lnTo>
                    <a:pt x="2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80">
              <a:extLst>
                <a:ext uri="{FF2B5EF4-FFF2-40B4-BE49-F238E27FC236}">
                  <a16:creationId xmlns:a16="http://schemas.microsoft.com/office/drawing/2014/main" id="{A0566A8B-FE3E-6432-1143-9090B2D7A401}"/>
                </a:ext>
              </a:extLst>
            </p:cNvPr>
            <p:cNvSpPr/>
            <p:nvPr/>
          </p:nvSpPr>
          <p:spPr>
            <a:xfrm>
              <a:off x="7452420" y="2509314"/>
              <a:ext cx="53614" cy="175625"/>
            </a:xfrm>
            <a:custGeom>
              <a:avLst/>
              <a:gdLst/>
              <a:ahLst/>
              <a:cxnLst/>
              <a:rect l="l" t="t" r="r" b="b"/>
              <a:pathLst>
                <a:path w="2187" h="7164" extrusionOk="0">
                  <a:moveTo>
                    <a:pt x="1" y="1"/>
                  </a:moveTo>
                  <a:lnTo>
                    <a:pt x="1" y="7164"/>
                  </a:lnTo>
                  <a:lnTo>
                    <a:pt x="2187" y="7164"/>
                  </a:lnTo>
                  <a:lnTo>
                    <a:pt x="21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80">
              <a:extLst>
                <a:ext uri="{FF2B5EF4-FFF2-40B4-BE49-F238E27FC236}">
                  <a16:creationId xmlns:a16="http://schemas.microsoft.com/office/drawing/2014/main" id="{4300090B-C8F5-1F23-6C1D-238D24CDD7D2}"/>
                </a:ext>
              </a:extLst>
            </p:cNvPr>
            <p:cNvSpPr/>
            <p:nvPr/>
          </p:nvSpPr>
          <p:spPr>
            <a:xfrm>
              <a:off x="7450998" y="2507010"/>
              <a:ext cx="57365" cy="179376"/>
            </a:xfrm>
            <a:custGeom>
              <a:avLst/>
              <a:gdLst/>
              <a:ahLst/>
              <a:cxnLst/>
              <a:rect l="l" t="t" r="r" b="b"/>
              <a:pathLst>
                <a:path w="2340" h="7317" extrusionOk="0">
                  <a:moveTo>
                    <a:pt x="2157" y="153"/>
                  </a:moveTo>
                  <a:lnTo>
                    <a:pt x="2157" y="7163"/>
                  </a:lnTo>
                  <a:lnTo>
                    <a:pt x="153" y="7163"/>
                  </a:lnTo>
                  <a:lnTo>
                    <a:pt x="153" y="153"/>
                  </a:lnTo>
                  <a:close/>
                  <a:moveTo>
                    <a:pt x="0" y="0"/>
                  </a:moveTo>
                  <a:lnTo>
                    <a:pt x="0" y="7316"/>
                  </a:lnTo>
                  <a:lnTo>
                    <a:pt x="2339" y="7316"/>
                  </a:lnTo>
                  <a:lnTo>
                    <a:pt x="23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80">
              <a:extLst>
                <a:ext uri="{FF2B5EF4-FFF2-40B4-BE49-F238E27FC236}">
                  <a16:creationId xmlns:a16="http://schemas.microsoft.com/office/drawing/2014/main" id="{52E36909-0D34-6449-753A-6292E0E3CB04}"/>
                </a:ext>
              </a:extLst>
            </p:cNvPr>
            <p:cNvSpPr/>
            <p:nvPr/>
          </p:nvSpPr>
          <p:spPr>
            <a:xfrm>
              <a:off x="7103351" y="2521106"/>
              <a:ext cx="547199" cy="196537"/>
            </a:xfrm>
            <a:custGeom>
              <a:avLst/>
              <a:gdLst/>
              <a:ahLst/>
              <a:cxnLst/>
              <a:rect l="l" t="t" r="r" b="b"/>
              <a:pathLst>
                <a:path w="22321" h="8017" extrusionOk="0">
                  <a:moveTo>
                    <a:pt x="0" y="1"/>
                  </a:moveTo>
                  <a:lnTo>
                    <a:pt x="0" y="8016"/>
                  </a:lnTo>
                  <a:lnTo>
                    <a:pt x="22321" y="8016"/>
                  </a:lnTo>
                  <a:lnTo>
                    <a:pt x="22321" y="7863"/>
                  </a:lnTo>
                  <a:lnTo>
                    <a:pt x="154" y="7863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80">
              <a:extLst>
                <a:ext uri="{FF2B5EF4-FFF2-40B4-BE49-F238E27FC236}">
                  <a16:creationId xmlns:a16="http://schemas.microsoft.com/office/drawing/2014/main" id="{F770FD52-144C-3C3C-DE2F-077DA33A0D71}"/>
                </a:ext>
              </a:extLst>
            </p:cNvPr>
            <p:cNvSpPr/>
            <p:nvPr/>
          </p:nvSpPr>
          <p:spPr>
            <a:xfrm>
              <a:off x="7810413" y="2846420"/>
              <a:ext cx="311953" cy="314086"/>
            </a:xfrm>
            <a:custGeom>
              <a:avLst/>
              <a:gdLst/>
              <a:ahLst/>
              <a:cxnLst/>
              <a:rect l="l" t="t" r="r" b="b"/>
              <a:pathLst>
                <a:path w="12725" h="12812" extrusionOk="0">
                  <a:moveTo>
                    <a:pt x="6458" y="3229"/>
                  </a:moveTo>
                  <a:cubicBezTo>
                    <a:pt x="7799" y="3229"/>
                    <a:pt x="9125" y="4073"/>
                    <a:pt x="9569" y="5677"/>
                  </a:cubicBezTo>
                  <a:cubicBezTo>
                    <a:pt x="9780" y="6347"/>
                    <a:pt x="9693" y="7076"/>
                    <a:pt x="9387" y="7681"/>
                  </a:cubicBezTo>
                  <a:cubicBezTo>
                    <a:pt x="8756" y="8970"/>
                    <a:pt x="7597" y="9588"/>
                    <a:pt x="6451" y="9588"/>
                  </a:cubicBezTo>
                  <a:cubicBezTo>
                    <a:pt x="5110" y="9588"/>
                    <a:pt x="3786" y="8742"/>
                    <a:pt x="3346" y="7134"/>
                  </a:cubicBezTo>
                  <a:cubicBezTo>
                    <a:pt x="3164" y="6471"/>
                    <a:pt x="3222" y="5743"/>
                    <a:pt x="3528" y="5131"/>
                  </a:cubicBezTo>
                  <a:cubicBezTo>
                    <a:pt x="4156" y="3845"/>
                    <a:pt x="5312" y="3229"/>
                    <a:pt x="6458" y="3229"/>
                  </a:cubicBezTo>
                  <a:close/>
                  <a:moveTo>
                    <a:pt x="6414" y="0"/>
                  </a:moveTo>
                  <a:cubicBezTo>
                    <a:pt x="6377" y="0"/>
                    <a:pt x="6319" y="30"/>
                    <a:pt x="6319" y="95"/>
                  </a:cubicBezTo>
                  <a:lnTo>
                    <a:pt x="6137" y="758"/>
                  </a:lnTo>
                  <a:cubicBezTo>
                    <a:pt x="6049" y="1217"/>
                    <a:pt x="5714" y="1553"/>
                    <a:pt x="5284" y="1640"/>
                  </a:cubicBezTo>
                  <a:cubicBezTo>
                    <a:pt x="5255" y="1640"/>
                    <a:pt x="5255" y="1640"/>
                    <a:pt x="5226" y="1669"/>
                  </a:cubicBezTo>
                  <a:cubicBezTo>
                    <a:pt x="5123" y="1697"/>
                    <a:pt x="5019" y="1711"/>
                    <a:pt x="4915" y="1711"/>
                  </a:cubicBezTo>
                  <a:cubicBezTo>
                    <a:pt x="4562" y="1711"/>
                    <a:pt x="4216" y="1551"/>
                    <a:pt x="3980" y="1247"/>
                  </a:cubicBezTo>
                  <a:lnTo>
                    <a:pt x="3615" y="787"/>
                  </a:lnTo>
                  <a:cubicBezTo>
                    <a:pt x="3594" y="745"/>
                    <a:pt x="3557" y="718"/>
                    <a:pt x="3513" y="718"/>
                  </a:cubicBezTo>
                  <a:cubicBezTo>
                    <a:pt x="3497" y="718"/>
                    <a:pt x="3480" y="721"/>
                    <a:pt x="3462" y="729"/>
                  </a:cubicBezTo>
                  <a:cubicBezTo>
                    <a:pt x="3069" y="940"/>
                    <a:pt x="2704" y="1188"/>
                    <a:pt x="2369" y="1487"/>
                  </a:cubicBezTo>
                  <a:cubicBezTo>
                    <a:pt x="2041" y="1764"/>
                    <a:pt x="1706" y="2099"/>
                    <a:pt x="1429" y="2427"/>
                  </a:cubicBezTo>
                  <a:cubicBezTo>
                    <a:pt x="1400" y="2493"/>
                    <a:pt x="1400" y="2551"/>
                    <a:pt x="1429" y="2580"/>
                  </a:cubicBezTo>
                  <a:lnTo>
                    <a:pt x="1823" y="3039"/>
                  </a:lnTo>
                  <a:cubicBezTo>
                    <a:pt x="2158" y="3374"/>
                    <a:pt x="2223" y="3855"/>
                    <a:pt x="2041" y="4285"/>
                  </a:cubicBezTo>
                  <a:cubicBezTo>
                    <a:pt x="2005" y="4344"/>
                    <a:pt x="1976" y="4402"/>
                    <a:pt x="1947" y="4467"/>
                  </a:cubicBezTo>
                  <a:cubicBezTo>
                    <a:pt x="1764" y="4890"/>
                    <a:pt x="1342" y="5131"/>
                    <a:pt x="883" y="5131"/>
                  </a:cubicBezTo>
                  <a:lnTo>
                    <a:pt x="278" y="5101"/>
                  </a:lnTo>
                  <a:cubicBezTo>
                    <a:pt x="220" y="5101"/>
                    <a:pt x="183" y="5160"/>
                    <a:pt x="154" y="5225"/>
                  </a:cubicBezTo>
                  <a:cubicBezTo>
                    <a:pt x="1" y="6107"/>
                    <a:pt x="1" y="6981"/>
                    <a:pt x="220" y="7863"/>
                  </a:cubicBezTo>
                  <a:cubicBezTo>
                    <a:pt x="249" y="7929"/>
                    <a:pt x="278" y="7958"/>
                    <a:pt x="336" y="7958"/>
                  </a:cubicBezTo>
                  <a:lnTo>
                    <a:pt x="948" y="7929"/>
                  </a:lnTo>
                  <a:cubicBezTo>
                    <a:pt x="978" y="7926"/>
                    <a:pt x="1007" y="7925"/>
                    <a:pt x="1036" y="7925"/>
                  </a:cubicBezTo>
                  <a:cubicBezTo>
                    <a:pt x="1458" y="7925"/>
                    <a:pt x="1871" y="8168"/>
                    <a:pt x="2041" y="8563"/>
                  </a:cubicBezTo>
                  <a:cubicBezTo>
                    <a:pt x="2070" y="8592"/>
                    <a:pt x="2100" y="8657"/>
                    <a:pt x="2129" y="8716"/>
                  </a:cubicBezTo>
                  <a:cubicBezTo>
                    <a:pt x="2340" y="9138"/>
                    <a:pt x="2282" y="9656"/>
                    <a:pt x="1976" y="9991"/>
                  </a:cubicBezTo>
                  <a:lnTo>
                    <a:pt x="1611" y="10414"/>
                  </a:lnTo>
                  <a:cubicBezTo>
                    <a:pt x="1553" y="10443"/>
                    <a:pt x="1553" y="10538"/>
                    <a:pt x="1582" y="10567"/>
                  </a:cubicBezTo>
                  <a:cubicBezTo>
                    <a:pt x="2187" y="11266"/>
                    <a:pt x="2887" y="11813"/>
                    <a:pt x="3710" y="12177"/>
                  </a:cubicBezTo>
                  <a:cubicBezTo>
                    <a:pt x="3722" y="12189"/>
                    <a:pt x="3744" y="12196"/>
                    <a:pt x="3769" y="12196"/>
                  </a:cubicBezTo>
                  <a:cubicBezTo>
                    <a:pt x="3803" y="12196"/>
                    <a:pt x="3842" y="12182"/>
                    <a:pt x="3863" y="12148"/>
                  </a:cubicBezTo>
                  <a:lnTo>
                    <a:pt x="4162" y="11660"/>
                  </a:lnTo>
                  <a:cubicBezTo>
                    <a:pt x="4393" y="11331"/>
                    <a:pt x="4766" y="11150"/>
                    <a:pt x="5151" y="11150"/>
                  </a:cubicBezTo>
                  <a:cubicBezTo>
                    <a:pt x="5227" y="11150"/>
                    <a:pt x="5303" y="11157"/>
                    <a:pt x="5379" y="11171"/>
                  </a:cubicBezTo>
                  <a:cubicBezTo>
                    <a:pt x="5408" y="11208"/>
                    <a:pt x="5437" y="11208"/>
                    <a:pt x="5466" y="11208"/>
                  </a:cubicBezTo>
                  <a:cubicBezTo>
                    <a:pt x="5896" y="11295"/>
                    <a:pt x="6261" y="11601"/>
                    <a:pt x="6348" y="12024"/>
                  </a:cubicBezTo>
                  <a:lnTo>
                    <a:pt x="6559" y="12724"/>
                  </a:lnTo>
                  <a:cubicBezTo>
                    <a:pt x="6559" y="12782"/>
                    <a:pt x="6625" y="12811"/>
                    <a:pt x="6683" y="12811"/>
                  </a:cubicBezTo>
                  <a:cubicBezTo>
                    <a:pt x="7565" y="12782"/>
                    <a:pt x="8447" y="12571"/>
                    <a:pt x="9263" y="12177"/>
                  </a:cubicBezTo>
                  <a:cubicBezTo>
                    <a:pt x="9328" y="12148"/>
                    <a:pt x="9328" y="12082"/>
                    <a:pt x="9328" y="12024"/>
                  </a:cubicBezTo>
                  <a:lnTo>
                    <a:pt x="9175" y="11419"/>
                  </a:lnTo>
                  <a:cubicBezTo>
                    <a:pt x="9022" y="10960"/>
                    <a:pt x="9205" y="10508"/>
                    <a:pt x="9569" y="10202"/>
                  </a:cubicBezTo>
                  <a:lnTo>
                    <a:pt x="9598" y="10173"/>
                  </a:lnTo>
                  <a:cubicBezTo>
                    <a:pt x="9825" y="9982"/>
                    <a:pt x="10089" y="9888"/>
                    <a:pt x="10358" y="9888"/>
                  </a:cubicBezTo>
                  <a:cubicBezTo>
                    <a:pt x="10521" y="9888"/>
                    <a:pt x="10685" y="9922"/>
                    <a:pt x="10844" y="9991"/>
                  </a:cubicBezTo>
                  <a:lnTo>
                    <a:pt x="11449" y="10261"/>
                  </a:lnTo>
                  <a:cubicBezTo>
                    <a:pt x="11469" y="10272"/>
                    <a:pt x="11488" y="10276"/>
                    <a:pt x="11505" y="10276"/>
                  </a:cubicBezTo>
                  <a:cubicBezTo>
                    <a:pt x="11547" y="10276"/>
                    <a:pt x="11582" y="10252"/>
                    <a:pt x="11602" y="10231"/>
                  </a:cubicBezTo>
                  <a:cubicBezTo>
                    <a:pt x="12149" y="9503"/>
                    <a:pt x="12513" y="8687"/>
                    <a:pt x="12695" y="7805"/>
                  </a:cubicBezTo>
                  <a:cubicBezTo>
                    <a:pt x="12724" y="7747"/>
                    <a:pt x="12695" y="7681"/>
                    <a:pt x="12637" y="7652"/>
                  </a:cubicBezTo>
                  <a:lnTo>
                    <a:pt x="12061" y="7411"/>
                  </a:lnTo>
                  <a:cubicBezTo>
                    <a:pt x="11631" y="7229"/>
                    <a:pt x="11362" y="6836"/>
                    <a:pt x="11362" y="6377"/>
                  </a:cubicBezTo>
                  <a:lnTo>
                    <a:pt x="11362" y="6194"/>
                  </a:lnTo>
                  <a:cubicBezTo>
                    <a:pt x="11332" y="5743"/>
                    <a:pt x="11631" y="5284"/>
                    <a:pt x="12090" y="5101"/>
                  </a:cubicBezTo>
                  <a:lnTo>
                    <a:pt x="12571" y="4890"/>
                  </a:lnTo>
                  <a:cubicBezTo>
                    <a:pt x="12637" y="4861"/>
                    <a:pt x="12666" y="4795"/>
                    <a:pt x="12637" y="4737"/>
                  </a:cubicBezTo>
                  <a:cubicBezTo>
                    <a:pt x="12425" y="3884"/>
                    <a:pt x="12025" y="3097"/>
                    <a:pt x="11449" y="2398"/>
                  </a:cubicBezTo>
                  <a:cubicBezTo>
                    <a:pt x="11420" y="2340"/>
                    <a:pt x="11362" y="2340"/>
                    <a:pt x="11296" y="2340"/>
                  </a:cubicBezTo>
                  <a:lnTo>
                    <a:pt x="10604" y="2646"/>
                  </a:lnTo>
                  <a:cubicBezTo>
                    <a:pt x="10451" y="2715"/>
                    <a:pt x="10296" y="2748"/>
                    <a:pt x="10141" y="2748"/>
                  </a:cubicBezTo>
                  <a:cubicBezTo>
                    <a:pt x="9890" y="2748"/>
                    <a:pt x="9642" y="2660"/>
                    <a:pt x="9416" y="2493"/>
                  </a:cubicBezTo>
                  <a:cubicBezTo>
                    <a:pt x="9416" y="2493"/>
                    <a:pt x="9387" y="2463"/>
                    <a:pt x="9358" y="2463"/>
                  </a:cubicBezTo>
                  <a:cubicBezTo>
                    <a:pt x="8964" y="2157"/>
                    <a:pt x="8811" y="1669"/>
                    <a:pt x="8928" y="1217"/>
                  </a:cubicBezTo>
                  <a:lnTo>
                    <a:pt x="9081" y="671"/>
                  </a:lnTo>
                  <a:cubicBezTo>
                    <a:pt x="9110" y="605"/>
                    <a:pt x="9081" y="547"/>
                    <a:pt x="9022" y="547"/>
                  </a:cubicBezTo>
                  <a:cubicBezTo>
                    <a:pt x="8199" y="183"/>
                    <a:pt x="7324" y="0"/>
                    <a:pt x="64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80">
              <a:extLst>
                <a:ext uri="{FF2B5EF4-FFF2-40B4-BE49-F238E27FC236}">
                  <a16:creationId xmlns:a16="http://schemas.microsoft.com/office/drawing/2014/main" id="{D68A34C1-1FE7-080E-378A-6F0FA6FD1D48}"/>
                </a:ext>
              </a:extLst>
            </p:cNvPr>
            <p:cNvSpPr/>
            <p:nvPr/>
          </p:nvSpPr>
          <p:spPr>
            <a:xfrm>
              <a:off x="7808280" y="2844263"/>
              <a:ext cx="316391" cy="317837"/>
            </a:xfrm>
            <a:custGeom>
              <a:avLst/>
              <a:gdLst/>
              <a:ahLst/>
              <a:cxnLst/>
              <a:rect l="l" t="t" r="r" b="b"/>
              <a:pathLst>
                <a:path w="12906" h="12965" extrusionOk="0">
                  <a:moveTo>
                    <a:pt x="6540" y="3384"/>
                  </a:moveTo>
                  <a:cubicBezTo>
                    <a:pt x="6635" y="3384"/>
                    <a:pt x="6731" y="3388"/>
                    <a:pt x="6829" y="3397"/>
                  </a:cubicBezTo>
                  <a:cubicBezTo>
                    <a:pt x="8169" y="3521"/>
                    <a:pt x="9233" y="4432"/>
                    <a:pt x="9598" y="5794"/>
                  </a:cubicBezTo>
                  <a:cubicBezTo>
                    <a:pt x="9780" y="6435"/>
                    <a:pt x="9714" y="7135"/>
                    <a:pt x="9415" y="7740"/>
                  </a:cubicBezTo>
                  <a:cubicBezTo>
                    <a:pt x="8850" y="8918"/>
                    <a:pt x="7774" y="9605"/>
                    <a:pt x="6556" y="9605"/>
                  </a:cubicBezTo>
                  <a:cubicBezTo>
                    <a:pt x="6456" y="9605"/>
                    <a:pt x="6355" y="9600"/>
                    <a:pt x="6253" y="9591"/>
                  </a:cubicBezTo>
                  <a:cubicBezTo>
                    <a:pt x="4919" y="9474"/>
                    <a:pt x="3885" y="8527"/>
                    <a:pt x="3491" y="7193"/>
                  </a:cubicBezTo>
                  <a:cubicBezTo>
                    <a:pt x="3309" y="6559"/>
                    <a:pt x="3367" y="5860"/>
                    <a:pt x="3673" y="5248"/>
                  </a:cubicBezTo>
                  <a:cubicBezTo>
                    <a:pt x="4268" y="4065"/>
                    <a:pt x="5326" y="3384"/>
                    <a:pt x="6540" y="3384"/>
                  </a:cubicBezTo>
                  <a:close/>
                  <a:moveTo>
                    <a:pt x="6574" y="3232"/>
                  </a:moveTo>
                  <a:cubicBezTo>
                    <a:pt x="5291" y="3232"/>
                    <a:pt x="4144" y="3947"/>
                    <a:pt x="3520" y="5160"/>
                  </a:cubicBezTo>
                  <a:cubicBezTo>
                    <a:pt x="3221" y="5831"/>
                    <a:pt x="3156" y="6559"/>
                    <a:pt x="3338" y="7222"/>
                  </a:cubicBezTo>
                  <a:cubicBezTo>
                    <a:pt x="3731" y="8651"/>
                    <a:pt x="4861" y="9620"/>
                    <a:pt x="6253" y="9744"/>
                  </a:cubicBezTo>
                  <a:lnTo>
                    <a:pt x="6559" y="9744"/>
                  </a:lnTo>
                  <a:cubicBezTo>
                    <a:pt x="7834" y="9744"/>
                    <a:pt x="8956" y="9044"/>
                    <a:pt x="9561" y="7835"/>
                  </a:cubicBezTo>
                  <a:cubicBezTo>
                    <a:pt x="9867" y="7164"/>
                    <a:pt x="9926" y="6435"/>
                    <a:pt x="9743" y="5765"/>
                  </a:cubicBezTo>
                  <a:cubicBezTo>
                    <a:pt x="9350" y="4337"/>
                    <a:pt x="8257" y="3368"/>
                    <a:pt x="6865" y="3244"/>
                  </a:cubicBezTo>
                  <a:cubicBezTo>
                    <a:pt x="6767" y="3236"/>
                    <a:pt x="6670" y="3232"/>
                    <a:pt x="6574" y="3232"/>
                  </a:cubicBezTo>
                  <a:close/>
                  <a:moveTo>
                    <a:pt x="6501" y="183"/>
                  </a:moveTo>
                  <a:cubicBezTo>
                    <a:pt x="7375" y="183"/>
                    <a:pt x="8286" y="365"/>
                    <a:pt x="9080" y="693"/>
                  </a:cubicBezTo>
                  <a:cubicBezTo>
                    <a:pt x="9109" y="693"/>
                    <a:pt x="9109" y="730"/>
                    <a:pt x="9109" y="759"/>
                  </a:cubicBezTo>
                  <a:lnTo>
                    <a:pt x="8956" y="1276"/>
                  </a:lnTo>
                  <a:cubicBezTo>
                    <a:pt x="8803" y="1786"/>
                    <a:pt x="8986" y="2304"/>
                    <a:pt x="9379" y="2610"/>
                  </a:cubicBezTo>
                  <a:cubicBezTo>
                    <a:pt x="9415" y="2610"/>
                    <a:pt x="9445" y="2639"/>
                    <a:pt x="9474" y="2668"/>
                  </a:cubicBezTo>
                  <a:cubicBezTo>
                    <a:pt x="9698" y="2838"/>
                    <a:pt x="9968" y="2926"/>
                    <a:pt x="10235" y="2926"/>
                  </a:cubicBezTo>
                  <a:cubicBezTo>
                    <a:pt x="10402" y="2926"/>
                    <a:pt x="10568" y="2891"/>
                    <a:pt x="10720" y="2821"/>
                  </a:cubicBezTo>
                  <a:lnTo>
                    <a:pt x="11419" y="2515"/>
                  </a:lnTo>
                  <a:lnTo>
                    <a:pt x="11478" y="2515"/>
                  </a:lnTo>
                  <a:cubicBezTo>
                    <a:pt x="12024" y="3215"/>
                    <a:pt x="12418" y="4009"/>
                    <a:pt x="12658" y="4854"/>
                  </a:cubicBezTo>
                  <a:cubicBezTo>
                    <a:pt x="12658" y="4883"/>
                    <a:pt x="12658" y="4883"/>
                    <a:pt x="12629" y="4920"/>
                  </a:cubicBezTo>
                  <a:lnTo>
                    <a:pt x="12148" y="5102"/>
                  </a:lnTo>
                  <a:cubicBezTo>
                    <a:pt x="11660" y="5313"/>
                    <a:pt x="11354" y="5794"/>
                    <a:pt x="11354" y="6312"/>
                  </a:cubicBezTo>
                  <a:lnTo>
                    <a:pt x="11354" y="6465"/>
                  </a:lnTo>
                  <a:cubicBezTo>
                    <a:pt x="11354" y="6924"/>
                    <a:pt x="11660" y="7375"/>
                    <a:pt x="12112" y="7558"/>
                  </a:cubicBezTo>
                  <a:lnTo>
                    <a:pt x="12695" y="7835"/>
                  </a:lnTo>
                  <a:cubicBezTo>
                    <a:pt x="12724" y="7835"/>
                    <a:pt x="12724" y="7864"/>
                    <a:pt x="12724" y="7864"/>
                  </a:cubicBezTo>
                  <a:cubicBezTo>
                    <a:pt x="12542" y="8745"/>
                    <a:pt x="12148" y="9562"/>
                    <a:pt x="11631" y="10261"/>
                  </a:cubicBezTo>
                  <a:cubicBezTo>
                    <a:pt x="11631" y="10276"/>
                    <a:pt x="11623" y="10283"/>
                    <a:pt x="11612" y="10283"/>
                  </a:cubicBezTo>
                  <a:cubicBezTo>
                    <a:pt x="11600" y="10283"/>
                    <a:pt x="11583" y="10276"/>
                    <a:pt x="11565" y="10261"/>
                  </a:cubicBezTo>
                  <a:lnTo>
                    <a:pt x="10960" y="9984"/>
                  </a:lnTo>
                  <a:cubicBezTo>
                    <a:pt x="10807" y="9918"/>
                    <a:pt x="10642" y="9885"/>
                    <a:pt x="10475" y="9885"/>
                  </a:cubicBezTo>
                  <a:cubicBezTo>
                    <a:pt x="10179" y="9885"/>
                    <a:pt x="9878" y="9989"/>
                    <a:pt x="9627" y="10203"/>
                  </a:cubicBezTo>
                  <a:lnTo>
                    <a:pt x="9598" y="10232"/>
                  </a:lnTo>
                  <a:cubicBezTo>
                    <a:pt x="9197" y="10567"/>
                    <a:pt x="9051" y="11048"/>
                    <a:pt x="9168" y="11536"/>
                  </a:cubicBezTo>
                  <a:lnTo>
                    <a:pt x="9321" y="12141"/>
                  </a:lnTo>
                  <a:cubicBezTo>
                    <a:pt x="9350" y="12141"/>
                    <a:pt x="9321" y="12170"/>
                    <a:pt x="9321" y="12170"/>
                  </a:cubicBezTo>
                  <a:cubicBezTo>
                    <a:pt x="8534" y="12571"/>
                    <a:pt x="7652" y="12782"/>
                    <a:pt x="6770" y="12812"/>
                  </a:cubicBezTo>
                  <a:cubicBezTo>
                    <a:pt x="6741" y="12812"/>
                    <a:pt x="6741" y="12812"/>
                    <a:pt x="6712" y="12782"/>
                  </a:cubicBezTo>
                  <a:lnTo>
                    <a:pt x="6530" y="12083"/>
                  </a:lnTo>
                  <a:cubicBezTo>
                    <a:pt x="6406" y="11660"/>
                    <a:pt x="6042" y="11325"/>
                    <a:pt x="5553" y="11201"/>
                  </a:cubicBezTo>
                  <a:lnTo>
                    <a:pt x="5495" y="11201"/>
                  </a:lnTo>
                  <a:cubicBezTo>
                    <a:pt x="5408" y="11172"/>
                    <a:pt x="5313" y="11172"/>
                    <a:pt x="5225" y="11172"/>
                  </a:cubicBezTo>
                  <a:cubicBezTo>
                    <a:pt x="4795" y="11172"/>
                    <a:pt x="4431" y="11354"/>
                    <a:pt x="4191" y="11689"/>
                  </a:cubicBezTo>
                  <a:lnTo>
                    <a:pt x="3855" y="12170"/>
                  </a:lnTo>
                  <a:cubicBezTo>
                    <a:pt x="3855" y="12207"/>
                    <a:pt x="3826" y="12207"/>
                    <a:pt x="3826" y="12207"/>
                  </a:cubicBezTo>
                  <a:cubicBezTo>
                    <a:pt x="3003" y="11806"/>
                    <a:pt x="2340" y="11296"/>
                    <a:pt x="1728" y="10626"/>
                  </a:cubicBezTo>
                  <a:cubicBezTo>
                    <a:pt x="1728" y="10596"/>
                    <a:pt x="1728" y="10567"/>
                    <a:pt x="1764" y="10567"/>
                  </a:cubicBezTo>
                  <a:lnTo>
                    <a:pt x="2128" y="10137"/>
                  </a:lnTo>
                  <a:cubicBezTo>
                    <a:pt x="2456" y="9773"/>
                    <a:pt x="2522" y="9197"/>
                    <a:pt x="2274" y="8745"/>
                  </a:cubicBezTo>
                  <a:cubicBezTo>
                    <a:pt x="2245" y="8709"/>
                    <a:pt x="2245" y="8651"/>
                    <a:pt x="2216" y="8592"/>
                  </a:cubicBezTo>
                  <a:cubicBezTo>
                    <a:pt x="2015" y="8184"/>
                    <a:pt x="1564" y="7920"/>
                    <a:pt x="1106" y="7920"/>
                  </a:cubicBezTo>
                  <a:cubicBezTo>
                    <a:pt x="1083" y="7920"/>
                    <a:pt x="1059" y="7921"/>
                    <a:pt x="1035" y="7922"/>
                  </a:cubicBezTo>
                  <a:lnTo>
                    <a:pt x="423" y="7951"/>
                  </a:lnTo>
                  <a:cubicBezTo>
                    <a:pt x="394" y="7951"/>
                    <a:pt x="394" y="7951"/>
                    <a:pt x="394" y="7922"/>
                  </a:cubicBezTo>
                  <a:cubicBezTo>
                    <a:pt x="183" y="7069"/>
                    <a:pt x="183" y="6195"/>
                    <a:pt x="336" y="5313"/>
                  </a:cubicBezTo>
                  <a:lnTo>
                    <a:pt x="365" y="5284"/>
                  </a:lnTo>
                  <a:lnTo>
                    <a:pt x="970" y="5313"/>
                  </a:lnTo>
                  <a:cubicBezTo>
                    <a:pt x="1458" y="5313"/>
                    <a:pt x="1910" y="5036"/>
                    <a:pt x="2128" y="4585"/>
                  </a:cubicBezTo>
                  <a:cubicBezTo>
                    <a:pt x="2157" y="4519"/>
                    <a:pt x="2187" y="4461"/>
                    <a:pt x="2187" y="4402"/>
                  </a:cubicBezTo>
                  <a:cubicBezTo>
                    <a:pt x="2398" y="3972"/>
                    <a:pt x="2340" y="3426"/>
                    <a:pt x="1975" y="3062"/>
                  </a:cubicBezTo>
                  <a:lnTo>
                    <a:pt x="1582" y="2639"/>
                  </a:lnTo>
                  <a:lnTo>
                    <a:pt x="1582" y="2581"/>
                  </a:lnTo>
                  <a:cubicBezTo>
                    <a:pt x="1851" y="2216"/>
                    <a:pt x="2157" y="1910"/>
                    <a:pt x="2522" y="1641"/>
                  </a:cubicBezTo>
                  <a:cubicBezTo>
                    <a:pt x="2857" y="1335"/>
                    <a:pt x="3221" y="1094"/>
                    <a:pt x="3586" y="912"/>
                  </a:cubicBezTo>
                  <a:cubicBezTo>
                    <a:pt x="3595" y="900"/>
                    <a:pt x="3605" y="896"/>
                    <a:pt x="3614" y="896"/>
                  </a:cubicBezTo>
                  <a:cubicBezTo>
                    <a:pt x="3631" y="896"/>
                    <a:pt x="3644" y="912"/>
                    <a:pt x="3644" y="912"/>
                  </a:cubicBezTo>
                  <a:lnTo>
                    <a:pt x="4008" y="1393"/>
                  </a:lnTo>
                  <a:cubicBezTo>
                    <a:pt x="4247" y="1700"/>
                    <a:pt x="4611" y="1861"/>
                    <a:pt x="5005" y="1861"/>
                  </a:cubicBezTo>
                  <a:cubicBezTo>
                    <a:pt x="5116" y="1861"/>
                    <a:pt x="5229" y="1848"/>
                    <a:pt x="5342" y="1823"/>
                  </a:cubicBezTo>
                  <a:lnTo>
                    <a:pt x="5371" y="1823"/>
                  </a:lnTo>
                  <a:cubicBezTo>
                    <a:pt x="5859" y="1699"/>
                    <a:pt x="6224" y="1335"/>
                    <a:pt x="6318" y="875"/>
                  </a:cubicBezTo>
                  <a:lnTo>
                    <a:pt x="6464" y="212"/>
                  </a:lnTo>
                  <a:cubicBezTo>
                    <a:pt x="6464" y="183"/>
                    <a:pt x="6501" y="183"/>
                    <a:pt x="6501" y="183"/>
                  </a:cubicBezTo>
                  <a:close/>
                  <a:moveTo>
                    <a:pt x="6501" y="1"/>
                  </a:moveTo>
                  <a:cubicBezTo>
                    <a:pt x="6406" y="1"/>
                    <a:pt x="6348" y="88"/>
                    <a:pt x="6318" y="183"/>
                  </a:cubicBezTo>
                  <a:lnTo>
                    <a:pt x="6165" y="846"/>
                  </a:lnTo>
                  <a:cubicBezTo>
                    <a:pt x="6071" y="1240"/>
                    <a:pt x="5772" y="1546"/>
                    <a:pt x="5342" y="1670"/>
                  </a:cubicBezTo>
                  <a:lnTo>
                    <a:pt x="5284" y="1670"/>
                  </a:lnTo>
                  <a:cubicBezTo>
                    <a:pt x="5187" y="1696"/>
                    <a:pt x="5088" y="1709"/>
                    <a:pt x="4990" y="1709"/>
                  </a:cubicBezTo>
                  <a:cubicBezTo>
                    <a:pt x="4660" y="1709"/>
                    <a:pt x="4340" y="1564"/>
                    <a:pt x="4132" y="1305"/>
                  </a:cubicBezTo>
                  <a:lnTo>
                    <a:pt x="3768" y="817"/>
                  </a:lnTo>
                  <a:cubicBezTo>
                    <a:pt x="3725" y="761"/>
                    <a:pt x="3674" y="725"/>
                    <a:pt x="3617" y="725"/>
                  </a:cubicBezTo>
                  <a:cubicBezTo>
                    <a:pt x="3586" y="725"/>
                    <a:pt x="3554" y="736"/>
                    <a:pt x="3520" y="759"/>
                  </a:cubicBezTo>
                  <a:cubicBezTo>
                    <a:pt x="3127" y="970"/>
                    <a:pt x="2762" y="1211"/>
                    <a:pt x="2398" y="1488"/>
                  </a:cubicBezTo>
                  <a:cubicBezTo>
                    <a:pt x="2063" y="1786"/>
                    <a:pt x="1728" y="2122"/>
                    <a:pt x="1458" y="2457"/>
                  </a:cubicBezTo>
                  <a:cubicBezTo>
                    <a:pt x="1400" y="2551"/>
                    <a:pt x="1400" y="2668"/>
                    <a:pt x="1458" y="2734"/>
                  </a:cubicBezTo>
                  <a:lnTo>
                    <a:pt x="1851" y="3185"/>
                  </a:lnTo>
                  <a:cubicBezTo>
                    <a:pt x="2157" y="3491"/>
                    <a:pt x="2245" y="3943"/>
                    <a:pt x="2034" y="4337"/>
                  </a:cubicBezTo>
                  <a:cubicBezTo>
                    <a:pt x="2034" y="4402"/>
                    <a:pt x="2004" y="4461"/>
                    <a:pt x="1975" y="4519"/>
                  </a:cubicBezTo>
                  <a:cubicBezTo>
                    <a:pt x="1802" y="4866"/>
                    <a:pt x="1437" y="5133"/>
                    <a:pt x="1032" y="5133"/>
                  </a:cubicBezTo>
                  <a:cubicBezTo>
                    <a:pt x="1011" y="5133"/>
                    <a:pt x="990" y="5132"/>
                    <a:pt x="970" y="5131"/>
                  </a:cubicBezTo>
                  <a:lnTo>
                    <a:pt x="365" y="5131"/>
                  </a:lnTo>
                  <a:cubicBezTo>
                    <a:pt x="270" y="5131"/>
                    <a:pt x="183" y="5189"/>
                    <a:pt x="183" y="5284"/>
                  </a:cubicBezTo>
                  <a:cubicBezTo>
                    <a:pt x="0" y="6159"/>
                    <a:pt x="30" y="7106"/>
                    <a:pt x="212" y="7980"/>
                  </a:cubicBezTo>
                  <a:cubicBezTo>
                    <a:pt x="241" y="8075"/>
                    <a:pt x="336" y="8133"/>
                    <a:pt x="423" y="8133"/>
                  </a:cubicBezTo>
                  <a:lnTo>
                    <a:pt x="1035" y="8075"/>
                  </a:lnTo>
                  <a:cubicBezTo>
                    <a:pt x="1458" y="8075"/>
                    <a:pt x="1881" y="8286"/>
                    <a:pt x="2063" y="8680"/>
                  </a:cubicBezTo>
                  <a:cubicBezTo>
                    <a:pt x="2092" y="8745"/>
                    <a:pt x="2128" y="8775"/>
                    <a:pt x="2157" y="8833"/>
                  </a:cubicBezTo>
                  <a:cubicBezTo>
                    <a:pt x="2340" y="9226"/>
                    <a:pt x="2274" y="9715"/>
                    <a:pt x="2004" y="10050"/>
                  </a:cubicBezTo>
                  <a:lnTo>
                    <a:pt x="1611" y="10443"/>
                  </a:lnTo>
                  <a:cubicBezTo>
                    <a:pt x="1545" y="10531"/>
                    <a:pt x="1545" y="10655"/>
                    <a:pt x="1611" y="10713"/>
                  </a:cubicBezTo>
                  <a:cubicBezTo>
                    <a:pt x="2216" y="11413"/>
                    <a:pt x="2915" y="11959"/>
                    <a:pt x="3731" y="12353"/>
                  </a:cubicBezTo>
                  <a:cubicBezTo>
                    <a:pt x="3756" y="12362"/>
                    <a:pt x="3783" y="12367"/>
                    <a:pt x="3810" y="12367"/>
                  </a:cubicBezTo>
                  <a:cubicBezTo>
                    <a:pt x="3886" y="12367"/>
                    <a:pt x="3965" y="12330"/>
                    <a:pt x="4008" y="12265"/>
                  </a:cubicBezTo>
                  <a:lnTo>
                    <a:pt x="4344" y="11777"/>
                  </a:lnTo>
                  <a:cubicBezTo>
                    <a:pt x="4537" y="11483"/>
                    <a:pt x="4850" y="11327"/>
                    <a:pt x="5204" y="11327"/>
                  </a:cubicBezTo>
                  <a:cubicBezTo>
                    <a:pt x="5289" y="11327"/>
                    <a:pt x="5377" y="11336"/>
                    <a:pt x="5466" y="11354"/>
                  </a:cubicBezTo>
                  <a:lnTo>
                    <a:pt x="5524" y="11383"/>
                  </a:lnTo>
                  <a:cubicBezTo>
                    <a:pt x="5954" y="11442"/>
                    <a:pt x="6253" y="11748"/>
                    <a:pt x="6377" y="12141"/>
                  </a:cubicBezTo>
                  <a:lnTo>
                    <a:pt x="6559" y="12841"/>
                  </a:lnTo>
                  <a:cubicBezTo>
                    <a:pt x="6588" y="12899"/>
                    <a:pt x="6683" y="12965"/>
                    <a:pt x="6770" y="12965"/>
                  </a:cubicBezTo>
                  <a:cubicBezTo>
                    <a:pt x="7681" y="12936"/>
                    <a:pt x="8563" y="12717"/>
                    <a:pt x="9379" y="12323"/>
                  </a:cubicBezTo>
                  <a:cubicBezTo>
                    <a:pt x="9474" y="12294"/>
                    <a:pt x="9503" y="12170"/>
                    <a:pt x="9503" y="12083"/>
                  </a:cubicBezTo>
                  <a:lnTo>
                    <a:pt x="9321" y="11507"/>
                  </a:lnTo>
                  <a:cubicBezTo>
                    <a:pt x="9197" y="11077"/>
                    <a:pt x="9350" y="10626"/>
                    <a:pt x="9685" y="10349"/>
                  </a:cubicBezTo>
                  <a:lnTo>
                    <a:pt x="9743" y="10319"/>
                  </a:lnTo>
                  <a:cubicBezTo>
                    <a:pt x="9960" y="10145"/>
                    <a:pt x="10216" y="10056"/>
                    <a:pt x="10476" y="10056"/>
                  </a:cubicBezTo>
                  <a:cubicBezTo>
                    <a:pt x="10619" y="10056"/>
                    <a:pt x="10763" y="10083"/>
                    <a:pt x="10902" y="10137"/>
                  </a:cubicBezTo>
                  <a:lnTo>
                    <a:pt x="11507" y="10414"/>
                  </a:lnTo>
                  <a:cubicBezTo>
                    <a:pt x="11540" y="10435"/>
                    <a:pt x="11572" y="10444"/>
                    <a:pt x="11602" y="10444"/>
                  </a:cubicBezTo>
                  <a:cubicBezTo>
                    <a:pt x="11659" y="10444"/>
                    <a:pt x="11709" y="10410"/>
                    <a:pt x="11747" y="10349"/>
                  </a:cubicBezTo>
                  <a:cubicBezTo>
                    <a:pt x="12294" y="9620"/>
                    <a:pt x="12695" y="8804"/>
                    <a:pt x="12877" y="7922"/>
                  </a:cubicBezTo>
                  <a:cubicBezTo>
                    <a:pt x="12906" y="7798"/>
                    <a:pt x="12840" y="7711"/>
                    <a:pt x="12753" y="7682"/>
                  </a:cubicBezTo>
                  <a:lnTo>
                    <a:pt x="12177" y="7405"/>
                  </a:lnTo>
                  <a:cubicBezTo>
                    <a:pt x="11784" y="7252"/>
                    <a:pt x="11536" y="6858"/>
                    <a:pt x="11536" y="6465"/>
                  </a:cubicBezTo>
                  <a:lnTo>
                    <a:pt x="11536" y="6282"/>
                  </a:lnTo>
                  <a:cubicBezTo>
                    <a:pt x="11507" y="5860"/>
                    <a:pt x="11784" y="5430"/>
                    <a:pt x="12206" y="5248"/>
                  </a:cubicBezTo>
                  <a:lnTo>
                    <a:pt x="12695" y="5065"/>
                  </a:lnTo>
                  <a:cubicBezTo>
                    <a:pt x="12782" y="5007"/>
                    <a:pt x="12840" y="4920"/>
                    <a:pt x="12811" y="4825"/>
                  </a:cubicBezTo>
                  <a:cubicBezTo>
                    <a:pt x="12571" y="3943"/>
                    <a:pt x="12177" y="3127"/>
                    <a:pt x="11602" y="2428"/>
                  </a:cubicBezTo>
                  <a:cubicBezTo>
                    <a:pt x="11561" y="2369"/>
                    <a:pt x="11512" y="2347"/>
                    <a:pt x="11459" y="2347"/>
                  </a:cubicBezTo>
                  <a:cubicBezTo>
                    <a:pt x="11425" y="2347"/>
                    <a:pt x="11390" y="2355"/>
                    <a:pt x="11354" y="2369"/>
                  </a:cubicBezTo>
                  <a:lnTo>
                    <a:pt x="10654" y="2668"/>
                  </a:lnTo>
                  <a:cubicBezTo>
                    <a:pt x="10520" y="2725"/>
                    <a:pt x="10377" y="2752"/>
                    <a:pt x="10236" y="2752"/>
                  </a:cubicBezTo>
                  <a:cubicBezTo>
                    <a:pt x="9994" y="2752"/>
                    <a:pt x="9754" y="2671"/>
                    <a:pt x="9561" y="2515"/>
                  </a:cubicBezTo>
                  <a:cubicBezTo>
                    <a:pt x="9532" y="2515"/>
                    <a:pt x="9503" y="2486"/>
                    <a:pt x="9474" y="2457"/>
                  </a:cubicBezTo>
                  <a:cubicBezTo>
                    <a:pt x="9139" y="2216"/>
                    <a:pt x="8986" y="1757"/>
                    <a:pt x="9109" y="1335"/>
                  </a:cubicBezTo>
                  <a:lnTo>
                    <a:pt x="9262" y="788"/>
                  </a:lnTo>
                  <a:cubicBezTo>
                    <a:pt x="9292" y="693"/>
                    <a:pt x="9233" y="577"/>
                    <a:pt x="9139" y="548"/>
                  </a:cubicBezTo>
                  <a:cubicBezTo>
                    <a:pt x="8322" y="183"/>
                    <a:pt x="7441" y="1"/>
                    <a:pt x="65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80">
              <a:extLst>
                <a:ext uri="{FF2B5EF4-FFF2-40B4-BE49-F238E27FC236}">
                  <a16:creationId xmlns:a16="http://schemas.microsoft.com/office/drawing/2014/main" id="{6FB50AE2-8A7C-C66A-1D0B-3BC5363D7AF3}"/>
                </a:ext>
              </a:extLst>
            </p:cNvPr>
            <p:cNvSpPr/>
            <p:nvPr/>
          </p:nvSpPr>
          <p:spPr>
            <a:xfrm>
              <a:off x="8025679" y="3097944"/>
              <a:ext cx="184573" cy="185456"/>
            </a:xfrm>
            <a:custGeom>
              <a:avLst/>
              <a:gdLst/>
              <a:ahLst/>
              <a:cxnLst/>
              <a:rect l="l" t="t" r="r" b="b"/>
              <a:pathLst>
                <a:path w="7529" h="7565" extrusionOk="0">
                  <a:moveTo>
                    <a:pt x="3834" y="1893"/>
                  </a:moveTo>
                  <a:cubicBezTo>
                    <a:pt x="4630" y="1893"/>
                    <a:pt x="5414" y="2393"/>
                    <a:pt x="5678" y="3345"/>
                  </a:cubicBezTo>
                  <a:cubicBezTo>
                    <a:pt x="5794" y="3739"/>
                    <a:pt x="5736" y="4162"/>
                    <a:pt x="5554" y="4555"/>
                  </a:cubicBezTo>
                  <a:cubicBezTo>
                    <a:pt x="5191" y="5310"/>
                    <a:pt x="4512" y="5672"/>
                    <a:pt x="3834" y="5672"/>
                  </a:cubicBezTo>
                  <a:cubicBezTo>
                    <a:pt x="3040" y="5672"/>
                    <a:pt x="2248" y="5175"/>
                    <a:pt x="1968" y="4227"/>
                  </a:cubicBezTo>
                  <a:cubicBezTo>
                    <a:pt x="1881" y="3826"/>
                    <a:pt x="1910" y="3404"/>
                    <a:pt x="2092" y="3010"/>
                  </a:cubicBezTo>
                  <a:cubicBezTo>
                    <a:pt x="2471" y="2256"/>
                    <a:pt x="3157" y="1893"/>
                    <a:pt x="3834" y="1893"/>
                  </a:cubicBezTo>
                  <a:close/>
                  <a:moveTo>
                    <a:pt x="3827" y="1"/>
                  </a:moveTo>
                  <a:cubicBezTo>
                    <a:pt x="3761" y="1"/>
                    <a:pt x="3732" y="37"/>
                    <a:pt x="3732" y="66"/>
                  </a:cubicBezTo>
                  <a:lnTo>
                    <a:pt x="3644" y="460"/>
                  </a:lnTo>
                  <a:cubicBezTo>
                    <a:pt x="3579" y="700"/>
                    <a:pt x="3397" y="911"/>
                    <a:pt x="3127" y="977"/>
                  </a:cubicBezTo>
                  <a:lnTo>
                    <a:pt x="3098" y="977"/>
                  </a:lnTo>
                  <a:cubicBezTo>
                    <a:pt x="3042" y="989"/>
                    <a:pt x="2986" y="995"/>
                    <a:pt x="2932" y="995"/>
                  </a:cubicBezTo>
                  <a:cubicBezTo>
                    <a:pt x="2716" y="995"/>
                    <a:pt x="2515" y="904"/>
                    <a:pt x="2369" y="729"/>
                  </a:cubicBezTo>
                  <a:lnTo>
                    <a:pt x="2151" y="460"/>
                  </a:lnTo>
                  <a:cubicBezTo>
                    <a:pt x="2121" y="431"/>
                    <a:pt x="2092" y="431"/>
                    <a:pt x="2063" y="431"/>
                  </a:cubicBezTo>
                  <a:cubicBezTo>
                    <a:pt x="1823" y="547"/>
                    <a:pt x="1604" y="700"/>
                    <a:pt x="1422" y="853"/>
                  </a:cubicBezTo>
                  <a:cubicBezTo>
                    <a:pt x="1211" y="1035"/>
                    <a:pt x="1028" y="1218"/>
                    <a:pt x="846" y="1429"/>
                  </a:cubicBezTo>
                  <a:lnTo>
                    <a:pt x="846" y="1524"/>
                  </a:lnTo>
                  <a:lnTo>
                    <a:pt x="1094" y="1793"/>
                  </a:lnTo>
                  <a:cubicBezTo>
                    <a:pt x="1276" y="1975"/>
                    <a:pt x="1334" y="2281"/>
                    <a:pt x="1211" y="2522"/>
                  </a:cubicBezTo>
                  <a:cubicBezTo>
                    <a:pt x="1211" y="2551"/>
                    <a:pt x="1181" y="2588"/>
                    <a:pt x="1181" y="2617"/>
                  </a:cubicBezTo>
                  <a:cubicBezTo>
                    <a:pt x="1058" y="2886"/>
                    <a:pt x="817" y="3039"/>
                    <a:pt x="511" y="3039"/>
                  </a:cubicBezTo>
                  <a:lnTo>
                    <a:pt x="183" y="3010"/>
                  </a:lnTo>
                  <a:cubicBezTo>
                    <a:pt x="147" y="3010"/>
                    <a:pt x="118" y="3039"/>
                    <a:pt x="118" y="3068"/>
                  </a:cubicBezTo>
                  <a:cubicBezTo>
                    <a:pt x="1" y="3586"/>
                    <a:pt x="30" y="4132"/>
                    <a:pt x="147" y="4650"/>
                  </a:cubicBezTo>
                  <a:cubicBezTo>
                    <a:pt x="147" y="4679"/>
                    <a:pt x="183" y="4708"/>
                    <a:pt x="212" y="4708"/>
                  </a:cubicBezTo>
                  <a:lnTo>
                    <a:pt x="577" y="4679"/>
                  </a:lnTo>
                  <a:cubicBezTo>
                    <a:pt x="599" y="4677"/>
                    <a:pt x="621" y="4675"/>
                    <a:pt x="642" y="4675"/>
                  </a:cubicBezTo>
                  <a:cubicBezTo>
                    <a:pt x="886" y="4675"/>
                    <a:pt x="1104" y="4822"/>
                    <a:pt x="1211" y="5043"/>
                  </a:cubicBezTo>
                  <a:cubicBezTo>
                    <a:pt x="1240" y="5072"/>
                    <a:pt x="1240" y="5102"/>
                    <a:pt x="1276" y="5138"/>
                  </a:cubicBezTo>
                  <a:cubicBezTo>
                    <a:pt x="1393" y="5378"/>
                    <a:pt x="1364" y="5714"/>
                    <a:pt x="1181" y="5925"/>
                  </a:cubicBezTo>
                  <a:lnTo>
                    <a:pt x="970" y="6165"/>
                  </a:lnTo>
                  <a:cubicBezTo>
                    <a:pt x="941" y="6165"/>
                    <a:pt x="941" y="6231"/>
                    <a:pt x="970" y="6260"/>
                  </a:cubicBezTo>
                  <a:cubicBezTo>
                    <a:pt x="1305" y="6654"/>
                    <a:pt x="1728" y="6989"/>
                    <a:pt x="2187" y="7200"/>
                  </a:cubicBezTo>
                  <a:cubicBezTo>
                    <a:pt x="2196" y="7209"/>
                    <a:pt x="2207" y="7212"/>
                    <a:pt x="2218" y="7212"/>
                  </a:cubicBezTo>
                  <a:cubicBezTo>
                    <a:pt x="2245" y="7212"/>
                    <a:pt x="2274" y="7192"/>
                    <a:pt x="2274" y="7171"/>
                  </a:cubicBezTo>
                  <a:lnTo>
                    <a:pt x="2486" y="6894"/>
                  </a:lnTo>
                  <a:cubicBezTo>
                    <a:pt x="2607" y="6703"/>
                    <a:pt x="2807" y="6604"/>
                    <a:pt x="3019" y="6604"/>
                  </a:cubicBezTo>
                  <a:cubicBezTo>
                    <a:pt x="3074" y="6604"/>
                    <a:pt x="3130" y="6611"/>
                    <a:pt x="3185" y="6625"/>
                  </a:cubicBezTo>
                  <a:lnTo>
                    <a:pt x="3244" y="6625"/>
                  </a:lnTo>
                  <a:cubicBezTo>
                    <a:pt x="3491" y="6683"/>
                    <a:pt x="3703" y="6865"/>
                    <a:pt x="3761" y="7106"/>
                  </a:cubicBezTo>
                  <a:lnTo>
                    <a:pt x="3885" y="7506"/>
                  </a:lnTo>
                  <a:cubicBezTo>
                    <a:pt x="3885" y="7535"/>
                    <a:pt x="3914" y="7565"/>
                    <a:pt x="3943" y="7565"/>
                  </a:cubicBezTo>
                  <a:cubicBezTo>
                    <a:pt x="4490" y="7565"/>
                    <a:pt x="5007" y="7412"/>
                    <a:pt x="5495" y="7200"/>
                  </a:cubicBezTo>
                  <a:cubicBezTo>
                    <a:pt x="5525" y="7171"/>
                    <a:pt x="5525" y="7142"/>
                    <a:pt x="5525" y="7106"/>
                  </a:cubicBezTo>
                  <a:lnTo>
                    <a:pt x="5430" y="6741"/>
                  </a:lnTo>
                  <a:cubicBezTo>
                    <a:pt x="5342" y="6472"/>
                    <a:pt x="5430" y="6195"/>
                    <a:pt x="5648" y="6049"/>
                  </a:cubicBezTo>
                  <a:lnTo>
                    <a:pt x="5678" y="6012"/>
                  </a:lnTo>
                  <a:cubicBezTo>
                    <a:pt x="5811" y="5897"/>
                    <a:pt x="5983" y="5843"/>
                    <a:pt x="6152" y="5843"/>
                  </a:cubicBezTo>
                  <a:cubicBezTo>
                    <a:pt x="6250" y="5843"/>
                    <a:pt x="6347" y="5861"/>
                    <a:pt x="6435" y="5896"/>
                  </a:cubicBezTo>
                  <a:lnTo>
                    <a:pt x="6771" y="6078"/>
                  </a:lnTo>
                  <a:cubicBezTo>
                    <a:pt x="6800" y="6078"/>
                    <a:pt x="6858" y="6078"/>
                    <a:pt x="6858" y="6049"/>
                  </a:cubicBezTo>
                  <a:cubicBezTo>
                    <a:pt x="7193" y="5619"/>
                    <a:pt x="7405" y="5138"/>
                    <a:pt x="7529" y="4621"/>
                  </a:cubicBezTo>
                  <a:cubicBezTo>
                    <a:pt x="7529" y="4591"/>
                    <a:pt x="7529" y="4526"/>
                    <a:pt x="7499" y="4526"/>
                  </a:cubicBezTo>
                  <a:lnTo>
                    <a:pt x="7135" y="4373"/>
                  </a:lnTo>
                  <a:cubicBezTo>
                    <a:pt x="6887" y="4256"/>
                    <a:pt x="6741" y="4045"/>
                    <a:pt x="6741" y="3768"/>
                  </a:cubicBezTo>
                  <a:lnTo>
                    <a:pt x="6741" y="3681"/>
                  </a:lnTo>
                  <a:cubicBezTo>
                    <a:pt x="6705" y="3375"/>
                    <a:pt x="6887" y="3134"/>
                    <a:pt x="7164" y="3010"/>
                  </a:cubicBezTo>
                  <a:lnTo>
                    <a:pt x="7434" y="2886"/>
                  </a:lnTo>
                  <a:cubicBezTo>
                    <a:pt x="7470" y="2886"/>
                    <a:pt x="7499" y="2828"/>
                    <a:pt x="7499" y="2799"/>
                  </a:cubicBezTo>
                  <a:cubicBezTo>
                    <a:pt x="7346" y="2281"/>
                    <a:pt x="7106" y="1822"/>
                    <a:pt x="6771" y="1400"/>
                  </a:cubicBezTo>
                  <a:cubicBezTo>
                    <a:pt x="6771" y="1385"/>
                    <a:pt x="6754" y="1378"/>
                    <a:pt x="6734" y="1378"/>
                  </a:cubicBezTo>
                  <a:cubicBezTo>
                    <a:pt x="6714" y="1378"/>
                    <a:pt x="6690" y="1385"/>
                    <a:pt x="6676" y="1400"/>
                  </a:cubicBezTo>
                  <a:lnTo>
                    <a:pt x="6282" y="1553"/>
                  </a:lnTo>
                  <a:cubicBezTo>
                    <a:pt x="6183" y="1604"/>
                    <a:pt x="6082" y="1628"/>
                    <a:pt x="5983" y="1628"/>
                  </a:cubicBezTo>
                  <a:cubicBezTo>
                    <a:pt x="5843" y="1628"/>
                    <a:pt x="5707" y="1580"/>
                    <a:pt x="5583" y="1494"/>
                  </a:cubicBezTo>
                  <a:cubicBezTo>
                    <a:pt x="5583" y="1458"/>
                    <a:pt x="5554" y="1458"/>
                    <a:pt x="5554" y="1429"/>
                  </a:cubicBezTo>
                  <a:cubicBezTo>
                    <a:pt x="5313" y="1276"/>
                    <a:pt x="5218" y="977"/>
                    <a:pt x="5313" y="700"/>
                  </a:cubicBezTo>
                  <a:lnTo>
                    <a:pt x="5372" y="401"/>
                  </a:lnTo>
                  <a:cubicBezTo>
                    <a:pt x="5401" y="365"/>
                    <a:pt x="5372" y="336"/>
                    <a:pt x="5342" y="307"/>
                  </a:cubicBezTo>
                  <a:cubicBezTo>
                    <a:pt x="4854" y="95"/>
                    <a:pt x="4337" y="1"/>
                    <a:pt x="3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80">
              <a:extLst>
                <a:ext uri="{FF2B5EF4-FFF2-40B4-BE49-F238E27FC236}">
                  <a16:creationId xmlns:a16="http://schemas.microsoft.com/office/drawing/2014/main" id="{2B8661EB-C4C5-D2D5-C2EF-BFB457597A36}"/>
                </a:ext>
              </a:extLst>
            </p:cNvPr>
            <p:cNvSpPr/>
            <p:nvPr/>
          </p:nvSpPr>
          <p:spPr>
            <a:xfrm>
              <a:off x="8059804" y="3130818"/>
              <a:ext cx="119903" cy="119903"/>
            </a:xfrm>
            <a:custGeom>
              <a:avLst/>
              <a:gdLst/>
              <a:ahLst/>
              <a:cxnLst/>
              <a:rect l="l" t="t" r="r" b="b"/>
              <a:pathLst>
                <a:path w="4891" h="4891" extrusionOk="0">
                  <a:moveTo>
                    <a:pt x="2435" y="88"/>
                  </a:moveTo>
                  <a:cubicBezTo>
                    <a:pt x="3739" y="88"/>
                    <a:pt x="4767" y="1152"/>
                    <a:pt x="4767" y="2427"/>
                  </a:cubicBezTo>
                  <a:cubicBezTo>
                    <a:pt x="4767" y="3731"/>
                    <a:pt x="3739" y="4766"/>
                    <a:pt x="2435" y="4766"/>
                  </a:cubicBezTo>
                  <a:cubicBezTo>
                    <a:pt x="1159" y="4766"/>
                    <a:pt x="95" y="3731"/>
                    <a:pt x="95" y="2427"/>
                  </a:cubicBezTo>
                  <a:cubicBezTo>
                    <a:pt x="95" y="1152"/>
                    <a:pt x="1159" y="88"/>
                    <a:pt x="2435" y="88"/>
                  </a:cubicBezTo>
                  <a:close/>
                  <a:moveTo>
                    <a:pt x="2435" y="0"/>
                  </a:moveTo>
                  <a:cubicBezTo>
                    <a:pt x="1094" y="0"/>
                    <a:pt x="1" y="1093"/>
                    <a:pt x="1" y="2427"/>
                  </a:cubicBezTo>
                  <a:cubicBezTo>
                    <a:pt x="1" y="3797"/>
                    <a:pt x="1094" y="4890"/>
                    <a:pt x="2435" y="4890"/>
                  </a:cubicBezTo>
                  <a:cubicBezTo>
                    <a:pt x="3768" y="4890"/>
                    <a:pt x="4890" y="3797"/>
                    <a:pt x="4890" y="2427"/>
                  </a:cubicBezTo>
                  <a:cubicBezTo>
                    <a:pt x="4890" y="1093"/>
                    <a:pt x="3768" y="0"/>
                    <a:pt x="2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80">
              <a:extLst>
                <a:ext uri="{FF2B5EF4-FFF2-40B4-BE49-F238E27FC236}">
                  <a16:creationId xmlns:a16="http://schemas.microsoft.com/office/drawing/2014/main" id="{EC4868CC-54CF-1136-7035-D6F8EE38F596}"/>
                </a:ext>
              </a:extLst>
            </p:cNvPr>
            <p:cNvSpPr/>
            <p:nvPr/>
          </p:nvSpPr>
          <p:spPr>
            <a:xfrm>
              <a:off x="4920143" y="3881835"/>
              <a:ext cx="311929" cy="314062"/>
            </a:xfrm>
            <a:custGeom>
              <a:avLst/>
              <a:gdLst/>
              <a:ahLst/>
              <a:cxnLst/>
              <a:rect l="l" t="t" r="r" b="b"/>
              <a:pathLst>
                <a:path w="12724" h="12811" extrusionOk="0">
                  <a:moveTo>
                    <a:pt x="6278" y="3229"/>
                  </a:moveTo>
                  <a:cubicBezTo>
                    <a:pt x="7622" y="3229"/>
                    <a:pt x="8956" y="4073"/>
                    <a:pt x="9415" y="5677"/>
                  </a:cubicBezTo>
                  <a:cubicBezTo>
                    <a:pt x="9598" y="6347"/>
                    <a:pt x="9503" y="7076"/>
                    <a:pt x="9204" y="7681"/>
                  </a:cubicBezTo>
                  <a:cubicBezTo>
                    <a:pt x="8573" y="8966"/>
                    <a:pt x="7415" y="9583"/>
                    <a:pt x="6269" y="9583"/>
                  </a:cubicBezTo>
                  <a:cubicBezTo>
                    <a:pt x="4928" y="9583"/>
                    <a:pt x="3603" y="8738"/>
                    <a:pt x="3163" y="7134"/>
                  </a:cubicBezTo>
                  <a:cubicBezTo>
                    <a:pt x="2981" y="6464"/>
                    <a:pt x="3039" y="5735"/>
                    <a:pt x="3345" y="5130"/>
                  </a:cubicBezTo>
                  <a:cubicBezTo>
                    <a:pt x="3973" y="3845"/>
                    <a:pt x="5130" y="3229"/>
                    <a:pt x="6278" y="3229"/>
                  </a:cubicBezTo>
                  <a:close/>
                  <a:moveTo>
                    <a:pt x="6042" y="0"/>
                  </a:moveTo>
                  <a:cubicBezTo>
                    <a:pt x="5167" y="29"/>
                    <a:pt x="4285" y="241"/>
                    <a:pt x="3462" y="634"/>
                  </a:cubicBezTo>
                  <a:cubicBezTo>
                    <a:pt x="3433" y="671"/>
                    <a:pt x="3404" y="729"/>
                    <a:pt x="3404" y="787"/>
                  </a:cubicBezTo>
                  <a:lnTo>
                    <a:pt x="3586" y="1399"/>
                  </a:lnTo>
                  <a:cubicBezTo>
                    <a:pt x="3710" y="1851"/>
                    <a:pt x="3557" y="2310"/>
                    <a:pt x="3192" y="2609"/>
                  </a:cubicBezTo>
                  <a:cubicBezTo>
                    <a:pt x="3163" y="2609"/>
                    <a:pt x="3163" y="2609"/>
                    <a:pt x="3163" y="2638"/>
                  </a:cubicBezTo>
                  <a:lnTo>
                    <a:pt x="3127" y="2638"/>
                  </a:lnTo>
                  <a:cubicBezTo>
                    <a:pt x="2922" y="2829"/>
                    <a:pt x="2656" y="2923"/>
                    <a:pt x="2381" y="2923"/>
                  </a:cubicBezTo>
                  <a:cubicBezTo>
                    <a:pt x="2216" y="2923"/>
                    <a:pt x="2047" y="2889"/>
                    <a:pt x="1888" y="2820"/>
                  </a:cubicBezTo>
                  <a:lnTo>
                    <a:pt x="1276" y="2551"/>
                  </a:lnTo>
                  <a:cubicBezTo>
                    <a:pt x="1259" y="2542"/>
                    <a:pt x="1242" y="2539"/>
                    <a:pt x="1225" y="2539"/>
                  </a:cubicBezTo>
                  <a:cubicBezTo>
                    <a:pt x="1185" y="2539"/>
                    <a:pt x="1149" y="2559"/>
                    <a:pt x="1123" y="2580"/>
                  </a:cubicBezTo>
                  <a:cubicBezTo>
                    <a:pt x="613" y="3309"/>
                    <a:pt x="212" y="4132"/>
                    <a:pt x="30" y="5006"/>
                  </a:cubicBezTo>
                  <a:cubicBezTo>
                    <a:pt x="1" y="5072"/>
                    <a:pt x="30" y="5130"/>
                    <a:pt x="95" y="5160"/>
                  </a:cubicBezTo>
                  <a:lnTo>
                    <a:pt x="671" y="5407"/>
                  </a:lnTo>
                  <a:cubicBezTo>
                    <a:pt x="1094" y="5589"/>
                    <a:pt x="1371" y="5983"/>
                    <a:pt x="1371" y="6435"/>
                  </a:cubicBezTo>
                  <a:lnTo>
                    <a:pt x="1371" y="6617"/>
                  </a:lnTo>
                  <a:cubicBezTo>
                    <a:pt x="1400" y="7076"/>
                    <a:pt x="1094" y="7528"/>
                    <a:pt x="671" y="7710"/>
                  </a:cubicBezTo>
                  <a:lnTo>
                    <a:pt x="154" y="7921"/>
                  </a:lnTo>
                  <a:cubicBezTo>
                    <a:pt x="95" y="7958"/>
                    <a:pt x="66" y="8016"/>
                    <a:pt x="95" y="8074"/>
                  </a:cubicBezTo>
                  <a:cubicBezTo>
                    <a:pt x="307" y="8927"/>
                    <a:pt x="729" y="9714"/>
                    <a:pt x="1276" y="10413"/>
                  </a:cubicBezTo>
                  <a:cubicBezTo>
                    <a:pt x="1341" y="10472"/>
                    <a:pt x="1400" y="10472"/>
                    <a:pt x="1429" y="10472"/>
                  </a:cubicBezTo>
                  <a:lnTo>
                    <a:pt x="2128" y="10173"/>
                  </a:lnTo>
                  <a:cubicBezTo>
                    <a:pt x="2285" y="10100"/>
                    <a:pt x="2452" y="10066"/>
                    <a:pt x="2617" y="10066"/>
                  </a:cubicBezTo>
                  <a:cubicBezTo>
                    <a:pt x="2867" y="10066"/>
                    <a:pt x="3111" y="10145"/>
                    <a:pt x="3309" y="10290"/>
                  </a:cubicBezTo>
                  <a:lnTo>
                    <a:pt x="3374" y="10355"/>
                  </a:lnTo>
                  <a:cubicBezTo>
                    <a:pt x="3768" y="10654"/>
                    <a:pt x="3921" y="11142"/>
                    <a:pt x="3797" y="11601"/>
                  </a:cubicBezTo>
                  <a:lnTo>
                    <a:pt x="3644" y="12148"/>
                  </a:lnTo>
                  <a:cubicBezTo>
                    <a:pt x="3615" y="12206"/>
                    <a:pt x="3644" y="12264"/>
                    <a:pt x="3710" y="12264"/>
                  </a:cubicBezTo>
                  <a:cubicBezTo>
                    <a:pt x="4526" y="12629"/>
                    <a:pt x="5408" y="12811"/>
                    <a:pt x="6318" y="12811"/>
                  </a:cubicBezTo>
                  <a:cubicBezTo>
                    <a:pt x="6377" y="12811"/>
                    <a:pt x="6406" y="12782"/>
                    <a:pt x="6442" y="12723"/>
                  </a:cubicBezTo>
                  <a:lnTo>
                    <a:pt x="6588" y="12053"/>
                  </a:lnTo>
                  <a:cubicBezTo>
                    <a:pt x="6683" y="11601"/>
                    <a:pt x="7018" y="11266"/>
                    <a:pt x="7441" y="11171"/>
                  </a:cubicBezTo>
                  <a:cubicBezTo>
                    <a:pt x="7470" y="11171"/>
                    <a:pt x="7499" y="11171"/>
                    <a:pt x="7499" y="11142"/>
                  </a:cubicBezTo>
                  <a:cubicBezTo>
                    <a:pt x="7603" y="11114"/>
                    <a:pt x="7709" y="11100"/>
                    <a:pt x="7814" y="11100"/>
                  </a:cubicBezTo>
                  <a:cubicBezTo>
                    <a:pt x="8170" y="11100"/>
                    <a:pt x="8514" y="11261"/>
                    <a:pt x="8745" y="11565"/>
                  </a:cubicBezTo>
                  <a:lnTo>
                    <a:pt x="9109" y="12024"/>
                  </a:lnTo>
                  <a:cubicBezTo>
                    <a:pt x="9131" y="12067"/>
                    <a:pt x="9172" y="12094"/>
                    <a:pt x="9215" y="12094"/>
                  </a:cubicBezTo>
                  <a:cubicBezTo>
                    <a:pt x="9231" y="12094"/>
                    <a:pt x="9247" y="12090"/>
                    <a:pt x="9262" y="12082"/>
                  </a:cubicBezTo>
                  <a:cubicBezTo>
                    <a:pt x="9656" y="11871"/>
                    <a:pt x="10020" y="11630"/>
                    <a:pt x="10356" y="11324"/>
                  </a:cubicBezTo>
                  <a:cubicBezTo>
                    <a:pt x="10720" y="11055"/>
                    <a:pt x="11026" y="10720"/>
                    <a:pt x="11296" y="10384"/>
                  </a:cubicBezTo>
                  <a:cubicBezTo>
                    <a:pt x="11325" y="10326"/>
                    <a:pt x="11325" y="10260"/>
                    <a:pt x="11296" y="10231"/>
                  </a:cubicBezTo>
                  <a:lnTo>
                    <a:pt x="10902" y="9780"/>
                  </a:lnTo>
                  <a:cubicBezTo>
                    <a:pt x="10596" y="9444"/>
                    <a:pt x="10509" y="8956"/>
                    <a:pt x="10691" y="8533"/>
                  </a:cubicBezTo>
                  <a:cubicBezTo>
                    <a:pt x="10720" y="8468"/>
                    <a:pt x="10749" y="8410"/>
                    <a:pt x="10778" y="8351"/>
                  </a:cubicBezTo>
                  <a:cubicBezTo>
                    <a:pt x="10960" y="7921"/>
                    <a:pt x="11390" y="7681"/>
                    <a:pt x="11871" y="7681"/>
                  </a:cubicBezTo>
                  <a:lnTo>
                    <a:pt x="12454" y="7710"/>
                  </a:lnTo>
                  <a:cubicBezTo>
                    <a:pt x="12513" y="7710"/>
                    <a:pt x="12571" y="7652"/>
                    <a:pt x="12571" y="7593"/>
                  </a:cubicBezTo>
                  <a:cubicBezTo>
                    <a:pt x="12724" y="6712"/>
                    <a:pt x="12724" y="5830"/>
                    <a:pt x="12513" y="4948"/>
                  </a:cubicBezTo>
                  <a:cubicBezTo>
                    <a:pt x="12513" y="4890"/>
                    <a:pt x="12454" y="4861"/>
                    <a:pt x="12389" y="4861"/>
                  </a:cubicBezTo>
                  <a:lnTo>
                    <a:pt x="11784" y="4890"/>
                  </a:lnTo>
                  <a:cubicBezTo>
                    <a:pt x="11759" y="4891"/>
                    <a:pt x="11734" y="4892"/>
                    <a:pt x="11709" y="4892"/>
                  </a:cubicBezTo>
                  <a:cubicBezTo>
                    <a:pt x="11279" y="4892"/>
                    <a:pt x="10891" y="4655"/>
                    <a:pt x="10691" y="4249"/>
                  </a:cubicBezTo>
                  <a:cubicBezTo>
                    <a:pt x="10662" y="4219"/>
                    <a:pt x="10632" y="4161"/>
                    <a:pt x="10596" y="4096"/>
                  </a:cubicBezTo>
                  <a:cubicBezTo>
                    <a:pt x="10385" y="3673"/>
                    <a:pt x="10450" y="3156"/>
                    <a:pt x="10778" y="2820"/>
                  </a:cubicBezTo>
                  <a:lnTo>
                    <a:pt x="11143" y="2398"/>
                  </a:lnTo>
                  <a:cubicBezTo>
                    <a:pt x="11179" y="2369"/>
                    <a:pt x="11179" y="2274"/>
                    <a:pt x="11143" y="2245"/>
                  </a:cubicBezTo>
                  <a:cubicBezTo>
                    <a:pt x="10538" y="1545"/>
                    <a:pt x="9838" y="999"/>
                    <a:pt x="9051" y="634"/>
                  </a:cubicBezTo>
                  <a:cubicBezTo>
                    <a:pt x="9028" y="623"/>
                    <a:pt x="9003" y="616"/>
                    <a:pt x="8980" y="616"/>
                  </a:cubicBezTo>
                  <a:cubicBezTo>
                    <a:pt x="8946" y="616"/>
                    <a:pt x="8916" y="631"/>
                    <a:pt x="8898" y="671"/>
                  </a:cubicBezTo>
                  <a:lnTo>
                    <a:pt x="8563" y="1152"/>
                  </a:lnTo>
                  <a:cubicBezTo>
                    <a:pt x="8338" y="1480"/>
                    <a:pt x="7960" y="1661"/>
                    <a:pt x="7579" y="1661"/>
                  </a:cubicBezTo>
                  <a:cubicBezTo>
                    <a:pt x="7503" y="1661"/>
                    <a:pt x="7428" y="1654"/>
                    <a:pt x="7353" y="1640"/>
                  </a:cubicBezTo>
                  <a:cubicBezTo>
                    <a:pt x="7317" y="1611"/>
                    <a:pt x="7288" y="1611"/>
                    <a:pt x="7259" y="1611"/>
                  </a:cubicBezTo>
                  <a:cubicBezTo>
                    <a:pt x="6836" y="1516"/>
                    <a:pt x="6501" y="1217"/>
                    <a:pt x="6377" y="787"/>
                  </a:cubicBezTo>
                  <a:lnTo>
                    <a:pt x="6165" y="88"/>
                  </a:lnTo>
                  <a:cubicBezTo>
                    <a:pt x="6165" y="29"/>
                    <a:pt x="6107" y="0"/>
                    <a:pt x="6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80">
              <a:extLst>
                <a:ext uri="{FF2B5EF4-FFF2-40B4-BE49-F238E27FC236}">
                  <a16:creationId xmlns:a16="http://schemas.microsoft.com/office/drawing/2014/main" id="{640E7022-CF8C-DCE9-42F0-D933E62CD7B4}"/>
                </a:ext>
              </a:extLst>
            </p:cNvPr>
            <p:cNvSpPr/>
            <p:nvPr/>
          </p:nvSpPr>
          <p:spPr>
            <a:xfrm>
              <a:off x="4918011" y="3880389"/>
              <a:ext cx="316391" cy="317837"/>
            </a:xfrm>
            <a:custGeom>
              <a:avLst/>
              <a:gdLst/>
              <a:ahLst/>
              <a:cxnLst/>
              <a:rect l="l" t="t" r="r" b="b"/>
              <a:pathLst>
                <a:path w="12906" h="12965" extrusionOk="0">
                  <a:moveTo>
                    <a:pt x="6646" y="3368"/>
                  </a:moveTo>
                  <a:cubicBezTo>
                    <a:pt x="7987" y="3491"/>
                    <a:pt x="9043" y="4431"/>
                    <a:pt x="9408" y="5765"/>
                  </a:cubicBezTo>
                  <a:cubicBezTo>
                    <a:pt x="9590" y="6406"/>
                    <a:pt x="9532" y="7106"/>
                    <a:pt x="9226" y="7711"/>
                  </a:cubicBezTo>
                  <a:cubicBezTo>
                    <a:pt x="8667" y="8889"/>
                    <a:pt x="7585" y="9576"/>
                    <a:pt x="6372" y="9576"/>
                  </a:cubicBezTo>
                  <a:cubicBezTo>
                    <a:pt x="6273" y="9576"/>
                    <a:pt x="6172" y="9571"/>
                    <a:pt x="6070" y="9562"/>
                  </a:cubicBezTo>
                  <a:cubicBezTo>
                    <a:pt x="4737" y="9438"/>
                    <a:pt x="3702" y="8498"/>
                    <a:pt x="3308" y="7164"/>
                  </a:cubicBezTo>
                  <a:cubicBezTo>
                    <a:pt x="3126" y="6523"/>
                    <a:pt x="3214" y="5831"/>
                    <a:pt x="3491" y="5219"/>
                  </a:cubicBezTo>
                  <a:cubicBezTo>
                    <a:pt x="4066" y="4067"/>
                    <a:pt x="5159" y="3368"/>
                    <a:pt x="6347" y="3368"/>
                  </a:cubicBezTo>
                  <a:close/>
                  <a:moveTo>
                    <a:pt x="6386" y="3202"/>
                  </a:moveTo>
                  <a:cubicBezTo>
                    <a:pt x="5108" y="3202"/>
                    <a:pt x="3963" y="3918"/>
                    <a:pt x="3367" y="5131"/>
                  </a:cubicBezTo>
                  <a:cubicBezTo>
                    <a:pt x="3032" y="5794"/>
                    <a:pt x="2973" y="6523"/>
                    <a:pt x="3155" y="7193"/>
                  </a:cubicBezTo>
                  <a:cubicBezTo>
                    <a:pt x="3549" y="8622"/>
                    <a:pt x="4671" y="9591"/>
                    <a:pt x="6070" y="9715"/>
                  </a:cubicBezTo>
                  <a:cubicBezTo>
                    <a:pt x="6165" y="9715"/>
                    <a:pt x="6282" y="9744"/>
                    <a:pt x="6376" y="9744"/>
                  </a:cubicBezTo>
                  <a:cubicBezTo>
                    <a:pt x="7652" y="9744"/>
                    <a:pt x="8774" y="9015"/>
                    <a:pt x="9379" y="7798"/>
                  </a:cubicBezTo>
                  <a:cubicBezTo>
                    <a:pt x="9685" y="7135"/>
                    <a:pt x="9743" y="6406"/>
                    <a:pt x="9561" y="5736"/>
                  </a:cubicBezTo>
                  <a:cubicBezTo>
                    <a:pt x="9167" y="4308"/>
                    <a:pt x="8074" y="3338"/>
                    <a:pt x="6675" y="3215"/>
                  </a:cubicBezTo>
                  <a:cubicBezTo>
                    <a:pt x="6578" y="3206"/>
                    <a:pt x="6482" y="3202"/>
                    <a:pt x="6386" y="3202"/>
                  </a:cubicBezTo>
                  <a:close/>
                  <a:moveTo>
                    <a:pt x="6129" y="147"/>
                  </a:moveTo>
                  <a:cubicBezTo>
                    <a:pt x="6165" y="147"/>
                    <a:pt x="6194" y="147"/>
                    <a:pt x="6194" y="183"/>
                  </a:cubicBezTo>
                  <a:lnTo>
                    <a:pt x="6376" y="875"/>
                  </a:lnTo>
                  <a:cubicBezTo>
                    <a:pt x="6493" y="1305"/>
                    <a:pt x="6857" y="1641"/>
                    <a:pt x="7346" y="1757"/>
                  </a:cubicBezTo>
                  <a:lnTo>
                    <a:pt x="7404" y="1757"/>
                  </a:lnTo>
                  <a:cubicBezTo>
                    <a:pt x="7504" y="1781"/>
                    <a:pt x="7604" y="1793"/>
                    <a:pt x="7702" y="1793"/>
                  </a:cubicBezTo>
                  <a:cubicBezTo>
                    <a:pt x="8112" y="1793"/>
                    <a:pt x="8492" y="1594"/>
                    <a:pt x="8715" y="1276"/>
                  </a:cubicBezTo>
                  <a:lnTo>
                    <a:pt x="9043" y="788"/>
                  </a:lnTo>
                  <a:cubicBezTo>
                    <a:pt x="9043" y="759"/>
                    <a:pt x="9080" y="759"/>
                    <a:pt x="9109" y="759"/>
                  </a:cubicBezTo>
                  <a:cubicBezTo>
                    <a:pt x="9896" y="1152"/>
                    <a:pt x="10596" y="1670"/>
                    <a:pt x="11171" y="2333"/>
                  </a:cubicBezTo>
                  <a:lnTo>
                    <a:pt x="11171" y="2398"/>
                  </a:lnTo>
                  <a:lnTo>
                    <a:pt x="10807" y="2821"/>
                  </a:lnTo>
                  <a:cubicBezTo>
                    <a:pt x="10443" y="3185"/>
                    <a:pt x="10384" y="3761"/>
                    <a:pt x="10625" y="4220"/>
                  </a:cubicBezTo>
                  <a:cubicBezTo>
                    <a:pt x="10654" y="4249"/>
                    <a:pt x="10683" y="4308"/>
                    <a:pt x="10719" y="4373"/>
                  </a:cubicBezTo>
                  <a:cubicBezTo>
                    <a:pt x="10920" y="4775"/>
                    <a:pt x="11339" y="5038"/>
                    <a:pt x="11824" y="5038"/>
                  </a:cubicBezTo>
                  <a:cubicBezTo>
                    <a:pt x="11849" y="5038"/>
                    <a:pt x="11874" y="5038"/>
                    <a:pt x="11900" y="5036"/>
                  </a:cubicBezTo>
                  <a:lnTo>
                    <a:pt x="12476" y="5007"/>
                  </a:lnTo>
                  <a:cubicBezTo>
                    <a:pt x="12505" y="5007"/>
                    <a:pt x="12505" y="5007"/>
                    <a:pt x="12541" y="5036"/>
                  </a:cubicBezTo>
                  <a:cubicBezTo>
                    <a:pt x="12723" y="5889"/>
                    <a:pt x="12753" y="6771"/>
                    <a:pt x="12570" y="7652"/>
                  </a:cubicBezTo>
                  <a:cubicBezTo>
                    <a:pt x="12570" y="7652"/>
                    <a:pt x="12570" y="7682"/>
                    <a:pt x="12541" y="7682"/>
                  </a:cubicBezTo>
                  <a:lnTo>
                    <a:pt x="11958" y="7652"/>
                  </a:lnTo>
                  <a:cubicBezTo>
                    <a:pt x="11448" y="7652"/>
                    <a:pt x="10989" y="7922"/>
                    <a:pt x="10778" y="8381"/>
                  </a:cubicBezTo>
                  <a:cubicBezTo>
                    <a:pt x="10778" y="8439"/>
                    <a:pt x="10749" y="8498"/>
                    <a:pt x="10719" y="8563"/>
                  </a:cubicBezTo>
                  <a:cubicBezTo>
                    <a:pt x="10501" y="8986"/>
                    <a:pt x="10596" y="9532"/>
                    <a:pt x="10931" y="9897"/>
                  </a:cubicBezTo>
                  <a:lnTo>
                    <a:pt x="11324" y="10319"/>
                  </a:lnTo>
                  <a:cubicBezTo>
                    <a:pt x="11324" y="10349"/>
                    <a:pt x="11353" y="10385"/>
                    <a:pt x="11324" y="10385"/>
                  </a:cubicBezTo>
                  <a:cubicBezTo>
                    <a:pt x="11047" y="10749"/>
                    <a:pt x="10749" y="11048"/>
                    <a:pt x="10413" y="11325"/>
                  </a:cubicBezTo>
                  <a:cubicBezTo>
                    <a:pt x="10078" y="11624"/>
                    <a:pt x="9714" y="11872"/>
                    <a:pt x="9320" y="12054"/>
                  </a:cubicBezTo>
                  <a:cubicBezTo>
                    <a:pt x="9311" y="12063"/>
                    <a:pt x="9304" y="12067"/>
                    <a:pt x="9299" y="12067"/>
                  </a:cubicBezTo>
                  <a:cubicBezTo>
                    <a:pt x="9288" y="12067"/>
                    <a:pt x="9281" y="12054"/>
                    <a:pt x="9262" y="12054"/>
                  </a:cubicBezTo>
                  <a:lnTo>
                    <a:pt x="8898" y="11566"/>
                  </a:lnTo>
                  <a:cubicBezTo>
                    <a:pt x="8665" y="11266"/>
                    <a:pt x="8309" y="11089"/>
                    <a:pt x="7937" y="11089"/>
                  </a:cubicBezTo>
                  <a:cubicBezTo>
                    <a:pt x="7821" y="11089"/>
                    <a:pt x="7703" y="11106"/>
                    <a:pt x="7586" y="11143"/>
                  </a:cubicBezTo>
                  <a:lnTo>
                    <a:pt x="7528" y="11143"/>
                  </a:lnTo>
                  <a:cubicBezTo>
                    <a:pt x="7039" y="11259"/>
                    <a:pt x="6712" y="11624"/>
                    <a:pt x="6588" y="12083"/>
                  </a:cubicBezTo>
                  <a:lnTo>
                    <a:pt x="6435" y="12753"/>
                  </a:lnTo>
                  <a:cubicBezTo>
                    <a:pt x="6435" y="12782"/>
                    <a:pt x="6405" y="12782"/>
                    <a:pt x="6405" y="12782"/>
                  </a:cubicBezTo>
                  <a:cubicBezTo>
                    <a:pt x="5524" y="12782"/>
                    <a:pt x="4642" y="12600"/>
                    <a:pt x="3826" y="12265"/>
                  </a:cubicBezTo>
                  <a:cubicBezTo>
                    <a:pt x="3826" y="12265"/>
                    <a:pt x="3797" y="12236"/>
                    <a:pt x="3826" y="12207"/>
                  </a:cubicBezTo>
                  <a:lnTo>
                    <a:pt x="3942" y="11689"/>
                  </a:lnTo>
                  <a:cubicBezTo>
                    <a:pt x="4095" y="11172"/>
                    <a:pt x="3913" y="10655"/>
                    <a:pt x="3520" y="10349"/>
                  </a:cubicBezTo>
                  <a:cubicBezTo>
                    <a:pt x="3491" y="10349"/>
                    <a:pt x="3461" y="10319"/>
                    <a:pt x="3432" y="10290"/>
                  </a:cubicBezTo>
                  <a:cubicBezTo>
                    <a:pt x="3214" y="10137"/>
                    <a:pt x="2944" y="10050"/>
                    <a:pt x="2667" y="10050"/>
                  </a:cubicBezTo>
                  <a:cubicBezTo>
                    <a:pt x="2521" y="10050"/>
                    <a:pt x="2339" y="10079"/>
                    <a:pt x="2186" y="10137"/>
                  </a:cubicBezTo>
                  <a:lnTo>
                    <a:pt x="1487" y="10443"/>
                  </a:lnTo>
                  <a:lnTo>
                    <a:pt x="1458" y="10443"/>
                  </a:lnTo>
                  <a:cubicBezTo>
                    <a:pt x="882" y="9744"/>
                    <a:pt x="481" y="8957"/>
                    <a:pt x="241" y="8104"/>
                  </a:cubicBezTo>
                  <a:cubicBezTo>
                    <a:pt x="241" y="8075"/>
                    <a:pt x="270" y="8075"/>
                    <a:pt x="270" y="8046"/>
                  </a:cubicBezTo>
                  <a:lnTo>
                    <a:pt x="787" y="7864"/>
                  </a:lnTo>
                  <a:cubicBezTo>
                    <a:pt x="1275" y="7652"/>
                    <a:pt x="1574" y="7164"/>
                    <a:pt x="1545" y="6647"/>
                  </a:cubicBezTo>
                  <a:lnTo>
                    <a:pt x="1545" y="6494"/>
                  </a:lnTo>
                  <a:cubicBezTo>
                    <a:pt x="1545" y="6042"/>
                    <a:pt x="1246" y="5583"/>
                    <a:pt x="787" y="5401"/>
                  </a:cubicBezTo>
                  <a:lnTo>
                    <a:pt x="211" y="5131"/>
                  </a:lnTo>
                  <a:lnTo>
                    <a:pt x="182" y="5102"/>
                  </a:lnTo>
                  <a:cubicBezTo>
                    <a:pt x="394" y="4220"/>
                    <a:pt x="758" y="3397"/>
                    <a:pt x="1275" y="2697"/>
                  </a:cubicBezTo>
                  <a:cubicBezTo>
                    <a:pt x="1290" y="2683"/>
                    <a:pt x="1297" y="2675"/>
                    <a:pt x="1304" y="2675"/>
                  </a:cubicBezTo>
                  <a:cubicBezTo>
                    <a:pt x="1312" y="2675"/>
                    <a:pt x="1319" y="2683"/>
                    <a:pt x="1334" y="2697"/>
                  </a:cubicBezTo>
                  <a:lnTo>
                    <a:pt x="1938" y="2974"/>
                  </a:lnTo>
                  <a:cubicBezTo>
                    <a:pt x="2097" y="3041"/>
                    <a:pt x="2267" y="3076"/>
                    <a:pt x="2439" y="3076"/>
                  </a:cubicBezTo>
                  <a:cubicBezTo>
                    <a:pt x="2733" y="3076"/>
                    <a:pt x="3031" y="2974"/>
                    <a:pt x="3279" y="2763"/>
                  </a:cubicBezTo>
                  <a:lnTo>
                    <a:pt x="3308" y="2734"/>
                  </a:lnTo>
                  <a:cubicBezTo>
                    <a:pt x="3702" y="2398"/>
                    <a:pt x="3884" y="1910"/>
                    <a:pt x="3731" y="1422"/>
                  </a:cubicBezTo>
                  <a:lnTo>
                    <a:pt x="3578" y="817"/>
                  </a:lnTo>
                  <a:cubicBezTo>
                    <a:pt x="3578" y="817"/>
                    <a:pt x="3578" y="788"/>
                    <a:pt x="3615" y="788"/>
                  </a:cubicBezTo>
                  <a:cubicBezTo>
                    <a:pt x="4402" y="394"/>
                    <a:pt x="5283" y="183"/>
                    <a:pt x="6129" y="147"/>
                  </a:cubicBezTo>
                  <a:close/>
                  <a:moveTo>
                    <a:pt x="6129" y="1"/>
                  </a:moveTo>
                  <a:cubicBezTo>
                    <a:pt x="5254" y="30"/>
                    <a:pt x="4343" y="241"/>
                    <a:pt x="3520" y="635"/>
                  </a:cubicBezTo>
                  <a:cubicBezTo>
                    <a:pt x="3432" y="664"/>
                    <a:pt x="3396" y="788"/>
                    <a:pt x="3432" y="875"/>
                  </a:cubicBezTo>
                  <a:lnTo>
                    <a:pt x="3578" y="1458"/>
                  </a:lnTo>
                  <a:cubicBezTo>
                    <a:pt x="3702" y="1881"/>
                    <a:pt x="3549" y="2333"/>
                    <a:pt x="3214" y="2610"/>
                  </a:cubicBezTo>
                  <a:lnTo>
                    <a:pt x="3155" y="2639"/>
                  </a:lnTo>
                  <a:cubicBezTo>
                    <a:pt x="2941" y="2816"/>
                    <a:pt x="2690" y="2904"/>
                    <a:pt x="2435" y="2904"/>
                  </a:cubicBezTo>
                  <a:cubicBezTo>
                    <a:pt x="2291" y="2904"/>
                    <a:pt x="2146" y="2876"/>
                    <a:pt x="2004" y="2821"/>
                  </a:cubicBezTo>
                  <a:lnTo>
                    <a:pt x="1392" y="2551"/>
                  </a:lnTo>
                  <a:cubicBezTo>
                    <a:pt x="1360" y="2527"/>
                    <a:pt x="1327" y="2516"/>
                    <a:pt x="1295" y="2516"/>
                  </a:cubicBezTo>
                  <a:cubicBezTo>
                    <a:pt x="1240" y="2516"/>
                    <a:pt x="1188" y="2550"/>
                    <a:pt x="1151" y="2610"/>
                  </a:cubicBezTo>
                  <a:cubicBezTo>
                    <a:pt x="605" y="3338"/>
                    <a:pt x="241" y="4155"/>
                    <a:pt x="29" y="5036"/>
                  </a:cubicBezTo>
                  <a:cubicBezTo>
                    <a:pt x="0" y="5160"/>
                    <a:pt x="58" y="5248"/>
                    <a:pt x="153" y="5284"/>
                  </a:cubicBezTo>
                  <a:lnTo>
                    <a:pt x="729" y="5554"/>
                  </a:lnTo>
                  <a:cubicBezTo>
                    <a:pt x="1122" y="5707"/>
                    <a:pt x="1363" y="6100"/>
                    <a:pt x="1392" y="6494"/>
                  </a:cubicBezTo>
                  <a:lnTo>
                    <a:pt x="1392" y="6676"/>
                  </a:lnTo>
                  <a:cubicBezTo>
                    <a:pt x="1392" y="7106"/>
                    <a:pt x="1122" y="7529"/>
                    <a:pt x="729" y="7711"/>
                  </a:cubicBezTo>
                  <a:lnTo>
                    <a:pt x="211" y="7893"/>
                  </a:lnTo>
                  <a:cubicBezTo>
                    <a:pt x="117" y="7951"/>
                    <a:pt x="58" y="8046"/>
                    <a:pt x="88" y="8133"/>
                  </a:cubicBezTo>
                  <a:cubicBezTo>
                    <a:pt x="335" y="9015"/>
                    <a:pt x="729" y="9839"/>
                    <a:pt x="1304" y="10531"/>
                  </a:cubicBezTo>
                  <a:cubicBezTo>
                    <a:pt x="1342" y="10592"/>
                    <a:pt x="1407" y="10613"/>
                    <a:pt x="1463" y="10613"/>
                  </a:cubicBezTo>
                  <a:cubicBezTo>
                    <a:pt x="1495" y="10613"/>
                    <a:pt x="1524" y="10607"/>
                    <a:pt x="1545" y="10596"/>
                  </a:cubicBezTo>
                  <a:lnTo>
                    <a:pt x="2245" y="10290"/>
                  </a:lnTo>
                  <a:cubicBezTo>
                    <a:pt x="2377" y="10235"/>
                    <a:pt x="2517" y="10208"/>
                    <a:pt x="2656" y="10208"/>
                  </a:cubicBezTo>
                  <a:cubicBezTo>
                    <a:pt x="2901" y="10208"/>
                    <a:pt x="3143" y="10290"/>
                    <a:pt x="3338" y="10443"/>
                  </a:cubicBezTo>
                  <a:cubicBezTo>
                    <a:pt x="3367" y="10443"/>
                    <a:pt x="3396" y="10472"/>
                    <a:pt x="3432" y="10502"/>
                  </a:cubicBezTo>
                  <a:cubicBezTo>
                    <a:pt x="3760" y="10749"/>
                    <a:pt x="3913" y="11201"/>
                    <a:pt x="3797" y="11624"/>
                  </a:cubicBezTo>
                  <a:lnTo>
                    <a:pt x="3644" y="12170"/>
                  </a:lnTo>
                  <a:cubicBezTo>
                    <a:pt x="3615" y="12265"/>
                    <a:pt x="3673" y="12389"/>
                    <a:pt x="3760" y="12418"/>
                  </a:cubicBezTo>
                  <a:cubicBezTo>
                    <a:pt x="4584" y="12782"/>
                    <a:pt x="5495" y="12965"/>
                    <a:pt x="6376" y="12965"/>
                  </a:cubicBezTo>
                  <a:lnTo>
                    <a:pt x="6405" y="12965"/>
                  </a:lnTo>
                  <a:cubicBezTo>
                    <a:pt x="6493" y="12965"/>
                    <a:pt x="6588" y="12899"/>
                    <a:pt x="6588" y="12782"/>
                  </a:cubicBezTo>
                  <a:lnTo>
                    <a:pt x="6741" y="12112"/>
                  </a:lnTo>
                  <a:cubicBezTo>
                    <a:pt x="6828" y="11719"/>
                    <a:pt x="7163" y="11413"/>
                    <a:pt x="7557" y="11296"/>
                  </a:cubicBezTo>
                  <a:lnTo>
                    <a:pt x="7622" y="11296"/>
                  </a:lnTo>
                  <a:cubicBezTo>
                    <a:pt x="7721" y="11267"/>
                    <a:pt x="7821" y="11253"/>
                    <a:pt x="7920" y="11253"/>
                  </a:cubicBezTo>
                  <a:cubicBezTo>
                    <a:pt x="8246" y="11253"/>
                    <a:pt x="8561" y="11403"/>
                    <a:pt x="8774" y="11660"/>
                  </a:cubicBezTo>
                  <a:lnTo>
                    <a:pt x="9138" y="12141"/>
                  </a:lnTo>
                  <a:cubicBezTo>
                    <a:pt x="9176" y="12203"/>
                    <a:pt x="9242" y="12237"/>
                    <a:pt x="9299" y="12237"/>
                  </a:cubicBezTo>
                  <a:cubicBezTo>
                    <a:pt x="9330" y="12237"/>
                    <a:pt x="9358" y="12227"/>
                    <a:pt x="9379" y="12207"/>
                  </a:cubicBezTo>
                  <a:cubicBezTo>
                    <a:pt x="9772" y="11988"/>
                    <a:pt x="10173" y="11748"/>
                    <a:pt x="10501" y="11478"/>
                  </a:cubicBezTo>
                  <a:cubicBezTo>
                    <a:pt x="10865" y="11172"/>
                    <a:pt x="11171" y="10837"/>
                    <a:pt x="11448" y="10502"/>
                  </a:cubicBezTo>
                  <a:cubicBezTo>
                    <a:pt x="11506" y="10414"/>
                    <a:pt x="11506" y="10290"/>
                    <a:pt x="11448" y="10232"/>
                  </a:cubicBezTo>
                  <a:lnTo>
                    <a:pt x="11047" y="9773"/>
                  </a:lnTo>
                  <a:cubicBezTo>
                    <a:pt x="10749" y="9474"/>
                    <a:pt x="10683" y="9015"/>
                    <a:pt x="10865" y="8622"/>
                  </a:cubicBezTo>
                  <a:cubicBezTo>
                    <a:pt x="10902" y="8563"/>
                    <a:pt x="10902" y="8498"/>
                    <a:pt x="10931" y="8439"/>
                  </a:cubicBezTo>
                  <a:cubicBezTo>
                    <a:pt x="11102" y="8097"/>
                    <a:pt x="11460" y="7831"/>
                    <a:pt x="11878" y="7831"/>
                  </a:cubicBezTo>
                  <a:cubicBezTo>
                    <a:pt x="11905" y="7831"/>
                    <a:pt x="11931" y="7832"/>
                    <a:pt x="11958" y="7835"/>
                  </a:cubicBezTo>
                  <a:lnTo>
                    <a:pt x="12541" y="7835"/>
                  </a:lnTo>
                  <a:cubicBezTo>
                    <a:pt x="12629" y="7835"/>
                    <a:pt x="12723" y="7769"/>
                    <a:pt x="12753" y="7682"/>
                  </a:cubicBezTo>
                  <a:cubicBezTo>
                    <a:pt x="12906" y="6800"/>
                    <a:pt x="12869" y="5860"/>
                    <a:pt x="12687" y="4978"/>
                  </a:cubicBezTo>
                  <a:cubicBezTo>
                    <a:pt x="12658" y="4883"/>
                    <a:pt x="12570" y="4825"/>
                    <a:pt x="12476" y="4825"/>
                  </a:cubicBezTo>
                  <a:lnTo>
                    <a:pt x="11871" y="4883"/>
                  </a:lnTo>
                  <a:cubicBezTo>
                    <a:pt x="11448" y="4883"/>
                    <a:pt x="11018" y="4672"/>
                    <a:pt x="10836" y="4278"/>
                  </a:cubicBezTo>
                  <a:cubicBezTo>
                    <a:pt x="10807" y="4220"/>
                    <a:pt x="10807" y="4191"/>
                    <a:pt x="10778" y="4125"/>
                  </a:cubicBezTo>
                  <a:cubicBezTo>
                    <a:pt x="10566" y="3732"/>
                    <a:pt x="10625" y="3244"/>
                    <a:pt x="10931" y="2916"/>
                  </a:cubicBezTo>
                  <a:lnTo>
                    <a:pt x="11295" y="2515"/>
                  </a:lnTo>
                  <a:cubicBezTo>
                    <a:pt x="11353" y="2428"/>
                    <a:pt x="11353" y="2304"/>
                    <a:pt x="11295" y="2245"/>
                  </a:cubicBezTo>
                  <a:cubicBezTo>
                    <a:pt x="10683" y="1546"/>
                    <a:pt x="9991" y="999"/>
                    <a:pt x="9167" y="606"/>
                  </a:cubicBezTo>
                  <a:cubicBezTo>
                    <a:pt x="9145" y="598"/>
                    <a:pt x="9121" y="595"/>
                    <a:pt x="9096" y="595"/>
                  </a:cubicBezTo>
                  <a:cubicBezTo>
                    <a:pt x="9022" y="595"/>
                    <a:pt x="8941" y="628"/>
                    <a:pt x="8898" y="693"/>
                  </a:cubicBezTo>
                  <a:lnTo>
                    <a:pt x="8592" y="1181"/>
                  </a:lnTo>
                  <a:cubicBezTo>
                    <a:pt x="8398" y="1475"/>
                    <a:pt x="8062" y="1632"/>
                    <a:pt x="7718" y="1632"/>
                  </a:cubicBezTo>
                  <a:cubicBezTo>
                    <a:pt x="7635" y="1632"/>
                    <a:pt x="7551" y="1622"/>
                    <a:pt x="7469" y="1604"/>
                  </a:cubicBezTo>
                  <a:lnTo>
                    <a:pt x="7375" y="1575"/>
                  </a:lnTo>
                  <a:cubicBezTo>
                    <a:pt x="6952" y="1517"/>
                    <a:pt x="6646" y="1211"/>
                    <a:pt x="6529" y="817"/>
                  </a:cubicBezTo>
                  <a:lnTo>
                    <a:pt x="6347" y="118"/>
                  </a:lnTo>
                  <a:cubicBezTo>
                    <a:pt x="6311" y="30"/>
                    <a:pt x="6223" y="1"/>
                    <a:pt x="6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80">
              <a:extLst>
                <a:ext uri="{FF2B5EF4-FFF2-40B4-BE49-F238E27FC236}">
                  <a16:creationId xmlns:a16="http://schemas.microsoft.com/office/drawing/2014/main" id="{87C413D7-CA8A-EE71-7530-202C98FBF443}"/>
                </a:ext>
              </a:extLst>
            </p:cNvPr>
            <p:cNvSpPr/>
            <p:nvPr/>
          </p:nvSpPr>
          <p:spPr>
            <a:xfrm>
              <a:off x="4836890" y="3709789"/>
              <a:ext cx="183863" cy="186167"/>
            </a:xfrm>
            <a:custGeom>
              <a:avLst/>
              <a:gdLst/>
              <a:ahLst/>
              <a:cxnLst/>
              <a:rect l="l" t="t" r="r" b="b"/>
              <a:pathLst>
                <a:path w="7500" h="7594" extrusionOk="0">
                  <a:moveTo>
                    <a:pt x="3681" y="1923"/>
                  </a:moveTo>
                  <a:cubicBezTo>
                    <a:pt x="4476" y="1923"/>
                    <a:pt x="5261" y="2422"/>
                    <a:pt x="5524" y="3375"/>
                  </a:cubicBezTo>
                  <a:cubicBezTo>
                    <a:pt x="5648" y="3768"/>
                    <a:pt x="5612" y="4191"/>
                    <a:pt x="5430" y="4555"/>
                  </a:cubicBezTo>
                  <a:cubicBezTo>
                    <a:pt x="5054" y="5310"/>
                    <a:pt x="4368" y="5673"/>
                    <a:pt x="3689" y="5673"/>
                  </a:cubicBezTo>
                  <a:cubicBezTo>
                    <a:pt x="2895" y="5673"/>
                    <a:pt x="2111" y="5175"/>
                    <a:pt x="1852" y="4227"/>
                  </a:cubicBezTo>
                  <a:cubicBezTo>
                    <a:pt x="1728" y="3827"/>
                    <a:pt x="1786" y="3404"/>
                    <a:pt x="1939" y="3040"/>
                  </a:cubicBezTo>
                  <a:cubicBezTo>
                    <a:pt x="2318" y="2285"/>
                    <a:pt x="3003" y="1923"/>
                    <a:pt x="3681" y="1923"/>
                  </a:cubicBezTo>
                  <a:close/>
                  <a:moveTo>
                    <a:pt x="3550" y="1"/>
                  </a:moveTo>
                  <a:cubicBezTo>
                    <a:pt x="3032" y="37"/>
                    <a:pt x="2515" y="154"/>
                    <a:pt x="2034" y="402"/>
                  </a:cubicBezTo>
                  <a:cubicBezTo>
                    <a:pt x="2005" y="402"/>
                    <a:pt x="2005" y="460"/>
                    <a:pt x="2005" y="489"/>
                  </a:cubicBezTo>
                  <a:lnTo>
                    <a:pt x="2092" y="824"/>
                  </a:lnTo>
                  <a:cubicBezTo>
                    <a:pt x="2150" y="1094"/>
                    <a:pt x="2063" y="1371"/>
                    <a:pt x="1852" y="1553"/>
                  </a:cubicBezTo>
                  <a:lnTo>
                    <a:pt x="1852" y="1582"/>
                  </a:lnTo>
                  <a:lnTo>
                    <a:pt x="1823" y="1582"/>
                  </a:lnTo>
                  <a:cubicBezTo>
                    <a:pt x="1707" y="1679"/>
                    <a:pt x="1540" y="1739"/>
                    <a:pt x="1373" y="1739"/>
                  </a:cubicBezTo>
                  <a:cubicBezTo>
                    <a:pt x="1277" y="1739"/>
                    <a:pt x="1181" y="1719"/>
                    <a:pt x="1094" y="1677"/>
                  </a:cubicBezTo>
                  <a:lnTo>
                    <a:pt x="729" y="1524"/>
                  </a:lnTo>
                  <a:cubicBezTo>
                    <a:pt x="719" y="1515"/>
                    <a:pt x="709" y="1512"/>
                    <a:pt x="699" y="1512"/>
                  </a:cubicBezTo>
                  <a:cubicBezTo>
                    <a:pt x="676" y="1512"/>
                    <a:pt x="655" y="1532"/>
                    <a:pt x="635" y="1553"/>
                  </a:cubicBezTo>
                  <a:cubicBezTo>
                    <a:pt x="329" y="1976"/>
                    <a:pt x="117" y="2464"/>
                    <a:pt x="1" y="2981"/>
                  </a:cubicBezTo>
                  <a:cubicBezTo>
                    <a:pt x="1" y="3010"/>
                    <a:pt x="1" y="3040"/>
                    <a:pt x="30" y="3040"/>
                  </a:cubicBezTo>
                  <a:lnTo>
                    <a:pt x="394" y="3222"/>
                  </a:lnTo>
                  <a:cubicBezTo>
                    <a:pt x="635" y="3316"/>
                    <a:pt x="788" y="3557"/>
                    <a:pt x="788" y="3827"/>
                  </a:cubicBezTo>
                  <a:lnTo>
                    <a:pt x="788" y="3921"/>
                  </a:lnTo>
                  <a:cubicBezTo>
                    <a:pt x="817" y="4191"/>
                    <a:pt x="635" y="4468"/>
                    <a:pt x="365" y="4555"/>
                  </a:cubicBezTo>
                  <a:lnTo>
                    <a:pt x="88" y="4679"/>
                  </a:lnTo>
                  <a:cubicBezTo>
                    <a:pt x="30" y="4708"/>
                    <a:pt x="30" y="4737"/>
                    <a:pt x="30" y="4774"/>
                  </a:cubicBezTo>
                  <a:cubicBezTo>
                    <a:pt x="183" y="5284"/>
                    <a:pt x="394" y="5772"/>
                    <a:pt x="759" y="6166"/>
                  </a:cubicBezTo>
                  <a:cubicBezTo>
                    <a:pt x="759" y="6195"/>
                    <a:pt x="788" y="6195"/>
                    <a:pt x="817" y="6195"/>
                  </a:cubicBezTo>
                  <a:lnTo>
                    <a:pt x="1240" y="6013"/>
                  </a:lnTo>
                  <a:cubicBezTo>
                    <a:pt x="1331" y="5980"/>
                    <a:pt x="1422" y="5964"/>
                    <a:pt x="1511" y="5964"/>
                  </a:cubicBezTo>
                  <a:cubicBezTo>
                    <a:pt x="1662" y="5964"/>
                    <a:pt x="1806" y="6011"/>
                    <a:pt x="1939" y="6107"/>
                  </a:cubicBezTo>
                  <a:lnTo>
                    <a:pt x="1968" y="6137"/>
                  </a:lnTo>
                  <a:cubicBezTo>
                    <a:pt x="2216" y="6319"/>
                    <a:pt x="2303" y="6596"/>
                    <a:pt x="2216" y="6865"/>
                  </a:cubicBezTo>
                  <a:lnTo>
                    <a:pt x="2121" y="7171"/>
                  </a:lnTo>
                  <a:cubicBezTo>
                    <a:pt x="2121" y="7230"/>
                    <a:pt x="2150" y="7259"/>
                    <a:pt x="2187" y="7259"/>
                  </a:cubicBezTo>
                  <a:cubicBezTo>
                    <a:pt x="2668" y="7470"/>
                    <a:pt x="3185" y="7594"/>
                    <a:pt x="3703" y="7594"/>
                  </a:cubicBezTo>
                  <a:cubicBezTo>
                    <a:pt x="3732" y="7594"/>
                    <a:pt x="3761" y="7565"/>
                    <a:pt x="3790" y="7536"/>
                  </a:cubicBezTo>
                  <a:lnTo>
                    <a:pt x="3885" y="7142"/>
                  </a:lnTo>
                  <a:cubicBezTo>
                    <a:pt x="3943" y="6865"/>
                    <a:pt x="4125" y="6683"/>
                    <a:pt x="4402" y="6625"/>
                  </a:cubicBezTo>
                  <a:lnTo>
                    <a:pt x="4431" y="6596"/>
                  </a:lnTo>
                  <a:cubicBezTo>
                    <a:pt x="4488" y="6582"/>
                    <a:pt x="4545" y="6575"/>
                    <a:pt x="4602" y="6575"/>
                  </a:cubicBezTo>
                  <a:cubicBezTo>
                    <a:pt x="4813" y="6575"/>
                    <a:pt x="5016" y="6669"/>
                    <a:pt x="5160" y="6836"/>
                  </a:cubicBezTo>
                  <a:lnTo>
                    <a:pt x="5371" y="7142"/>
                  </a:lnTo>
                  <a:cubicBezTo>
                    <a:pt x="5386" y="7157"/>
                    <a:pt x="5400" y="7164"/>
                    <a:pt x="5416" y="7164"/>
                  </a:cubicBezTo>
                  <a:cubicBezTo>
                    <a:pt x="5431" y="7164"/>
                    <a:pt x="5448" y="7157"/>
                    <a:pt x="5466" y="7142"/>
                  </a:cubicBezTo>
                  <a:cubicBezTo>
                    <a:pt x="5677" y="7018"/>
                    <a:pt x="5918" y="6865"/>
                    <a:pt x="6100" y="6712"/>
                  </a:cubicBezTo>
                  <a:cubicBezTo>
                    <a:pt x="6311" y="6530"/>
                    <a:pt x="6494" y="6348"/>
                    <a:pt x="6676" y="6137"/>
                  </a:cubicBezTo>
                  <a:cubicBezTo>
                    <a:pt x="6676" y="6107"/>
                    <a:pt x="6676" y="6078"/>
                    <a:pt x="6647" y="6049"/>
                  </a:cubicBezTo>
                  <a:lnTo>
                    <a:pt x="6435" y="5801"/>
                  </a:lnTo>
                  <a:cubicBezTo>
                    <a:pt x="6253" y="5590"/>
                    <a:pt x="6195" y="5284"/>
                    <a:pt x="6311" y="5043"/>
                  </a:cubicBezTo>
                  <a:cubicBezTo>
                    <a:pt x="6311" y="5014"/>
                    <a:pt x="6341" y="4985"/>
                    <a:pt x="6341" y="4956"/>
                  </a:cubicBezTo>
                  <a:cubicBezTo>
                    <a:pt x="6464" y="4708"/>
                    <a:pt x="6705" y="4555"/>
                    <a:pt x="6982" y="4555"/>
                  </a:cubicBezTo>
                  <a:lnTo>
                    <a:pt x="7346" y="4555"/>
                  </a:lnTo>
                  <a:cubicBezTo>
                    <a:pt x="7375" y="4555"/>
                    <a:pt x="7404" y="4526"/>
                    <a:pt x="7404" y="4497"/>
                  </a:cubicBezTo>
                  <a:cubicBezTo>
                    <a:pt x="7499" y="3980"/>
                    <a:pt x="7499" y="3433"/>
                    <a:pt x="7375" y="2952"/>
                  </a:cubicBezTo>
                  <a:cubicBezTo>
                    <a:pt x="7375" y="2916"/>
                    <a:pt x="7346" y="2886"/>
                    <a:pt x="7317" y="2886"/>
                  </a:cubicBezTo>
                  <a:lnTo>
                    <a:pt x="6953" y="2916"/>
                  </a:lnTo>
                  <a:cubicBezTo>
                    <a:pt x="6676" y="2916"/>
                    <a:pt x="6406" y="2770"/>
                    <a:pt x="6311" y="2522"/>
                  </a:cubicBezTo>
                  <a:cubicBezTo>
                    <a:pt x="6282" y="2493"/>
                    <a:pt x="6253" y="2464"/>
                    <a:pt x="6253" y="2435"/>
                  </a:cubicBezTo>
                  <a:cubicBezTo>
                    <a:pt x="6129" y="2187"/>
                    <a:pt x="6158" y="1888"/>
                    <a:pt x="6341" y="1677"/>
                  </a:cubicBezTo>
                  <a:lnTo>
                    <a:pt x="6559" y="1429"/>
                  </a:lnTo>
                  <a:cubicBezTo>
                    <a:pt x="6588" y="1400"/>
                    <a:pt x="6588" y="1371"/>
                    <a:pt x="6559" y="1342"/>
                  </a:cubicBezTo>
                  <a:cubicBezTo>
                    <a:pt x="6224" y="948"/>
                    <a:pt x="5794" y="613"/>
                    <a:pt x="5313" y="365"/>
                  </a:cubicBezTo>
                  <a:cubicBezTo>
                    <a:pt x="5284" y="365"/>
                    <a:pt x="5247" y="365"/>
                    <a:pt x="5218" y="402"/>
                  </a:cubicBezTo>
                  <a:lnTo>
                    <a:pt x="5036" y="700"/>
                  </a:lnTo>
                  <a:cubicBezTo>
                    <a:pt x="4909" y="876"/>
                    <a:pt x="4700" y="992"/>
                    <a:pt x="4474" y="992"/>
                  </a:cubicBezTo>
                  <a:cubicBezTo>
                    <a:pt x="4429" y="992"/>
                    <a:pt x="4383" y="987"/>
                    <a:pt x="4337" y="977"/>
                  </a:cubicBezTo>
                  <a:lnTo>
                    <a:pt x="4278" y="977"/>
                  </a:lnTo>
                  <a:cubicBezTo>
                    <a:pt x="4038" y="912"/>
                    <a:pt x="3826" y="730"/>
                    <a:pt x="3732" y="489"/>
                  </a:cubicBezTo>
                  <a:lnTo>
                    <a:pt x="3644" y="66"/>
                  </a:lnTo>
                  <a:cubicBezTo>
                    <a:pt x="3608" y="37"/>
                    <a:pt x="3579" y="1"/>
                    <a:pt x="35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80">
              <a:extLst>
                <a:ext uri="{FF2B5EF4-FFF2-40B4-BE49-F238E27FC236}">
                  <a16:creationId xmlns:a16="http://schemas.microsoft.com/office/drawing/2014/main" id="{CCAAEBB3-87AD-8AAA-06FD-2A1B561FB91B}"/>
                </a:ext>
              </a:extLst>
            </p:cNvPr>
            <p:cNvSpPr/>
            <p:nvPr/>
          </p:nvSpPr>
          <p:spPr>
            <a:xfrm>
              <a:off x="4834586" y="3708367"/>
              <a:ext cx="188300" cy="189035"/>
            </a:xfrm>
            <a:custGeom>
              <a:avLst/>
              <a:gdLst/>
              <a:ahLst/>
              <a:cxnLst/>
              <a:rect l="l" t="t" r="r" b="b"/>
              <a:pathLst>
                <a:path w="7681" h="7711" extrusionOk="0">
                  <a:moveTo>
                    <a:pt x="3950" y="2063"/>
                  </a:moveTo>
                  <a:cubicBezTo>
                    <a:pt x="4737" y="2128"/>
                    <a:pt x="5341" y="2675"/>
                    <a:pt x="5560" y="3462"/>
                  </a:cubicBezTo>
                  <a:cubicBezTo>
                    <a:pt x="5648" y="3826"/>
                    <a:pt x="5618" y="4220"/>
                    <a:pt x="5436" y="4584"/>
                  </a:cubicBezTo>
                  <a:cubicBezTo>
                    <a:pt x="5123" y="5265"/>
                    <a:pt x="4491" y="5654"/>
                    <a:pt x="3767" y="5654"/>
                  </a:cubicBezTo>
                  <a:cubicBezTo>
                    <a:pt x="3716" y="5654"/>
                    <a:pt x="3666" y="5652"/>
                    <a:pt x="3614" y="5648"/>
                  </a:cubicBezTo>
                  <a:cubicBezTo>
                    <a:pt x="2857" y="5590"/>
                    <a:pt x="2244" y="5043"/>
                    <a:pt x="2004" y="4249"/>
                  </a:cubicBezTo>
                  <a:cubicBezTo>
                    <a:pt x="1917" y="3885"/>
                    <a:pt x="1946" y="3491"/>
                    <a:pt x="2128" y="3127"/>
                  </a:cubicBezTo>
                  <a:cubicBezTo>
                    <a:pt x="2463" y="2464"/>
                    <a:pt x="3068" y="2063"/>
                    <a:pt x="3767" y="2063"/>
                  </a:cubicBezTo>
                  <a:close/>
                  <a:moveTo>
                    <a:pt x="3758" y="1905"/>
                  </a:moveTo>
                  <a:cubicBezTo>
                    <a:pt x="2997" y="1905"/>
                    <a:pt x="2334" y="2350"/>
                    <a:pt x="1975" y="3068"/>
                  </a:cubicBezTo>
                  <a:cubicBezTo>
                    <a:pt x="1793" y="3462"/>
                    <a:pt x="1734" y="3885"/>
                    <a:pt x="1851" y="4314"/>
                  </a:cubicBezTo>
                  <a:cubicBezTo>
                    <a:pt x="2099" y="5160"/>
                    <a:pt x="2762" y="5743"/>
                    <a:pt x="3614" y="5801"/>
                  </a:cubicBezTo>
                  <a:cubicBezTo>
                    <a:pt x="3673" y="5830"/>
                    <a:pt x="3738" y="5830"/>
                    <a:pt x="3797" y="5830"/>
                  </a:cubicBezTo>
                  <a:cubicBezTo>
                    <a:pt x="4554" y="5830"/>
                    <a:pt x="5225" y="5378"/>
                    <a:pt x="5589" y="4650"/>
                  </a:cubicBezTo>
                  <a:cubicBezTo>
                    <a:pt x="5771" y="4249"/>
                    <a:pt x="5830" y="3826"/>
                    <a:pt x="5706" y="3404"/>
                  </a:cubicBezTo>
                  <a:cubicBezTo>
                    <a:pt x="5465" y="2551"/>
                    <a:pt x="4795" y="1975"/>
                    <a:pt x="3979" y="1917"/>
                  </a:cubicBezTo>
                  <a:cubicBezTo>
                    <a:pt x="3905" y="1909"/>
                    <a:pt x="3831" y="1905"/>
                    <a:pt x="3758" y="1905"/>
                  </a:cubicBezTo>
                  <a:close/>
                  <a:moveTo>
                    <a:pt x="3644" y="154"/>
                  </a:moveTo>
                  <a:lnTo>
                    <a:pt x="3767" y="547"/>
                  </a:lnTo>
                  <a:cubicBezTo>
                    <a:pt x="3826" y="824"/>
                    <a:pt x="4066" y="1035"/>
                    <a:pt x="4343" y="1094"/>
                  </a:cubicBezTo>
                  <a:lnTo>
                    <a:pt x="4401" y="1123"/>
                  </a:lnTo>
                  <a:cubicBezTo>
                    <a:pt x="4455" y="1134"/>
                    <a:pt x="4510" y="1140"/>
                    <a:pt x="4565" y="1140"/>
                  </a:cubicBezTo>
                  <a:cubicBezTo>
                    <a:pt x="4820" y="1140"/>
                    <a:pt x="5070" y="1016"/>
                    <a:pt x="5196" y="788"/>
                  </a:cubicBezTo>
                  <a:lnTo>
                    <a:pt x="5378" y="518"/>
                  </a:lnTo>
                  <a:cubicBezTo>
                    <a:pt x="5859" y="729"/>
                    <a:pt x="6252" y="1064"/>
                    <a:pt x="6588" y="1429"/>
                  </a:cubicBezTo>
                  <a:lnTo>
                    <a:pt x="6376" y="1669"/>
                  </a:lnTo>
                  <a:cubicBezTo>
                    <a:pt x="6165" y="1917"/>
                    <a:pt x="6136" y="2245"/>
                    <a:pt x="6289" y="2522"/>
                  </a:cubicBezTo>
                  <a:cubicBezTo>
                    <a:pt x="6289" y="2551"/>
                    <a:pt x="6318" y="2580"/>
                    <a:pt x="6318" y="2609"/>
                  </a:cubicBezTo>
                  <a:cubicBezTo>
                    <a:pt x="6426" y="2867"/>
                    <a:pt x="6698" y="3042"/>
                    <a:pt x="6982" y="3042"/>
                  </a:cubicBezTo>
                  <a:cubicBezTo>
                    <a:pt x="7004" y="3042"/>
                    <a:pt x="7025" y="3041"/>
                    <a:pt x="7047" y="3039"/>
                  </a:cubicBezTo>
                  <a:lnTo>
                    <a:pt x="7382" y="3010"/>
                  </a:lnTo>
                  <a:cubicBezTo>
                    <a:pt x="7498" y="3520"/>
                    <a:pt x="7528" y="4038"/>
                    <a:pt x="7440" y="4526"/>
                  </a:cubicBezTo>
                  <a:lnTo>
                    <a:pt x="7076" y="4526"/>
                  </a:lnTo>
                  <a:cubicBezTo>
                    <a:pt x="6770" y="4526"/>
                    <a:pt x="6500" y="4708"/>
                    <a:pt x="6376" y="4978"/>
                  </a:cubicBezTo>
                  <a:cubicBezTo>
                    <a:pt x="6347" y="5014"/>
                    <a:pt x="6347" y="5043"/>
                    <a:pt x="6318" y="5072"/>
                  </a:cubicBezTo>
                  <a:cubicBezTo>
                    <a:pt x="6194" y="5342"/>
                    <a:pt x="6252" y="5677"/>
                    <a:pt x="6471" y="5925"/>
                  </a:cubicBezTo>
                  <a:lnTo>
                    <a:pt x="6682" y="6165"/>
                  </a:lnTo>
                  <a:cubicBezTo>
                    <a:pt x="6529" y="6348"/>
                    <a:pt x="6347" y="6530"/>
                    <a:pt x="6165" y="6712"/>
                  </a:cubicBezTo>
                  <a:cubicBezTo>
                    <a:pt x="5954" y="6865"/>
                    <a:pt x="5742" y="7018"/>
                    <a:pt x="5524" y="7135"/>
                  </a:cubicBezTo>
                  <a:lnTo>
                    <a:pt x="5312" y="6865"/>
                  </a:lnTo>
                  <a:cubicBezTo>
                    <a:pt x="5171" y="6672"/>
                    <a:pt x="4937" y="6559"/>
                    <a:pt x="4700" y="6559"/>
                  </a:cubicBezTo>
                  <a:cubicBezTo>
                    <a:pt x="4631" y="6559"/>
                    <a:pt x="4563" y="6569"/>
                    <a:pt x="4496" y="6588"/>
                  </a:cubicBezTo>
                  <a:lnTo>
                    <a:pt x="4467" y="6588"/>
                  </a:lnTo>
                  <a:cubicBezTo>
                    <a:pt x="4161" y="6654"/>
                    <a:pt x="3950" y="6894"/>
                    <a:pt x="3884" y="7164"/>
                  </a:cubicBezTo>
                  <a:lnTo>
                    <a:pt x="3797" y="7564"/>
                  </a:lnTo>
                  <a:cubicBezTo>
                    <a:pt x="3279" y="7564"/>
                    <a:pt x="2762" y="7470"/>
                    <a:pt x="2310" y="7258"/>
                  </a:cubicBezTo>
                  <a:lnTo>
                    <a:pt x="2397" y="6952"/>
                  </a:lnTo>
                  <a:cubicBezTo>
                    <a:pt x="2492" y="6654"/>
                    <a:pt x="2368" y="6318"/>
                    <a:pt x="2128" y="6136"/>
                  </a:cubicBezTo>
                  <a:lnTo>
                    <a:pt x="2062" y="6107"/>
                  </a:lnTo>
                  <a:cubicBezTo>
                    <a:pt x="1946" y="5983"/>
                    <a:pt x="1763" y="5954"/>
                    <a:pt x="1610" y="5954"/>
                  </a:cubicBezTo>
                  <a:cubicBezTo>
                    <a:pt x="1516" y="5954"/>
                    <a:pt x="1399" y="5954"/>
                    <a:pt x="1304" y="6012"/>
                  </a:cubicBezTo>
                  <a:lnTo>
                    <a:pt x="911" y="6195"/>
                  </a:lnTo>
                  <a:cubicBezTo>
                    <a:pt x="576" y="5772"/>
                    <a:pt x="335" y="5313"/>
                    <a:pt x="211" y="4832"/>
                  </a:cubicBezTo>
                  <a:lnTo>
                    <a:pt x="488" y="4708"/>
                  </a:lnTo>
                  <a:cubicBezTo>
                    <a:pt x="787" y="4584"/>
                    <a:pt x="969" y="4285"/>
                    <a:pt x="969" y="3979"/>
                  </a:cubicBezTo>
                  <a:lnTo>
                    <a:pt x="969" y="3885"/>
                  </a:lnTo>
                  <a:cubicBezTo>
                    <a:pt x="969" y="3586"/>
                    <a:pt x="787" y="3309"/>
                    <a:pt x="517" y="3192"/>
                  </a:cubicBezTo>
                  <a:lnTo>
                    <a:pt x="182" y="3039"/>
                  </a:lnTo>
                  <a:cubicBezTo>
                    <a:pt x="277" y="2551"/>
                    <a:pt x="517" y="2063"/>
                    <a:pt x="787" y="1640"/>
                  </a:cubicBezTo>
                  <a:lnTo>
                    <a:pt x="1151" y="1822"/>
                  </a:lnTo>
                  <a:cubicBezTo>
                    <a:pt x="1248" y="1866"/>
                    <a:pt x="1349" y="1886"/>
                    <a:pt x="1449" y="1886"/>
                  </a:cubicBezTo>
                  <a:cubicBezTo>
                    <a:pt x="1635" y="1886"/>
                    <a:pt x="1819" y="1817"/>
                    <a:pt x="1975" y="1698"/>
                  </a:cubicBezTo>
                  <a:lnTo>
                    <a:pt x="1946" y="1640"/>
                  </a:lnTo>
                  <a:lnTo>
                    <a:pt x="2004" y="1669"/>
                  </a:lnTo>
                  <a:cubicBezTo>
                    <a:pt x="2244" y="1487"/>
                    <a:pt x="2339" y="1152"/>
                    <a:pt x="2281" y="882"/>
                  </a:cubicBezTo>
                  <a:lnTo>
                    <a:pt x="2157" y="518"/>
                  </a:lnTo>
                  <a:cubicBezTo>
                    <a:pt x="2609" y="307"/>
                    <a:pt x="3126" y="183"/>
                    <a:pt x="3644" y="154"/>
                  </a:cubicBezTo>
                  <a:close/>
                  <a:moveTo>
                    <a:pt x="3644" y="1"/>
                  </a:moveTo>
                  <a:cubicBezTo>
                    <a:pt x="3126" y="1"/>
                    <a:pt x="2580" y="154"/>
                    <a:pt x="2099" y="365"/>
                  </a:cubicBezTo>
                  <a:cubicBezTo>
                    <a:pt x="2033" y="394"/>
                    <a:pt x="2004" y="489"/>
                    <a:pt x="2004" y="547"/>
                  </a:cubicBezTo>
                  <a:lnTo>
                    <a:pt x="2099" y="911"/>
                  </a:lnTo>
                  <a:cubicBezTo>
                    <a:pt x="2186" y="1152"/>
                    <a:pt x="2099" y="1400"/>
                    <a:pt x="1880" y="1553"/>
                  </a:cubicBezTo>
                  <a:lnTo>
                    <a:pt x="1880" y="1582"/>
                  </a:lnTo>
                  <a:cubicBezTo>
                    <a:pt x="1768" y="1676"/>
                    <a:pt x="1622" y="1724"/>
                    <a:pt x="1477" y="1724"/>
                  </a:cubicBezTo>
                  <a:cubicBezTo>
                    <a:pt x="1387" y="1724"/>
                    <a:pt x="1298" y="1705"/>
                    <a:pt x="1217" y="1669"/>
                  </a:cubicBezTo>
                  <a:lnTo>
                    <a:pt x="853" y="1516"/>
                  </a:lnTo>
                  <a:cubicBezTo>
                    <a:pt x="826" y="1505"/>
                    <a:pt x="801" y="1498"/>
                    <a:pt x="777" y="1498"/>
                  </a:cubicBezTo>
                  <a:cubicBezTo>
                    <a:pt x="740" y="1498"/>
                    <a:pt x="705" y="1513"/>
                    <a:pt x="670" y="1553"/>
                  </a:cubicBezTo>
                  <a:cubicBezTo>
                    <a:pt x="364" y="1975"/>
                    <a:pt x="124" y="2493"/>
                    <a:pt x="0" y="3010"/>
                  </a:cubicBezTo>
                  <a:cubicBezTo>
                    <a:pt x="0" y="3098"/>
                    <a:pt x="29" y="3156"/>
                    <a:pt x="95" y="3192"/>
                  </a:cubicBezTo>
                  <a:lnTo>
                    <a:pt x="459" y="3338"/>
                  </a:lnTo>
                  <a:cubicBezTo>
                    <a:pt x="670" y="3433"/>
                    <a:pt x="787" y="3644"/>
                    <a:pt x="823" y="3885"/>
                  </a:cubicBezTo>
                  <a:lnTo>
                    <a:pt x="823" y="3979"/>
                  </a:lnTo>
                  <a:cubicBezTo>
                    <a:pt x="823" y="4220"/>
                    <a:pt x="670" y="4467"/>
                    <a:pt x="423" y="4555"/>
                  </a:cubicBezTo>
                  <a:lnTo>
                    <a:pt x="153" y="4679"/>
                  </a:lnTo>
                  <a:cubicBezTo>
                    <a:pt x="58" y="4708"/>
                    <a:pt x="29" y="4766"/>
                    <a:pt x="58" y="4861"/>
                  </a:cubicBezTo>
                  <a:cubicBezTo>
                    <a:pt x="182" y="5378"/>
                    <a:pt x="423" y="5859"/>
                    <a:pt x="758" y="6289"/>
                  </a:cubicBezTo>
                  <a:cubicBezTo>
                    <a:pt x="796" y="6323"/>
                    <a:pt x="832" y="6338"/>
                    <a:pt x="867" y="6338"/>
                  </a:cubicBezTo>
                  <a:cubicBezTo>
                    <a:pt x="892" y="6338"/>
                    <a:pt x="916" y="6330"/>
                    <a:pt x="940" y="6318"/>
                  </a:cubicBezTo>
                  <a:lnTo>
                    <a:pt x="1370" y="6165"/>
                  </a:lnTo>
                  <a:cubicBezTo>
                    <a:pt x="1453" y="6128"/>
                    <a:pt x="1535" y="6111"/>
                    <a:pt x="1616" y="6111"/>
                  </a:cubicBezTo>
                  <a:cubicBezTo>
                    <a:pt x="1742" y="6111"/>
                    <a:pt x="1864" y="6153"/>
                    <a:pt x="1975" y="6224"/>
                  </a:cubicBezTo>
                  <a:lnTo>
                    <a:pt x="2033" y="6253"/>
                  </a:lnTo>
                  <a:cubicBezTo>
                    <a:pt x="2215" y="6406"/>
                    <a:pt x="2310" y="6654"/>
                    <a:pt x="2244" y="6894"/>
                  </a:cubicBezTo>
                  <a:lnTo>
                    <a:pt x="2157" y="7229"/>
                  </a:lnTo>
                  <a:cubicBezTo>
                    <a:pt x="2128" y="7288"/>
                    <a:pt x="2157" y="7382"/>
                    <a:pt x="2244" y="7411"/>
                  </a:cubicBezTo>
                  <a:cubicBezTo>
                    <a:pt x="2733" y="7623"/>
                    <a:pt x="3250" y="7710"/>
                    <a:pt x="3797" y="7710"/>
                  </a:cubicBezTo>
                  <a:cubicBezTo>
                    <a:pt x="3884" y="7710"/>
                    <a:pt x="3950" y="7681"/>
                    <a:pt x="3950" y="7594"/>
                  </a:cubicBezTo>
                  <a:lnTo>
                    <a:pt x="4037" y="7200"/>
                  </a:lnTo>
                  <a:cubicBezTo>
                    <a:pt x="4103" y="6982"/>
                    <a:pt x="4285" y="6799"/>
                    <a:pt x="4496" y="6741"/>
                  </a:cubicBezTo>
                  <a:lnTo>
                    <a:pt x="4525" y="6741"/>
                  </a:lnTo>
                  <a:cubicBezTo>
                    <a:pt x="4575" y="6729"/>
                    <a:pt x="4627" y="6723"/>
                    <a:pt x="4678" y="6723"/>
                  </a:cubicBezTo>
                  <a:cubicBezTo>
                    <a:pt x="4875" y="6723"/>
                    <a:pt x="5074" y="6808"/>
                    <a:pt x="5196" y="6952"/>
                  </a:cubicBezTo>
                  <a:lnTo>
                    <a:pt x="5407" y="7229"/>
                  </a:lnTo>
                  <a:cubicBezTo>
                    <a:pt x="5428" y="7272"/>
                    <a:pt x="5481" y="7299"/>
                    <a:pt x="5533" y="7299"/>
                  </a:cubicBezTo>
                  <a:cubicBezTo>
                    <a:pt x="5553" y="7299"/>
                    <a:pt x="5572" y="7295"/>
                    <a:pt x="5589" y="7288"/>
                  </a:cubicBezTo>
                  <a:cubicBezTo>
                    <a:pt x="5830" y="7164"/>
                    <a:pt x="6041" y="7018"/>
                    <a:pt x="6252" y="6836"/>
                  </a:cubicBezTo>
                  <a:cubicBezTo>
                    <a:pt x="6471" y="6654"/>
                    <a:pt x="6653" y="6471"/>
                    <a:pt x="6835" y="6253"/>
                  </a:cubicBezTo>
                  <a:cubicBezTo>
                    <a:pt x="6864" y="6195"/>
                    <a:pt x="6864" y="6107"/>
                    <a:pt x="6799" y="6041"/>
                  </a:cubicBezTo>
                  <a:lnTo>
                    <a:pt x="6588" y="5801"/>
                  </a:lnTo>
                  <a:cubicBezTo>
                    <a:pt x="6405" y="5619"/>
                    <a:pt x="6376" y="5342"/>
                    <a:pt x="6471" y="5131"/>
                  </a:cubicBezTo>
                  <a:cubicBezTo>
                    <a:pt x="6500" y="5101"/>
                    <a:pt x="6500" y="5072"/>
                    <a:pt x="6529" y="5043"/>
                  </a:cubicBezTo>
                  <a:cubicBezTo>
                    <a:pt x="6617" y="4832"/>
                    <a:pt x="6835" y="4679"/>
                    <a:pt x="7076" y="4679"/>
                  </a:cubicBezTo>
                  <a:lnTo>
                    <a:pt x="7440" y="4708"/>
                  </a:lnTo>
                  <a:cubicBezTo>
                    <a:pt x="7498" y="4708"/>
                    <a:pt x="7564" y="4650"/>
                    <a:pt x="7593" y="4584"/>
                  </a:cubicBezTo>
                  <a:cubicBezTo>
                    <a:pt x="7681" y="4038"/>
                    <a:pt x="7681" y="3491"/>
                    <a:pt x="7564" y="2974"/>
                  </a:cubicBezTo>
                  <a:cubicBezTo>
                    <a:pt x="7528" y="2915"/>
                    <a:pt x="7469" y="2857"/>
                    <a:pt x="7382" y="2857"/>
                  </a:cubicBezTo>
                  <a:lnTo>
                    <a:pt x="7047" y="2886"/>
                  </a:lnTo>
                  <a:cubicBezTo>
                    <a:pt x="6799" y="2886"/>
                    <a:pt x="6558" y="2762"/>
                    <a:pt x="6471" y="2551"/>
                  </a:cubicBezTo>
                  <a:cubicBezTo>
                    <a:pt x="6435" y="2522"/>
                    <a:pt x="6435" y="2493"/>
                    <a:pt x="6405" y="2464"/>
                  </a:cubicBezTo>
                  <a:cubicBezTo>
                    <a:pt x="6318" y="2245"/>
                    <a:pt x="6347" y="1975"/>
                    <a:pt x="6500" y="1793"/>
                  </a:cubicBezTo>
                  <a:lnTo>
                    <a:pt x="6711" y="1553"/>
                  </a:lnTo>
                  <a:cubicBezTo>
                    <a:pt x="6770" y="1487"/>
                    <a:pt x="6770" y="1400"/>
                    <a:pt x="6711" y="1334"/>
                  </a:cubicBezTo>
                  <a:cubicBezTo>
                    <a:pt x="6376" y="911"/>
                    <a:pt x="5954" y="605"/>
                    <a:pt x="5465" y="365"/>
                  </a:cubicBezTo>
                  <a:cubicBezTo>
                    <a:pt x="5442" y="357"/>
                    <a:pt x="5420" y="353"/>
                    <a:pt x="5399" y="353"/>
                  </a:cubicBezTo>
                  <a:cubicBezTo>
                    <a:pt x="5343" y="353"/>
                    <a:pt x="5297" y="380"/>
                    <a:pt x="5254" y="423"/>
                  </a:cubicBezTo>
                  <a:lnTo>
                    <a:pt x="5072" y="700"/>
                  </a:lnTo>
                  <a:cubicBezTo>
                    <a:pt x="4951" y="867"/>
                    <a:pt x="4776" y="961"/>
                    <a:pt x="4585" y="961"/>
                  </a:cubicBezTo>
                  <a:cubicBezTo>
                    <a:pt x="4535" y="961"/>
                    <a:pt x="4483" y="954"/>
                    <a:pt x="4431" y="941"/>
                  </a:cubicBezTo>
                  <a:lnTo>
                    <a:pt x="4372" y="941"/>
                  </a:lnTo>
                  <a:cubicBezTo>
                    <a:pt x="4161" y="882"/>
                    <a:pt x="3979" y="729"/>
                    <a:pt x="3920" y="518"/>
                  </a:cubicBezTo>
                  <a:lnTo>
                    <a:pt x="3797" y="95"/>
                  </a:lnTo>
                  <a:cubicBezTo>
                    <a:pt x="3797" y="30"/>
                    <a:pt x="3738" y="1"/>
                    <a:pt x="3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80">
              <a:extLst>
                <a:ext uri="{FF2B5EF4-FFF2-40B4-BE49-F238E27FC236}">
                  <a16:creationId xmlns:a16="http://schemas.microsoft.com/office/drawing/2014/main" id="{F6FDEB47-5862-061F-BEBD-940493346AE1}"/>
                </a:ext>
              </a:extLst>
            </p:cNvPr>
            <p:cNvSpPr/>
            <p:nvPr/>
          </p:nvSpPr>
          <p:spPr>
            <a:xfrm>
              <a:off x="7507628" y="2971275"/>
              <a:ext cx="215095" cy="171360"/>
            </a:xfrm>
            <a:custGeom>
              <a:avLst/>
              <a:gdLst/>
              <a:ahLst/>
              <a:cxnLst/>
              <a:rect l="l" t="t" r="r" b="b"/>
              <a:pathLst>
                <a:path w="8774" h="6990" extrusionOk="0">
                  <a:moveTo>
                    <a:pt x="3553" y="0"/>
                  </a:moveTo>
                  <a:cubicBezTo>
                    <a:pt x="3294" y="0"/>
                    <a:pt x="3029" y="34"/>
                    <a:pt x="2762" y="103"/>
                  </a:cubicBezTo>
                  <a:cubicBezTo>
                    <a:pt x="2186" y="249"/>
                    <a:pt x="1640" y="467"/>
                    <a:pt x="1152" y="795"/>
                  </a:cubicBezTo>
                  <a:cubicBezTo>
                    <a:pt x="758" y="1072"/>
                    <a:pt x="0" y="2318"/>
                    <a:pt x="88" y="2770"/>
                  </a:cubicBezTo>
                  <a:lnTo>
                    <a:pt x="4037" y="6989"/>
                  </a:lnTo>
                  <a:cubicBezTo>
                    <a:pt x="4037" y="6989"/>
                    <a:pt x="8774" y="3834"/>
                    <a:pt x="5947" y="1072"/>
                  </a:cubicBezTo>
                  <a:cubicBezTo>
                    <a:pt x="5265" y="390"/>
                    <a:pt x="4439" y="0"/>
                    <a:pt x="35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80">
              <a:extLst>
                <a:ext uri="{FF2B5EF4-FFF2-40B4-BE49-F238E27FC236}">
                  <a16:creationId xmlns:a16="http://schemas.microsoft.com/office/drawing/2014/main" id="{C565B6ED-0E9D-FE9A-802D-9B9993F8774B}"/>
                </a:ext>
              </a:extLst>
            </p:cNvPr>
            <p:cNvSpPr/>
            <p:nvPr/>
          </p:nvSpPr>
          <p:spPr>
            <a:xfrm>
              <a:off x="7641603" y="3088309"/>
              <a:ext cx="64695" cy="64156"/>
            </a:xfrm>
            <a:custGeom>
              <a:avLst/>
              <a:gdLst/>
              <a:ahLst/>
              <a:cxnLst/>
              <a:rect l="l" t="t" r="r" b="b"/>
              <a:pathLst>
                <a:path w="2639" h="2617" extrusionOk="0">
                  <a:moveTo>
                    <a:pt x="1305" y="0"/>
                  </a:moveTo>
                  <a:cubicBezTo>
                    <a:pt x="605" y="0"/>
                    <a:pt x="1" y="576"/>
                    <a:pt x="1" y="1304"/>
                  </a:cubicBezTo>
                  <a:cubicBezTo>
                    <a:pt x="1" y="2033"/>
                    <a:pt x="605" y="2616"/>
                    <a:pt x="1305" y="2616"/>
                  </a:cubicBezTo>
                  <a:cubicBezTo>
                    <a:pt x="2034" y="2616"/>
                    <a:pt x="2639" y="2033"/>
                    <a:pt x="2639" y="1304"/>
                  </a:cubicBezTo>
                  <a:cubicBezTo>
                    <a:pt x="2639" y="576"/>
                    <a:pt x="2034" y="0"/>
                    <a:pt x="13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80">
              <a:extLst>
                <a:ext uri="{FF2B5EF4-FFF2-40B4-BE49-F238E27FC236}">
                  <a16:creationId xmlns:a16="http://schemas.microsoft.com/office/drawing/2014/main" id="{A73BDECA-F2EB-1153-D36B-BB5518956386}"/>
                </a:ext>
              </a:extLst>
            </p:cNvPr>
            <p:cNvSpPr/>
            <p:nvPr/>
          </p:nvSpPr>
          <p:spPr>
            <a:xfrm>
              <a:off x="7494929" y="2990421"/>
              <a:ext cx="162240" cy="294401"/>
            </a:xfrm>
            <a:custGeom>
              <a:avLst/>
              <a:gdLst/>
              <a:ahLst/>
              <a:cxnLst/>
              <a:rect l="l" t="t" r="r" b="b"/>
              <a:pathLst>
                <a:path w="6618" h="12009" extrusionOk="0">
                  <a:moveTo>
                    <a:pt x="3142" y="0"/>
                  </a:moveTo>
                  <a:cubicBezTo>
                    <a:pt x="2453" y="0"/>
                    <a:pt x="997" y="291"/>
                    <a:pt x="547" y="2507"/>
                  </a:cubicBezTo>
                  <a:cubicBezTo>
                    <a:pt x="1" y="5268"/>
                    <a:pt x="1276" y="5297"/>
                    <a:pt x="1640" y="5604"/>
                  </a:cubicBezTo>
                  <a:lnTo>
                    <a:pt x="1575" y="9582"/>
                  </a:lnTo>
                  <a:cubicBezTo>
                    <a:pt x="1728" y="11645"/>
                    <a:pt x="3098" y="12009"/>
                    <a:pt x="3098" y="12009"/>
                  </a:cubicBezTo>
                  <a:cubicBezTo>
                    <a:pt x="3098" y="12009"/>
                    <a:pt x="5495" y="11222"/>
                    <a:pt x="5284" y="9582"/>
                  </a:cubicBezTo>
                  <a:cubicBezTo>
                    <a:pt x="5160" y="8701"/>
                    <a:pt x="4643" y="5910"/>
                    <a:pt x="4854" y="5604"/>
                  </a:cubicBezTo>
                  <a:cubicBezTo>
                    <a:pt x="4920" y="5516"/>
                    <a:pt x="5466" y="5057"/>
                    <a:pt x="5583" y="5057"/>
                  </a:cubicBezTo>
                  <a:cubicBezTo>
                    <a:pt x="6013" y="4999"/>
                    <a:pt x="6618" y="4540"/>
                    <a:pt x="6494" y="3840"/>
                  </a:cubicBezTo>
                  <a:cubicBezTo>
                    <a:pt x="6392" y="3357"/>
                    <a:pt x="6064" y="3268"/>
                    <a:pt x="5783" y="3268"/>
                  </a:cubicBezTo>
                  <a:cubicBezTo>
                    <a:pt x="5661" y="3268"/>
                    <a:pt x="5548" y="3285"/>
                    <a:pt x="5466" y="3294"/>
                  </a:cubicBezTo>
                  <a:cubicBezTo>
                    <a:pt x="5401" y="3294"/>
                    <a:pt x="5342" y="3235"/>
                    <a:pt x="5342" y="3177"/>
                  </a:cubicBezTo>
                  <a:cubicBezTo>
                    <a:pt x="5160" y="14"/>
                    <a:pt x="3797" y="51"/>
                    <a:pt x="3397" y="14"/>
                  </a:cubicBezTo>
                  <a:cubicBezTo>
                    <a:pt x="3333" y="7"/>
                    <a:pt x="3247" y="0"/>
                    <a:pt x="3142" y="0"/>
                  </a:cubicBezTo>
                  <a:close/>
                </a:path>
              </a:pathLst>
            </a:custGeom>
            <a:solidFill>
              <a:srgbClr val="B6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80">
              <a:extLst>
                <a:ext uri="{FF2B5EF4-FFF2-40B4-BE49-F238E27FC236}">
                  <a16:creationId xmlns:a16="http://schemas.microsoft.com/office/drawing/2014/main" id="{8CD2B91F-1F1F-313D-BF9A-1A47722ED9F6}"/>
                </a:ext>
              </a:extLst>
            </p:cNvPr>
            <p:cNvSpPr/>
            <p:nvPr/>
          </p:nvSpPr>
          <p:spPr>
            <a:xfrm>
              <a:off x="7494929" y="2988337"/>
              <a:ext cx="162240" cy="298102"/>
            </a:xfrm>
            <a:custGeom>
              <a:avLst/>
              <a:gdLst/>
              <a:ahLst/>
              <a:cxnLst/>
              <a:rect l="l" t="t" r="r" b="b"/>
              <a:pathLst>
                <a:path w="6618" h="12160" extrusionOk="0">
                  <a:moveTo>
                    <a:pt x="3368" y="165"/>
                  </a:moveTo>
                  <a:lnTo>
                    <a:pt x="3433" y="194"/>
                  </a:lnTo>
                  <a:cubicBezTo>
                    <a:pt x="3885" y="223"/>
                    <a:pt x="5073" y="282"/>
                    <a:pt x="5255" y="3262"/>
                  </a:cubicBezTo>
                  <a:cubicBezTo>
                    <a:pt x="5255" y="3320"/>
                    <a:pt x="5284" y="3379"/>
                    <a:pt x="5313" y="3415"/>
                  </a:cubicBezTo>
                  <a:cubicBezTo>
                    <a:pt x="5371" y="3444"/>
                    <a:pt x="5401" y="3444"/>
                    <a:pt x="5466" y="3444"/>
                  </a:cubicBezTo>
                  <a:lnTo>
                    <a:pt x="5524" y="3444"/>
                  </a:lnTo>
                  <a:cubicBezTo>
                    <a:pt x="5599" y="3436"/>
                    <a:pt x="5688" y="3426"/>
                    <a:pt x="5780" y="3426"/>
                  </a:cubicBezTo>
                  <a:cubicBezTo>
                    <a:pt x="6034" y="3426"/>
                    <a:pt x="6316" y="3504"/>
                    <a:pt x="6406" y="3925"/>
                  </a:cubicBezTo>
                  <a:cubicBezTo>
                    <a:pt x="6465" y="4173"/>
                    <a:pt x="6406" y="4413"/>
                    <a:pt x="6253" y="4595"/>
                  </a:cubicBezTo>
                  <a:cubicBezTo>
                    <a:pt x="6071" y="4872"/>
                    <a:pt x="5801" y="5018"/>
                    <a:pt x="5583" y="5055"/>
                  </a:cubicBezTo>
                  <a:cubicBezTo>
                    <a:pt x="5437" y="5084"/>
                    <a:pt x="4854" y="5565"/>
                    <a:pt x="4796" y="5659"/>
                  </a:cubicBezTo>
                  <a:cubicBezTo>
                    <a:pt x="4614" y="5871"/>
                    <a:pt x="4767" y="6876"/>
                    <a:pt x="5073" y="8815"/>
                  </a:cubicBezTo>
                  <a:cubicBezTo>
                    <a:pt x="5131" y="9179"/>
                    <a:pt x="5189" y="9485"/>
                    <a:pt x="5189" y="9667"/>
                  </a:cubicBezTo>
                  <a:cubicBezTo>
                    <a:pt x="5401" y="11125"/>
                    <a:pt x="3338" y="11912"/>
                    <a:pt x="3098" y="12006"/>
                  </a:cubicBezTo>
                  <a:cubicBezTo>
                    <a:pt x="2916" y="11941"/>
                    <a:pt x="1793" y="11518"/>
                    <a:pt x="1670" y="9667"/>
                  </a:cubicBezTo>
                  <a:cubicBezTo>
                    <a:pt x="1728" y="5659"/>
                    <a:pt x="1728" y="5659"/>
                    <a:pt x="1670" y="5601"/>
                  </a:cubicBezTo>
                  <a:cubicBezTo>
                    <a:pt x="1611" y="5565"/>
                    <a:pt x="1517" y="5506"/>
                    <a:pt x="1429" y="5477"/>
                  </a:cubicBezTo>
                  <a:cubicBezTo>
                    <a:pt x="970" y="5237"/>
                    <a:pt x="183" y="4836"/>
                    <a:pt x="635" y="2621"/>
                  </a:cubicBezTo>
                  <a:cubicBezTo>
                    <a:pt x="1065" y="435"/>
                    <a:pt x="2486" y="165"/>
                    <a:pt x="3156" y="165"/>
                  </a:cubicBezTo>
                  <a:close/>
                  <a:moveTo>
                    <a:pt x="3152" y="0"/>
                  </a:moveTo>
                  <a:cubicBezTo>
                    <a:pt x="2419" y="0"/>
                    <a:pt x="940" y="305"/>
                    <a:pt x="482" y="2562"/>
                  </a:cubicBezTo>
                  <a:cubicBezTo>
                    <a:pt x="1" y="4931"/>
                    <a:pt x="846" y="5353"/>
                    <a:pt x="1364" y="5601"/>
                  </a:cubicBezTo>
                  <a:cubicBezTo>
                    <a:pt x="1429" y="5659"/>
                    <a:pt x="1487" y="5689"/>
                    <a:pt x="1546" y="5718"/>
                  </a:cubicBezTo>
                  <a:cubicBezTo>
                    <a:pt x="1546" y="6024"/>
                    <a:pt x="1517" y="8210"/>
                    <a:pt x="1517" y="9667"/>
                  </a:cubicBezTo>
                  <a:cubicBezTo>
                    <a:pt x="1640" y="11759"/>
                    <a:pt x="3069" y="12159"/>
                    <a:pt x="3098" y="12159"/>
                  </a:cubicBezTo>
                  <a:lnTo>
                    <a:pt x="3127" y="12159"/>
                  </a:lnTo>
                  <a:cubicBezTo>
                    <a:pt x="3214" y="12123"/>
                    <a:pt x="5583" y="11336"/>
                    <a:pt x="5371" y="9667"/>
                  </a:cubicBezTo>
                  <a:cubicBezTo>
                    <a:pt x="5342" y="9456"/>
                    <a:pt x="5284" y="9150"/>
                    <a:pt x="5218" y="8815"/>
                  </a:cubicBezTo>
                  <a:cubicBezTo>
                    <a:pt x="5073" y="7875"/>
                    <a:pt x="4767" y="5929"/>
                    <a:pt x="4920" y="5747"/>
                  </a:cubicBezTo>
                  <a:cubicBezTo>
                    <a:pt x="4978" y="5659"/>
                    <a:pt x="5495" y="5237"/>
                    <a:pt x="5619" y="5200"/>
                  </a:cubicBezTo>
                  <a:cubicBezTo>
                    <a:pt x="5860" y="5171"/>
                    <a:pt x="6195" y="4989"/>
                    <a:pt x="6406" y="4690"/>
                  </a:cubicBezTo>
                  <a:cubicBezTo>
                    <a:pt x="6559" y="4472"/>
                    <a:pt x="6618" y="4202"/>
                    <a:pt x="6559" y="3896"/>
                  </a:cubicBezTo>
                  <a:cubicBezTo>
                    <a:pt x="6443" y="3365"/>
                    <a:pt x="6067" y="3275"/>
                    <a:pt x="5759" y="3275"/>
                  </a:cubicBezTo>
                  <a:cubicBezTo>
                    <a:pt x="5661" y="3275"/>
                    <a:pt x="5569" y="3284"/>
                    <a:pt x="5495" y="3291"/>
                  </a:cubicBezTo>
                  <a:lnTo>
                    <a:pt x="5437" y="3291"/>
                  </a:lnTo>
                  <a:lnTo>
                    <a:pt x="5401" y="3262"/>
                  </a:lnTo>
                  <a:cubicBezTo>
                    <a:pt x="5218" y="136"/>
                    <a:pt x="3943" y="41"/>
                    <a:pt x="3433" y="12"/>
                  </a:cubicBezTo>
                  <a:lnTo>
                    <a:pt x="3397" y="12"/>
                  </a:lnTo>
                  <a:cubicBezTo>
                    <a:pt x="3330" y="5"/>
                    <a:pt x="3248" y="0"/>
                    <a:pt x="3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80">
              <a:extLst>
                <a:ext uri="{FF2B5EF4-FFF2-40B4-BE49-F238E27FC236}">
                  <a16:creationId xmlns:a16="http://schemas.microsoft.com/office/drawing/2014/main" id="{FC85CB86-F6BC-BF20-879A-9B42A134219F}"/>
                </a:ext>
              </a:extLst>
            </p:cNvPr>
            <p:cNvSpPr/>
            <p:nvPr/>
          </p:nvSpPr>
          <p:spPr>
            <a:xfrm>
              <a:off x="7545504" y="2984243"/>
              <a:ext cx="109435" cy="86219"/>
            </a:xfrm>
            <a:custGeom>
              <a:avLst/>
              <a:gdLst/>
              <a:ahLst/>
              <a:cxnLst/>
              <a:rect l="l" t="t" r="r" b="b"/>
              <a:pathLst>
                <a:path w="4464" h="3517" extrusionOk="0">
                  <a:moveTo>
                    <a:pt x="1167" y="1"/>
                  </a:moveTo>
                  <a:cubicBezTo>
                    <a:pt x="827" y="1"/>
                    <a:pt x="440" y="38"/>
                    <a:pt x="0" y="121"/>
                  </a:cubicBezTo>
                  <a:cubicBezTo>
                    <a:pt x="0" y="121"/>
                    <a:pt x="2857" y="3276"/>
                    <a:pt x="3338" y="3516"/>
                  </a:cubicBezTo>
                  <a:cubicBezTo>
                    <a:pt x="3338" y="3516"/>
                    <a:pt x="4464" y="1"/>
                    <a:pt x="1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80">
              <a:extLst>
                <a:ext uri="{FF2B5EF4-FFF2-40B4-BE49-F238E27FC236}">
                  <a16:creationId xmlns:a16="http://schemas.microsoft.com/office/drawing/2014/main" id="{DA366485-A220-96E0-F63A-2B9A37694F4A}"/>
                </a:ext>
              </a:extLst>
            </p:cNvPr>
            <p:cNvSpPr/>
            <p:nvPr/>
          </p:nvSpPr>
          <p:spPr>
            <a:xfrm>
              <a:off x="7517973" y="3075611"/>
              <a:ext cx="24515" cy="15959"/>
            </a:xfrm>
            <a:custGeom>
              <a:avLst/>
              <a:gdLst/>
              <a:ahLst/>
              <a:cxnLst/>
              <a:rect l="l" t="t" r="r" b="b"/>
              <a:pathLst>
                <a:path w="1000" h="651" extrusionOk="0">
                  <a:moveTo>
                    <a:pt x="1" y="1"/>
                  </a:moveTo>
                  <a:cubicBezTo>
                    <a:pt x="1" y="1"/>
                    <a:pt x="30" y="460"/>
                    <a:pt x="271" y="613"/>
                  </a:cubicBezTo>
                  <a:cubicBezTo>
                    <a:pt x="319" y="639"/>
                    <a:pt x="372" y="650"/>
                    <a:pt x="427" y="650"/>
                  </a:cubicBezTo>
                  <a:cubicBezTo>
                    <a:pt x="691" y="650"/>
                    <a:pt x="999" y="402"/>
                    <a:pt x="999" y="40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80">
              <a:extLst>
                <a:ext uri="{FF2B5EF4-FFF2-40B4-BE49-F238E27FC236}">
                  <a16:creationId xmlns:a16="http://schemas.microsoft.com/office/drawing/2014/main" id="{F4D2DAE4-996D-9705-9AB6-B6C119D66B62}"/>
                </a:ext>
              </a:extLst>
            </p:cNvPr>
            <p:cNvSpPr/>
            <p:nvPr/>
          </p:nvSpPr>
          <p:spPr>
            <a:xfrm>
              <a:off x="7521724" y="3057028"/>
              <a:ext cx="12723" cy="17185"/>
            </a:xfrm>
            <a:custGeom>
              <a:avLst/>
              <a:gdLst/>
              <a:ahLst/>
              <a:cxnLst/>
              <a:rect l="l" t="t" r="r" b="b"/>
              <a:pathLst>
                <a:path w="519" h="701" extrusionOk="0">
                  <a:moveTo>
                    <a:pt x="518" y="1"/>
                  </a:moveTo>
                  <a:lnTo>
                    <a:pt x="59" y="431"/>
                  </a:lnTo>
                  <a:cubicBezTo>
                    <a:pt x="1" y="489"/>
                    <a:pt x="1" y="547"/>
                    <a:pt x="88" y="577"/>
                  </a:cubicBezTo>
                  <a:lnTo>
                    <a:pt x="424" y="700"/>
                  </a:lnTo>
                  <a:lnTo>
                    <a:pt x="5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5882;p80">
              <a:extLst>
                <a:ext uri="{FF2B5EF4-FFF2-40B4-BE49-F238E27FC236}">
                  <a16:creationId xmlns:a16="http://schemas.microsoft.com/office/drawing/2014/main" id="{C4914B08-3D83-9A9E-EDF4-16B7FE1D134B}"/>
                </a:ext>
              </a:extLst>
            </p:cNvPr>
            <p:cNvSpPr/>
            <p:nvPr/>
          </p:nvSpPr>
          <p:spPr>
            <a:xfrm>
              <a:off x="7550676" y="3037980"/>
              <a:ext cx="14562" cy="10738"/>
            </a:xfrm>
            <a:custGeom>
              <a:avLst/>
              <a:gdLst/>
              <a:ahLst/>
              <a:cxnLst/>
              <a:rect l="l" t="t" r="r" b="b"/>
              <a:pathLst>
                <a:path w="594" h="438" extrusionOk="0">
                  <a:moveTo>
                    <a:pt x="232" y="0"/>
                  </a:moveTo>
                  <a:cubicBezTo>
                    <a:pt x="143" y="0"/>
                    <a:pt x="60" y="48"/>
                    <a:pt x="0" y="144"/>
                  </a:cubicBezTo>
                  <a:cubicBezTo>
                    <a:pt x="0" y="144"/>
                    <a:pt x="306" y="173"/>
                    <a:pt x="518" y="414"/>
                  </a:cubicBezTo>
                  <a:cubicBezTo>
                    <a:pt x="531" y="430"/>
                    <a:pt x="540" y="437"/>
                    <a:pt x="547" y="437"/>
                  </a:cubicBezTo>
                  <a:cubicBezTo>
                    <a:pt x="593" y="437"/>
                    <a:pt x="526" y="131"/>
                    <a:pt x="394" y="49"/>
                  </a:cubicBezTo>
                  <a:cubicBezTo>
                    <a:pt x="340" y="17"/>
                    <a:pt x="285" y="0"/>
                    <a:pt x="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5883;p80">
              <a:extLst>
                <a:ext uri="{FF2B5EF4-FFF2-40B4-BE49-F238E27FC236}">
                  <a16:creationId xmlns:a16="http://schemas.microsoft.com/office/drawing/2014/main" id="{9E46B62D-3D13-CD6D-6290-3B9C1CC33033}"/>
                </a:ext>
              </a:extLst>
            </p:cNvPr>
            <p:cNvSpPr/>
            <p:nvPr/>
          </p:nvSpPr>
          <p:spPr>
            <a:xfrm>
              <a:off x="7516135" y="3028811"/>
              <a:ext cx="16695" cy="6840"/>
            </a:xfrm>
            <a:custGeom>
              <a:avLst/>
              <a:gdLst/>
              <a:ahLst/>
              <a:cxnLst/>
              <a:rect l="l" t="t" r="r" b="b"/>
              <a:pathLst>
                <a:path w="681" h="279" extrusionOk="0">
                  <a:moveTo>
                    <a:pt x="382" y="1"/>
                  </a:moveTo>
                  <a:cubicBezTo>
                    <a:pt x="243" y="1"/>
                    <a:pt x="0" y="279"/>
                    <a:pt x="52" y="279"/>
                  </a:cubicBezTo>
                  <a:cubicBezTo>
                    <a:pt x="57" y="279"/>
                    <a:pt x="65" y="276"/>
                    <a:pt x="76" y="270"/>
                  </a:cubicBezTo>
                  <a:cubicBezTo>
                    <a:pt x="188" y="231"/>
                    <a:pt x="292" y="218"/>
                    <a:pt x="382" y="218"/>
                  </a:cubicBezTo>
                  <a:cubicBezTo>
                    <a:pt x="561" y="218"/>
                    <a:pt x="681" y="270"/>
                    <a:pt x="681" y="270"/>
                  </a:cubicBezTo>
                  <a:cubicBezTo>
                    <a:pt x="681" y="124"/>
                    <a:pt x="528" y="1"/>
                    <a:pt x="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5884;p80">
              <a:extLst>
                <a:ext uri="{FF2B5EF4-FFF2-40B4-BE49-F238E27FC236}">
                  <a16:creationId xmlns:a16="http://schemas.microsoft.com/office/drawing/2014/main" id="{B9971338-6B85-3404-FFB5-156FBCAC5C6D}"/>
                </a:ext>
              </a:extLst>
            </p:cNvPr>
            <p:cNvSpPr/>
            <p:nvPr/>
          </p:nvSpPr>
          <p:spPr>
            <a:xfrm>
              <a:off x="7545504" y="3055606"/>
              <a:ext cx="6815" cy="10517"/>
            </a:xfrm>
            <a:custGeom>
              <a:avLst/>
              <a:gdLst/>
              <a:ahLst/>
              <a:cxnLst/>
              <a:rect l="l" t="t" r="r" b="b"/>
              <a:pathLst>
                <a:path w="278" h="429" extrusionOk="0">
                  <a:moveTo>
                    <a:pt x="211" y="1"/>
                  </a:moveTo>
                  <a:cubicBezTo>
                    <a:pt x="153" y="1"/>
                    <a:pt x="58" y="59"/>
                    <a:pt x="29" y="183"/>
                  </a:cubicBezTo>
                  <a:cubicBezTo>
                    <a:pt x="0" y="307"/>
                    <a:pt x="0" y="423"/>
                    <a:pt x="58" y="423"/>
                  </a:cubicBezTo>
                  <a:cubicBezTo>
                    <a:pt x="67" y="427"/>
                    <a:pt x="76" y="429"/>
                    <a:pt x="85" y="429"/>
                  </a:cubicBezTo>
                  <a:cubicBezTo>
                    <a:pt x="146" y="429"/>
                    <a:pt x="215" y="349"/>
                    <a:pt x="241" y="241"/>
                  </a:cubicBezTo>
                  <a:cubicBezTo>
                    <a:pt x="277" y="124"/>
                    <a:pt x="241" y="30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5885;p80">
              <a:extLst>
                <a:ext uri="{FF2B5EF4-FFF2-40B4-BE49-F238E27FC236}">
                  <a16:creationId xmlns:a16="http://schemas.microsoft.com/office/drawing/2014/main" id="{C2DA32B3-2102-64FC-1251-67858E012FE3}"/>
                </a:ext>
              </a:extLst>
            </p:cNvPr>
            <p:cNvSpPr/>
            <p:nvPr/>
          </p:nvSpPr>
          <p:spPr>
            <a:xfrm>
              <a:off x="7523171" y="3047394"/>
              <a:ext cx="6815" cy="10394"/>
            </a:xfrm>
            <a:custGeom>
              <a:avLst/>
              <a:gdLst/>
              <a:ahLst/>
              <a:cxnLst/>
              <a:rect l="l" t="t" r="r" b="b"/>
              <a:pathLst>
                <a:path w="278" h="424" extrusionOk="0">
                  <a:moveTo>
                    <a:pt x="182" y="0"/>
                  </a:moveTo>
                  <a:cubicBezTo>
                    <a:pt x="124" y="0"/>
                    <a:pt x="59" y="59"/>
                    <a:pt x="29" y="183"/>
                  </a:cubicBezTo>
                  <a:cubicBezTo>
                    <a:pt x="0" y="306"/>
                    <a:pt x="0" y="394"/>
                    <a:pt x="59" y="423"/>
                  </a:cubicBezTo>
                  <a:cubicBezTo>
                    <a:pt x="124" y="423"/>
                    <a:pt x="182" y="365"/>
                    <a:pt x="212" y="241"/>
                  </a:cubicBezTo>
                  <a:cubicBezTo>
                    <a:pt x="277" y="124"/>
                    <a:pt x="241" y="30"/>
                    <a:pt x="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5886;p80">
              <a:extLst>
                <a:ext uri="{FF2B5EF4-FFF2-40B4-BE49-F238E27FC236}">
                  <a16:creationId xmlns:a16="http://schemas.microsoft.com/office/drawing/2014/main" id="{760A2C9B-B6DC-0514-0781-3FD6E3F7409A}"/>
                </a:ext>
              </a:extLst>
            </p:cNvPr>
            <p:cNvSpPr/>
            <p:nvPr/>
          </p:nvSpPr>
          <p:spPr>
            <a:xfrm>
              <a:off x="7476347" y="4475098"/>
              <a:ext cx="80434" cy="112377"/>
            </a:xfrm>
            <a:custGeom>
              <a:avLst/>
              <a:gdLst/>
              <a:ahLst/>
              <a:cxnLst/>
              <a:rect l="l" t="t" r="r" b="b"/>
              <a:pathLst>
                <a:path w="3281" h="4584" extrusionOk="0">
                  <a:moveTo>
                    <a:pt x="1" y="1"/>
                  </a:moveTo>
                  <a:lnTo>
                    <a:pt x="212" y="3214"/>
                  </a:lnTo>
                  <a:cubicBezTo>
                    <a:pt x="212" y="3214"/>
                    <a:pt x="846" y="3615"/>
                    <a:pt x="1488" y="4402"/>
                  </a:cubicBezTo>
                  <a:cubicBezTo>
                    <a:pt x="1595" y="4530"/>
                    <a:pt x="1703" y="4583"/>
                    <a:pt x="1808" y="4583"/>
                  </a:cubicBezTo>
                  <a:cubicBezTo>
                    <a:pt x="2351" y="4583"/>
                    <a:pt x="2821" y="3156"/>
                    <a:pt x="2821" y="3156"/>
                  </a:cubicBezTo>
                  <a:lnTo>
                    <a:pt x="3280" y="8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5887;p80">
              <a:extLst>
                <a:ext uri="{FF2B5EF4-FFF2-40B4-BE49-F238E27FC236}">
                  <a16:creationId xmlns:a16="http://schemas.microsoft.com/office/drawing/2014/main" id="{FDEBEB75-E321-5834-382D-161E0DE32D41}"/>
                </a:ext>
              </a:extLst>
            </p:cNvPr>
            <p:cNvSpPr/>
            <p:nvPr/>
          </p:nvSpPr>
          <p:spPr>
            <a:xfrm>
              <a:off x="7474043" y="4472769"/>
              <a:ext cx="84871" cy="116863"/>
            </a:xfrm>
            <a:custGeom>
              <a:avLst/>
              <a:gdLst/>
              <a:ahLst/>
              <a:cxnLst/>
              <a:rect l="l" t="t" r="r" b="b"/>
              <a:pathLst>
                <a:path w="3462" h="4767" extrusionOk="0">
                  <a:moveTo>
                    <a:pt x="182" y="183"/>
                  </a:moveTo>
                  <a:lnTo>
                    <a:pt x="3279" y="249"/>
                  </a:lnTo>
                  <a:lnTo>
                    <a:pt x="2857" y="3222"/>
                  </a:lnTo>
                  <a:cubicBezTo>
                    <a:pt x="2733" y="3586"/>
                    <a:pt x="2339" y="4526"/>
                    <a:pt x="1946" y="4621"/>
                  </a:cubicBezTo>
                  <a:cubicBezTo>
                    <a:pt x="1851" y="4621"/>
                    <a:pt x="1735" y="4584"/>
                    <a:pt x="1640" y="4468"/>
                  </a:cubicBezTo>
                  <a:cubicBezTo>
                    <a:pt x="1093" y="3768"/>
                    <a:pt x="518" y="3346"/>
                    <a:pt x="365" y="3251"/>
                  </a:cubicBezTo>
                  <a:lnTo>
                    <a:pt x="182" y="183"/>
                  </a:lnTo>
                  <a:close/>
                  <a:moveTo>
                    <a:pt x="0" y="1"/>
                  </a:moveTo>
                  <a:lnTo>
                    <a:pt x="212" y="3346"/>
                  </a:lnTo>
                  <a:lnTo>
                    <a:pt x="241" y="3375"/>
                  </a:lnTo>
                  <a:cubicBezTo>
                    <a:pt x="277" y="3375"/>
                    <a:pt x="882" y="3797"/>
                    <a:pt x="1516" y="4555"/>
                  </a:cubicBezTo>
                  <a:cubicBezTo>
                    <a:pt x="1640" y="4708"/>
                    <a:pt x="1764" y="4767"/>
                    <a:pt x="1917" y="4767"/>
                  </a:cubicBezTo>
                  <a:lnTo>
                    <a:pt x="1975" y="4767"/>
                  </a:lnTo>
                  <a:cubicBezTo>
                    <a:pt x="2522" y="4679"/>
                    <a:pt x="2944" y="3433"/>
                    <a:pt x="3010" y="3280"/>
                  </a:cubicBezTo>
                  <a:lnTo>
                    <a:pt x="3462" y="9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5888;p80">
              <a:extLst>
                <a:ext uri="{FF2B5EF4-FFF2-40B4-BE49-F238E27FC236}">
                  <a16:creationId xmlns:a16="http://schemas.microsoft.com/office/drawing/2014/main" id="{10A75FC5-2FE6-2A2F-5D46-58FF430C2854}"/>
                </a:ext>
              </a:extLst>
            </p:cNvPr>
            <p:cNvSpPr/>
            <p:nvPr/>
          </p:nvSpPr>
          <p:spPr>
            <a:xfrm>
              <a:off x="7808991" y="4471348"/>
              <a:ext cx="67735" cy="90779"/>
            </a:xfrm>
            <a:custGeom>
              <a:avLst/>
              <a:gdLst/>
              <a:ahLst/>
              <a:cxnLst/>
              <a:rect l="l" t="t" r="r" b="b"/>
              <a:pathLst>
                <a:path w="2763" h="3703" extrusionOk="0">
                  <a:moveTo>
                    <a:pt x="1" y="1"/>
                  </a:moveTo>
                  <a:lnTo>
                    <a:pt x="941" y="3068"/>
                  </a:lnTo>
                  <a:cubicBezTo>
                    <a:pt x="941" y="3068"/>
                    <a:pt x="1669" y="3702"/>
                    <a:pt x="1946" y="3702"/>
                  </a:cubicBezTo>
                  <a:cubicBezTo>
                    <a:pt x="2427" y="3673"/>
                    <a:pt x="2675" y="2821"/>
                    <a:pt x="2675" y="2821"/>
                  </a:cubicBezTo>
                  <a:lnTo>
                    <a:pt x="27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5889;p80">
              <a:extLst>
                <a:ext uri="{FF2B5EF4-FFF2-40B4-BE49-F238E27FC236}">
                  <a16:creationId xmlns:a16="http://schemas.microsoft.com/office/drawing/2014/main" id="{BCF25D3B-3541-0166-8DCA-4F2AE7E9D58D}"/>
                </a:ext>
              </a:extLst>
            </p:cNvPr>
            <p:cNvSpPr/>
            <p:nvPr/>
          </p:nvSpPr>
          <p:spPr>
            <a:xfrm>
              <a:off x="7805951" y="4469019"/>
              <a:ext cx="72393" cy="94701"/>
            </a:xfrm>
            <a:custGeom>
              <a:avLst/>
              <a:gdLst/>
              <a:ahLst/>
              <a:cxnLst/>
              <a:rect l="l" t="t" r="r" b="b"/>
              <a:pathLst>
                <a:path w="2953" h="3863" extrusionOk="0">
                  <a:moveTo>
                    <a:pt x="2799" y="183"/>
                  </a:moveTo>
                  <a:lnTo>
                    <a:pt x="2704" y="2916"/>
                  </a:lnTo>
                  <a:cubicBezTo>
                    <a:pt x="2646" y="3134"/>
                    <a:pt x="2405" y="3681"/>
                    <a:pt x="2070" y="3710"/>
                  </a:cubicBezTo>
                  <a:cubicBezTo>
                    <a:pt x="1917" y="3710"/>
                    <a:pt x="1429" y="3375"/>
                    <a:pt x="1159" y="3134"/>
                  </a:cubicBezTo>
                  <a:lnTo>
                    <a:pt x="219" y="183"/>
                  </a:lnTo>
                  <a:close/>
                  <a:moveTo>
                    <a:pt x="1" y="1"/>
                  </a:moveTo>
                  <a:lnTo>
                    <a:pt x="1006" y="3222"/>
                  </a:lnTo>
                  <a:lnTo>
                    <a:pt x="1036" y="3222"/>
                  </a:lnTo>
                  <a:cubicBezTo>
                    <a:pt x="1159" y="3346"/>
                    <a:pt x="1764" y="3863"/>
                    <a:pt x="2070" y="3863"/>
                  </a:cubicBezTo>
                  <a:cubicBezTo>
                    <a:pt x="2617" y="3827"/>
                    <a:pt x="2857" y="2981"/>
                    <a:pt x="2886" y="2952"/>
                  </a:cubicBezTo>
                  <a:lnTo>
                    <a:pt x="29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5890;p80">
              <a:extLst>
                <a:ext uri="{FF2B5EF4-FFF2-40B4-BE49-F238E27FC236}">
                  <a16:creationId xmlns:a16="http://schemas.microsoft.com/office/drawing/2014/main" id="{A87DF556-5819-14FE-AEB4-54EB1F95D518}"/>
                </a:ext>
              </a:extLst>
            </p:cNvPr>
            <p:cNvSpPr/>
            <p:nvPr/>
          </p:nvSpPr>
          <p:spPr>
            <a:xfrm>
              <a:off x="7410083" y="4540480"/>
              <a:ext cx="144369" cy="71486"/>
            </a:xfrm>
            <a:custGeom>
              <a:avLst/>
              <a:gdLst/>
              <a:ahLst/>
              <a:cxnLst/>
              <a:rect l="l" t="t" r="r" b="b"/>
              <a:pathLst>
                <a:path w="5889" h="2916" extrusionOk="0">
                  <a:moveTo>
                    <a:pt x="5524" y="1"/>
                  </a:moveTo>
                  <a:cubicBezTo>
                    <a:pt x="5466" y="1"/>
                    <a:pt x="5371" y="37"/>
                    <a:pt x="5313" y="66"/>
                  </a:cubicBezTo>
                  <a:cubicBezTo>
                    <a:pt x="5094" y="285"/>
                    <a:pt x="4393" y="932"/>
                    <a:pt x="3928" y="932"/>
                  </a:cubicBezTo>
                  <a:cubicBezTo>
                    <a:pt x="3882" y="932"/>
                    <a:pt x="3838" y="925"/>
                    <a:pt x="3797" y="912"/>
                  </a:cubicBezTo>
                  <a:cubicBezTo>
                    <a:pt x="3520" y="824"/>
                    <a:pt x="3127" y="642"/>
                    <a:pt x="3003" y="518"/>
                  </a:cubicBezTo>
                  <a:cubicBezTo>
                    <a:pt x="2974" y="489"/>
                    <a:pt x="2921" y="474"/>
                    <a:pt x="2864" y="474"/>
                  </a:cubicBezTo>
                  <a:cubicBezTo>
                    <a:pt x="2808" y="474"/>
                    <a:pt x="2748" y="489"/>
                    <a:pt x="2704" y="518"/>
                  </a:cubicBezTo>
                  <a:lnTo>
                    <a:pt x="117" y="2617"/>
                  </a:lnTo>
                  <a:cubicBezTo>
                    <a:pt x="0" y="2704"/>
                    <a:pt x="88" y="2886"/>
                    <a:pt x="270" y="2886"/>
                  </a:cubicBezTo>
                  <a:lnTo>
                    <a:pt x="4067" y="2915"/>
                  </a:lnTo>
                  <a:cubicBezTo>
                    <a:pt x="4161" y="2915"/>
                    <a:pt x="4249" y="2857"/>
                    <a:pt x="4278" y="2799"/>
                  </a:cubicBezTo>
                  <a:lnTo>
                    <a:pt x="4555" y="2223"/>
                  </a:lnTo>
                  <a:cubicBezTo>
                    <a:pt x="4599" y="2132"/>
                    <a:pt x="4666" y="2087"/>
                    <a:pt x="4719" y="2087"/>
                  </a:cubicBezTo>
                  <a:cubicBezTo>
                    <a:pt x="4772" y="2087"/>
                    <a:pt x="4810" y="2132"/>
                    <a:pt x="4795" y="2223"/>
                  </a:cubicBezTo>
                  <a:lnTo>
                    <a:pt x="4948" y="2770"/>
                  </a:lnTo>
                  <a:cubicBezTo>
                    <a:pt x="4948" y="2813"/>
                    <a:pt x="5176" y="2835"/>
                    <a:pt x="5404" y="2835"/>
                  </a:cubicBezTo>
                  <a:cubicBezTo>
                    <a:pt x="5632" y="2835"/>
                    <a:pt x="5859" y="2813"/>
                    <a:pt x="5859" y="2770"/>
                  </a:cubicBezTo>
                  <a:cubicBezTo>
                    <a:pt x="5888" y="2252"/>
                    <a:pt x="5801" y="613"/>
                    <a:pt x="5706" y="154"/>
                  </a:cubicBezTo>
                  <a:cubicBezTo>
                    <a:pt x="5706" y="95"/>
                    <a:pt x="5619" y="37"/>
                    <a:pt x="5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5891;p80">
              <a:extLst>
                <a:ext uri="{FF2B5EF4-FFF2-40B4-BE49-F238E27FC236}">
                  <a16:creationId xmlns:a16="http://schemas.microsoft.com/office/drawing/2014/main" id="{607F2BB8-0BBC-E2D4-C98C-25D65C5015C4}"/>
                </a:ext>
              </a:extLst>
            </p:cNvPr>
            <p:cNvSpPr/>
            <p:nvPr/>
          </p:nvSpPr>
          <p:spPr>
            <a:xfrm>
              <a:off x="7409372" y="4538764"/>
              <a:ext cx="147409" cy="74820"/>
            </a:xfrm>
            <a:custGeom>
              <a:avLst/>
              <a:gdLst/>
              <a:ahLst/>
              <a:cxnLst/>
              <a:rect l="l" t="t" r="r" b="b"/>
              <a:pathLst>
                <a:path w="6013" h="3052" extrusionOk="0">
                  <a:moveTo>
                    <a:pt x="5553" y="165"/>
                  </a:moveTo>
                  <a:cubicBezTo>
                    <a:pt x="5611" y="165"/>
                    <a:pt x="5648" y="195"/>
                    <a:pt x="5648" y="224"/>
                  </a:cubicBezTo>
                  <a:cubicBezTo>
                    <a:pt x="5735" y="683"/>
                    <a:pt x="5859" y="2257"/>
                    <a:pt x="5794" y="2774"/>
                  </a:cubicBezTo>
                  <a:cubicBezTo>
                    <a:pt x="5727" y="2812"/>
                    <a:pt x="5528" y="2828"/>
                    <a:pt x="5348" y="2828"/>
                  </a:cubicBezTo>
                  <a:cubicBezTo>
                    <a:pt x="5213" y="2828"/>
                    <a:pt x="5089" y="2819"/>
                    <a:pt x="5036" y="2803"/>
                  </a:cubicBezTo>
                  <a:lnTo>
                    <a:pt x="4919" y="2293"/>
                  </a:lnTo>
                  <a:cubicBezTo>
                    <a:pt x="4919" y="2169"/>
                    <a:pt x="4854" y="2111"/>
                    <a:pt x="4795" y="2075"/>
                  </a:cubicBezTo>
                  <a:cubicBezTo>
                    <a:pt x="4781" y="2070"/>
                    <a:pt x="4765" y="2068"/>
                    <a:pt x="4750" y="2068"/>
                  </a:cubicBezTo>
                  <a:cubicBezTo>
                    <a:pt x="4665" y="2068"/>
                    <a:pt x="4574" y="2134"/>
                    <a:pt x="4518" y="2257"/>
                  </a:cubicBezTo>
                  <a:lnTo>
                    <a:pt x="4249" y="2840"/>
                  </a:lnTo>
                  <a:cubicBezTo>
                    <a:pt x="4220" y="2869"/>
                    <a:pt x="4190" y="2898"/>
                    <a:pt x="4096" y="2898"/>
                  </a:cubicBezTo>
                  <a:lnTo>
                    <a:pt x="299" y="2869"/>
                  </a:lnTo>
                  <a:cubicBezTo>
                    <a:pt x="241" y="2869"/>
                    <a:pt x="183" y="2840"/>
                    <a:pt x="183" y="2803"/>
                  </a:cubicBezTo>
                  <a:cubicBezTo>
                    <a:pt x="146" y="2774"/>
                    <a:pt x="183" y="2774"/>
                    <a:pt x="212" y="2745"/>
                  </a:cubicBezTo>
                  <a:lnTo>
                    <a:pt x="2791" y="654"/>
                  </a:lnTo>
                  <a:cubicBezTo>
                    <a:pt x="2806" y="635"/>
                    <a:pt x="2844" y="626"/>
                    <a:pt x="2886" y="626"/>
                  </a:cubicBezTo>
                  <a:cubicBezTo>
                    <a:pt x="2928" y="626"/>
                    <a:pt x="2973" y="635"/>
                    <a:pt x="3003" y="654"/>
                  </a:cubicBezTo>
                  <a:cubicBezTo>
                    <a:pt x="3127" y="770"/>
                    <a:pt x="3520" y="952"/>
                    <a:pt x="3826" y="1076"/>
                  </a:cubicBezTo>
                  <a:cubicBezTo>
                    <a:pt x="3870" y="1091"/>
                    <a:pt x="3917" y="1098"/>
                    <a:pt x="3966" y="1098"/>
                  </a:cubicBezTo>
                  <a:cubicBezTo>
                    <a:pt x="4432" y="1098"/>
                    <a:pt x="5130" y="497"/>
                    <a:pt x="5400" y="195"/>
                  </a:cubicBezTo>
                  <a:cubicBezTo>
                    <a:pt x="5429" y="165"/>
                    <a:pt x="5495" y="165"/>
                    <a:pt x="5553" y="165"/>
                  </a:cubicBezTo>
                  <a:close/>
                  <a:moveTo>
                    <a:pt x="5493" y="1"/>
                  </a:moveTo>
                  <a:cubicBezTo>
                    <a:pt x="5415" y="1"/>
                    <a:pt x="5348" y="28"/>
                    <a:pt x="5283" y="71"/>
                  </a:cubicBezTo>
                  <a:cubicBezTo>
                    <a:pt x="4839" y="515"/>
                    <a:pt x="4298" y="936"/>
                    <a:pt x="3951" y="936"/>
                  </a:cubicBezTo>
                  <a:cubicBezTo>
                    <a:pt x="3917" y="936"/>
                    <a:pt x="3885" y="932"/>
                    <a:pt x="3855" y="923"/>
                  </a:cubicBezTo>
                  <a:cubicBezTo>
                    <a:pt x="3578" y="799"/>
                    <a:pt x="3214" y="617"/>
                    <a:pt x="3097" y="530"/>
                  </a:cubicBezTo>
                  <a:cubicBezTo>
                    <a:pt x="3050" y="482"/>
                    <a:pt x="2973" y="459"/>
                    <a:pt x="2893" y="459"/>
                  </a:cubicBezTo>
                  <a:cubicBezTo>
                    <a:pt x="2813" y="459"/>
                    <a:pt x="2729" y="482"/>
                    <a:pt x="2667" y="530"/>
                  </a:cubicBezTo>
                  <a:lnTo>
                    <a:pt x="88" y="2621"/>
                  </a:lnTo>
                  <a:cubicBezTo>
                    <a:pt x="29" y="2687"/>
                    <a:pt x="0" y="2774"/>
                    <a:pt x="29" y="2869"/>
                  </a:cubicBezTo>
                  <a:cubicBezTo>
                    <a:pt x="59" y="2956"/>
                    <a:pt x="146" y="3022"/>
                    <a:pt x="299" y="3022"/>
                  </a:cubicBezTo>
                  <a:lnTo>
                    <a:pt x="4096" y="3051"/>
                  </a:lnTo>
                  <a:cubicBezTo>
                    <a:pt x="4220" y="3051"/>
                    <a:pt x="4336" y="2985"/>
                    <a:pt x="4373" y="2898"/>
                  </a:cubicBezTo>
                  <a:lnTo>
                    <a:pt x="4671" y="2322"/>
                  </a:lnTo>
                  <a:cubicBezTo>
                    <a:pt x="4701" y="2257"/>
                    <a:pt x="4737" y="2228"/>
                    <a:pt x="4737" y="2228"/>
                  </a:cubicBezTo>
                  <a:cubicBezTo>
                    <a:pt x="4737" y="2228"/>
                    <a:pt x="4766" y="2228"/>
                    <a:pt x="4737" y="2293"/>
                  </a:cubicBezTo>
                  <a:lnTo>
                    <a:pt x="4883" y="2869"/>
                  </a:lnTo>
                  <a:cubicBezTo>
                    <a:pt x="4883" y="2956"/>
                    <a:pt x="5036" y="2985"/>
                    <a:pt x="5130" y="2985"/>
                  </a:cubicBezTo>
                  <a:cubicBezTo>
                    <a:pt x="5130" y="2985"/>
                    <a:pt x="5250" y="2995"/>
                    <a:pt x="5398" y="2995"/>
                  </a:cubicBezTo>
                  <a:cubicBezTo>
                    <a:pt x="5636" y="2995"/>
                    <a:pt x="5947" y="2970"/>
                    <a:pt x="5947" y="2840"/>
                  </a:cubicBezTo>
                  <a:cubicBezTo>
                    <a:pt x="6012" y="2352"/>
                    <a:pt x="5917" y="683"/>
                    <a:pt x="5830" y="195"/>
                  </a:cubicBezTo>
                  <a:cubicBezTo>
                    <a:pt x="5794" y="107"/>
                    <a:pt x="5706" y="12"/>
                    <a:pt x="5582" y="12"/>
                  </a:cubicBezTo>
                  <a:cubicBezTo>
                    <a:pt x="5551" y="5"/>
                    <a:pt x="5521" y="1"/>
                    <a:pt x="5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5892;p80">
              <a:extLst>
                <a:ext uri="{FF2B5EF4-FFF2-40B4-BE49-F238E27FC236}">
                  <a16:creationId xmlns:a16="http://schemas.microsoft.com/office/drawing/2014/main" id="{CAB83CD1-F163-CC6F-EEA7-ECBEE1618D4A}"/>
                </a:ext>
              </a:extLst>
            </p:cNvPr>
            <p:cNvSpPr/>
            <p:nvPr/>
          </p:nvSpPr>
          <p:spPr>
            <a:xfrm>
              <a:off x="7820954" y="4537808"/>
              <a:ext cx="94530" cy="98085"/>
            </a:xfrm>
            <a:custGeom>
              <a:avLst/>
              <a:gdLst/>
              <a:ahLst/>
              <a:cxnLst/>
              <a:rect l="l" t="t" r="r" b="b"/>
              <a:pathLst>
                <a:path w="3856" h="4001" extrusionOk="0">
                  <a:moveTo>
                    <a:pt x="2182" y="0"/>
                  </a:moveTo>
                  <a:cubicBezTo>
                    <a:pt x="2163" y="0"/>
                    <a:pt x="2140" y="8"/>
                    <a:pt x="2121" y="22"/>
                  </a:cubicBezTo>
                  <a:cubicBezTo>
                    <a:pt x="2121" y="22"/>
                    <a:pt x="1939" y="474"/>
                    <a:pt x="1852" y="627"/>
                  </a:cubicBezTo>
                  <a:cubicBezTo>
                    <a:pt x="1781" y="731"/>
                    <a:pt x="1581" y="785"/>
                    <a:pt x="1389" y="785"/>
                  </a:cubicBezTo>
                  <a:cubicBezTo>
                    <a:pt x="1246" y="785"/>
                    <a:pt x="1106" y="755"/>
                    <a:pt x="1028" y="693"/>
                  </a:cubicBezTo>
                  <a:lnTo>
                    <a:pt x="482" y="175"/>
                  </a:lnTo>
                  <a:cubicBezTo>
                    <a:pt x="467" y="161"/>
                    <a:pt x="445" y="153"/>
                    <a:pt x="427" y="153"/>
                  </a:cubicBezTo>
                  <a:cubicBezTo>
                    <a:pt x="409" y="153"/>
                    <a:pt x="394" y="161"/>
                    <a:pt x="394" y="175"/>
                  </a:cubicBezTo>
                  <a:lnTo>
                    <a:pt x="30" y="2631"/>
                  </a:lnTo>
                  <a:cubicBezTo>
                    <a:pt x="1" y="2908"/>
                    <a:pt x="241" y="3119"/>
                    <a:pt x="547" y="3243"/>
                  </a:cubicBezTo>
                  <a:cubicBezTo>
                    <a:pt x="1028" y="3454"/>
                    <a:pt x="1823" y="4001"/>
                    <a:pt x="2369" y="4001"/>
                  </a:cubicBezTo>
                  <a:cubicBezTo>
                    <a:pt x="2639" y="3972"/>
                    <a:pt x="3003" y="3454"/>
                    <a:pt x="3462" y="3178"/>
                  </a:cubicBezTo>
                  <a:cubicBezTo>
                    <a:pt x="3761" y="2995"/>
                    <a:pt x="3856" y="2726"/>
                    <a:pt x="3674" y="2478"/>
                  </a:cubicBezTo>
                  <a:lnTo>
                    <a:pt x="2216" y="22"/>
                  </a:lnTo>
                  <a:cubicBezTo>
                    <a:pt x="2216" y="8"/>
                    <a:pt x="2202" y="0"/>
                    <a:pt x="2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5893;p80">
              <a:extLst>
                <a:ext uri="{FF2B5EF4-FFF2-40B4-BE49-F238E27FC236}">
                  <a16:creationId xmlns:a16="http://schemas.microsoft.com/office/drawing/2014/main" id="{9703A99F-026C-88CD-1035-DF89EF270564}"/>
                </a:ext>
              </a:extLst>
            </p:cNvPr>
            <p:cNvSpPr/>
            <p:nvPr/>
          </p:nvSpPr>
          <p:spPr>
            <a:xfrm>
              <a:off x="7818650" y="4536018"/>
              <a:ext cx="96834" cy="101320"/>
            </a:xfrm>
            <a:custGeom>
              <a:avLst/>
              <a:gdLst/>
              <a:ahLst/>
              <a:cxnLst/>
              <a:rect l="l" t="t" r="r" b="b"/>
              <a:pathLst>
                <a:path w="3950" h="4133" extrusionOk="0">
                  <a:moveTo>
                    <a:pt x="2281" y="183"/>
                  </a:moveTo>
                  <a:lnTo>
                    <a:pt x="3709" y="2587"/>
                  </a:lnTo>
                  <a:cubicBezTo>
                    <a:pt x="3768" y="2675"/>
                    <a:pt x="3797" y="2770"/>
                    <a:pt x="3768" y="2857"/>
                  </a:cubicBezTo>
                  <a:cubicBezTo>
                    <a:pt x="3738" y="2981"/>
                    <a:pt x="3644" y="3097"/>
                    <a:pt x="3527" y="3163"/>
                  </a:cubicBezTo>
                  <a:cubicBezTo>
                    <a:pt x="3308" y="3280"/>
                    <a:pt x="3126" y="3462"/>
                    <a:pt x="2981" y="3615"/>
                  </a:cubicBezTo>
                  <a:cubicBezTo>
                    <a:pt x="2762" y="3797"/>
                    <a:pt x="2580" y="3979"/>
                    <a:pt x="2434" y="3979"/>
                  </a:cubicBezTo>
                  <a:cubicBezTo>
                    <a:pt x="2419" y="3981"/>
                    <a:pt x="2403" y="3981"/>
                    <a:pt x="2387" y="3981"/>
                  </a:cubicBezTo>
                  <a:cubicBezTo>
                    <a:pt x="2052" y="3981"/>
                    <a:pt x="1562" y="3700"/>
                    <a:pt x="1159" y="3498"/>
                  </a:cubicBezTo>
                  <a:cubicBezTo>
                    <a:pt x="977" y="3404"/>
                    <a:pt x="824" y="3316"/>
                    <a:pt x="671" y="3251"/>
                  </a:cubicBezTo>
                  <a:cubicBezTo>
                    <a:pt x="430" y="3134"/>
                    <a:pt x="153" y="2981"/>
                    <a:pt x="211" y="2733"/>
                  </a:cubicBezTo>
                  <a:lnTo>
                    <a:pt x="547" y="336"/>
                  </a:lnTo>
                  <a:lnTo>
                    <a:pt x="1064" y="824"/>
                  </a:lnTo>
                  <a:cubicBezTo>
                    <a:pt x="1217" y="948"/>
                    <a:pt x="1458" y="948"/>
                    <a:pt x="1640" y="948"/>
                  </a:cubicBezTo>
                  <a:cubicBezTo>
                    <a:pt x="1822" y="911"/>
                    <a:pt x="1946" y="824"/>
                    <a:pt x="2004" y="729"/>
                  </a:cubicBezTo>
                  <a:cubicBezTo>
                    <a:pt x="2070" y="613"/>
                    <a:pt x="2215" y="307"/>
                    <a:pt x="2281" y="183"/>
                  </a:cubicBezTo>
                  <a:close/>
                  <a:moveTo>
                    <a:pt x="2281" y="0"/>
                  </a:moveTo>
                  <a:cubicBezTo>
                    <a:pt x="2252" y="0"/>
                    <a:pt x="2186" y="0"/>
                    <a:pt x="2157" y="66"/>
                  </a:cubicBezTo>
                  <a:cubicBezTo>
                    <a:pt x="2157" y="66"/>
                    <a:pt x="1946" y="518"/>
                    <a:pt x="1851" y="642"/>
                  </a:cubicBezTo>
                  <a:cubicBezTo>
                    <a:pt x="1822" y="700"/>
                    <a:pt x="1734" y="766"/>
                    <a:pt x="1611" y="766"/>
                  </a:cubicBezTo>
                  <a:cubicBezTo>
                    <a:pt x="1563" y="773"/>
                    <a:pt x="1517" y="777"/>
                    <a:pt x="1474" y="777"/>
                  </a:cubicBezTo>
                  <a:cubicBezTo>
                    <a:pt x="1352" y="777"/>
                    <a:pt x="1252" y="748"/>
                    <a:pt x="1188" y="700"/>
                  </a:cubicBezTo>
                  <a:lnTo>
                    <a:pt x="612" y="183"/>
                  </a:lnTo>
                  <a:cubicBezTo>
                    <a:pt x="586" y="162"/>
                    <a:pt x="550" y="141"/>
                    <a:pt x="520" y="141"/>
                  </a:cubicBezTo>
                  <a:cubicBezTo>
                    <a:pt x="508" y="141"/>
                    <a:pt x="497" y="145"/>
                    <a:pt x="488" y="154"/>
                  </a:cubicBezTo>
                  <a:cubicBezTo>
                    <a:pt x="430" y="154"/>
                    <a:pt x="394" y="219"/>
                    <a:pt x="394" y="248"/>
                  </a:cubicBezTo>
                  <a:lnTo>
                    <a:pt x="29" y="2704"/>
                  </a:lnTo>
                  <a:cubicBezTo>
                    <a:pt x="0" y="2886"/>
                    <a:pt x="95" y="3163"/>
                    <a:pt x="612" y="3404"/>
                  </a:cubicBezTo>
                  <a:cubicBezTo>
                    <a:pt x="729" y="3462"/>
                    <a:pt x="911" y="3557"/>
                    <a:pt x="1064" y="3644"/>
                  </a:cubicBezTo>
                  <a:cubicBezTo>
                    <a:pt x="1523" y="3863"/>
                    <a:pt x="2033" y="4132"/>
                    <a:pt x="2434" y="4132"/>
                  </a:cubicBezTo>
                  <a:lnTo>
                    <a:pt x="2463" y="4132"/>
                  </a:lnTo>
                  <a:cubicBezTo>
                    <a:pt x="2645" y="4132"/>
                    <a:pt x="2857" y="3950"/>
                    <a:pt x="3068" y="3739"/>
                  </a:cubicBezTo>
                  <a:cubicBezTo>
                    <a:pt x="3250" y="3586"/>
                    <a:pt x="3432" y="3433"/>
                    <a:pt x="3615" y="3316"/>
                  </a:cubicBezTo>
                  <a:cubicBezTo>
                    <a:pt x="3768" y="3221"/>
                    <a:pt x="3891" y="3068"/>
                    <a:pt x="3921" y="2915"/>
                  </a:cubicBezTo>
                  <a:cubicBezTo>
                    <a:pt x="3950" y="2770"/>
                    <a:pt x="3921" y="2617"/>
                    <a:pt x="3855" y="2493"/>
                  </a:cubicBezTo>
                  <a:lnTo>
                    <a:pt x="2398" y="66"/>
                  </a:lnTo>
                  <a:lnTo>
                    <a:pt x="2368" y="66"/>
                  </a:lnTo>
                  <a:cubicBezTo>
                    <a:pt x="2368" y="0"/>
                    <a:pt x="2310" y="0"/>
                    <a:pt x="2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5894;p80">
              <a:extLst>
                <a:ext uri="{FF2B5EF4-FFF2-40B4-BE49-F238E27FC236}">
                  <a16:creationId xmlns:a16="http://schemas.microsoft.com/office/drawing/2014/main" id="{35512B70-4FC6-A26A-9944-4E2C6E55D2A2}"/>
                </a:ext>
              </a:extLst>
            </p:cNvPr>
            <p:cNvSpPr/>
            <p:nvPr/>
          </p:nvSpPr>
          <p:spPr>
            <a:xfrm>
              <a:off x="7373629" y="3472018"/>
              <a:ext cx="609565" cy="1022226"/>
            </a:xfrm>
            <a:custGeom>
              <a:avLst/>
              <a:gdLst/>
              <a:ahLst/>
              <a:cxnLst/>
              <a:rect l="l" t="t" r="r" b="b"/>
              <a:pathLst>
                <a:path w="24865" h="41698" extrusionOk="0">
                  <a:moveTo>
                    <a:pt x="7046" y="0"/>
                  </a:moveTo>
                  <a:cubicBezTo>
                    <a:pt x="6385" y="0"/>
                    <a:pt x="5741" y="30"/>
                    <a:pt x="5131" y="110"/>
                  </a:cubicBezTo>
                  <a:cubicBezTo>
                    <a:pt x="1" y="8578"/>
                    <a:pt x="3397" y="34724"/>
                    <a:pt x="4038" y="41646"/>
                  </a:cubicBezTo>
                  <a:cubicBezTo>
                    <a:pt x="4292" y="41672"/>
                    <a:pt x="5880" y="41698"/>
                    <a:pt x="7616" y="41698"/>
                  </a:cubicBezTo>
                  <a:cubicBezTo>
                    <a:pt x="9809" y="41698"/>
                    <a:pt x="12237" y="41657"/>
                    <a:pt x="12506" y="41522"/>
                  </a:cubicBezTo>
                  <a:cubicBezTo>
                    <a:pt x="11230" y="35328"/>
                    <a:pt x="8680" y="18357"/>
                    <a:pt x="8199" y="14349"/>
                  </a:cubicBezTo>
                  <a:cubicBezTo>
                    <a:pt x="8162" y="14026"/>
                    <a:pt x="8414" y="13845"/>
                    <a:pt x="8665" y="13845"/>
                  </a:cubicBezTo>
                  <a:cubicBezTo>
                    <a:pt x="8861" y="13845"/>
                    <a:pt x="9055" y="13956"/>
                    <a:pt x="9110" y="14196"/>
                  </a:cubicBezTo>
                  <a:cubicBezTo>
                    <a:pt x="9955" y="17716"/>
                    <a:pt x="14874" y="35904"/>
                    <a:pt x="16849" y="41493"/>
                  </a:cubicBezTo>
                  <a:cubicBezTo>
                    <a:pt x="17059" y="41503"/>
                    <a:pt x="17977" y="41514"/>
                    <a:pt x="19126" y="41514"/>
                  </a:cubicBezTo>
                  <a:cubicBezTo>
                    <a:pt x="21276" y="41514"/>
                    <a:pt x="24233" y="41478"/>
                    <a:pt x="24865" y="41340"/>
                  </a:cubicBezTo>
                  <a:cubicBezTo>
                    <a:pt x="24500" y="35722"/>
                    <a:pt x="15967" y="9642"/>
                    <a:pt x="15180" y="6574"/>
                  </a:cubicBezTo>
                  <a:cubicBezTo>
                    <a:pt x="14510" y="3907"/>
                    <a:pt x="13876" y="2384"/>
                    <a:pt x="12688" y="292"/>
                  </a:cubicBezTo>
                  <a:cubicBezTo>
                    <a:pt x="10937" y="244"/>
                    <a:pt x="8923" y="0"/>
                    <a:pt x="70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5" name="Google Shape;5895;p80">
              <a:extLst>
                <a:ext uri="{FF2B5EF4-FFF2-40B4-BE49-F238E27FC236}">
                  <a16:creationId xmlns:a16="http://schemas.microsoft.com/office/drawing/2014/main" id="{28AD05B6-62D9-224B-07BA-A3CD21582F26}"/>
                </a:ext>
              </a:extLst>
            </p:cNvPr>
            <p:cNvSpPr/>
            <p:nvPr/>
          </p:nvSpPr>
          <p:spPr>
            <a:xfrm>
              <a:off x="7383999" y="3469983"/>
              <a:ext cx="601525" cy="1025855"/>
            </a:xfrm>
            <a:custGeom>
              <a:avLst/>
              <a:gdLst/>
              <a:ahLst/>
              <a:cxnLst/>
              <a:rect l="l" t="t" r="r" b="b"/>
              <a:pathLst>
                <a:path w="24537" h="41846" extrusionOk="0">
                  <a:moveTo>
                    <a:pt x="6729" y="166"/>
                  </a:moveTo>
                  <a:cubicBezTo>
                    <a:pt x="7782" y="166"/>
                    <a:pt x="8877" y="239"/>
                    <a:pt x="9962" y="310"/>
                  </a:cubicBezTo>
                  <a:cubicBezTo>
                    <a:pt x="10749" y="375"/>
                    <a:pt x="11507" y="434"/>
                    <a:pt x="12236" y="463"/>
                  </a:cubicBezTo>
                  <a:cubicBezTo>
                    <a:pt x="13423" y="2590"/>
                    <a:pt x="14028" y="4106"/>
                    <a:pt x="14699" y="6657"/>
                  </a:cubicBezTo>
                  <a:cubicBezTo>
                    <a:pt x="14881" y="7480"/>
                    <a:pt x="15610" y="9754"/>
                    <a:pt x="16579" y="12916"/>
                  </a:cubicBezTo>
                  <a:cubicBezTo>
                    <a:pt x="19370" y="21960"/>
                    <a:pt x="24048" y="37109"/>
                    <a:pt x="24383" y="41365"/>
                  </a:cubicBezTo>
                  <a:cubicBezTo>
                    <a:pt x="23582" y="41495"/>
                    <a:pt x="20330" y="41532"/>
                    <a:pt x="18227" y="41532"/>
                  </a:cubicBezTo>
                  <a:cubicBezTo>
                    <a:pt x="17385" y="41532"/>
                    <a:pt x="16728" y="41526"/>
                    <a:pt x="16484" y="41518"/>
                  </a:cubicBezTo>
                  <a:cubicBezTo>
                    <a:pt x="14480" y="35805"/>
                    <a:pt x="9598" y="17769"/>
                    <a:pt x="8774" y="14279"/>
                  </a:cubicBezTo>
                  <a:cubicBezTo>
                    <a:pt x="8695" y="13976"/>
                    <a:pt x="8438" y="13852"/>
                    <a:pt x="8212" y="13852"/>
                  </a:cubicBezTo>
                  <a:cubicBezTo>
                    <a:pt x="8188" y="13852"/>
                    <a:pt x="8164" y="13853"/>
                    <a:pt x="8140" y="13856"/>
                  </a:cubicBezTo>
                  <a:cubicBezTo>
                    <a:pt x="7893" y="13915"/>
                    <a:pt x="7652" y="14097"/>
                    <a:pt x="7710" y="14432"/>
                  </a:cubicBezTo>
                  <a:cubicBezTo>
                    <a:pt x="8169" y="18287"/>
                    <a:pt x="10691" y="35171"/>
                    <a:pt x="11995" y="41547"/>
                  </a:cubicBezTo>
                  <a:cubicBezTo>
                    <a:pt x="11559" y="41663"/>
                    <a:pt x="9377" y="41707"/>
                    <a:pt x="7342" y="41707"/>
                  </a:cubicBezTo>
                  <a:cubicBezTo>
                    <a:pt x="5670" y="41707"/>
                    <a:pt x="4097" y="41677"/>
                    <a:pt x="3673" y="41635"/>
                  </a:cubicBezTo>
                  <a:cubicBezTo>
                    <a:pt x="3615" y="40935"/>
                    <a:pt x="3520" y="40061"/>
                    <a:pt x="3433" y="39055"/>
                  </a:cubicBezTo>
                  <a:cubicBezTo>
                    <a:pt x="2456" y="29706"/>
                    <a:pt x="183" y="7903"/>
                    <a:pt x="4737" y="280"/>
                  </a:cubicBezTo>
                  <a:cubicBezTo>
                    <a:pt x="5373" y="197"/>
                    <a:pt x="6042" y="166"/>
                    <a:pt x="6729" y="166"/>
                  </a:cubicBezTo>
                  <a:close/>
                  <a:moveTo>
                    <a:pt x="6653" y="1"/>
                  </a:moveTo>
                  <a:cubicBezTo>
                    <a:pt x="5974" y="1"/>
                    <a:pt x="5311" y="35"/>
                    <a:pt x="4679" y="127"/>
                  </a:cubicBezTo>
                  <a:lnTo>
                    <a:pt x="4642" y="127"/>
                  </a:lnTo>
                  <a:lnTo>
                    <a:pt x="4613" y="164"/>
                  </a:lnTo>
                  <a:cubicBezTo>
                    <a:pt x="1" y="7779"/>
                    <a:pt x="2274" y="29706"/>
                    <a:pt x="3251" y="39055"/>
                  </a:cubicBezTo>
                  <a:cubicBezTo>
                    <a:pt x="3367" y="40119"/>
                    <a:pt x="3462" y="41030"/>
                    <a:pt x="3520" y="41729"/>
                  </a:cubicBezTo>
                  <a:lnTo>
                    <a:pt x="3520" y="41788"/>
                  </a:lnTo>
                  <a:lnTo>
                    <a:pt x="3586" y="41788"/>
                  </a:lnTo>
                  <a:cubicBezTo>
                    <a:pt x="3797" y="41817"/>
                    <a:pt x="5553" y="41846"/>
                    <a:pt x="7441" y="41846"/>
                  </a:cubicBezTo>
                  <a:cubicBezTo>
                    <a:pt x="9561" y="41846"/>
                    <a:pt x="11842" y="41817"/>
                    <a:pt x="12148" y="41664"/>
                  </a:cubicBezTo>
                  <a:lnTo>
                    <a:pt x="12206" y="41635"/>
                  </a:lnTo>
                  <a:lnTo>
                    <a:pt x="12177" y="41576"/>
                  </a:lnTo>
                  <a:cubicBezTo>
                    <a:pt x="10873" y="35258"/>
                    <a:pt x="8322" y="18287"/>
                    <a:pt x="7863" y="14403"/>
                  </a:cubicBezTo>
                  <a:cubicBezTo>
                    <a:pt x="7834" y="14155"/>
                    <a:pt x="8016" y="14068"/>
                    <a:pt x="8169" y="14038"/>
                  </a:cubicBezTo>
                  <a:cubicBezTo>
                    <a:pt x="8197" y="14034"/>
                    <a:pt x="8226" y="14032"/>
                    <a:pt x="8255" y="14032"/>
                  </a:cubicBezTo>
                  <a:cubicBezTo>
                    <a:pt x="8412" y="14032"/>
                    <a:pt x="8567" y="14105"/>
                    <a:pt x="8592" y="14308"/>
                  </a:cubicBezTo>
                  <a:cubicBezTo>
                    <a:pt x="9445" y="17799"/>
                    <a:pt x="14363" y="35958"/>
                    <a:pt x="16338" y="41605"/>
                  </a:cubicBezTo>
                  <a:lnTo>
                    <a:pt x="16367" y="41664"/>
                  </a:lnTo>
                  <a:lnTo>
                    <a:pt x="16426" y="41664"/>
                  </a:lnTo>
                  <a:cubicBezTo>
                    <a:pt x="16645" y="41676"/>
                    <a:pt x="17536" y="41688"/>
                    <a:pt x="18655" y="41688"/>
                  </a:cubicBezTo>
                  <a:cubicBezTo>
                    <a:pt x="20812" y="41688"/>
                    <a:pt x="23813" y="41645"/>
                    <a:pt x="24471" y="41482"/>
                  </a:cubicBezTo>
                  <a:lnTo>
                    <a:pt x="24536" y="41482"/>
                  </a:lnTo>
                  <a:lnTo>
                    <a:pt x="24536" y="41423"/>
                  </a:lnTo>
                  <a:cubicBezTo>
                    <a:pt x="24259" y="37233"/>
                    <a:pt x="19552" y="21960"/>
                    <a:pt x="16732" y="12851"/>
                  </a:cubicBezTo>
                  <a:cubicBezTo>
                    <a:pt x="15755" y="9695"/>
                    <a:pt x="15063" y="7415"/>
                    <a:pt x="14844" y="6628"/>
                  </a:cubicBezTo>
                  <a:cubicBezTo>
                    <a:pt x="14181" y="4019"/>
                    <a:pt x="13569" y="2496"/>
                    <a:pt x="12360" y="346"/>
                  </a:cubicBezTo>
                  <a:lnTo>
                    <a:pt x="12330" y="280"/>
                  </a:lnTo>
                  <a:lnTo>
                    <a:pt x="12265" y="280"/>
                  </a:lnTo>
                  <a:cubicBezTo>
                    <a:pt x="11536" y="280"/>
                    <a:pt x="10778" y="222"/>
                    <a:pt x="9962" y="164"/>
                  </a:cubicBezTo>
                  <a:cubicBezTo>
                    <a:pt x="8860" y="88"/>
                    <a:pt x="7736" y="1"/>
                    <a:pt x="6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6" name="Google Shape;5896;p80">
              <a:extLst>
                <a:ext uri="{FF2B5EF4-FFF2-40B4-BE49-F238E27FC236}">
                  <a16:creationId xmlns:a16="http://schemas.microsoft.com/office/drawing/2014/main" id="{2E8DA2BE-5AA0-CADA-3E92-9E5C2164F487}"/>
                </a:ext>
              </a:extLst>
            </p:cNvPr>
            <p:cNvSpPr/>
            <p:nvPr/>
          </p:nvSpPr>
          <p:spPr>
            <a:xfrm>
              <a:off x="7206780" y="3429338"/>
              <a:ext cx="198866" cy="95241"/>
            </a:xfrm>
            <a:custGeom>
              <a:avLst/>
              <a:gdLst/>
              <a:ahLst/>
              <a:cxnLst/>
              <a:rect l="l" t="t" r="r" b="b"/>
              <a:pathLst>
                <a:path w="8112" h="3885" extrusionOk="0">
                  <a:moveTo>
                    <a:pt x="5714" y="0"/>
                  </a:moveTo>
                  <a:lnTo>
                    <a:pt x="2187" y="1880"/>
                  </a:lnTo>
                  <a:cubicBezTo>
                    <a:pt x="2005" y="1938"/>
                    <a:pt x="2070" y="2245"/>
                    <a:pt x="1" y="2973"/>
                  </a:cubicBezTo>
                  <a:lnTo>
                    <a:pt x="1669" y="3884"/>
                  </a:lnTo>
                  <a:cubicBezTo>
                    <a:pt x="1669" y="3884"/>
                    <a:pt x="5131" y="3155"/>
                    <a:pt x="8111" y="1968"/>
                  </a:cubicBezTo>
                  <a:cubicBezTo>
                    <a:pt x="7288" y="1334"/>
                    <a:pt x="6501" y="663"/>
                    <a:pt x="5714" y="0"/>
                  </a:cubicBezTo>
                  <a:close/>
                </a:path>
              </a:pathLst>
            </a:custGeom>
            <a:solidFill>
              <a:srgbClr val="B6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7" name="Google Shape;5897;p80">
              <a:extLst>
                <a:ext uri="{FF2B5EF4-FFF2-40B4-BE49-F238E27FC236}">
                  <a16:creationId xmlns:a16="http://schemas.microsoft.com/office/drawing/2014/main" id="{8CE9217C-1FE2-4D41-26F8-510081535405}"/>
                </a:ext>
              </a:extLst>
            </p:cNvPr>
            <p:cNvSpPr/>
            <p:nvPr/>
          </p:nvSpPr>
          <p:spPr>
            <a:xfrm>
              <a:off x="7194939" y="3476137"/>
              <a:ext cx="65455" cy="24662"/>
            </a:xfrm>
            <a:custGeom>
              <a:avLst/>
              <a:gdLst/>
              <a:ahLst/>
              <a:cxnLst/>
              <a:rect l="l" t="t" r="r" b="b"/>
              <a:pathLst>
                <a:path w="2670" h="1006" extrusionOk="0">
                  <a:moveTo>
                    <a:pt x="2670" y="0"/>
                  </a:moveTo>
                  <a:lnTo>
                    <a:pt x="2670" y="0"/>
                  </a:lnTo>
                  <a:cubicBezTo>
                    <a:pt x="2670" y="0"/>
                    <a:pt x="243" y="576"/>
                    <a:pt x="61" y="787"/>
                  </a:cubicBezTo>
                  <a:cubicBezTo>
                    <a:pt x="0" y="874"/>
                    <a:pt x="222" y="887"/>
                    <a:pt x="507" y="887"/>
                  </a:cubicBezTo>
                  <a:cubicBezTo>
                    <a:pt x="634" y="887"/>
                    <a:pt x="774" y="885"/>
                    <a:pt x="907" y="885"/>
                  </a:cubicBezTo>
                  <a:cubicBezTo>
                    <a:pt x="1230" y="885"/>
                    <a:pt x="1514" y="900"/>
                    <a:pt x="1489" y="1006"/>
                  </a:cubicBezTo>
                  <a:cubicBezTo>
                    <a:pt x="1489" y="1006"/>
                    <a:pt x="2517" y="212"/>
                    <a:pt x="2670" y="0"/>
                  </a:cubicBezTo>
                  <a:close/>
                </a:path>
              </a:pathLst>
            </a:custGeom>
            <a:solidFill>
              <a:srgbClr val="B6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8" name="Google Shape;5898;p80">
              <a:extLst>
                <a:ext uri="{FF2B5EF4-FFF2-40B4-BE49-F238E27FC236}">
                  <a16:creationId xmlns:a16="http://schemas.microsoft.com/office/drawing/2014/main" id="{C5FE76AE-3B85-C331-D7EE-66B3BB5088C5}"/>
                </a:ext>
              </a:extLst>
            </p:cNvPr>
            <p:cNvSpPr/>
            <p:nvPr/>
          </p:nvSpPr>
          <p:spPr>
            <a:xfrm>
              <a:off x="6853960" y="3114393"/>
              <a:ext cx="586693" cy="434651"/>
            </a:xfrm>
            <a:custGeom>
              <a:avLst/>
              <a:gdLst/>
              <a:ahLst/>
              <a:cxnLst/>
              <a:rect l="l" t="t" r="r" b="b"/>
              <a:pathLst>
                <a:path w="23932" h="17730" extrusionOk="0">
                  <a:moveTo>
                    <a:pt x="10662" y="0"/>
                  </a:moveTo>
                  <a:lnTo>
                    <a:pt x="1" y="700"/>
                  </a:lnTo>
                  <a:lnTo>
                    <a:pt x="5072" y="11084"/>
                  </a:lnTo>
                  <a:lnTo>
                    <a:pt x="18371" y="17729"/>
                  </a:lnTo>
                  <a:lnTo>
                    <a:pt x="23932" y="6682"/>
                  </a:lnTo>
                  <a:lnTo>
                    <a:pt x="106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9" name="Google Shape;5899;p80">
              <a:extLst>
                <a:ext uri="{FF2B5EF4-FFF2-40B4-BE49-F238E27FC236}">
                  <a16:creationId xmlns:a16="http://schemas.microsoft.com/office/drawing/2014/main" id="{0726ED61-ACBA-9AD4-7926-F3125E668CEA}"/>
                </a:ext>
              </a:extLst>
            </p:cNvPr>
            <p:cNvSpPr/>
            <p:nvPr/>
          </p:nvSpPr>
          <p:spPr>
            <a:xfrm>
              <a:off x="6851116" y="3112236"/>
              <a:ext cx="592405" cy="439848"/>
            </a:xfrm>
            <a:custGeom>
              <a:avLst/>
              <a:gdLst/>
              <a:ahLst/>
              <a:cxnLst/>
              <a:rect l="l" t="t" r="r" b="b"/>
              <a:pathLst>
                <a:path w="24165" h="17942" extrusionOk="0">
                  <a:moveTo>
                    <a:pt x="10749" y="183"/>
                  </a:moveTo>
                  <a:lnTo>
                    <a:pt x="23924" y="6799"/>
                  </a:lnTo>
                  <a:lnTo>
                    <a:pt x="18458" y="17730"/>
                  </a:lnTo>
                  <a:lnTo>
                    <a:pt x="5247" y="11113"/>
                  </a:lnTo>
                  <a:lnTo>
                    <a:pt x="241" y="875"/>
                  </a:lnTo>
                  <a:lnTo>
                    <a:pt x="10749" y="183"/>
                  </a:lnTo>
                  <a:close/>
                  <a:moveTo>
                    <a:pt x="10778" y="1"/>
                  </a:moveTo>
                  <a:lnTo>
                    <a:pt x="0" y="729"/>
                  </a:lnTo>
                  <a:lnTo>
                    <a:pt x="5130" y="11201"/>
                  </a:lnTo>
                  <a:lnTo>
                    <a:pt x="5130" y="11230"/>
                  </a:lnTo>
                  <a:lnTo>
                    <a:pt x="18517" y="17941"/>
                  </a:lnTo>
                  <a:lnTo>
                    <a:pt x="24164" y="6741"/>
                  </a:lnTo>
                  <a:lnTo>
                    <a:pt x="107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0" name="Google Shape;5900;p80">
              <a:extLst>
                <a:ext uri="{FF2B5EF4-FFF2-40B4-BE49-F238E27FC236}">
                  <a16:creationId xmlns:a16="http://schemas.microsoft.com/office/drawing/2014/main" id="{CCAEC010-2595-6909-8720-1EB51ACBB853}"/>
                </a:ext>
              </a:extLst>
            </p:cNvPr>
            <p:cNvSpPr/>
            <p:nvPr/>
          </p:nvSpPr>
          <p:spPr>
            <a:xfrm>
              <a:off x="6853960" y="3124028"/>
              <a:ext cx="114706" cy="121325"/>
            </a:xfrm>
            <a:custGeom>
              <a:avLst/>
              <a:gdLst/>
              <a:ahLst/>
              <a:cxnLst/>
              <a:rect l="l" t="t" r="r" b="b"/>
              <a:pathLst>
                <a:path w="4679" h="4949" extrusionOk="0">
                  <a:moveTo>
                    <a:pt x="4679" y="1"/>
                  </a:moveTo>
                  <a:lnTo>
                    <a:pt x="1" y="307"/>
                  </a:lnTo>
                  <a:lnTo>
                    <a:pt x="2282" y="4948"/>
                  </a:lnTo>
                  <a:cubicBezTo>
                    <a:pt x="2435" y="4708"/>
                    <a:pt x="2551" y="4467"/>
                    <a:pt x="2704" y="4220"/>
                  </a:cubicBezTo>
                  <a:cubicBezTo>
                    <a:pt x="3462" y="2857"/>
                    <a:pt x="4038" y="1400"/>
                    <a:pt x="46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1" name="Google Shape;5901;p80">
              <a:extLst>
                <a:ext uri="{FF2B5EF4-FFF2-40B4-BE49-F238E27FC236}">
                  <a16:creationId xmlns:a16="http://schemas.microsoft.com/office/drawing/2014/main" id="{080F2203-8C80-453C-EF05-0F6B85E169C3}"/>
                </a:ext>
              </a:extLst>
            </p:cNvPr>
            <p:cNvSpPr/>
            <p:nvPr/>
          </p:nvSpPr>
          <p:spPr>
            <a:xfrm>
              <a:off x="6851116" y="3121895"/>
              <a:ext cx="121325" cy="127919"/>
            </a:xfrm>
            <a:custGeom>
              <a:avLst/>
              <a:gdLst/>
              <a:ahLst/>
              <a:cxnLst/>
              <a:rect l="l" t="t" r="r" b="b"/>
              <a:pathLst>
                <a:path w="4949" h="5218" extrusionOk="0">
                  <a:moveTo>
                    <a:pt x="4671" y="182"/>
                  </a:moveTo>
                  <a:lnTo>
                    <a:pt x="4671" y="182"/>
                  </a:lnTo>
                  <a:cubicBezTo>
                    <a:pt x="4489" y="576"/>
                    <a:pt x="4307" y="969"/>
                    <a:pt x="4154" y="1363"/>
                  </a:cubicBezTo>
                  <a:cubicBezTo>
                    <a:pt x="3731" y="2339"/>
                    <a:pt x="3279" y="3338"/>
                    <a:pt x="2762" y="4248"/>
                  </a:cubicBezTo>
                  <a:lnTo>
                    <a:pt x="2398" y="4890"/>
                  </a:lnTo>
                  <a:lnTo>
                    <a:pt x="241" y="481"/>
                  </a:lnTo>
                  <a:lnTo>
                    <a:pt x="4671" y="182"/>
                  </a:lnTo>
                  <a:close/>
                  <a:moveTo>
                    <a:pt x="4948" y="0"/>
                  </a:moveTo>
                  <a:lnTo>
                    <a:pt x="0" y="335"/>
                  </a:lnTo>
                  <a:lnTo>
                    <a:pt x="2398" y="5218"/>
                  </a:lnTo>
                  <a:lnTo>
                    <a:pt x="2878" y="4343"/>
                  </a:lnTo>
                  <a:cubicBezTo>
                    <a:pt x="3425" y="3396"/>
                    <a:pt x="3855" y="2398"/>
                    <a:pt x="4307" y="1428"/>
                  </a:cubicBezTo>
                  <a:cubicBezTo>
                    <a:pt x="4489" y="998"/>
                    <a:pt x="4671" y="547"/>
                    <a:pt x="4882" y="117"/>
                  </a:cubicBezTo>
                  <a:lnTo>
                    <a:pt x="49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2" name="Google Shape;5902;p80">
              <a:extLst>
                <a:ext uri="{FF2B5EF4-FFF2-40B4-BE49-F238E27FC236}">
                  <a16:creationId xmlns:a16="http://schemas.microsoft.com/office/drawing/2014/main" id="{ABF349E5-9EA8-E132-7ED5-219D7FC3C93D}"/>
                </a:ext>
              </a:extLst>
            </p:cNvPr>
            <p:cNvSpPr/>
            <p:nvPr/>
          </p:nvSpPr>
          <p:spPr>
            <a:xfrm>
              <a:off x="6983473" y="3116698"/>
              <a:ext cx="1118154" cy="765162"/>
            </a:xfrm>
            <a:custGeom>
              <a:avLst/>
              <a:gdLst/>
              <a:ahLst/>
              <a:cxnLst/>
              <a:rect l="l" t="t" r="r" b="b"/>
              <a:pathLst>
                <a:path w="45611" h="31212" extrusionOk="0">
                  <a:moveTo>
                    <a:pt x="5561" y="1"/>
                  </a:moveTo>
                  <a:lnTo>
                    <a:pt x="1" y="11077"/>
                  </a:lnTo>
                  <a:lnTo>
                    <a:pt x="40051" y="31211"/>
                  </a:lnTo>
                  <a:lnTo>
                    <a:pt x="45611" y="20128"/>
                  </a:lnTo>
                  <a:lnTo>
                    <a:pt x="55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3" name="Google Shape;5903;p80">
              <a:extLst>
                <a:ext uri="{FF2B5EF4-FFF2-40B4-BE49-F238E27FC236}">
                  <a16:creationId xmlns:a16="http://schemas.microsoft.com/office/drawing/2014/main" id="{ACE5DD88-6EAF-D7AA-D1A1-347011DA77A2}"/>
                </a:ext>
              </a:extLst>
            </p:cNvPr>
            <p:cNvSpPr/>
            <p:nvPr/>
          </p:nvSpPr>
          <p:spPr>
            <a:xfrm>
              <a:off x="6981340" y="3114393"/>
              <a:ext cx="1123155" cy="769599"/>
            </a:xfrm>
            <a:custGeom>
              <a:avLst/>
              <a:gdLst/>
              <a:ahLst/>
              <a:cxnLst/>
              <a:rect l="l" t="t" r="r" b="b"/>
              <a:pathLst>
                <a:path w="45815" h="31393" extrusionOk="0">
                  <a:moveTo>
                    <a:pt x="5706" y="211"/>
                  </a:moveTo>
                  <a:lnTo>
                    <a:pt x="45574" y="20251"/>
                  </a:lnTo>
                  <a:lnTo>
                    <a:pt x="40109" y="31181"/>
                  </a:lnTo>
                  <a:lnTo>
                    <a:pt x="212" y="11142"/>
                  </a:lnTo>
                  <a:lnTo>
                    <a:pt x="5706" y="211"/>
                  </a:lnTo>
                  <a:close/>
                  <a:moveTo>
                    <a:pt x="5619" y="0"/>
                  </a:moveTo>
                  <a:lnTo>
                    <a:pt x="0" y="11208"/>
                  </a:lnTo>
                  <a:lnTo>
                    <a:pt x="40109" y="31364"/>
                  </a:lnTo>
                  <a:lnTo>
                    <a:pt x="40167" y="31393"/>
                  </a:lnTo>
                  <a:lnTo>
                    <a:pt x="45815" y="20192"/>
                  </a:lnTo>
                  <a:lnTo>
                    <a:pt x="5706" y="29"/>
                  </a:lnTo>
                  <a:lnTo>
                    <a:pt x="5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4" name="Google Shape;5904;p80">
              <a:extLst>
                <a:ext uri="{FF2B5EF4-FFF2-40B4-BE49-F238E27FC236}">
                  <a16:creationId xmlns:a16="http://schemas.microsoft.com/office/drawing/2014/main" id="{7D55CDD7-FB81-3629-0DA4-1FE5A2E1DE6F}"/>
                </a:ext>
              </a:extLst>
            </p:cNvPr>
            <p:cNvSpPr/>
            <p:nvPr/>
          </p:nvSpPr>
          <p:spPr>
            <a:xfrm>
              <a:off x="7878319" y="3566180"/>
              <a:ext cx="338552" cy="362111"/>
            </a:xfrm>
            <a:custGeom>
              <a:avLst/>
              <a:gdLst/>
              <a:ahLst/>
              <a:cxnLst/>
              <a:rect l="l" t="t" r="r" b="b"/>
              <a:pathLst>
                <a:path w="13810" h="14771" extrusionOk="0">
                  <a:moveTo>
                    <a:pt x="5553" y="0"/>
                  </a:moveTo>
                  <a:lnTo>
                    <a:pt x="0" y="11084"/>
                  </a:lnTo>
                  <a:lnTo>
                    <a:pt x="6923" y="14574"/>
                  </a:lnTo>
                  <a:cubicBezTo>
                    <a:pt x="7195" y="14707"/>
                    <a:pt x="7485" y="14771"/>
                    <a:pt x="7771" y="14771"/>
                  </a:cubicBezTo>
                  <a:cubicBezTo>
                    <a:pt x="8474" y="14771"/>
                    <a:pt x="9156" y="14386"/>
                    <a:pt x="9502" y="13692"/>
                  </a:cubicBezTo>
                  <a:lnTo>
                    <a:pt x="13328" y="6077"/>
                  </a:lnTo>
                  <a:cubicBezTo>
                    <a:pt x="13809" y="5130"/>
                    <a:pt x="13416" y="3979"/>
                    <a:pt x="12476" y="3491"/>
                  </a:cubicBezTo>
                  <a:lnTo>
                    <a:pt x="55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5" name="Google Shape;5905;p80">
              <a:extLst>
                <a:ext uri="{FF2B5EF4-FFF2-40B4-BE49-F238E27FC236}">
                  <a16:creationId xmlns:a16="http://schemas.microsoft.com/office/drawing/2014/main" id="{6288A3A4-8B26-BA1D-548C-13C00BB3E4A6}"/>
                </a:ext>
              </a:extLst>
            </p:cNvPr>
            <p:cNvSpPr/>
            <p:nvPr/>
          </p:nvSpPr>
          <p:spPr>
            <a:xfrm>
              <a:off x="7875280" y="3564023"/>
              <a:ext cx="336395" cy="353555"/>
            </a:xfrm>
            <a:custGeom>
              <a:avLst/>
              <a:gdLst/>
              <a:ahLst/>
              <a:cxnLst/>
              <a:rect l="l" t="t" r="r" b="b"/>
              <a:pathLst>
                <a:path w="13722" h="14422" extrusionOk="0">
                  <a:moveTo>
                    <a:pt x="5706" y="212"/>
                  </a:moveTo>
                  <a:lnTo>
                    <a:pt x="11200" y="2974"/>
                  </a:lnTo>
                  <a:cubicBezTo>
                    <a:pt x="12876" y="3797"/>
                    <a:pt x="13540" y="5830"/>
                    <a:pt x="12694" y="7499"/>
                  </a:cubicBezTo>
                  <a:lnTo>
                    <a:pt x="10231" y="12389"/>
                  </a:lnTo>
                  <a:cubicBezTo>
                    <a:pt x="9838" y="13205"/>
                    <a:pt x="9138" y="13780"/>
                    <a:pt x="8286" y="14086"/>
                  </a:cubicBezTo>
                  <a:cubicBezTo>
                    <a:pt x="7947" y="14197"/>
                    <a:pt x="7593" y="14253"/>
                    <a:pt x="7239" y="14253"/>
                  </a:cubicBezTo>
                  <a:cubicBezTo>
                    <a:pt x="6710" y="14253"/>
                    <a:pt x="6182" y="14128"/>
                    <a:pt x="5706" y="13875"/>
                  </a:cubicBezTo>
                  <a:lnTo>
                    <a:pt x="211" y="11142"/>
                  </a:lnTo>
                  <a:lnTo>
                    <a:pt x="5706" y="212"/>
                  </a:lnTo>
                  <a:close/>
                  <a:moveTo>
                    <a:pt x="5648" y="1"/>
                  </a:moveTo>
                  <a:lnTo>
                    <a:pt x="0" y="11201"/>
                  </a:lnTo>
                  <a:lnTo>
                    <a:pt x="5619" y="14028"/>
                  </a:lnTo>
                  <a:cubicBezTo>
                    <a:pt x="6136" y="14298"/>
                    <a:pt x="6682" y="14422"/>
                    <a:pt x="7229" y="14422"/>
                  </a:cubicBezTo>
                  <a:cubicBezTo>
                    <a:pt x="7593" y="14422"/>
                    <a:pt x="7958" y="14363"/>
                    <a:pt x="8351" y="14239"/>
                  </a:cubicBezTo>
                  <a:cubicBezTo>
                    <a:pt x="9233" y="13933"/>
                    <a:pt x="9962" y="13299"/>
                    <a:pt x="10384" y="12447"/>
                  </a:cubicBezTo>
                  <a:lnTo>
                    <a:pt x="12840" y="7557"/>
                  </a:lnTo>
                  <a:cubicBezTo>
                    <a:pt x="13722" y="5830"/>
                    <a:pt x="13022" y="3702"/>
                    <a:pt x="11266" y="2821"/>
                  </a:cubicBezTo>
                  <a:lnTo>
                    <a:pt x="56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6" name="Google Shape;5906;p80">
              <a:extLst>
                <a:ext uri="{FF2B5EF4-FFF2-40B4-BE49-F238E27FC236}">
                  <a16:creationId xmlns:a16="http://schemas.microsoft.com/office/drawing/2014/main" id="{1D920726-AE4F-E0F3-C904-8A90E8E6C0D6}"/>
                </a:ext>
              </a:extLst>
            </p:cNvPr>
            <p:cNvSpPr/>
            <p:nvPr/>
          </p:nvSpPr>
          <p:spPr>
            <a:xfrm>
              <a:off x="7909576" y="3551594"/>
              <a:ext cx="126497" cy="204161"/>
            </a:xfrm>
            <a:custGeom>
              <a:avLst/>
              <a:gdLst/>
              <a:ahLst/>
              <a:cxnLst/>
              <a:rect l="l" t="t" r="r" b="b"/>
              <a:pathLst>
                <a:path w="5160" h="8328" extrusionOk="0">
                  <a:moveTo>
                    <a:pt x="4228" y="0"/>
                  </a:moveTo>
                  <a:cubicBezTo>
                    <a:pt x="3940" y="0"/>
                    <a:pt x="3658" y="136"/>
                    <a:pt x="3520" y="413"/>
                  </a:cubicBezTo>
                  <a:cubicBezTo>
                    <a:pt x="2398" y="2628"/>
                    <a:pt x="1305" y="4851"/>
                    <a:pt x="182" y="7066"/>
                  </a:cubicBezTo>
                  <a:cubicBezTo>
                    <a:pt x="0" y="7459"/>
                    <a:pt x="59" y="8006"/>
                    <a:pt x="481" y="8217"/>
                  </a:cubicBezTo>
                  <a:cubicBezTo>
                    <a:pt x="617" y="8290"/>
                    <a:pt x="771" y="8328"/>
                    <a:pt x="923" y="8328"/>
                  </a:cubicBezTo>
                  <a:cubicBezTo>
                    <a:pt x="1213" y="8328"/>
                    <a:pt x="1497" y="8193"/>
                    <a:pt x="1640" y="7911"/>
                  </a:cubicBezTo>
                  <a:cubicBezTo>
                    <a:pt x="2762" y="5696"/>
                    <a:pt x="3855" y="3481"/>
                    <a:pt x="4977" y="1265"/>
                  </a:cubicBezTo>
                  <a:cubicBezTo>
                    <a:pt x="5160" y="872"/>
                    <a:pt x="5101" y="325"/>
                    <a:pt x="4671" y="114"/>
                  </a:cubicBezTo>
                  <a:cubicBezTo>
                    <a:pt x="4535" y="38"/>
                    <a:pt x="4381" y="0"/>
                    <a:pt x="42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7" name="Google Shape;5907;p80">
              <a:extLst>
                <a:ext uri="{FF2B5EF4-FFF2-40B4-BE49-F238E27FC236}">
                  <a16:creationId xmlns:a16="http://schemas.microsoft.com/office/drawing/2014/main" id="{CF3F4BEF-D172-65A9-FDD2-3EB8C1180381}"/>
                </a:ext>
              </a:extLst>
            </p:cNvPr>
            <p:cNvSpPr/>
            <p:nvPr/>
          </p:nvSpPr>
          <p:spPr>
            <a:xfrm>
              <a:off x="7907247" y="3549240"/>
              <a:ext cx="130959" cy="208990"/>
            </a:xfrm>
            <a:custGeom>
              <a:avLst/>
              <a:gdLst/>
              <a:ahLst/>
              <a:cxnLst/>
              <a:rect l="l" t="t" r="r" b="b"/>
              <a:pathLst>
                <a:path w="5342" h="8525" extrusionOk="0">
                  <a:moveTo>
                    <a:pt x="4344" y="174"/>
                  </a:moveTo>
                  <a:cubicBezTo>
                    <a:pt x="4468" y="174"/>
                    <a:pt x="4613" y="210"/>
                    <a:pt x="4737" y="268"/>
                  </a:cubicBezTo>
                  <a:cubicBezTo>
                    <a:pt x="5102" y="480"/>
                    <a:pt x="5160" y="968"/>
                    <a:pt x="4978" y="1303"/>
                  </a:cubicBezTo>
                  <a:lnTo>
                    <a:pt x="1669" y="7978"/>
                  </a:lnTo>
                  <a:cubicBezTo>
                    <a:pt x="1553" y="8189"/>
                    <a:pt x="1400" y="8284"/>
                    <a:pt x="1276" y="8313"/>
                  </a:cubicBezTo>
                  <a:cubicBezTo>
                    <a:pt x="1201" y="8334"/>
                    <a:pt x="1122" y="8344"/>
                    <a:pt x="1042" y="8344"/>
                  </a:cubicBezTo>
                  <a:cubicBezTo>
                    <a:pt x="897" y="8344"/>
                    <a:pt x="747" y="8311"/>
                    <a:pt x="605" y="8255"/>
                  </a:cubicBezTo>
                  <a:cubicBezTo>
                    <a:pt x="241" y="8044"/>
                    <a:pt x="183" y="7555"/>
                    <a:pt x="336" y="7191"/>
                  </a:cubicBezTo>
                  <a:lnTo>
                    <a:pt x="3673" y="538"/>
                  </a:lnTo>
                  <a:cubicBezTo>
                    <a:pt x="3768" y="327"/>
                    <a:pt x="3950" y="239"/>
                    <a:pt x="4067" y="210"/>
                  </a:cubicBezTo>
                  <a:cubicBezTo>
                    <a:pt x="4161" y="174"/>
                    <a:pt x="4249" y="174"/>
                    <a:pt x="4344" y="174"/>
                  </a:cubicBezTo>
                  <a:close/>
                  <a:moveTo>
                    <a:pt x="4337" y="1"/>
                  </a:moveTo>
                  <a:cubicBezTo>
                    <a:pt x="4230" y="1"/>
                    <a:pt x="4120" y="19"/>
                    <a:pt x="4008" y="57"/>
                  </a:cubicBezTo>
                  <a:cubicBezTo>
                    <a:pt x="3797" y="115"/>
                    <a:pt x="3644" y="268"/>
                    <a:pt x="3520" y="451"/>
                  </a:cubicBezTo>
                  <a:lnTo>
                    <a:pt x="212" y="7133"/>
                  </a:lnTo>
                  <a:cubicBezTo>
                    <a:pt x="1" y="7555"/>
                    <a:pt x="59" y="8131"/>
                    <a:pt x="547" y="8408"/>
                  </a:cubicBezTo>
                  <a:cubicBezTo>
                    <a:pt x="671" y="8466"/>
                    <a:pt x="853" y="8525"/>
                    <a:pt x="1006" y="8525"/>
                  </a:cubicBezTo>
                  <a:cubicBezTo>
                    <a:pt x="1123" y="8525"/>
                    <a:pt x="1217" y="8495"/>
                    <a:pt x="1305" y="8466"/>
                  </a:cubicBezTo>
                  <a:cubicBezTo>
                    <a:pt x="1553" y="8408"/>
                    <a:pt x="1698" y="8255"/>
                    <a:pt x="1793" y="8073"/>
                  </a:cubicBezTo>
                  <a:lnTo>
                    <a:pt x="5131" y="1391"/>
                  </a:lnTo>
                  <a:cubicBezTo>
                    <a:pt x="5342" y="968"/>
                    <a:pt x="5284" y="356"/>
                    <a:pt x="4795" y="115"/>
                  </a:cubicBezTo>
                  <a:cubicBezTo>
                    <a:pt x="4651" y="41"/>
                    <a:pt x="4497" y="1"/>
                    <a:pt x="4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8" name="Google Shape;5908;p80">
              <a:extLst>
                <a:ext uri="{FF2B5EF4-FFF2-40B4-BE49-F238E27FC236}">
                  <a16:creationId xmlns:a16="http://schemas.microsoft.com/office/drawing/2014/main" id="{3247F326-B55C-BE7F-9F08-157864D08752}"/>
                </a:ext>
              </a:extLst>
            </p:cNvPr>
            <p:cNvSpPr/>
            <p:nvPr/>
          </p:nvSpPr>
          <p:spPr>
            <a:xfrm>
              <a:off x="7206780" y="3483344"/>
              <a:ext cx="45402" cy="43637"/>
            </a:xfrm>
            <a:custGeom>
              <a:avLst/>
              <a:gdLst/>
              <a:ahLst/>
              <a:cxnLst/>
              <a:rect l="l" t="t" r="r" b="b"/>
              <a:pathLst>
                <a:path w="1852" h="1780" extrusionOk="0">
                  <a:moveTo>
                    <a:pt x="880" y="1"/>
                  </a:moveTo>
                  <a:cubicBezTo>
                    <a:pt x="791" y="1"/>
                    <a:pt x="671" y="129"/>
                    <a:pt x="671" y="129"/>
                  </a:cubicBezTo>
                  <a:lnTo>
                    <a:pt x="1" y="770"/>
                  </a:lnTo>
                  <a:cubicBezTo>
                    <a:pt x="1" y="770"/>
                    <a:pt x="88" y="1107"/>
                    <a:pt x="361" y="1107"/>
                  </a:cubicBezTo>
                  <a:cubicBezTo>
                    <a:pt x="372" y="1107"/>
                    <a:pt x="383" y="1107"/>
                    <a:pt x="394" y="1105"/>
                  </a:cubicBezTo>
                  <a:cubicBezTo>
                    <a:pt x="431" y="1105"/>
                    <a:pt x="460" y="1105"/>
                    <a:pt x="489" y="1076"/>
                  </a:cubicBezTo>
                  <a:lnTo>
                    <a:pt x="489" y="1076"/>
                  </a:lnTo>
                  <a:lnTo>
                    <a:pt x="460" y="1105"/>
                  </a:lnTo>
                  <a:cubicBezTo>
                    <a:pt x="460" y="1105"/>
                    <a:pt x="611" y="1353"/>
                    <a:pt x="820" y="1353"/>
                  </a:cubicBezTo>
                  <a:cubicBezTo>
                    <a:pt x="840" y="1353"/>
                    <a:pt x="861" y="1351"/>
                    <a:pt x="882" y="1346"/>
                  </a:cubicBezTo>
                  <a:cubicBezTo>
                    <a:pt x="909" y="1400"/>
                    <a:pt x="1043" y="1560"/>
                    <a:pt x="1207" y="1560"/>
                  </a:cubicBezTo>
                  <a:cubicBezTo>
                    <a:pt x="1220" y="1560"/>
                    <a:pt x="1233" y="1559"/>
                    <a:pt x="1247" y="1557"/>
                  </a:cubicBezTo>
                  <a:lnTo>
                    <a:pt x="1247" y="1586"/>
                  </a:lnTo>
                  <a:cubicBezTo>
                    <a:pt x="1247" y="1586"/>
                    <a:pt x="1343" y="1780"/>
                    <a:pt x="1512" y="1780"/>
                  </a:cubicBezTo>
                  <a:cubicBezTo>
                    <a:pt x="1534" y="1780"/>
                    <a:pt x="1557" y="1776"/>
                    <a:pt x="1582" y="1769"/>
                  </a:cubicBezTo>
                  <a:cubicBezTo>
                    <a:pt x="1793" y="1710"/>
                    <a:pt x="1852" y="1105"/>
                    <a:pt x="1823" y="982"/>
                  </a:cubicBezTo>
                  <a:cubicBezTo>
                    <a:pt x="1801" y="882"/>
                    <a:pt x="1770" y="848"/>
                    <a:pt x="1739" y="848"/>
                  </a:cubicBezTo>
                  <a:cubicBezTo>
                    <a:pt x="1685" y="848"/>
                    <a:pt x="1630" y="945"/>
                    <a:pt x="1611" y="982"/>
                  </a:cubicBezTo>
                  <a:cubicBezTo>
                    <a:pt x="1640" y="770"/>
                    <a:pt x="1640" y="617"/>
                    <a:pt x="1611" y="530"/>
                  </a:cubicBezTo>
                  <a:cubicBezTo>
                    <a:pt x="1584" y="414"/>
                    <a:pt x="1543" y="375"/>
                    <a:pt x="1500" y="375"/>
                  </a:cubicBezTo>
                  <a:cubicBezTo>
                    <a:pt x="1407" y="375"/>
                    <a:pt x="1305" y="559"/>
                    <a:pt x="1305" y="559"/>
                  </a:cubicBezTo>
                  <a:lnTo>
                    <a:pt x="1218" y="741"/>
                  </a:lnTo>
                  <a:cubicBezTo>
                    <a:pt x="1247" y="559"/>
                    <a:pt x="1247" y="377"/>
                    <a:pt x="1218" y="311"/>
                  </a:cubicBezTo>
                  <a:cubicBezTo>
                    <a:pt x="1194" y="188"/>
                    <a:pt x="1153" y="147"/>
                    <a:pt x="1110" y="147"/>
                  </a:cubicBezTo>
                  <a:cubicBezTo>
                    <a:pt x="1048" y="147"/>
                    <a:pt x="979" y="231"/>
                    <a:pt x="941" y="282"/>
                  </a:cubicBezTo>
                  <a:cubicBezTo>
                    <a:pt x="941" y="253"/>
                    <a:pt x="977" y="224"/>
                    <a:pt x="977" y="195"/>
                  </a:cubicBezTo>
                  <a:cubicBezTo>
                    <a:pt x="977" y="47"/>
                    <a:pt x="934" y="1"/>
                    <a:pt x="880" y="1"/>
                  </a:cubicBezTo>
                  <a:close/>
                </a:path>
              </a:pathLst>
            </a:custGeom>
            <a:solidFill>
              <a:srgbClr val="B6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9" name="Google Shape;5909;p80">
              <a:extLst>
                <a:ext uri="{FF2B5EF4-FFF2-40B4-BE49-F238E27FC236}">
                  <a16:creationId xmlns:a16="http://schemas.microsoft.com/office/drawing/2014/main" id="{A60D444E-7C20-5BB0-3257-0715A0FC3063}"/>
                </a:ext>
              </a:extLst>
            </p:cNvPr>
            <p:cNvSpPr/>
            <p:nvPr/>
          </p:nvSpPr>
          <p:spPr>
            <a:xfrm>
              <a:off x="5053407" y="3584738"/>
              <a:ext cx="361081" cy="309085"/>
            </a:xfrm>
            <a:custGeom>
              <a:avLst/>
              <a:gdLst/>
              <a:ahLst/>
              <a:cxnLst/>
              <a:rect l="l" t="t" r="r" b="b"/>
              <a:pathLst>
                <a:path w="14729" h="12608" extrusionOk="0">
                  <a:moveTo>
                    <a:pt x="4286" y="1"/>
                  </a:moveTo>
                  <a:lnTo>
                    <a:pt x="1946" y="3768"/>
                  </a:lnTo>
                  <a:lnTo>
                    <a:pt x="518" y="6078"/>
                  </a:lnTo>
                  <a:lnTo>
                    <a:pt x="1" y="6865"/>
                  </a:lnTo>
                  <a:lnTo>
                    <a:pt x="6319" y="10844"/>
                  </a:lnTo>
                  <a:lnTo>
                    <a:pt x="6836" y="10021"/>
                  </a:lnTo>
                  <a:lnTo>
                    <a:pt x="10961" y="12607"/>
                  </a:lnTo>
                  <a:lnTo>
                    <a:pt x="14728" y="6530"/>
                  </a:lnTo>
                  <a:lnTo>
                    <a:pt x="4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0" name="Google Shape;5910;p80">
              <a:extLst>
                <a:ext uri="{FF2B5EF4-FFF2-40B4-BE49-F238E27FC236}">
                  <a16:creationId xmlns:a16="http://schemas.microsoft.com/office/drawing/2014/main" id="{3C8AF229-152E-4570-4090-F63B2B51ABA8}"/>
                </a:ext>
              </a:extLst>
            </p:cNvPr>
            <p:cNvSpPr/>
            <p:nvPr/>
          </p:nvSpPr>
          <p:spPr>
            <a:xfrm>
              <a:off x="5747083" y="4462424"/>
              <a:ext cx="157950" cy="141501"/>
            </a:xfrm>
            <a:custGeom>
              <a:avLst/>
              <a:gdLst/>
              <a:ahLst/>
              <a:cxnLst/>
              <a:rect l="l" t="t" r="r" b="b"/>
              <a:pathLst>
                <a:path w="6443" h="5772" extrusionOk="0">
                  <a:moveTo>
                    <a:pt x="2551" y="0"/>
                  </a:moveTo>
                  <a:lnTo>
                    <a:pt x="1" y="241"/>
                  </a:lnTo>
                  <a:lnTo>
                    <a:pt x="365" y="4496"/>
                  </a:lnTo>
                  <a:lnTo>
                    <a:pt x="6442" y="5772"/>
                  </a:lnTo>
                  <a:lnTo>
                    <a:pt x="6442" y="5772"/>
                  </a:lnTo>
                  <a:lnTo>
                    <a:pt x="3316" y="2638"/>
                  </a:lnTo>
                  <a:lnTo>
                    <a:pt x="2551" y="0"/>
                  </a:ln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1" name="Google Shape;5911;p80">
              <a:extLst>
                <a:ext uri="{FF2B5EF4-FFF2-40B4-BE49-F238E27FC236}">
                  <a16:creationId xmlns:a16="http://schemas.microsoft.com/office/drawing/2014/main" id="{4F5558F2-ADD3-4EAD-65E4-56A1E30FF62A}"/>
                </a:ext>
              </a:extLst>
            </p:cNvPr>
            <p:cNvSpPr/>
            <p:nvPr/>
          </p:nvSpPr>
          <p:spPr>
            <a:xfrm>
              <a:off x="5733698" y="4518147"/>
              <a:ext cx="200263" cy="95437"/>
            </a:xfrm>
            <a:custGeom>
              <a:avLst/>
              <a:gdLst/>
              <a:ahLst/>
              <a:cxnLst/>
              <a:rect l="l" t="t" r="r" b="b"/>
              <a:pathLst>
                <a:path w="8169" h="3893" extrusionOk="0">
                  <a:moveTo>
                    <a:pt x="3862" y="1"/>
                  </a:moveTo>
                  <a:lnTo>
                    <a:pt x="2157" y="1611"/>
                  </a:lnTo>
                  <a:lnTo>
                    <a:pt x="547" y="66"/>
                  </a:lnTo>
                  <a:lnTo>
                    <a:pt x="0" y="3892"/>
                  </a:lnTo>
                  <a:lnTo>
                    <a:pt x="0" y="3892"/>
                  </a:lnTo>
                  <a:lnTo>
                    <a:pt x="8169" y="3797"/>
                  </a:lnTo>
                  <a:lnTo>
                    <a:pt x="38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2" name="Google Shape;5912;p80">
              <a:extLst>
                <a:ext uri="{FF2B5EF4-FFF2-40B4-BE49-F238E27FC236}">
                  <a16:creationId xmlns:a16="http://schemas.microsoft.com/office/drawing/2014/main" id="{72DEAEB4-0721-6E53-C350-4688D2B73286}"/>
                </a:ext>
              </a:extLst>
            </p:cNvPr>
            <p:cNvSpPr/>
            <p:nvPr/>
          </p:nvSpPr>
          <p:spPr>
            <a:xfrm>
              <a:off x="5829086" y="4528688"/>
              <a:ext cx="20029" cy="14856"/>
            </a:xfrm>
            <a:custGeom>
              <a:avLst/>
              <a:gdLst/>
              <a:ahLst/>
              <a:cxnLst/>
              <a:rect l="l" t="t" r="r" b="b"/>
              <a:pathLst>
                <a:path w="817" h="606" extrusionOk="0">
                  <a:moveTo>
                    <a:pt x="758" y="1"/>
                  </a:moveTo>
                  <a:lnTo>
                    <a:pt x="0" y="482"/>
                  </a:lnTo>
                  <a:lnTo>
                    <a:pt x="59" y="606"/>
                  </a:lnTo>
                  <a:lnTo>
                    <a:pt x="817" y="117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3" name="Google Shape;5913;p80">
              <a:extLst>
                <a:ext uri="{FF2B5EF4-FFF2-40B4-BE49-F238E27FC236}">
                  <a16:creationId xmlns:a16="http://schemas.microsoft.com/office/drawing/2014/main" id="{ABAF5492-CCED-693B-5259-307246C16485}"/>
                </a:ext>
              </a:extLst>
            </p:cNvPr>
            <p:cNvSpPr/>
            <p:nvPr/>
          </p:nvSpPr>
          <p:spPr>
            <a:xfrm>
              <a:off x="5845340" y="4536901"/>
              <a:ext cx="20200" cy="14145"/>
            </a:xfrm>
            <a:custGeom>
              <a:avLst/>
              <a:gdLst/>
              <a:ahLst/>
              <a:cxnLst/>
              <a:rect l="l" t="t" r="r" b="b"/>
              <a:pathLst>
                <a:path w="824" h="577" extrusionOk="0">
                  <a:moveTo>
                    <a:pt x="766" y="1"/>
                  </a:moveTo>
                  <a:lnTo>
                    <a:pt x="1" y="482"/>
                  </a:lnTo>
                  <a:lnTo>
                    <a:pt x="66" y="577"/>
                  </a:lnTo>
                  <a:lnTo>
                    <a:pt x="824" y="88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4" name="Google Shape;5914;p80">
              <a:extLst>
                <a:ext uri="{FF2B5EF4-FFF2-40B4-BE49-F238E27FC236}">
                  <a16:creationId xmlns:a16="http://schemas.microsoft.com/office/drawing/2014/main" id="{EBADC69F-E030-9B94-3669-B54EE58A2AEF}"/>
                </a:ext>
              </a:extLst>
            </p:cNvPr>
            <p:cNvSpPr/>
            <p:nvPr/>
          </p:nvSpPr>
          <p:spPr>
            <a:xfrm>
              <a:off x="5427138" y="4484757"/>
              <a:ext cx="154739" cy="126497"/>
            </a:xfrm>
            <a:custGeom>
              <a:avLst/>
              <a:gdLst/>
              <a:ahLst/>
              <a:cxnLst/>
              <a:rect l="l" t="t" r="r" b="b"/>
              <a:pathLst>
                <a:path w="6312" h="5160" extrusionOk="0">
                  <a:moveTo>
                    <a:pt x="3185" y="0"/>
                  </a:moveTo>
                  <a:lnTo>
                    <a:pt x="3396" y="1975"/>
                  </a:lnTo>
                  <a:lnTo>
                    <a:pt x="0" y="5159"/>
                  </a:lnTo>
                  <a:lnTo>
                    <a:pt x="0" y="5159"/>
                  </a:lnTo>
                  <a:lnTo>
                    <a:pt x="6311" y="3731"/>
                  </a:lnTo>
                  <a:lnTo>
                    <a:pt x="5765" y="153"/>
                  </a:lnTo>
                  <a:lnTo>
                    <a:pt x="3185" y="0"/>
                  </a:ln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5" name="Google Shape;5915;p80">
              <a:extLst>
                <a:ext uri="{FF2B5EF4-FFF2-40B4-BE49-F238E27FC236}">
                  <a16:creationId xmlns:a16="http://schemas.microsoft.com/office/drawing/2014/main" id="{073CD544-71DD-1A81-B279-915920439811}"/>
                </a:ext>
              </a:extLst>
            </p:cNvPr>
            <p:cNvSpPr/>
            <p:nvPr/>
          </p:nvSpPr>
          <p:spPr>
            <a:xfrm>
              <a:off x="5410689" y="4527977"/>
              <a:ext cx="179401" cy="87739"/>
            </a:xfrm>
            <a:custGeom>
              <a:avLst/>
              <a:gdLst/>
              <a:ahLst/>
              <a:cxnLst/>
              <a:rect l="l" t="t" r="r" b="b"/>
              <a:pathLst>
                <a:path w="7318" h="3579" extrusionOk="0">
                  <a:moveTo>
                    <a:pt x="3768" y="1"/>
                  </a:moveTo>
                  <a:lnTo>
                    <a:pt x="1" y="3579"/>
                  </a:lnTo>
                  <a:lnTo>
                    <a:pt x="7317" y="3491"/>
                  </a:lnTo>
                  <a:lnTo>
                    <a:pt x="6742" y="146"/>
                  </a:lnTo>
                  <a:lnTo>
                    <a:pt x="5619" y="1669"/>
                  </a:lnTo>
                  <a:lnTo>
                    <a:pt x="37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6" name="Google Shape;5916;p80">
              <a:extLst>
                <a:ext uri="{FF2B5EF4-FFF2-40B4-BE49-F238E27FC236}">
                  <a16:creationId xmlns:a16="http://schemas.microsoft.com/office/drawing/2014/main" id="{79019760-77CE-0F5D-7853-01D9D3A5A312}"/>
                </a:ext>
              </a:extLst>
            </p:cNvPr>
            <p:cNvSpPr/>
            <p:nvPr/>
          </p:nvSpPr>
          <p:spPr>
            <a:xfrm>
              <a:off x="5484479" y="4537636"/>
              <a:ext cx="20029" cy="13410"/>
            </a:xfrm>
            <a:custGeom>
              <a:avLst/>
              <a:gdLst/>
              <a:ahLst/>
              <a:cxnLst/>
              <a:rect l="l" t="t" r="r" b="b"/>
              <a:pathLst>
                <a:path w="817" h="547" extrusionOk="0">
                  <a:moveTo>
                    <a:pt x="59" y="0"/>
                  </a:moveTo>
                  <a:lnTo>
                    <a:pt x="1" y="88"/>
                  </a:lnTo>
                  <a:lnTo>
                    <a:pt x="788" y="547"/>
                  </a:lnTo>
                  <a:lnTo>
                    <a:pt x="817" y="452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7" name="Google Shape;5917;p80">
              <a:extLst>
                <a:ext uri="{FF2B5EF4-FFF2-40B4-BE49-F238E27FC236}">
                  <a16:creationId xmlns:a16="http://schemas.microsoft.com/office/drawing/2014/main" id="{0A18346A-C7C5-F60F-0BA1-76CED954FF0F}"/>
                </a:ext>
              </a:extLst>
            </p:cNvPr>
            <p:cNvSpPr/>
            <p:nvPr/>
          </p:nvSpPr>
          <p:spPr>
            <a:xfrm>
              <a:off x="5468765" y="4545849"/>
              <a:ext cx="20200" cy="13410"/>
            </a:xfrm>
            <a:custGeom>
              <a:avLst/>
              <a:gdLst/>
              <a:ahLst/>
              <a:cxnLst/>
              <a:rect l="l" t="t" r="r" b="b"/>
              <a:pathLst>
                <a:path w="824" h="547" extrusionOk="0">
                  <a:moveTo>
                    <a:pt x="29" y="0"/>
                  </a:moveTo>
                  <a:lnTo>
                    <a:pt x="0" y="117"/>
                  </a:lnTo>
                  <a:lnTo>
                    <a:pt x="758" y="547"/>
                  </a:lnTo>
                  <a:lnTo>
                    <a:pt x="824" y="45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8" name="Google Shape;5918;p80">
              <a:extLst>
                <a:ext uri="{FF2B5EF4-FFF2-40B4-BE49-F238E27FC236}">
                  <a16:creationId xmlns:a16="http://schemas.microsoft.com/office/drawing/2014/main" id="{818DE3D0-F0CE-5BA6-9F0E-24BCC3DDAFBD}"/>
                </a:ext>
              </a:extLst>
            </p:cNvPr>
            <p:cNvSpPr/>
            <p:nvPr/>
          </p:nvSpPr>
          <p:spPr>
            <a:xfrm>
              <a:off x="5371930" y="3493273"/>
              <a:ext cx="466815" cy="1001144"/>
            </a:xfrm>
            <a:custGeom>
              <a:avLst/>
              <a:gdLst/>
              <a:ahLst/>
              <a:cxnLst/>
              <a:rect l="l" t="t" r="r" b="b"/>
              <a:pathLst>
                <a:path w="19042" h="40838" extrusionOk="0">
                  <a:moveTo>
                    <a:pt x="5983" y="1"/>
                  </a:moveTo>
                  <a:cubicBezTo>
                    <a:pt x="5983" y="1"/>
                    <a:pt x="4919" y="1728"/>
                    <a:pt x="3797" y="6137"/>
                  </a:cubicBezTo>
                  <a:cubicBezTo>
                    <a:pt x="2551" y="10778"/>
                    <a:pt x="1" y="40685"/>
                    <a:pt x="1" y="40685"/>
                  </a:cubicBezTo>
                  <a:lnTo>
                    <a:pt x="8563" y="40838"/>
                  </a:lnTo>
                  <a:lnTo>
                    <a:pt x="9838" y="13387"/>
                  </a:lnTo>
                  <a:cubicBezTo>
                    <a:pt x="9822" y="13150"/>
                    <a:pt x="9996" y="13018"/>
                    <a:pt x="10175" y="13018"/>
                  </a:cubicBezTo>
                  <a:cubicBezTo>
                    <a:pt x="10313" y="13018"/>
                    <a:pt x="10454" y="13098"/>
                    <a:pt x="10509" y="13271"/>
                  </a:cubicBezTo>
                  <a:lnTo>
                    <a:pt x="10509" y="40532"/>
                  </a:lnTo>
                  <a:lnTo>
                    <a:pt x="19042" y="40415"/>
                  </a:lnTo>
                  <a:cubicBezTo>
                    <a:pt x="18401" y="22532"/>
                    <a:pt x="16521" y="10144"/>
                    <a:pt x="15274" y="5371"/>
                  </a:cubicBezTo>
                  <a:cubicBezTo>
                    <a:pt x="14247" y="1458"/>
                    <a:pt x="13212" y="700"/>
                    <a:pt x="13212" y="700"/>
                  </a:cubicBezTo>
                  <a:lnTo>
                    <a:pt x="59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9" name="Google Shape;5919;p80">
              <a:extLst>
                <a:ext uri="{FF2B5EF4-FFF2-40B4-BE49-F238E27FC236}">
                  <a16:creationId xmlns:a16="http://schemas.microsoft.com/office/drawing/2014/main" id="{2D36A8FA-816B-4082-DE7F-635533DAF65B}"/>
                </a:ext>
              </a:extLst>
            </p:cNvPr>
            <p:cNvSpPr/>
            <p:nvPr/>
          </p:nvSpPr>
          <p:spPr>
            <a:xfrm>
              <a:off x="5369798" y="3490257"/>
              <a:ext cx="471105" cy="1007199"/>
            </a:xfrm>
            <a:custGeom>
              <a:avLst/>
              <a:gdLst/>
              <a:ahLst/>
              <a:cxnLst/>
              <a:rect l="l" t="t" r="r" b="b"/>
              <a:pathLst>
                <a:path w="19217" h="41085" extrusionOk="0">
                  <a:moveTo>
                    <a:pt x="6136" y="248"/>
                  </a:moveTo>
                  <a:lnTo>
                    <a:pt x="13270" y="940"/>
                  </a:lnTo>
                  <a:cubicBezTo>
                    <a:pt x="13423" y="1064"/>
                    <a:pt x="14334" y="2004"/>
                    <a:pt x="15274" y="5531"/>
                  </a:cubicBezTo>
                  <a:cubicBezTo>
                    <a:pt x="16338" y="9626"/>
                    <a:pt x="18342" y="21621"/>
                    <a:pt x="19005" y="40414"/>
                  </a:cubicBezTo>
                  <a:lnTo>
                    <a:pt x="10690" y="40567"/>
                  </a:lnTo>
                  <a:lnTo>
                    <a:pt x="10720" y="13394"/>
                  </a:lnTo>
                  <a:lnTo>
                    <a:pt x="10720" y="13364"/>
                  </a:lnTo>
                  <a:cubicBezTo>
                    <a:pt x="10636" y="13121"/>
                    <a:pt x="10440" y="13024"/>
                    <a:pt x="10270" y="13024"/>
                  </a:cubicBezTo>
                  <a:cubicBezTo>
                    <a:pt x="10247" y="13024"/>
                    <a:pt x="10224" y="13026"/>
                    <a:pt x="10202" y="13029"/>
                  </a:cubicBezTo>
                  <a:cubicBezTo>
                    <a:pt x="9991" y="13058"/>
                    <a:pt x="9809" y="13241"/>
                    <a:pt x="9809" y="13510"/>
                  </a:cubicBezTo>
                  <a:lnTo>
                    <a:pt x="8563" y="40873"/>
                  </a:lnTo>
                  <a:lnTo>
                    <a:pt x="212" y="40691"/>
                  </a:lnTo>
                  <a:cubicBezTo>
                    <a:pt x="394" y="38651"/>
                    <a:pt x="2820" y="10719"/>
                    <a:pt x="3979" y="6289"/>
                  </a:cubicBezTo>
                  <a:cubicBezTo>
                    <a:pt x="4977" y="2368"/>
                    <a:pt x="5954" y="576"/>
                    <a:pt x="6136" y="248"/>
                  </a:cubicBezTo>
                  <a:close/>
                  <a:moveTo>
                    <a:pt x="6012" y="0"/>
                  </a:moveTo>
                  <a:lnTo>
                    <a:pt x="5983" y="66"/>
                  </a:lnTo>
                  <a:cubicBezTo>
                    <a:pt x="5983" y="95"/>
                    <a:pt x="4919" y="1851"/>
                    <a:pt x="3768" y="6223"/>
                  </a:cubicBezTo>
                  <a:cubicBezTo>
                    <a:pt x="2551" y="10843"/>
                    <a:pt x="29" y="40472"/>
                    <a:pt x="0" y="40778"/>
                  </a:cubicBezTo>
                  <a:lnTo>
                    <a:pt x="0" y="40902"/>
                  </a:lnTo>
                  <a:lnTo>
                    <a:pt x="8774" y="41084"/>
                  </a:lnTo>
                  <a:lnTo>
                    <a:pt x="10020" y="13510"/>
                  </a:lnTo>
                  <a:cubicBezTo>
                    <a:pt x="10020" y="13328"/>
                    <a:pt x="10144" y="13270"/>
                    <a:pt x="10231" y="13241"/>
                  </a:cubicBezTo>
                  <a:cubicBezTo>
                    <a:pt x="10326" y="13241"/>
                    <a:pt x="10443" y="13270"/>
                    <a:pt x="10508" y="13423"/>
                  </a:cubicBezTo>
                  <a:lnTo>
                    <a:pt x="10472" y="40778"/>
                  </a:lnTo>
                  <a:lnTo>
                    <a:pt x="10472" y="40778"/>
                  </a:lnTo>
                  <a:lnTo>
                    <a:pt x="19216" y="40625"/>
                  </a:lnTo>
                  <a:lnTo>
                    <a:pt x="19216" y="40538"/>
                  </a:lnTo>
                  <a:cubicBezTo>
                    <a:pt x="18582" y="21621"/>
                    <a:pt x="16549" y="9597"/>
                    <a:pt x="15485" y="5465"/>
                  </a:cubicBezTo>
                  <a:cubicBezTo>
                    <a:pt x="14451" y="1552"/>
                    <a:pt x="13423" y="758"/>
                    <a:pt x="13387" y="729"/>
                  </a:cubicBezTo>
                  <a:lnTo>
                    <a:pt x="13358" y="729"/>
                  </a:lnTo>
                  <a:lnTo>
                    <a:pt x="60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0" name="Google Shape;5920;p80">
              <a:extLst>
                <a:ext uri="{FF2B5EF4-FFF2-40B4-BE49-F238E27FC236}">
                  <a16:creationId xmlns:a16="http://schemas.microsoft.com/office/drawing/2014/main" id="{959B5745-9CB9-EC05-A886-3353474C3843}"/>
                </a:ext>
              </a:extLst>
            </p:cNvPr>
            <p:cNvSpPr/>
            <p:nvPr/>
          </p:nvSpPr>
          <p:spPr>
            <a:xfrm>
              <a:off x="5683835" y="3152441"/>
              <a:ext cx="48442" cy="72197"/>
            </a:xfrm>
            <a:custGeom>
              <a:avLst/>
              <a:gdLst/>
              <a:ahLst/>
              <a:cxnLst/>
              <a:rect l="l" t="t" r="r" b="b"/>
              <a:pathLst>
                <a:path w="1976" h="2945" extrusionOk="0">
                  <a:moveTo>
                    <a:pt x="1065" y="365"/>
                  </a:moveTo>
                  <a:cubicBezTo>
                    <a:pt x="1305" y="816"/>
                    <a:pt x="1764" y="1756"/>
                    <a:pt x="1735" y="2062"/>
                  </a:cubicBezTo>
                  <a:cubicBezTo>
                    <a:pt x="1706" y="2274"/>
                    <a:pt x="1611" y="2456"/>
                    <a:pt x="1458" y="2580"/>
                  </a:cubicBezTo>
                  <a:cubicBezTo>
                    <a:pt x="1330" y="2678"/>
                    <a:pt x="1160" y="2740"/>
                    <a:pt x="1001" y="2740"/>
                  </a:cubicBezTo>
                  <a:cubicBezTo>
                    <a:pt x="971" y="2740"/>
                    <a:pt x="941" y="2737"/>
                    <a:pt x="912" y="2733"/>
                  </a:cubicBezTo>
                  <a:cubicBezTo>
                    <a:pt x="489" y="2696"/>
                    <a:pt x="183" y="2332"/>
                    <a:pt x="249" y="1939"/>
                  </a:cubicBezTo>
                  <a:cubicBezTo>
                    <a:pt x="278" y="1603"/>
                    <a:pt x="795" y="787"/>
                    <a:pt x="1065" y="365"/>
                  </a:cubicBezTo>
                  <a:close/>
                  <a:moveTo>
                    <a:pt x="1065" y="0"/>
                  </a:moveTo>
                  <a:lnTo>
                    <a:pt x="977" y="117"/>
                  </a:lnTo>
                  <a:cubicBezTo>
                    <a:pt x="941" y="182"/>
                    <a:pt x="96" y="1421"/>
                    <a:pt x="30" y="1909"/>
                  </a:cubicBezTo>
                  <a:cubicBezTo>
                    <a:pt x="1" y="2427"/>
                    <a:pt x="365" y="2879"/>
                    <a:pt x="883" y="2944"/>
                  </a:cubicBezTo>
                  <a:lnTo>
                    <a:pt x="977" y="2944"/>
                  </a:lnTo>
                  <a:cubicBezTo>
                    <a:pt x="1189" y="2944"/>
                    <a:pt x="1400" y="2879"/>
                    <a:pt x="1582" y="2733"/>
                  </a:cubicBezTo>
                  <a:cubicBezTo>
                    <a:pt x="1764" y="2580"/>
                    <a:pt x="1888" y="2332"/>
                    <a:pt x="1918" y="2092"/>
                  </a:cubicBezTo>
                  <a:cubicBezTo>
                    <a:pt x="1976" y="1603"/>
                    <a:pt x="1247" y="270"/>
                    <a:pt x="1160" y="117"/>
                  </a:cubicBezTo>
                  <a:lnTo>
                    <a:pt x="10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1" name="Google Shape;5921;p80">
              <a:extLst>
                <a:ext uri="{FF2B5EF4-FFF2-40B4-BE49-F238E27FC236}">
                  <a16:creationId xmlns:a16="http://schemas.microsoft.com/office/drawing/2014/main" id="{A6C38B41-5BF7-41DE-95DA-A9976A2CC65E}"/>
                </a:ext>
              </a:extLst>
            </p:cNvPr>
            <p:cNvSpPr/>
            <p:nvPr/>
          </p:nvSpPr>
          <p:spPr>
            <a:xfrm>
              <a:off x="5581117" y="3115055"/>
              <a:ext cx="637488" cy="275598"/>
            </a:xfrm>
            <a:custGeom>
              <a:avLst/>
              <a:gdLst/>
              <a:ahLst/>
              <a:cxnLst/>
              <a:rect l="l" t="t" r="r" b="b"/>
              <a:pathLst>
                <a:path w="26004" h="11242" extrusionOk="0">
                  <a:moveTo>
                    <a:pt x="24855" y="1"/>
                  </a:moveTo>
                  <a:cubicBezTo>
                    <a:pt x="24851" y="1"/>
                    <a:pt x="24847" y="1"/>
                    <a:pt x="24843" y="2"/>
                  </a:cubicBezTo>
                  <a:cubicBezTo>
                    <a:pt x="24537" y="68"/>
                    <a:pt x="22044" y="1948"/>
                    <a:pt x="22044" y="1948"/>
                  </a:cubicBezTo>
                  <a:cubicBezTo>
                    <a:pt x="22044" y="1948"/>
                    <a:pt x="22983" y="302"/>
                    <a:pt x="22744" y="302"/>
                  </a:cubicBezTo>
                  <a:cubicBezTo>
                    <a:pt x="22736" y="302"/>
                    <a:pt x="22726" y="304"/>
                    <a:pt x="22715" y="308"/>
                  </a:cubicBezTo>
                  <a:cubicBezTo>
                    <a:pt x="22504" y="367"/>
                    <a:pt x="21746" y="1430"/>
                    <a:pt x="21228" y="2159"/>
                  </a:cubicBezTo>
                  <a:cubicBezTo>
                    <a:pt x="20893" y="2647"/>
                    <a:pt x="20981" y="2800"/>
                    <a:pt x="20500" y="3128"/>
                  </a:cubicBezTo>
                  <a:lnTo>
                    <a:pt x="13424" y="7355"/>
                  </a:lnTo>
                  <a:cubicBezTo>
                    <a:pt x="12002" y="7749"/>
                    <a:pt x="10879" y="7988"/>
                    <a:pt x="9817" y="7988"/>
                  </a:cubicBezTo>
                  <a:cubicBezTo>
                    <a:pt x="8113" y="7988"/>
                    <a:pt x="6566" y="7374"/>
                    <a:pt x="4191" y="5803"/>
                  </a:cubicBezTo>
                  <a:cubicBezTo>
                    <a:pt x="4191" y="5803"/>
                    <a:pt x="3833" y="5634"/>
                    <a:pt x="3317" y="5634"/>
                  </a:cubicBezTo>
                  <a:cubicBezTo>
                    <a:pt x="2740" y="5634"/>
                    <a:pt x="1965" y="5846"/>
                    <a:pt x="1276" y="6743"/>
                  </a:cubicBezTo>
                  <a:cubicBezTo>
                    <a:pt x="1" y="8477"/>
                    <a:pt x="2158" y="9658"/>
                    <a:pt x="2158" y="9658"/>
                  </a:cubicBezTo>
                  <a:cubicBezTo>
                    <a:pt x="4726" y="10823"/>
                    <a:pt x="7103" y="11241"/>
                    <a:pt x="9139" y="11241"/>
                  </a:cubicBezTo>
                  <a:cubicBezTo>
                    <a:pt x="11559" y="11241"/>
                    <a:pt x="13496" y="10651"/>
                    <a:pt x="14699" y="10022"/>
                  </a:cubicBezTo>
                  <a:cubicBezTo>
                    <a:pt x="16732" y="8958"/>
                    <a:pt x="22044" y="4440"/>
                    <a:pt x="22044" y="4440"/>
                  </a:cubicBezTo>
                  <a:cubicBezTo>
                    <a:pt x="23866" y="3558"/>
                    <a:pt x="24843" y="2523"/>
                    <a:pt x="25688" y="1919"/>
                  </a:cubicBezTo>
                  <a:cubicBezTo>
                    <a:pt x="25783" y="1795"/>
                    <a:pt x="25659" y="1795"/>
                    <a:pt x="25659" y="1795"/>
                  </a:cubicBezTo>
                  <a:lnTo>
                    <a:pt x="23895" y="2983"/>
                  </a:lnTo>
                  <a:lnTo>
                    <a:pt x="23895" y="2983"/>
                  </a:lnTo>
                  <a:lnTo>
                    <a:pt x="25994" y="1219"/>
                  </a:lnTo>
                  <a:cubicBezTo>
                    <a:pt x="26003" y="1201"/>
                    <a:pt x="25986" y="1194"/>
                    <a:pt x="25957" y="1194"/>
                  </a:cubicBezTo>
                  <a:cubicBezTo>
                    <a:pt x="25891" y="1194"/>
                    <a:pt x="25762" y="1228"/>
                    <a:pt x="25717" y="1248"/>
                  </a:cubicBezTo>
                  <a:lnTo>
                    <a:pt x="23750" y="2370"/>
                  </a:lnTo>
                  <a:lnTo>
                    <a:pt x="25754" y="461"/>
                  </a:lnTo>
                  <a:cubicBezTo>
                    <a:pt x="25777" y="408"/>
                    <a:pt x="25762" y="359"/>
                    <a:pt x="25720" y="359"/>
                  </a:cubicBezTo>
                  <a:cubicBezTo>
                    <a:pt x="25711" y="359"/>
                    <a:pt x="25700" y="361"/>
                    <a:pt x="25688" y="367"/>
                  </a:cubicBezTo>
                  <a:lnTo>
                    <a:pt x="23261" y="1824"/>
                  </a:lnTo>
                  <a:cubicBezTo>
                    <a:pt x="23261" y="1824"/>
                    <a:pt x="25085" y="1"/>
                    <a:pt x="24855" y="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2" name="Google Shape;5922;p80">
              <a:extLst>
                <a:ext uri="{FF2B5EF4-FFF2-40B4-BE49-F238E27FC236}">
                  <a16:creationId xmlns:a16="http://schemas.microsoft.com/office/drawing/2014/main" id="{A4C2081B-C5D3-D39B-D2BF-EE8219E9C9D2}"/>
                </a:ext>
              </a:extLst>
            </p:cNvPr>
            <p:cNvSpPr/>
            <p:nvPr/>
          </p:nvSpPr>
          <p:spPr>
            <a:xfrm>
              <a:off x="5599699" y="3114075"/>
              <a:ext cx="620107" cy="277951"/>
            </a:xfrm>
            <a:custGeom>
              <a:avLst/>
              <a:gdLst/>
              <a:ahLst/>
              <a:cxnLst/>
              <a:rect l="l" t="t" r="r" b="b"/>
              <a:pathLst>
                <a:path w="25295" h="11338" extrusionOk="0">
                  <a:moveTo>
                    <a:pt x="24019" y="137"/>
                  </a:moveTo>
                  <a:lnTo>
                    <a:pt x="24019" y="137"/>
                  </a:lnTo>
                  <a:cubicBezTo>
                    <a:pt x="23903" y="377"/>
                    <a:pt x="23137" y="1135"/>
                    <a:pt x="22474" y="1835"/>
                  </a:cubicBezTo>
                  <a:lnTo>
                    <a:pt x="22168" y="2141"/>
                  </a:lnTo>
                  <a:lnTo>
                    <a:pt x="24959" y="472"/>
                  </a:lnTo>
                  <a:lnTo>
                    <a:pt x="22627" y="2687"/>
                  </a:lnTo>
                  <a:lnTo>
                    <a:pt x="24996" y="1347"/>
                  </a:lnTo>
                  <a:cubicBezTo>
                    <a:pt x="24996" y="1317"/>
                    <a:pt x="25054" y="1317"/>
                    <a:pt x="25083" y="1317"/>
                  </a:cubicBezTo>
                  <a:lnTo>
                    <a:pt x="23108" y="2986"/>
                  </a:lnTo>
                  <a:lnTo>
                    <a:pt x="23174" y="3081"/>
                  </a:lnTo>
                  <a:lnTo>
                    <a:pt x="24901" y="1893"/>
                  </a:lnTo>
                  <a:lnTo>
                    <a:pt x="24901" y="1930"/>
                  </a:lnTo>
                  <a:cubicBezTo>
                    <a:pt x="24660" y="2075"/>
                    <a:pt x="24449" y="2257"/>
                    <a:pt x="24201" y="2476"/>
                  </a:cubicBezTo>
                  <a:cubicBezTo>
                    <a:pt x="23473" y="3052"/>
                    <a:pt x="22591" y="3780"/>
                    <a:pt x="21257" y="4414"/>
                  </a:cubicBezTo>
                  <a:cubicBezTo>
                    <a:pt x="21199" y="4480"/>
                    <a:pt x="15916" y="8969"/>
                    <a:pt x="13912" y="10033"/>
                  </a:cubicBezTo>
                  <a:cubicBezTo>
                    <a:pt x="13359" y="10311"/>
                    <a:pt x="11354" y="11236"/>
                    <a:pt x="8364" y="11236"/>
                  </a:cubicBezTo>
                  <a:cubicBezTo>
                    <a:pt x="6424" y="11236"/>
                    <a:pt x="4070" y="10846"/>
                    <a:pt x="1429" y="9639"/>
                  </a:cubicBezTo>
                  <a:cubicBezTo>
                    <a:pt x="1429" y="9639"/>
                    <a:pt x="402" y="9064"/>
                    <a:pt x="219" y="8182"/>
                  </a:cubicBezTo>
                  <a:cubicBezTo>
                    <a:pt x="125" y="7723"/>
                    <a:pt x="249" y="7271"/>
                    <a:pt x="584" y="6848"/>
                  </a:cubicBezTo>
                  <a:cubicBezTo>
                    <a:pt x="1247" y="5937"/>
                    <a:pt x="2005" y="5719"/>
                    <a:pt x="2551" y="5719"/>
                  </a:cubicBezTo>
                  <a:cubicBezTo>
                    <a:pt x="3039" y="5719"/>
                    <a:pt x="3375" y="5901"/>
                    <a:pt x="3404" y="5901"/>
                  </a:cubicBezTo>
                  <a:cubicBezTo>
                    <a:pt x="5759" y="7453"/>
                    <a:pt x="7297" y="8075"/>
                    <a:pt x="9011" y="8075"/>
                  </a:cubicBezTo>
                  <a:cubicBezTo>
                    <a:pt x="10080" y="8075"/>
                    <a:pt x="11218" y="7833"/>
                    <a:pt x="12666" y="7424"/>
                  </a:cubicBezTo>
                  <a:lnTo>
                    <a:pt x="19771" y="3205"/>
                  </a:lnTo>
                  <a:cubicBezTo>
                    <a:pt x="20106" y="2986"/>
                    <a:pt x="20164" y="2840"/>
                    <a:pt x="20288" y="2622"/>
                  </a:cubicBezTo>
                  <a:cubicBezTo>
                    <a:pt x="20346" y="2534"/>
                    <a:pt x="20405" y="2410"/>
                    <a:pt x="20499" y="2228"/>
                  </a:cubicBezTo>
                  <a:cubicBezTo>
                    <a:pt x="21563" y="742"/>
                    <a:pt x="21862" y="436"/>
                    <a:pt x="21957" y="407"/>
                  </a:cubicBezTo>
                  <a:lnTo>
                    <a:pt x="21957" y="407"/>
                  </a:lnTo>
                  <a:cubicBezTo>
                    <a:pt x="21986" y="560"/>
                    <a:pt x="21593" y="1317"/>
                    <a:pt x="21228" y="1959"/>
                  </a:cubicBezTo>
                  <a:lnTo>
                    <a:pt x="21104" y="2199"/>
                  </a:lnTo>
                  <a:lnTo>
                    <a:pt x="21104" y="2199"/>
                  </a:lnTo>
                  <a:lnTo>
                    <a:pt x="21316" y="2046"/>
                  </a:lnTo>
                  <a:cubicBezTo>
                    <a:pt x="22263" y="1317"/>
                    <a:pt x="23655" y="290"/>
                    <a:pt x="24019" y="137"/>
                  </a:cubicBezTo>
                  <a:close/>
                  <a:moveTo>
                    <a:pt x="24123" y="1"/>
                  </a:moveTo>
                  <a:cubicBezTo>
                    <a:pt x="24114" y="1"/>
                    <a:pt x="24102" y="4"/>
                    <a:pt x="24085" y="13"/>
                  </a:cubicBezTo>
                  <a:cubicBezTo>
                    <a:pt x="23808" y="42"/>
                    <a:pt x="22081" y="1317"/>
                    <a:pt x="21439" y="1806"/>
                  </a:cubicBezTo>
                  <a:cubicBezTo>
                    <a:pt x="21775" y="1230"/>
                    <a:pt x="22168" y="436"/>
                    <a:pt x="22044" y="319"/>
                  </a:cubicBezTo>
                  <a:cubicBezTo>
                    <a:pt x="22044" y="299"/>
                    <a:pt x="22030" y="275"/>
                    <a:pt x="22001" y="275"/>
                  </a:cubicBezTo>
                  <a:cubicBezTo>
                    <a:pt x="21989" y="275"/>
                    <a:pt x="21974" y="279"/>
                    <a:pt x="21957" y="290"/>
                  </a:cubicBezTo>
                  <a:cubicBezTo>
                    <a:pt x="21775" y="348"/>
                    <a:pt x="21257" y="982"/>
                    <a:pt x="20405" y="2170"/>
                  </a:cubicBezTo>
                  <a:cubicBezTo>
                    <a:pt x="20288" y="2352"/>
                    <a:pt x="20223" y="2476"/>
                    <a:pt x="20193" y="2593"/>
                  </a:cubicBezTo>
                  <a:cubicBezTo>
                    <a:pt x="20077" y="2775"/>
                    <a:pt x="20011" y="2928"/>
                    <a:pt x="19712" y="3110"/>
                  </a:cubicBezTo>
                  <a:lnTo>
                    <a:pt x="12637" y="7329"/>
                  </a:lnTo>
                  <a:cubicBezTo>
                    <a:pt x="11207" y="7736"/>
                    <a:pt x="10084" y="7975"/>
                    <a:pt x="9031" y="7975"/>
                  </a:cubicBezTo>
                  <a:cubicBezTo>
                    <a:pt x="7329" y="7975"/>
                    <a:pt x="5807" y="7353"/>
                    <a:pt x="3462" y="5814"/>
                  </a:cubicBezTo>
                  <a:cubicBezTo>
                    <a:pt x="3448" y="5814"/>
                    <a:pt x="3068" y="5635"/>
                    <a:pt x="2533" y="5635"/>
                  </a:cubicBezTo>
                  <a:cubicBezTo>
                    <a:pt x="1946" y="5635"/>
                    <a:pt x="1171" y="5850"/>
                    <a:pt x="489" y="6754"/>
                  </a:cubicBezTo>
                  <a:cubicBezTo>
                    <a:pt x="125" y="7242"/>
                    <a:pt x="1" y="7723"/>
                    <a:pt x="95" y="8211"/>
                  </a:cubicBezTo>
                  <a:cubicBezTo>
                    <a:pt x="307" y="9151"/>
                    <a:pt x="1342" y="9727"/>
                    <a:pt x="1400" y="9727"/>
                  </a:cubicBezTo>
                  <a:cubicBezTo>
                    <a:pt x="4045" y="10944"/>
                    <a:pt x="6413" y="11337"/>
                    <a:pt x="8381" y="11337"/>
                  </a:cubicBezTo>
                  <a:cubicBezTo>
                    <a:pt x="11391" y="11337"/>
                    <a:pt x="13394" y="10426"/>
                    <a:pt x="13941" y="10127"/>
                  </a:cubicBezTo>
                  <a:cubicBezTo>
                    <a:pt x="15945" y="9064"/>
                    <a:pt x="21133" y="4691"/>
                    <a:pt x="21316" y="4509"/>
                  </a:cubicBezTo>
                  <a:cubicBezTo>
                    <a:pt x="22656" y="3868"/>
                    <a:pt x="23567" y="3139"/>
                    <a:pt x="24267" y="2563"/>
                  </a:cubicBezTo>
                  <a:cubicBezTo>
                    <a:pt x="24507" y="2352"/>
                    <a:pt x="24748" y="2170"/>
                    <a:pt x="24959" y="2017"/>
                  </a:cubicBezTo>
                  <a:lnTo>
                    <a:pt x="24959" y="1988"/>
                  </a:lnTo>
                  <a:cubicBezTo>
                    <a:pt x="25025" y="1959"/>
                    <a:pt x="25025" y="1893"/>
                    <a:pt x="25025" y="1864"/>
                  </a:cubicBezTo>
                  <a:cubicBezTo>
                    <a:pt x="24996" y="1806"/>
                    <a:pt x="24901" y="1776"/>
                    <a:pt x="24901" y="1776"/>
                  </a:cubicBezTo>
                  <a:lnTo>
                    <a:pt x="24872" y="1776"/>
                  </a:lnTo>
                  <a:lnTo>
                    <a:pt x="23961" y="2410"/>
                  </a:lnTo>
                  <a:lnTo>
                    <a:pt x="23961" y="2410"/>
                  </a:lnTo>
                  <a:lnTo>
                    <a:pt x="25265" y="1288"/>
                  </a:lnTo>
                  <a:cubicBezTo>
                    <a:pt x="25294" y="1259"/>
                    <a:pt x="25294" y="1230"/>
                    <a:pt x="25265" y="1201"/>
                  </a:cubicBezTo>
                  <a:cubicBezTo>
                    <a:pt x="25250" y="1184"/>
                    <a:pt x="25223" y="1178"/>
                    <a:pt x="25190" y="1178"/>
                  </a:cubicBezTo>
                  <a:cubicBezTo>
                    <a:pt x="25094" y="1178"/>
                    <a:pt x="24952" y="1230"/>
                    <a:pt x="24930" y="1230"/>
                  </a:cubicBezTo>
                  <a:lnTo>
                    <a:pt x="23356" y="2141"/>
                  </a:lnTo>
                  <a:lnTo>
                    <a:pt x="23356" y="2141"/>
                  </a:lnTo>
                  <a:lnTo>
                    <a:pt x="25025" y="530"/>
                  </a:lnTo>
                  <a:cubicBezTo>
                    <a:pt x="25083" y="501"/>
                    <a:pt x="25083" y="436"/>
                    <a:pt x="25054" y="377"/>
                  </a:cubicBezTo>
                  <a:cubicBezTo>
                    <a:pt x="25039" y="363"/>
                    <a:pt x="25016" y="356"/>
                    <a:pt x="24988" y="356"/>
                  </a:cubicBezTo>
                  <a:cubicBezTo>
                    <a:pt x="24961" y="356"/>
                    <a:pt x="24930" y="363"/>
                    <a:pt x="24901" y="377"/>
                  </a:cubicBezTo>
                  <a:lnTo>
                    <a:pt x="22868" y="1594"/>
                  </a:lnTo>
                  <a:cubicBezTo>
                    <a:pt x="23779" y="654"/>
                    <a:pt x="24201" y="137"/>
                    <a:pt x="24172" y="42"/>
                  </a:cubicBezTo>
                  <a:cubicBezTo>
                    <a:pt x="24152" y="22"/>
                    <a:pt x="24145" y="1"/>
                    <a:pt x="24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3" name="Google Shape;5923;p80">
              <a:extLst>
                <a:ext uri="{FF2B5EF4-FFF2-40B4-BE49-F238E27FC236}">
                  <a16:creationId xmlns:a16="http://schemas.microsoft.com/office/drawing/2014/main" id="{D275CA37-4C18-2C99-3641-470FA67F1611}"/>
                </a:ext>
              </a:extLst>
            </p:cNvPr>
            <p:cNvSpPr/>
            <p:nvPr/>
          </p:nvSpPr>
          <p:spPr>
            <a:xfrm>
              <a:off x="5578984" y="3032219"/>
              <a:ext cx="176336" cy="135494"/>
            </a:xfrm>
            <a:custGeom>
              <a:avLst/>
              <a:gdLst/>
              <a:ahLst/>
              <a:cxnLst/>
              <a:rect l="l" t="t" r="r" b="b"/>
              <a:pathLst>
                <a:path w="7193" h="5527" extrusionOk="0">
                  <a:moveTo>
                    <a:pt x="3594" y="1"/>
                  </a:moveTo>
                  <a:cubicBezTo>
                    <a:pt x="3038" y="1"/>
                    <a:pt x="2434" y="107"/>
                    <a:pt x="1975" y="408"/>
                  </a:cubicBezTo>
                  <a:cubicBezTo>
                    <a:pt x="1871" y="478"/>
                    <a:pt x="1794" y="504"/>
                    <a:pt x="1735" y="504"/>
                  </a:cubicBezTo>
                  <a:cubicBezTo>
                    <a:pt x="1553" y="504"/>
                    <a:pt x="1543" y="251"/>
                    <a:pt x="1414" y="251"/>
                  </a:cubicBezTo>
                  <a:cubicBezTo>
                    <a:pt x="1367" y="251"/>
                    <a:pt x="1304" y="285"/>
                    <a:pt x="1210" y="379"/>
                  </a:cubicBezTo>
                  <a:cubicBezTo>
                    <a:pt x="1152" y="408"/>
                    <a:pt x="1123" y="437"/>
                    <a:pt x="1064" y="495"/>
                  </a:cubicBezTo>
                  <a:cubicBezTo>
                    <a:pt x="270" y="860"/>
                    <a:pt x="0" y="2988"/>
                    <a:pt x="30" y="3112"/>
                  </a:cubicBezTo>
                  <a:cubicBezTo>
                    <a:pt x="487" y="5110"/>
                    <a:pt x="1050" y="5526"/>
                    <a:pt x="1773" y="5526"/>
                  </a:cubicBezTo>
                  <a:cubicBezTo>
                    <a:pt x="2289" y="5526"/>
                    <a:pt x="2886" y="5315"/>
                    <a:pt x="3585" y="5315"/>
                  </a:cubicBezTo>
                  <a:cubicBezTo>
                    <a:pt x="3796" y="5315"/>
                    <a:pt x="4018" y="5334"/>
                    <a:pt x="4249" y="5385"/>
                  </a:cubicBezTo>
                  <a:cubicBezTo>
                    <a:pt x="4427" y="5429"/>
                    <a:pt x="4600" y="5450"/>
                    <a:pt x="4767" y="5450"/>
                  </a:cubicBezTo>
                  <a:cubicBezTo>
                    <a:pt x="5399" y="5450"/>
                    <a:pt x="5950" y="5154"/>
                    <a:pt x="6406" y="4722"/>
                  </a:cubicBezTo>
                  <a:lnTo>
                    <a:pt x="6435" y="4722"/>
                  </a:lnTo>
                  <a:cubicBezTo>
                    <a:pt x="6646" y="4139"/>
                    <a:pt x="6741" y="3993"/>
                    <a:pt x="6588" y="3381"/>
                  </a:cubicBezTo>
                  <a:lnTo>
                    <a:pt x="6675" y="3082"/>
                  </a:lnTo>
                  <a:cubicBezTo>
                    <a:pt x="7193" y="2354"/>
                    <a:pt x="6799" y="1377"/>
                    <a:pt x="6165" y="831"/>
                  </a:cubicBezTo>
                  <a:cubicBezTo>
                    <a:pt x="5706" y="437"/>
                    <a:pt x="5218" y="313"/>
                    <a:pt x="4642" y="131"/>
                  </a:cubicBezTo>
                  <a:cubicBezTo>
                    <a:pt x="4366" y="55"/>
                    <a:pt x="3992" y="1"/>
                    <a:pt x="3594" y="1"/>
                  </a:cubicBezTo>
                  <a:close/>
                </a:path>
              </a:pathLst>
            </a:custGeom>
            <a:solidFill>
              <a:srgbClr val="000B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4" name="Google Shape;5924;p80">
              <a:extLst>
                <a:ext uri="{FF2B5EF4-FFF2-40B4-BE49-F238E27FC236}">
                  <a16:creationId xmlns:a16="http://schemas.microsoft.com/office/drawing/2014/main" id="{FE08157B-E32D-73AE-0FB1-066D3D9CEF6B}"/>
                </a:ext>
              </a:extLst>
            </p:cNvPr>
            <p:cNvSpPr/>
            <p:nvPr/>
          </p:nvSpPr>
          <p:spPr>
            <a:xfrm>
              <a:off x="5571482" y="3000448"/>
              <a:ext cx="79698" cy="79845"/>
            </a:xfrm>
            <a:custGeom>
              <a:avLst/>
              <a:gdLst/>
              <a:ahLst/>
              <a:cxnLst/>
              <a:rect l="l" t="t" r="r" b="b"/>
              <a:pathLst>
                <a:path w="3251" h="3257" extrusionOk="0">
                  <a:moveTo>
                    <a:pt x="1911" y="0"/>
                  </a:moveTo>
                  <a:cubicBezTo>
                    <a:pt x="1747" y="0"/>
                    <a:pt x="1583" y="31"/>
                    <a:pt x="1429" y="94"/>
                  </a:cubicBezTo>
                  <a:cubicBezTo>
                    <a:pt x="1217" y="188"/>
                    <a:pt x="1035" y="334"/>
                    <a:pt x="882" y="516"/>
                  </a:cubicBezTo>
                  <a:cubicBezTo>
                    <a:pt x="700" y="698"/>
                    <a:pt x="547" y="881"/>
                    <a:pt x="423" y="1099"/>
                  </a:cubicBezTo>
                  <a:cubicBezTo>
                    <a:pt x="153" y="1551"/>
                    <a:pt x="0" y="2192"/>
                    <a:pt x="336" y="2615"/>
                  </a:cubicBezTo>
                  <a:cubicBezTo>
                    <a:pt x="459" y="2739"/>
                    <a:pt x="605" y="2855"/>
                    <a:pt x="758" y="2950"/>
                  </a:cubicBezTo>
                  <a:cubicBezTo>
                    <a:pt x="1006" y="3103"/>
                    <a:pt x="1276" y="3220"/>
                    <a:pt x="1553" y="3249"/>
                  </a:cubicBezTo>
                  <a:cubicBezTo>
                    <a:pt x="1594" y="3254"/>
                    <a:pt x="1636" y="3257"/>
                    <a:pt x="1678" y="3257"/>
                  </a:cubicBezTo>
                  <a:cubicBezTo>
                    <a:pt x="1935" y="3257"/>
                    <a:pt x="2183" y="3161"/>
                    <a:pt x="2340" y="2979"/>
                  </a:cubicBezTo>
                  <a:lnTo>
                    <a:pt x="2915" y="2010"/>
                  </a:lnTo>
                  <a:cubicBezTo>
                    <a:pt x="3250" y="1580"/>
                    <a:pt x="3250" y="917"/>
                    <a:pt x="2915" y="487"/>
                  </a:cubicBezTo>
                  <a:cubicBezTo>
                    <a:pt x="2680" y="170"/>
                    <a:pt x="2297" y="0"/>
                    <a:pt x="1911" y="0"/>
                  </a:cubicBezTo>
                  <a:close/>
                </a:path>
              </a:pathLst>
            </a:custGeom>
            <a:solidFill>
              <a:srgbClr val="000B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5" name="Google Shape;5925;p80">
              <a:extLst>
                <a:ext uri="{FF2B5EF4-FFF2-40B4-BE49-F238E27FC236}">
                  <a16:creationId xmlns:a16="http://schemas.microsoft.com/office/drawing/2014/main" id="{EDFE6EFE-0F19-B994-623A-59D39D4E0ED7}"/>
                </a:ext>
              </a:extLst>
            </p:cNvPr>
            <p:cNvSpPr/>
            <p:nvPr/>
          </p:nvSpPr>
          <p:spPr>
            <a:xfrm>
              <a:off x="5593816" y="3061441"/>
              <a:ext cx="144369" cy="247675"/>
            </a:xfrm>
            <a:custGeom>
              <a:avLst/>
              <a:gdLst/>
              <a:ahLst/>
              <a:cxnLst/>
              <a:rect l="l" t="t" r="r" b="b"/>
              <a:pathLst>
                <a:path w="5889" h="10103" extrusionOk="0">
                  <a:moveTo>
                    <a:pt x="3834" y="0"/>
                  </a:moveTo>
                  <a:cubicBezTo>
                    <a:pt x="3533" y="0"/>
                    <a:pt x="3795" y="1865"/>
                    <a:pt x="1122" y="2342"/>
                  </a:cubicBezTo>
                  <a:cubicBezTo>
                    <a:pt x="1116" y="2355"/>
                    <a:pt x="1116" y="2363"/>
                    <a:pt x="1118" y="2369"/>
                  </a:cubicBezTo>
                  <a:lnTo>
                    <a:pt x="1118" y="2369"/>
                  </a:lnTo>
                  <a:cubicBezTo>
                    <a:pt x="1026" y="2318"/>
                    <a:pt x="929" y="2261"/>
                    <a:pt x="820" y="2261"/>
                  </a:cubicBezTo>
                  <a:cubicBezTo>
                    <a:pt x="681" y="2261"/>
                    <a:pt x="523" y="2356"/>
                    <a:pt x="335" y="2677"/>
                  </a:cubicBezTo>
                  <a:cubicBezTo>
                    <a:pt x="0" y="3224"/>
                    <a:pt x="853" y="3770"/>
                    <a:pt x="1217" y="3800"/>
                  </a:cubicBezTo>
                  <a:cubicBezTo>
                    <a:pt x="1334" y="3829"/>
                    <a:pt x="882" y="5680"/>
                    <a:pt x="605" y="7050"/>
                  </a:cubicBezTo>
                  <a:cubicBezTo>
                    <a:pt x="423" y="7961"/>
                    <a:pt x="394" y="9476"/>
                    <a:pt x="394" y="9476"/>
                  </a:cubicBezTo>
                  <a:cubicBezTo>
                    <a:pt x="394" y="9476"/>
                    <a:pt x="1234" y="10102"/>
                    <a:pt x="2100" y="10102"/>
                  </a:cubicBezTo>
                  <a:cubicBezTo>
                    <a:pt x="2542" y="10102"/>
                    <a:pt x="2991" y="9939"/>
                    <a:pt x="3338" y="9447"/>
                  </a:cubicBezTo>
                  <a:cubicBezTo>
                    <a:pt x="3338" y="9447"/>
                    <a:pt x="3797" y="6503"/>
                    <a:pt x="3797" y="5468"/>
                  </a:cubicBezTo>
                  <a:cubicBezTo>
                    <a:pt x="3797" y="5439"/>
                    <a:pt x="5225" y="5592"/>
                    <a:pt x="5590" y="3013"/>
                  </a:cubicBezTo>
                  <a:cubicBezTo>
                    <a:pt x="5888" y="644"/>
                    <a:pt x="4249" y="156"/>
                    <a:pt x="3855" y="3"/>
                  </a:cubicBezTo>
                  <a:cubicBezTo>
                    <a:pt x="3848" y="1"/>
                    <a:pt x="3841" y="0"/>
                    <a:pt x="3834" y="0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6" name="Google Shape;5926;p80">
              <a:extLst>
                <a:ext uri="{FF2B5EF4-FFF2-40B4-BE49-F238E27FC236}">
                  <a16:creationId xmlns:a16="http://schemas.microsoft.com/office/drawing/2014/main" id="{5DEFAA4C-7EB8-B30F-17E3-D9B0C5E6AB74}"/>
                </a:ext>
              </a:extLst>
            </p:cNvPr>
            <p:cNvSpPr/>
            <p:nvPr/>
          </p:nvSpPr>
          <p:spPr>
            <a:xfrm>
              <a:off x="5598277" y="3060509"/>
              <a:ext cx="137750" cy="249685"/>
            </a:xfrm>
            <a:custGeom>
              <a:avLst/>
              <a:gdLst/>
              <a:ahLst/>
              <a:cxnLst/>
              <a:rect l="l" t="t" r="r" b="b"/>
              <a:pathLst>
                <a:path w="5619" h="10185" extrusionOk="0">
                  <a:moveTo>
                    <a:pt x="3673" y="107"/>
                  </a:moveTo>
                  <a:cubicBezTo>
                    <a:pt x="4978" y="529"/>
                    <a:pt x="5561" y="1528"/>
                    <a:pt x="5342" y="3051"/>
                  </a:cubicBezTo>
                  <a:cubicBezTo>
                    <a:pt x="5072" y="5142"/>
                    <a:pt x="4067" y="5419"/>
                    <a:pt x="3644" y="5448"/>
                  </a:cubicBezTo>
                  <a:cubicBezTo>
                    <a:pt x="3615" y="5448"/>
                    <a:pt x="3557" y="5448"/>
                    <a:pt x="3557" y="5506"/>
                  </a:cubicBezTo>
                  <a:cubicBezTo>
                    <a:pt x="3586" y="6483"/>
                    <a:pt x="3156" y="9245"/>
                    <a:pt x="3127" y="9456"/>
                  </a:cubicBezTo>
                  <a:cubicBezTo>
                    <a:pt x="2857" y="9791"/>
                    <a:pt x="2551" y="10002"/>
                    <a:pt x="2157" y="10061"/>
                  </a:cubicBezTo>
                  <a:cubicBezTo>
                    <a:pt x="2081" y="10072"/>
                    <a:pt x="2005" y="10077"/>
                    <a:pt x="1928" y="10077"/>
                  </a:cubicBezTo>
                  <a:cubicBezTo>
                    <a:pt x="1172" y="10077"/>
                    <a:pt x="410" y="9571"/>
                    <a:pt x="277" y="9485"/>
                  </a:cubicBezTo>
                  <a:cubicBezTo>
                    <a:pt x="277" y="9274"/>
                    <a:pt x="336" y="7940"/>
                    <a:pt x="489" y="7088"/>
                  </a:cubicBezTo>
                  <a:cubicBezTo>
                    <a:pt x="576" y="6599"/>
                    <a:pt x="700" y="6024"/>
                    <a:pt x="824" y="5536"/>
                  </a:cubicBezTo>
                  <a:cubicBezTo>
                    <a:pt x="1094" y="4260"/>
                    <a:pt x="1152" y="3896"/>
                    <a:pt x="1094" y="3808"/>
                  </a:cubicBezTo>
                  <a:lnTo>
                    <a:pt x="1035" y="3808"/>
                  </a:lnTo>
                  <a:cubicBezTo>
                    <a:pt x="787" y="3779"/>
                    <a:pt x="336" y="3502"/>
                    <a:pt x="183" y="3167"/>
                  </a:cubicBezTo>
                  <a:cubicBezTo>
                    <a:pt x="95" y="3021"/>
                    <a:pt x="124" y="2868"/>
                    <a:pt x="212" y="2745"/>
                  </a:cubicBezTo>
                  <a:cubicBezTo>
                    <a:pt x="387" y="2435"/>
                    <a:pt x="525" y="2348"/>
                    <a:pt x="656" y="2348"/>
                  </a:cubicBezTo>
                  <a:cubicBezTo>
                    <a:pt x="731" y="2348"/>
                    <a:pt x="805" y="2377"/>
                    <a:pt x="882" y="2409"/>
                  </a:cubicBezTo>
                  <a:cubicBezTo>
                    <a:pt x="882" y="2438"/>
                    <a:pt x="911" y="2475"/>
                    <a:pt x="911" y="2475"/>
                  </a:cubicBezTo>
                  <a:cubicBezTo>
                    <a:pt x="940" y="2475"/>
                    <a:pt x="1006" y="2475"/>
                    <a:pt x="1006" y="2438"/>
                  </a:cubicBezTo>
                  <a:lnTo>
                    <a:pt x="1006" y="2409"/>
                  </a:lnTo>
                  <a:cubicBezTo>
                    <a:pt x="2974" y="2045"/>
                    <a:pt x="3338" y="923"/>
                    <a:pt x="3520" y="376"/>
                  </a:cubicBezTo>
                  <a:cubicBezTo>
                    <a:pt x="3586" y="223"/>
                    <a:pt x="3615" y="107"/>
                    <a:pt x="3673" y="107"/>
                  </a:cubicBezTo>
                  <a:close/>
                  <a:moveTo>
                    <a:pt x="3650" y="1"/>
                  </a:moveTo>
                  <a:cubicBezTo>
                    <a:pt x="3540" y="1"/>
                    <a:pt x="3484" y="163"/>
                    <a:pt x="3433" y="347"/>
                  </a:cubicBezTo>
                  <a:cubicBezTo>
                    <a:pt x="3251" y="864"/>
                    <a:pt x="2886" y="1987"/>
                    <a:pt x="911" y="2322"/>
                  </a:cubicBezTo>
                  <a:cubicBezTo>
                    <a:pt x="839" y="2284"/>
                    <a:pt x="753" y="2243"/>
                    <a:pt x="653" y="2243"/>
                  </a:cubicBezTo>
                  <a:cubicBezTo>
                    <a:pt x="501" y="2243"/>
                    <a:pt x="315" y="2339"/>
                    <a:pt x="95" y="2686"/>
                  </a:cubicBezTo>
                  <a:cubicBezTo>
                    <a:pt x="0" y="2839"/>
                    <a:pt x="0" y="3051"/>
                    <a:pt x="95" y="3233"/>
                  </a:cubicBezTo>
                  <a:cubicBezTo>
                    <a:pt x="241" y="3568"/>
                    <a:pt x="729" y="3838"/>
                    <a:pt x="1006" y="3896"/>
                  </a:cubicBezTo>
                  <a:cubicBezTo>
                    <a:pt x="1006" y="4049"/>
                    <a:pt x="853" y="4843"/>
                    <a:pt x="700" y="5506"/>
                  </a:cubicBezTo>
                  <a:cubicBezTo>
                    <a:pt x="576" y="6024"/>
                    <a:pt x="460" y="6570"/>
                    <a:pt x="365" y="7058"/>
                  </a:cubicBezTo>
                  <a:cubicBezTo>
                    <a:pt x="212" y="7999"/>
                    <a:pt x="183" y="9485"/>
                    <a:pt x="183" y="9514"/>
                  </a:cubicBezTo>
                  <a:lnTo>
                    <a:pt x="183" y="9543"/>
                  </a:lnTo>
                  <a:cubicBezTo>
                    <a:pt x="241" y="9580"/>
                    <a:pt x="1035" y="10185"/>
                    <a:pt x="1917" y="10185"/>
                  </a:cubicBezTo>
                  <a:lnTo>
                    <a:pt x="2187" y="10185"/>
                  </a:lnTo>
                  <a:cubicBezTo>
                    <a:pt x="2580" y="10126"/>
                    <a:pt x="2944" y="9879"/>
                    <a:pt x="3221" y="9514"/>
                  </a:cubicBezTo>
                  <a:lnTo>
                    <a:pt x="3221" y="9485"/>
                  </a:lnTo>
                  <a:cubicBezTo>
                    <a:pt x="3221" y="9456"/>
                    <a:pt x="3673" y="6629"/>
                    <a:pt x="3673" y="5572"/>
                  </a:cubicBezTo>
                  <a:cubicBezTo>
                    <a:pt x="4132" y="5536"/>
                    <a:pt x="5160" y="5208"/>
                    <a:pt x="5466" y="3080"/>
                  </a:cubicBezTo>
                  <a:cubicBezTo>
                    <a:pt x="5619" y="1987"/>
                    <a:pt x="5437" y="558"/>
                    <a:pt x="3702" y="12"/>
                  </a:cubicBezTo>
                  <a:cubicBezTo>
                    <a:pt x="3684" y="4"/>
                    <a:pt x="3666" y="1"/>
                    <a:pt x="36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7" name="Google Shape;5927;p80">
              <a:extLst>
                <a:ext uri="{FF2B5EF4-FFF2-40B4-BE49-F238E27FC236}">
                  <a16:creationId xmlns:a16="http://schemas.microsoft.com/office/drawing/2014/main" id="{41F1AF29-AC12-7F06-9F0A-DCA17CF9C628}"/>
                </a:ext>
              </a:extLst>
            </p:cNvPr>
            <p:cNvSpPr/>
            <p:nvPr/>
          </p:nvSpPr>
          <p:spPr>
            <a:xfrm>
              <a:off x="5698862" y="3152441"/>
              <a:ext cx="24490" cy="11816"/>
            </a:xfrm>
            <a:custGeom>
              <a:avLst/>
              <a:gdLst/>
              <a:ahLst/>
              <a:cxnLst/>
              <a:rect l="l" t="t" r="r" b="b"/>
              <a:pathLst>
                <a:path w="999" h="482" extrusionOk="0">
                  <a:moveTo>
                    <a:pt x="0" y="0"/>
                  </a:moveTo>
                  <a:cubicBezTo>
                    <a:pt x="0" y="0"/>
                    <a:pt x="182" y="481"/>
                    <a:pt x="576" y="481"/>
                  </a:cubicBezTo>
                  <a:cubicBezTo>
                    <a:pt x="845" y="481"/>
                    <a:pt x="998" y="117"/>
                    <a:pt x="998" y="11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8" name="Google Shape;5928;p80">
              <a:extLst>
                <a:ext uri="{FF2B5EF4-FFF2-40B4-BE49-F238E27FC236}">
                  <a16:creationId xmlns:a16="http://schemas.microsoft.com/office/drawing/2014/main" id="{A7F13834-964B-DD7E-CDA2-F337B70DA19B}"/>
                </a:ext>
              </a:extLst>
            </p:cNvPr>
            <p:cNvSpPr/>
            <p:nvPr/>
          </p:nvSpPr>
          <p:spPr>
            <a:xfrm>
              <a:off x="5712959" y="3130818"/>
              <a:ext cx="8237" cy="18607"/>
            </a:xfrm>
            <a:custGeom>
              <a:avLst/>
              <a:gdLst/>
              <a:ahLst/>
              <a:cxnLst/>
              <a:rect l="l" t="t" r="r" b="b"/>
              <a:pathLst>
                <a:path w="336" h="759" extrusionOk="0">
                  <a:moveTo>
                    <a:pt x="154" y="0"/>
                  </a:moveTo>
                  <a:lnTo>
                    <a:pt x="1" y="729"/>
                  </a:lnTo>
                  <a:lnTo>
                    <a:pt x="241" y="758"/>
                  </a:lnTo>
                  <a:cubicBezTo>
                    <a:pt x="300" y="758"/>
                    <a:pt x="336" y="700"/>
                    <a:pt x="300" y="664"/>
                  </a:cubicBezTo>
                  <a:lnTo>
                    <a:pt x="154" y="0"/>
                  </a:lnTo>
                  <a:close/>
                </a:path>
              </a:pathLst>
            </a:custGeom>
            <a:solidFill>
              <a:srgbClr val="000B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9" name="Google Shape;5929;p80">
              <a:extLst>
                <a:ext uri="{FF2B5EF4-FFF2-40B4-BE49-F238E27FC236}">
                  <a16:creationId xmlns:a16="http://schemas.microsoft.com/office/drawing/2014/main" id="{75EC5DDF-8550-62BD-997B-2B8ECF874186}"/>
                </a:ext>
              </a:extLst>
            </p:cNvPr>
            <p:cNvSpPr/>
            <p:nvPr/>
          </p:nvSpPr>
          <p:spPr>
            <a:xfrm>
              <a:off x="5591977" y="3031582"/>
              <a:ext cx="128336" cy="94873"/>
            </a:xfrm>
            <a:custGeom>
              <a:avLst/>
              <a:gdLst/>
              <a:ahLst/>
              <a:cxnLst/>
              <a:rect l="l" t="t" r="r" b="b"/>
              <a:pathLst>
                <a:path w="5235" h="3870" extrusionOk="0">
                  <a:moveTo>
                    <a:pt x="2574" y="1"/>
                  </a:moveTo>
                  <a:cubicBezTo>
                    <a:pt x="1096" y="1"/>
                    <a:pt x="0" y="3092"/>
                    <a:pt x="1321" y="3713"/>
                  </a:cubicBezTo>
                  <a:cubicBezTo>
                    <a:pt x="1547" y="3822"/>
                    <a:pt x="1776" y="3870"/>
                    <a:pt x="2005" y="3870"/>
                  </a:cubicBezTo>
                  <a:cubicBezTo>
                    <a:pt x="3628" y="3870"/>
                    <a:pt x="5235" y="1469"/>
                    <a:pt x="5235" y="1469"/>
                  </a:cubicBezTo>
                  <a:cubicBezTo>
                    <a:pt x="5235" y="1469"/>
                    <a:pt x="4870" y="1104"/>
                    <a:pt x="3143" y="157"/>
                  </a:cubicBezTo>
                  <a:cubicBezTo>
                    <a:pt x="2950" y="49"/>
                    <a:pt x="2759" y="1"/>
                    <a:pt x="2574" y="1"/>
                  </a:cubicBezTo>
                  <a:close/>
                </a:path>
              </a:pathLst>
            </a:custGeom>
            <a:solidFill>
              <a:srgbClr val="000B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0" name="Google Shape;5930;p80">
              <a:extLst>
                <a:ext uri="{FF2B5EF4-FFF2-40B4-BE49-F238E27FC236}">
                  <a16:creationId xmlns:a16="http://schemas.microsoft.com/office/drawing/2014/main" id="{B3CB504F-7369-10E8-6714-F1F7F2ECF8C3}"/>
                </a:ext>
              </a:extLst>
            </p:cNvPr>
            <p:cNvSpPr/>
            <p:nvPr/>
          </p:nvSpPr>
          <p:spPr>
            <a:xfrm>
              <a:off x="5694989" y="3107872"/>
              <a:ext cx="14954" cy="10860"/>
            </a:xfrm>
            <a:custGeom>
              <a:avLst/>
              <a:gdLst/>
              <a:ahLst/>
              <a:cxnLst/>
              <a:rect l="l" t="t" r="r" b="b"/>
              <a:pathLst>
                <a:path w="610" h="443" extrusionOk="0">
                  <a:moveTo>
                    <a:pt x="379" y="1"/>
                  </a:moveTo>
                  <a:cubicBezTo>
                    <a:pt x="322" y="1"/>
                    <a:pt x="265" y="18"/>
                    <a:pt x="216" y="55"/>
                  </a:cubicBezTo>
                  <a:cubicBezTo>
                    <a:pt x="84" y="131"/>
                    <a:pt x="0" y="443"/>
                    <a:pt x="38" y="443"/>
                  </a:cubicBezTo>
                  <a:cubicBezTo>
                    <a:pt x="43" y="443"/>
                    <a:pt x="52" y="435"/>
                    <a:pt x="63" y="419"/>
                  </a:cubicBezTo>
                  <a:cubicBezTo>
                    <a:pt x="304" y="179"/>
                    <a:pt x="610" y="113"/>
                    <a:pt x="610" y="113"/>
                  </a:cubicBezTo>
                  <a:cubicBezTo>
                    <a:pt x="557" y="42"/>
                    <a:pt x="468" y="1"/>
                    <a:pt x="379" y="1"/>
                  </a:cubicBezTo>
                  <a:close/>
                </a:path>
              </a:pathLst>
            </a:custGeom>
            <a:solidFill>
              <a:srgbClr val="000B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1" name="Google Shape;5931;p80">
              <a:extLst>
                <a:ext uri="{FF2B5EF4-FFF2-40B4-BE49-F238E27FC236}">
                  <a16:creationId xmlns:a16="http://schemas.microsoft.com/office/drawing/2014/main" id="{996AE7A0-66E4-A5CD-4AA2-4AB3C1A118AB}"/>
                </a:ext>
              </a:extLst>
            </p:cNvPr>
            <p:cNvSpPr/>
            <p:nvPr/>
          </p:nvSpPr>
          <p:spPr>
            <a:xfrm>
              <a:off x="5724750" y="3113707"/>
              <a:ext cx="6815" cy="6595"/>
            </a:xfrm>
            <a:custGeom>
              <a:avLst/>
              <a:gdLst/>
              <a:ahLst/>
              <a:cxnLst/>
              <a:rect l="l" t="t" r="r" b="b"/>
              <a:pathLst>
                <a:path w="278" h="269" extrusionOk="0">
                  <a:moveTo>
                    <a:pt x="159" y="0"/>
                  </a:moveTo>
                  <a:cubicBezTo>
                    <a:pt x="87" y="0"/>
                    <a:pt x="46" y="47"/>
                    <a:pt x="1" y="152"/>
                  </a:cubicBezTo>
                  <a:cubicBezTo>
                    <a:pt x="1" y="152"/>
                    <a:pt x="219" y="181"/>
                    <a:pt x="278" y="268"/>
                  </a:cubicBezTo>
                  <a:lnTo>
                    <a:pt x="278" y="28"/>
                  </a:lnTo>
                  <a:cubicBezTo>
                    <a:pt x="230" y="10"/>
                    <a:pt x="191" y="0"/>
                    <a:pt x="159" y="0"/>
                  </a:cubicBezTo>
                  <a:close/>
                </a:path>
              </a:pathLst>
            </a:custGeom>
            <a:solidFill>
              <a:srgbClr val="000B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2" name="Google Shape;5932;p80">
              <a:extLst>
                <a:ext uri="{FF2B5EF4-FFF2-40B4-BE49-F238E27FC236}">
                  <a16:creationId xmlns:a16="http://schemas.microsoft.com/office/drawing/2014/main" id="{1F55EEE7-0E29-EAF3-3659-B4C219AFD020}"/>
                </a:ext>
              </a:extLst>
            </p:cNvPr>
            <p:cNvSpPr/>
            <p:nvPr/>
          </p:nvSpPr>
          <p:spPr>
            <a:xfrm>
              <a:off x="5705457" y="3127778"/>
              <a:ext cx="5222" cy="10394"/>
            </a:xfrm>
            <a:custGeom>
              <a:avLst/>
              <a:gdLst/>
              <a:ahLst/>
              <a:cxnLst/>
              <a:rect l="l" t="t" r="r" b="b"/>
              <a:pathLst>
                <a:path w="213" h="424" extrusionOk="0">
                  <a:moveTo>
                    <a:pt x="125" y="1"/>
                  </a:moveTo>
                  <a:cubicBezTo>
                    <a:pt x="59" y="1"/>
                    <a:pt x="1" y="95"/>
                    <a:pt x="1" y="212"/>
                  </a:cubicBezTo>
                  <a:cubicBezTo>
                    <a:pt x="1" y="336"/>
                    <a:pt x="30" y="423"/>
                    <a:pt x="95" y="423"/>
                  </a:cubicBezTo>
                  <a:cubicBezTo>
                    <a:pt x="154" y="423"/>
                    <a:pt x="183" y="336"/>
                    <a:pt x="212" y="212"/>
                  </a:cubicBezTo>
                  <a:cubicBezTo>
                    <a:pt x="212" y="124"/>
                    <a:pt x="183" y="1"/>
                    <a:pt x="125" y="1"/>
                  </a:cubicBezTo>
                  <a:close/>
                </a:path>
              </a:pathLst>
            </a:custGeom>
            <a:solidFill>
              <a:srgbClr val="000B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3" name="Google Shape;5933;p80">
              <a:extLst>
                <a:ext uri="{FF2B5EF4-FFF2-40B4-BE49-F238E27FC236}">
                  <a16:creationId xmlns:a16="http://schemas.microsoft.com/office/drawing/2014/main" id="{299AC874-8673-DC2E-6A9B-F408C6747021}"/>
                </a:ext>
              </a:extLst>
            </p:cNvPr>
            <p:cNvSpPr/>
            <p:nvPr/>
          </p:nvSpPr>
          <p:spPr>
            <a:xfrm>
              <a:off x="5720289" y="3128489"/>
              <a:ext cx="5393" cy="9880"/>
            </a:xfrm>
            <a:custGeom>
              <a:avLst/>
              <a:gdLst/>
              <a:ahLst/>
              <a:cxnLst/>
              <a:rect l="l" t="t" r="r" b="b"/>
              <a:pathLst>
                <a:path w="220" h="403" extrusionOk="0">
                  <a:moveTo>
                    <a:pt x="124" y="1"/>
                  </a:moveTo>
                  <a:cubicBezTo>
                    <a:pt x="95" y="1"/>
                    <a:pt x="37" y="95"/>
                    <a:pt x="37" y="212"/>
                  </a:cubicBezTo>
                  <a:cubicBezTo>
                    <a:pt x="1" y="307"/>
                    <a:pt x="37" y="394"/>
                    <a:pt x="95" y="394"/>
                  </a:cubicBezTo>
                  <a:cubicBezTo>
                    <a:pt x="104" y="400"/>
                    <a:pt x="113" y="402"/>
                    <a:pt x="121" y="402"/>
                  </a:cubicBezTo>
                  <a:cubicBezTo>
                    <a:pt x="171" y="402"/>
                    <a:pt x="219" y="318"/>
                    <a:pt x="219" y="212"/>
                  </a:cubicBezTo>
                  <a:cubicBezTo>
                    <a:pt x="219" y="95"/>
                    <a:pt x="183" y="1"/>
                    <a:pt x="124" y="1"/>
                  </a:cubicBezTo>
                  <a:close/>
                </a:path>
              </a:pathLst>
            </a:custGeom>
            <a:solidFill>
              <a:srgbClr val="000B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4" name="Google Shape;5934;p80">
              <a:extLst>
                <a:ext uri="{FF2B5EF4-FFF2-40B4-BE49-F238E27FC236}">
                  <a16:creationId xmlns:a16="http://schemas.microsoft.com/office/drawing/2014/main" id="{B627013F-00E5-6938-13E2-C3FBA9AD602D}"/>
                </a:ext>
              </a:extLst>
            </p:cNvPr>
            <p:cNvSpPr/>
            <p:nvPr/>
          </p:nvSpPr>
          <p:spPr>
            <a:xfrm>
              <a:off x="5205253" y="3247657"/>
              <a:ext cx="413960" cy="480175"/>
            </a:xfrm>
            <a:custGeom>
              <a:avLst/>
              <a:gdLst/>
              <a:ahLst/>
              <a:cxnLst/>
              <a:rect l="l" t="t" r="r" b="b"/>
              <a:pathLst>
                <a:path w="16886" h="19587" extrusionOk="0">
                  <a:moveTo>
                    <a:pt x="15237" y="1"/>
                  </a:moveTo>
                  <a:cubicBezTo>
                    <a:pt x="7572" y="1"/>
                    <a:pt x="2916" y="11353"/>
                    <a:pt x="2916" y="11353"/>
                  </a:cubicBezTo>
                  <a:lnTo>
                    <a:pt x="2005" y="14239"/>
                  </a:lnTo>
                  <a:cubicBezTo>
                    <a:pt x="278" y="16731"/>
                    <a:pt x="1" y="18036"/>
                    <a:pt x="1" y="18036"/>
                  </a:cubicBezTo>
                  <a:lnTo>
                    <a:pt x="1094" y="16396"/>
                  </a:lnTo>
                  <a:lnTo>
                    <a:pt x="154" y="18947"/>
                  </a:lnTo>
                  <a:cubicBezTo>
                    <a:pt x="148" y="18963"/>
                    <a:pt x="151" y="18970"/>
                    <a:pt x="160" y="18970"/>
                  </a:cubicBezTo>
                  <a:cubicBezTo>
                    <a:pt x="198" y="18970"/>
                    <a:pt x="341" y="18841"/>
                    <a:pt x="365" y="18794"/>
                  </a:cubicBezTo>
                  <a:lnTo>
                    <a:pt x="1553" y="16848"/>
                  </a:lnTo>
                  <a:lnTo>
                    <a:pt x="1553" y="16848"/>
                  </a:lnTo>
                  <a:lnTo>
                    <a:pt x="729" y="19522"/>
                  </a:lnTo>
                  <a:cubicBezTo>
                    <a:pt x="711" y="19559"/>
                    <a:pt x="738" y="19586"/>
                    <a:pt x="770" y="19586"/>
                  </a:cubicBezTo>
                  <a:cubicBezTo>
                    <a:pt x="789" y="19586"/>
                    <a:pt x="810" y="19576"/>
                    <a:pt x="824" y="19551"/>
                  </a:cubicBezTo>
                  <a:lnTo>
                    <a:pt x="2216" y="17096"/>
                  </a:lnTo>
                  <a:lnTo>
                    <a:pt x="2216" y="17096"/>
                  </a:lnTo>
                  <a:cubicBezTo>
                    <a:pt x="2216" y="17096"/>
                    <a:pt x="1537" y="19473"/>
                    <a:pt x="1713" y="19473"/>
                  </a:cubicBezTo>
                  <a:cubicBezTo>
                    <a:pt x="1719" y="19473"/>
                    <a:pt x="1727" y="19470"/>
                    <a:pt x="1735" y="19464"/>
                  </a:cubicBezTo>
                  <a:cubicBezTo>
                    <a:pt x="1976" y="19253"/>
                    <a:pt x="3098" y="16760"/>
                    <a:pt x="3098" y="16760"/>
                  </a:cubicBezTo>
                  <a:cubicBezTo>
                    <a:pt x="3098" y="16760"/>
                    <a:pt x="4202" y="17580"/>
                    <a:pt x="4386" y="17580"/>
                  </a:cubicBezTo>
                  <a:cubicBezTo>
                    <a:pt x="4392" y="17580"/>
                    <a:pt x="4398" y="17579"/>
                    <a:pt x="4402" y="17577"/>
                  </a:cubicBezTo>
                  <a:cubicBezTo>
                    <a:pt x="4584" y="17460"/>
                    <a:pt x="4103" y="16549"/>
                    <a:pt x="4009" y="15638"/>
                  </a:cubicBezTo>
                  <a:cubicBezTo>
                    <a:pt x="3950" y="15063"/>
                    <a:pt x="6013" y="10807"/>
                    <a:pt x="6013" y="10807"/>
                  </a:cubicBezTo>
                  <a:cubicBezTo>
                    <a:pt x="7518" y="7857"/>
                    <a:pt x="10946" y="4157"/>
                    <a:pt x="15608" y="4157"/>
                  </a:cubicBezTo>
                  <a:cubicBezTo>
                    <a:pt x="16024" y="4157"/>
                    <a:pt x="16450" y="4186"/>
                    <a:pt x="16885" y="4249"/>
                  </a:cubicBezTo>
                  <a:lnTo>
                    <a:pt x="16185" y="58"/>
                  </a:lnTo>
                  <a:cubicBezTo>
                    <a:pt x="15864" y="20"/>
                    <a:pt x="15548" y="1"/>
                    <a:pt x="15237" y="1"/>
                  </a:cubicBezTo>
                  <a:close/>
                </a:path>
              </a:pathLst>
            </a:custGeom>
            <a:solidFill>
              <a:srgbClr val="EC7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5" name="Google Shape;5935;p80">
              <a:extLst>
                <a:ext uri="{FF2B5EF4-FFF2-40B4-BE49-F238E27FC236}">
                  <a16:creationId xmlns:a16="http://schemas.microsoft.com/office/drawing/2014/main" id="{673CA14F-9CC7-68AD-2F3C-E260B786BEE1}"/>
                </a:ext>
              </a:extLst>
            </p:cNvPr>
            <p:cNvSpPr/>
            <p:nvPr/>
          </p:nvSpPr>
          <p:spPr>
            <a:xfrm>
              <a:off x="5202213" y="3246823"/>
              <a:ext cx="417000" cy="482480"/>
            </a:xfrm>
            <a:custGeom>
              <a:avLst/>
              <a:gdLst/>
              <a:ahLst/>
              <a:cxnLst/>
              <a:rect l="l" t="t" r="r" b="b"/>
              <a:pathLst>
                <a:path w="17010" h="19681" extrusionOk="0">
                  <a:moveTo>
                    <a:pt x="15326" y="1"/>
                  </a:moveTo>
                  <a:cubicBezTo>
                    <a:pt x="11504" y="1"/>
                    <a:pt x="8466" y="2853"/>
                    <a:pt x="6530" y="5346"/>
                  </a:cubicBezTo>
                  <a:cubicBezTo>
                    <a:pt x="4286" y="8261"/>
                    <a:pt x="3010" y="11329"/>
                    <a:pt x="2981" y="11358"/>
                  </a:cubicBezTo>
                  <a:lnTo>
                    <a:pt x="2070" y="14244"/>
                  </a:lnTo>
                  <a:cubicBezTo>
                    <a:pt x="365" y="16700"/>
                    <a:pt x="96" y="18011"/>
                    <a:pt x="66" y="18070"/>
                  </a:cubicBezTo>
                  <a:lnTo>
                    <a:pt x="1" y="18339"/>
                  </a:lnTo>
                  <a:lnTo>
                    <a:pt x="1007" y="16824"/>
                  </a:lnTo>
                  <a:lnTo>
                    <a:pt x="220" y="18981"/>
                  </a:lnTo>
                  <a:cubicBezTo>
                    <a:pt x="220" y="19010"/>
                    <a:pt x="249" y="19039"/>
                    <a:pt x="249" y="19039"/>
                  </a:cubicBezTo>
                  <a:cubicBezTo>
                    <a:pt x="260" y="19047"/>
                    <a:pt x="273" y="19051"/>
                    <a:pt x="287" y="19051"/>
                  </a:cubicBezTo>
                  <a:cubicBezTo>
                    <a:pt x="381" y="19051"/>
                    <a:pt x="522" y="18882"/>
                    <a:pt x="547" y="18857"/>
                  </a:cubicBezTo>
                  <a:lnTo>
                    <a:pt x="1495" y="17312"/>
                  </a:lnTo>
                  <a:lnTo>
                    <a:pt x="795" y="19527"/>
                  </a:lnTo>
                  <a:cubicBezTo>
                    <a:pt x="795" y="19585"/>
                    <a:pt x="824" y="19651"/>
                    <a:pt x="853" y="19651"/>
                  </a:cubicBezTo>
                  <a:cubicBezTo>
                    <a:pt x="883" y="19651"/>
                    <a:pt x="883" y="19680"/>
                    <a:pt x="912" y="19680"/>
                  </a:cubicBezTo>
                  <a:cubicBezTo>
                    <a:pt x="948" y="19680"/>
                    <a:pt x="977" y="19651"/>
                    <a:pt x="1007" y="19615"/>
                  </a:cubicBezTo>
                  <a:lnTo>
                    <a:pt x="2158" y="17552"/>
                  </a:lnTo>
                  <a:lnTo>
                    <a:pt x="2158" y="17552"/>
                  </a:lnTo>
                  <a:cubicBezTo>
                    <a:pt x="1823" y="18798"/>
                    <a:pt x="1706" y="19469"/>
                    <a:pt x="1794" y="19527"/>
                  </a:cubicBezTo>
                  <a:cubicBezTo>
                    <a:pt x="1808" y="19542"/>
                    <a:pt x="1825" y="19549"/>
                    <a:pt x="1841" y="19549"/>
                  </a:cubicBezTo>
                  <a:cubicBezTo>
                    <a:pt x="1857" y="19549"/>
                    <a:pt x="1874" y="19542"/>
                    <a:pt x="1888" y="19527"/>
                  </a:cubicBezTo>
                  <a:cubicBezTo>
                    <a:pt x="2129" y="19345"/>
                    <a:pt x="3040" y="17312"/>
                    <a:pt x="3251" y="16882"/>
                  </a:cubicBezTo>
                  <a:cubicBezTo>
                    <a:pt x="3935" y="17408"/>
                    <a:pt x="4376" y="17656"/>
                    <a:pt x="4520" y="17656"/>
                  </a:cubicBezTo>
                  <a:cubicBezTo>
                    <a:pt x="4535" y="17656"/>
                    <a:pt x="4547" y="17653"/>
                    <a:pt x="4555" y="17647"/>
                  </a:cubicBezTo>
                  <a:cubicBezTo>
                    <a:pt x="4679" y="17581"/>
                    <a:pt x="4621" y="17312"/>
                    <a:pt x="4468" y="16882"/>
                  </a:cubicBezTo>
                  <a:cubicBezTo>
                    <a:pt x="4373" y="16518"/>
                    <a:pt x="4227" y="16095"/>
                    <a:pt x="4191" y="15672"/>
                  </a:cubicBezTo>
                  <a:cubicBezTo>
                    <a:pt x="4133" y="15213"/>
                    <a:pt x="5466" y="12327"/>
                    <a:pt x="6166" y="10870"/>
                  </a:cubicBezTo>
                  <a:cubicBezTo>
                    <a:pt x="7482" y="8299"/>
                    <a:pt x="10881" y="4256"/>
                    <a:pt x="15733" y="4256"/>
                  </a:cubicBezTo>
                  <a:cubicBezTo>
                    <a:pt x="16148" y="4256"/>
                    <a:pt x="16573" y="4286"/>
                    <a:pt x="17009" y="4348"/>
                  </a:cubicBezTo>
                  <a:lnTo>
                    <a:pt x="17009" y="4224"/>
                  </a:lnTo>
                  <a:cubicBezTo>
                    <a:pt x="16598" y="4166"/>
                    <a:pt x="16186" y="4137"/>
                    <a:pt x="15777" y="4137"/>
                  </a:cubicBezTo>
                  <a:cubicBezTo>
                    <a:pt x="13826" y="4137"/>
                    <a:pt x="11908" y="4788"/>
                    <a:pt x="10174" y="6017"/>
                  </a:cubicBezTo>
                  <a:cubicBezTo>
                    <a:pt x="8534" y="7227"/>
                    <a:pt x="7018" y="8961"/>
                    <a:pt x="6078" y="10841"/>
                  </a:cubicBezTo>
                  <a:cubicBezTo>
                    <a:pt x="5984" y="10994"/>
                    <a:pt x="4009" y="15097"/>
                    <a:pt x="4074" y="15672"/>
                  </a:cubicBezTo>
                  <a:cubicBezTo>
                    <a:pt x="4133" y="16124"/>
                    <a:pt x="4257" y="16554"/>
                    <a:pt x="4373" y="16918"/>
                  </a:cubicBezTo>
                  <a:cubicBezTo>
                    <a:pt x="4468" y="17188"/>
                    <a:pt x="4555" y="17523"/>
                    <a:pt x="4526" y="17552"/>
                  </a:cubicBezTo>
                  <a:cubicBezTo>
                    <a:pt x="4410" y="17552"/>
                    <a:pt x="3797" y="17159"/>
                    <a:pt x="3251" y="16736"/>
                  </a:cubicBezTo>
                  <a:lnTo>
                    <a:pt x="3222" y="16700"/>
                  </a:lnTo>
                  <a:lnTo>
                    <a:pt x="3193" y="16765"/>
                  </a:lnTo>
                  <a:cubicBezTo>
                    <a:pt x="2887" y="17399"/>
                    <a:pt x="2129" y="19068"/>
                    <a:pt x="1859" y="19403"/>
                  </a:cubicBezTo>
                  <a:cubicBezTo>
                    <a:pt x="1888" y="19104"/>
                    <a:pt x="2129" y="18070"/>
                    <a:pt x="2406" y="17159"/>
                  </a:cubicBezTo>
                  <a:lnTo>
                    <a:pt x="2522" y="16700"/>
                  </a:lnTo>
                  <a:lnTo>
                    <a:pt x="912" y="19556"/>
                  </a:lnTo>
                  <a:lnTo>
                    <a:pt x="1823" y="16488"/>
                  </a:lnTo>
                  <a:lnTo>
                    <a:pt x="431" y="18798"/>
                  </a:lnTo>
                  <a:cubicBezTo>
                    <a:pt x="431" y="18828"/>
                    <a:pt x="402" y="18857"/>
                    <a:pt x="365" y="18886"/>
                  </a:cubicBezTo>
                  <a:lnTo>
                    <a:pt x="1429" y="16007"/>
                  </a:lnTo>
                  <a:lnTo>
                    <a:pt x="278" y="17734"/>
                  </a:lnTo>
                  <a:cubicBezTo>
                    <a:pt x="489" y="17188"/>
                    <a:pt x="977" y="16037"/>
                    <a:pt x="2158" y="14302"/>
                  </a:cubicBezTo>
                  <a:lnTo>
                    <a:pt x="3098" y="11417"/>
                  </a:lnTo>
                  <a:cubicBezTo>
                    <a:pt x="3098" y="11387"/>
                    <a:pt x="4373" y="8290"/>
                    <a:pt x="6625" y="5405"/>
                  </a:cubicBezTo>
                  <a:cubicBezTo>
                    <a:pt x="8559" y="2912"/>
                    <a:pt x="11565" y="100"/>
                    <a:pt x="15366" y="100"/>
                  </a:cubicBezTo>
                  <a:cubicBezTo>
                    <a:pt x="15675" y="100"/>
                    <a:pt x="15990" y="119"/>
                    <a:pt x="16309" y="158"/>
                  </a:cubicBezTo>
                  <a:lnTo>
                    <a:pt x="16309" y="63"/>
                  </a:lnTo>
                  <a:cubicBezTo>
                    <a:pt x="15976" y="21"/>
                    <a:pt x="15648" y="1"/>
                    <a:pt x="15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6" name="Google Shape;5936;p80">
              <a:extLst>
                <a:ext uri="{FF2B5EF4-FFF2-40B4-BE49-F238E27FC236}">
                  <a16:creationId xmlns:a16="http://schemas.microsoft.com/office/drawing/2014/main" id="{EFD99571-2468-C7B5-1C93-7ACB5674AA0F}"/>
                </a:ext>
              </a:extLst>
            </p:cNvPr>
            <p:cNvSpPr/>
            <p:nvPr/>
          </p:nvSpPr>
          <p:spPr>
            <a:xfrm>
              <a:off x="5464303" y="3211203"/>
              <a:ext cx="327471" cy="304574"/>
            </a:xfrm>
            <a:custGeom>
              <a:avLst/>
              <a:gdLst/>
              <a:ahLst/>
              <a:cxnLst/>
              <a:rect l="l" t="t" r="r" b="b"/>
              <a:pathLst>
                <a:path w="13358" h="12424" extrusionOk="0">
                  <a:moveTo>
                    <a:pt x="5378" y="1"/>
                  </a:moveTo>
                  <a:lnTo>
                    <a:pt x="5742" y="605"/>
                  </a:lnTo>
                  <a:cubicBezTo>
                    <a:pt x="5618" y="664"/>
                    <a:pt x="5495" y="700"/>
                    <a:pt x="5378" y="758"/>
                  </a:cubicBezTo>
                  <a:cubicBezTo>
                    <a:pt x="3010" y="1363"/>
                    <a:pt x="0" y="2092"/>
                    <a:pt x="0" y="2092"/>
                  </a:cubicBezTo>
                  <a:lnTo>
                    <a:pt x="1246" y="6129"/>
                  </a:lnTo>
                  <a:cubicBezTo>
                    <a:pt x="940" y="7769"/>
                    <a:pt x="940" y="9408"/>
                    <a:pt x="940" y="11019"/>
                  </a:cubicBezTo>
                  <a:cubicBezTo>
                    <a:pt x="3803" y="12155"/>
                    <a:pt x="6600" y="12424"/>
                    <a:pt x="8606" y="12424"/>
                  </a:cubicBezTo>
                  <a:cubicBezTo>
                    <a:pt x="10408" y="12424"/>
                    <a:pt x="11572" y="12206"/>
                    <a:pt x="11572" y="12206"/>
                  </a:cubicBezTo>
                  <a:cubicBezTo>
                    <a:pt x="11572" y="12206"/>
                    <a:pt x="11295" y="9809"/>
                    <a:pt x="11237" y="8228"/>
                  </a:cubicBezTo>
                  <a:cubicBezTo>
                    <a:pt x="11813" y="8199"/>
                    <a:pt x="12235" y="8169"/>
                    <a:pt x="12235" y="8169"/>
                  </a:cubicBezTo>
                  <a:lnTo>
                    <a:pt x="13357" y="3491"/>
                  </a:lnTo>
                  <a:cubicBezTo>
                    <a:pt x="13059" y="3462"/>
                    <a:pt x="10508" y="2668"/>
                    <a:pt x="9320" y="1793"/>
                  </a:cubicBezTo>
                  <a:lnTo>
                    <a:pt x="9444" y="700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7" name="Google Shape;5937;p80">
              <a:extLst>
                <a:ext uri="{FF2B5EF4-FFF2-40B4-BE49-F238E27FC236}">
                  <a16:creationId xmlns:a16="http://schemas.microsoft.com/office/drawing/2014/main" id="{1FAB18BE-09E7-80B0-DBEC-29995C077BFF}"/>
                </a:ext>
              </a:extLst>
            </p:cNvPr>
            <p:cNvSpPr/>
            <p:nvPr/>
          </p:nvSpPr>
          <p:spPr>
            <a:xfrm>
              <a:off x="5462857" y="3209610"/>
              <a:ext cx="331247" cy="307467"/>
            </a:xfrm>
            <a:custGeom>
              <a:avLst/>
              <a:gdLst/>
              <a:ahLst/>
              <a:cxnLst/>
              <a:rect l="l" t="t" r="r" b="b"/>
              <a:pathLst>
                <a:path w="13512" h="12542" extrusionOk="0">
                  <a:moveTo>
                    <a:pt x="5524" y="153"/>
                  </a:moveTo>
                  <a:lnTo>
                    <a:pt x="9445" y="794"/>
                  </a:lnTo>
                  <a:lnTo>
                    <a:pt x="9321" y="1858"/>
                  </a:lnTo>
                  <a:lnTo>
                    <a:pt x="9350" y="1887"/>
                  </a:lnTo>
                  <a:cubicBezTo>
                    <a:pt x="10502" y="2769"/>
                    <a:pt x="12870" y="3498"/>
                    <a:pt x="13358" y="3614"/>
                  </a:cubicBezTo>
                  <a:lnTo>
                    <a:pt x="12265" y="8169"/>
                  </a:lnTo>
                  <a:cubicBezTo>
                    <a:pt x="12141" y="8169"/>
                    <a:pt x="11748" y="8198"/>
                    <a:pt x="11296" y="8234"/>
                  </a:cubicBezTo>
                  <a:lnTo>
                    <a:pt x="11230" y="8234"/>
                  </a:lnTo>
                  <a:lnTo>
                    <a:pt x="11230" y="8293"/>
                  </a:lnTo>
                  <a:cubicBezTo>
                    <a:pt x="11296" y="9721"/>
                    <a:pt x="11536" y="11878"/>
                    <a:pt x="11565" y="12206"/>
                  </a:cubicBezTo>
                  <a:cubicBezTo>
                    <a:pt x="11325" y="12248"/>
                    <a:pt x="10241" y="12412"/>
                    <a:pt x="8668" y="12412"/>
                  </a:cubicBezTo>
                  <a:cubicBezTo>
                    <a:pt x="6670" y="12412"/>
                    <a:pt x="3882" y="12147"/>
                    <a:pt x="1028" y="11025"/>
                  </a:cubicBezTo>
                  <a:lnTo>
                    <a:pt x="1065" y="10872"/>
                  </a:lnTo>
                  <a:cubicBezTo>
                    <a:pt x="1065" y="9327"/>
                    <a:pt x="1065" y="7746"/>
                    <a:pt x="1364" y="6194"/>
                  </a:cubicBezTo>
                  <a:lnTo>
                    <a:pt x="1364" y="6165"/>
                  </a:lnTo>
                  <a:lnTo>
                    <a:pt x="154" y="2186"/>
                  </a:lnTo>
                  <a:cubicBezTo>
                    <a:pt x="577" y="2099"/>
                    <a:pt x="3280" y="1428"/>
                    <a:pt x="5466" y="882"/>
                  </a:cubicBezTo>
                  <a:cubicBezTo>
                    <a:pt x="5583" y="823"/>
                    <a:pt x="5707" y="765"/>
                    <a:pt x="5801" y="729"/>
                  </a:cubicBezTo>
                  <a:lnTo>
                    <a:pt x="5860" y="700"/>
                  </a:lnTo>
                  <a:lnTo>
                    <a:pt x="5524" y="153"/>
                  </a:lnTo>
                  <a:close/>
                  <a:moveTo>
                    <a:pt x="5342" y="0"/>
                  </a:moveTo>
                  <a:lnTo>
                    <a:pt x="5707" y="641"/>
                  </a:lnTo>
                  <a:cubicBezTo>
                    <a:pt x="5619" y="670"/>
                    <a:pt x="5524" y="729"/>
                    <a:pt x="5437" y="765"/>
                  </a:cubicBezTo>
                  <a:cubicBezTo>
                    <a:pt x="3098" y="1370"/>
                    <a:pt x="88" y="2099"/>
                    <a:pt x="59" y="2099"/>
                  </a:cubicBezTo>
                  <a:lnTo>
                    <a:pt x="1" y="2099"/>
                  </a:lnTo>
                  <a:lnTo>
                    <a:pt x="1247" y="6194"/>
                  </a:lnTo>
                  <a:cubicBezTo>
                    <a:pt x="970" y="7746"/>
                    <a:pt x="941" y="9327"/>
                    <a:pt x="941" y="10843"/>
                  </a:cubicBezTo>
                  <a:lnTo>
                    <a:pt x="941" y="11113"/>
                  </a:lnTo>
                  <a:lnTo>
                    <a:pt x="970" y="11113"/>
                  </a:lnTo>
                  <a:cubicBezTo>
                    <a:pt x="3856" y="12271"/>
                    <a:pt x="6676" y="12541"/>
                    <a:pt x="8680" y="12541"/>
                  </a:cubicBezTo>
                  <a:cubicBezTo>
                    <a:pt x="10472" y="12541"/>
                    <a:pt x="11595" y="12330"/>
                    <a:pt x="11631" y="12330"/>
                  </a:cubicBezTo>
                  <a:lnTo>
                    <a:pt x="11689" y="12301"/>
                  </a:lnTo>
                  <a:lnTo>
                    <a:pt x="11689" y="12271"/>
                  </a:lnTo>
                  <a:cubicBezTo>
                    <a:pt x="11689" y="12242"/>
                    <a:pt x="11412" y="9903"/>
                    <a:pt x="11354" y="8322"/>
                  </a:cubicBezTo>
                  <a:cubicBezTo>
                    <a:pt x="11901" y="8322"/>
                    <a:pt x="12294" y="8264"/>
                    <a:pt x="12294" y="8264"/>
                  </a:cubicBezTo>
                  <a:lnTo>
                    <a:pt x="12323" y="8264"/>
                  </a:lnTo>
                  <a:lnTo>
                    <a:pt x="13511" y="3527"/>
                  </a:lnTo>
                  <a:lnTo>
                    <a:pt x="13453" y="3498"/>
                  </a:lnTo>
                  <a:cubicBezTo>
                    <a:pt x="13147" y="3461"/>
                    <a:pt x="10625" y="2704"/>
                    <a:pt x="9445" y="1822"/>
                  </a:cubicBezTo>
                  <a:lnTo>
                    <a:pt x="9562" y="700"/>
                  </a:lnTo>
                  <a:lnTo>
                    <a:pt x="53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8" name="Google Shape;5938;p80">
              <a:extLst>
                <a:ext uri="{FF2B5EF4-FFF2-40B4-BE49-F238E27FC236}">
                  <a16:creationId xmlns:a16="http://schemas.microsoft.com/office/drawing/2014/main" id="{5AF98159-6DED-FD02-D081-CF770A18C088}"/>
                </a:ext>
              </a:extLst>
            </p:cNvPr>
            <p:cNvSpPr/>
            <p:nvPr/>
          </p:nvSpPr>
          <p:spPr>
            <a:xfrm>
              <a:off x="5598988" y="3137437"/>
              <a:ext cx="47731" cy="73079"/>
            </a:xfrm>
            <a:custGeom>
              <a:avLst/>
              <a:gdLst/>
              <a:ahLst/>
              <a:cxnLst/>
              <a:rect l="l" t="t" r="r" b="b"/>
              <a:pathLst>
                <a:path w="1947" h="2981" extrusionOk="0">
                  <a:moveTo>
                    <a:pt x="1035" y="394"/>
                  </a:moveTo>
                  <a:cubicBezTo>
                    <a:pt x="1276" y="853"/>
                    <a:pt x="1735" y="1793"/>
                    <a:pt x="1706" y="2099"/>
                  </a:cubicBezTo>
                  <a:cubicBezTo>
                    <a:pt x="1646" y="2483"/>
                    <a:pt x="1340" y="2771"/>
                    <a:pt x="989" y="2771"/>
                  </a:cubicBezTo>
                  <a:cubicBezTo>
                    <a:pt x="954" y="2771"/>
                    <a:pt x="918" y="2768"/>
                    <a:pt x="882" y="2762"/>
                  </a:cubicBezTo>
                  <a:cubicBezTo>
                    <a:pt x="671" y="2762"/>
                    <a:pt x="489" y="2645"/>
                    <a:pt x="365" y="2492"/>
                  </a:cubicBezTo>
                  <a:cubicBezTo>
                    <a:pt x="248" y="2339"/>
                    <a:pt x="183" y="2157"/>
                    <a:pt x="212" y="1946"/>
                  </a:cubicBezTo>
                  <a:cubicBezTo>
                    <a:pt x="248" y="1640"/>
                    <a:pt x="729" y="823"/>
                    <a:pt x="1035" y="394"/>
                  </a:cubicBezTo>
                  <a:close/>
                  <a:moveTo>
                    <a:pt x="1035" y="0"/>
                  </a:moveTo>
                  <a:lnTo>
                    <a:pt x="941" y="153"/>
                  </a:lnTo>
                  <a:cubicBezTo>
                    <a:pt x="911" y="211"/>
                    <a:pt x="66" y="1457"/>
                    <a:pt x="1" y="1946"/>
                  </a:cubicBezTo>
                  <a:cubicBezTo>
                    <a:pt x="1" y="2186"/>
                    <a:pt x="66" y="2434"/>
                    <a:pt x="212" y="2616"/>
                  </a:cubicBezTo>
                  <a:cubicBezTo>
                    <a:pt x="394" y="2827"/>
                    <a:pt x="613" y="2944"/>
                    <a:pt x="853" y="2980"/>
                  </a:cubicBezTo>
                  <a:lnTo>
                    <a:pt x="941" y="2980"/>
                  </a:lnTo>
                  <a:cubicBezTo>
                    <a:pt x="1429" y="2980"/>
                    <a:pt x="1822" y="2616"/>
                    <a:pt x="1888" y="2128"/>
                  </a:cubicBezTo>
                  <a:cubicBezTo>
                    <a:pt x="1946" y="1640"/>
                    <a:pt x="1218" y="306"/>
                    <a:pt x="1123" y="153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9" name="Google Shape;5939;p80">
              <a:extLst>
                <a:ext uri="{FF2B5EF4-FFF2-40B4-BE49-F238E27FC236}">
                  <a16:creationId xmlns:a16="http://schemas.microsoft.com/office/drawing/2014/main" id="{C42AD6B7-EC91-1237-3AFB-0333271137D6}"/>
                </a:ext>
              </a:extLst>
            </p:cNvPr>
            <p:cNvSpPr/>
            <p:nvPr/>
          </p:nvSpPr>
          <p:spPr>
            <a:xfrm>
              <a:off x="5133081" y="3362338"/>
              <a:ext cx="46848" cy="46824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941" y="0"/>
                  </a:moveTo>
                  <a:cubicBezTo>
                    <a:pt x="423" y="0"/>
                    <a:pt x="1" y="423"/>
                    <a:pt x="1" y="970"/>
                  </a:cubicBezTo>
                  <a:cubicBezTo>
                    <a:pt x="1" y="1487"/>
                    <a:pt x="423" y="1910"/>
                    <a:pt x="941" y="1910"/>
                  </a:cubicBezTo>
                  <a:cubicBezTo>
                    <a:pt x="1487" y="1910"/>
                    <a:pt x="1910" y="1487"/>
                    <a:pt x="1910" y="970"/>
                  </a:cubicBezTo>
                  <a:cubicBezTo>
                    <a:pt x="1910" y="423"/>
                    <a:pt x="1487" y="0"/>
                    <a:pt x="9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0" name="Google Shape;5940;p80">
              <a:extLst>
                <a:ext uri="{FF2B5EF4-FFF2-40B4-BE49-F238E27FC236}">
                  <a16:creationId xmlns:a16="http://schemas.microsoft.com/office/drawing/2014/main" id="{BB1DCDEA-0D11-2B2D-2A14-46A352655487}"/>
                </a:ext>
              </a:extLst>
            </p:cNvPr>
            <p:cNvSpPr/>
            <p:nvPr/>
          </p:nvSpPr>
          <p:spPr>
            <a:xfrm>
              <a:off x="5130776" y="3360720"/>
              <a:ext cx="50746" cy="50771"/>
            </a:xfrm>
            <a:custGeom>
              <a:avLst/>
              <a:gdLst/>
              <a:ahLst/>
              <a:cxnLst/>
              <a:rect l="l" t="t" r="r" b="b"/>
              <a:pathLst>
                <a:path w="2070" h="2071" extrusionOk="0">
                  <a:moveTo>
                    <a:pt x="1035" y="154"/>
                  </a:moveTo>
                  <a:cubicBezTo>
                    <a:pt x="1523" y="154"/>
                    <a:pt x="1917" y="547"/>
                    <a:pt x="1917" y="1036"/>
                  </a:cubicBezTo>
                  <a:cubicBezTo>
                    <a:pt x="1917" y="1487"/>
                    <a:pt x="1523" y="1888"/>
                    <a:pt x="1035" y="1888"/>
                  </a:cubicBezTo>
                  <a:cubicBezTo>
                    <a:pt x="547" y="1888"/>
                    <a:pt x="182" y="1487"/>
                    <a:pt x="182" y="1036"/>
                  </a:cubicBezTo>
                  <a:cubicBezTo>
                    <a:pt x="182" y="547"/>
                    <a:pt x="547" y="154"/>
                    <a:pt x="1035" y="154"/>
                  </a:cubicBezTo>
                  <a:close/>
                  <a:moveTo>
                    <a:pt x="1035" y="1"/>
                  </a:moveTo>
                  <a:cubicBezTo>
                    <a:pt x="488" y="1"/>
                    <a:pt x="0" y="460"/>
                    <a:pt x="0" y="1036"/>
                  </a:cubicBezTo>
                  <a:cubicBezTo>
                    <a:pt x="0" y="1582"/>
                    <a:pt x="488" y="2070"/>
                    <a:pt x="1035" y="2070"/>
                  </a:cubicBezTo>
                  <a:cubicBezTo>
                    <a:pt x="1611" y="2070"/>
                    <a:pt x="2070" y="1582"/>
                    <a:pt x="2070" y="1036"/>
                  </a:cubicBezTo>
                  <a:cubicBezTo>
                    <a:pt x="2070" y="460"/>
                    <a:pt x="1611" y="1"/>
                    <a:pt x="1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1" name="Google Shape;5941;p80">
              <a:extLst>
                <a:ext uri="{FF2B5EF4-FFF2-40B4-BE49-F238E27FC236}">
                  <a16:creationId xmlns:a16="http://schemas.microsoft.com/office/drawing/2014/main" id="{DCC174CE-090C-D21F-8BAC-1BD692220976}"/>
                </a:ext>
              </a:extLst>
            </p:cNvPr>
            <p:cNvSpPr/>
            <p:nvPr/>
          </p:nvSpPr>
          <p:spPr>
            <a:xfrm>
              <a:off x="5053407" y="3130107"/>
              <a:ext cx="126522" cy="126497"/>
            </a:xfrm>
            <a:custGeom>
              <a:avLst/>
              <a:gdLst/>
              <a:ahLst/>
              <a:cxnLst/>
              <a:rect l="l" t="t" r="r" b="b"/>
              <a:pathLst>
                <a:path w="5161" h="5160" extrusionOk="0">
                  <a:moveTo>
                    <a:pt x="2580" y="146"/>
                  </a:moveTo>
                  <a:cubicBezTo>
                    <a:pt x="3921" y="146"/>
                    <a:pt x="5014" y="1239"/>
                    <a:pt x="5014" y="2580"/>
                  </a:cubicBezTo>
                  <a:cubicBezTo>
                    <a:pt x="5014" y="3913"/>
                    <a:pt x="3921" y="4977"/>
                    <a:pt x="2580" y="4977"/>
                  </a:cubicBezTo>
                  <a:cubicBezTo>
                    <a:pt x="1247" y="4977"/>
                    <a:pt x="183" y="3913"/>
                    <a:pt x="183" y="2580"/>
                  </a:cubicBezTo>
                  <a:cubicBezTo>
                    <a:pt x="183" y="1239"/>
                    <a:pt x="1247" y="146"/>
                    <a:pt x="2580" y="146"/>
                  </a:cubicBezTo>
                  <a:close/>
                  <a:moveTo>
                    <a:pt x="2580" y="0"/>
                  </a:moveTo>
                  <a:cubicBezTo>
                    <a:pt x="1152" y="0"/>
                    <a:pt x="1" y="1152"/>
                    <a:pt x="1" y="2580"/>
                  </a:cubicBezTo>
                  <a:cubicBezTo>
                    <a:pt x="1" y="4008"/>
                    <a:pt x="1152" y="5160"/>
                    <a:pt x="2580" y="5160"/>
                  </a:cubicBezTo>
                  <a:cubicBezTo>
                    <a:pt x="4009" y="5160"/>
                    <a:pt x="5160" y="4008"/>
                    <a:pt x="5160" y="2580"/>
                  </a:cubicBezTo>
                  <a:cubicBezTo>
                    <a:pt x="5160" y="1152"/>
                    <a:pt x="4009" y="0"/>
                    <a:pt x="2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2" name="Google Shape;5942;p80">
              <a:extLst>
                <a:ext uri="{FF2B5EF4-FFF2-40B4-BE49-F238E27FC236}">
                  <a16:creationId xmlns:a16="http://schemas.microsoft.com/office/drawing/2014/main" id="{29207600-A4CC-8036-F5E6-15A7306A5419}"/>
                </a:ext>
              </a:extLst>
            </p:cNvPr>
            <p:cNvSpPr/>
            <p:nvPr/>
          </p:nvSpPr>
          <p:spPr>
            <a:xfrm>
              <a:off x="7967628" y="3333214"/>
              <a:ext cx="126497" cy="126497"/>
            </a:xfrm>
            <a:custGeom>
              <a:avLst/>
              <a:gdLst/>
              <a:ahLst/>
              <a:cxnLst/>
              <a:rect l="l" t="t" r="r" b="b"/>
              <a:pathLst>
                <a:path w="5160" h="5160" extrusionOk="0">
                  <a:moveTo>
                    <a:pt x="2580" y="183"/>
                  </a:moveTo>
                  <a:cubicBezTo>
                    <a:pt x="3914" y="183"/>
                    <a:pt x="5007" y="1247"/>
                    <a:pt x="5007" y="2580"/>
                  </a:cubicBezTo>
                  <a:cubicBezTo>
                    <a:pt x="5007" y="3921"/>
                    <a:pt x="3914" y="5014"/>
                    <a:pt x="2580" y="5014"/>
                  </a:cubicBezTo>
                  <a:cubicBezTo>
                    <a:pt x="1239" y="5014"/>
                    <a:pt x="183" y="3921"/>
                    <a:pt x="183" y="2580"/>
                  </a:cubicBezTo>
                  <a:cubicBezTo>
                    <a:pt x="183" y="1247"/>
                    <a:pt x="1239" y="183"/>
                    <a:pt x="2580" y="183"/>
                  </a:cubicBezTo>
                  <a:close/>
                  <a:moveTo>
                    <a:pt x="2580" y="1"/>
                  </a:moveTo>
                  <a:cubicBezTo>
                    <a:pt x="1152" y="1"/>
                    <a:pt x="1" y="1152"/>
                    <a:pt x="1" y="2580"/>
                  </a:cubicBezTo>
                  <a:cubicBezTo>
                    <a:pt x="1" y="4009"/>
                    <a:pt x="1152" y="5160"/>
                    <a:pt x="2580" y="5160"/>
                  </a:cubicBezTo>
                  <a:cubicBezTo>
                    <a:pt x="4009" y="5160"/>
                    <a:pt x="5160" y="4009"/>
                    <a:pt x="5160" y="2580"/>
                  </a:cubicBezTo>
                  <a:cubicBezTo>
                    <a:pt x="5160" y="1152"/>
                    <a:pt x="4009" y="1"/>
                    <a:pt x="2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3" name="Google Shape;5943;p80">
              <a:extLst>
                <a:ext uri="{FF2B5EF4-FFF2-40B4-BE49-F238E27FC236}">
                  <a16:creationId xmlns:a16="http://schemas.microsoft.com/office/drawing/2014/main" id="{B5E4CCB8-8B0C-2609-B608-A38C585D5639}"/>
                </a:ext>
              </a:extLst>
            </p:cNvPr>
            <p:cNvSpPr/>
            <p:nvPr/>
          </p:nvSpPr>
          <p:spPr>
            <a:xfrm>
              <a:off x="4929802" y="4390963"/>
              <a:ext cx="126669" cy="126497"/>
            </a:xfrm>
            <a:custGeom>
              <a:avLst/>
              <a:gdLst/>
              <a:ahLst/>
              <a:cxnLst/>
              <a:rect l="l" t="t" r="r" b="b"/>
              <a:pathLst>
                <a:path w="5167" h="5160" extrusionOk="0">
                  <a:moveTo>
                    <a:pt x="2587" y="153"/>
                  </a:moveTo>
                  <a:cubicBezTo>
                    <a:pt x="3921" y="153"/>
                    <a:pt x="4984" y="1246"/>
                    <a:pt x="4984" y="2580"/>
                  </a:cubicBezTo>
                  <a:cubicBezTo>
                    <a:pt x="4984" y="3914"/>
                    <a:pt x="3921" y="4977"/>
                    <a:pt x="2587" y="4977"/>
                  </a:cubicBezTo>
                  <a:cubicBezTo>
                    <a:pt x="1246" y="4977"/>
                    <a:pt x="153" y="3914"/>
                    <a:pt x="153" y="2580"/>
                  </a:cubicBezTo>
                  <a:cubicBezTo>
                    <a:pt x="153" y="1246"/>
                    <a:pt x="1246" y="153"/>
                    <a:pt x="2587" y="153"/>
                  </a:cubicBezTo>
                  <a:close/>
                  <a:moveTo>
                    <a:pt x="2587" y="0"/>
                  </a:moveTo>
                  <a:cubicBezTo>
                    <a:pt x="1159" y="0"/>
                    <a:pt x="0" y="1152"/>
                    <a:pt x="0" y="2580"/>
                  </a:cubicBezTo>
                  <a:cubicBezTo>
                    <a:pt x="0" y="4008"/>
                    <a:pt x="1159" y="5160"/>
                    <a:pt x="2587" y="5160"/>
                  </a:cubicBezTo>
                  <a:cubicBezTo>
                    <a:pt x="4008" y="5160"/>
                    <a:pt x="5167" y="4008"/>
                    <a:pt x="5167" y="2580"/>
                  </a:cubicBezTo>
                  <a:cubicBezTo>
                    <a:pt x="5167" y="1152"/>
                    <a:pt x="4008" y="0"/>
                    <a:pt x="2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4" name="Google Shape;5944;p80">
              <a:extLst>
                <a:ext uri="{FF2B5EF4-FFF2-40B4-BE49-F238E27FC236}">
                  <a16:creationId xmlns:a16="http://schemas.microsoft.com/office/drawing/2014/main" id="{003764DC-8A26-8C0C-47BF-2CE6430A3874}"/>
                </a:ext>
              </a:extLst>
            </p:cNvPr>
            <p:cNvSpPr/>
            <p:nvPr/>
          </p:nvSpPr>
          <p:spPr>
            <a:xfrm>
              <a:off x="7718947" y="2737794"/>
              <a:ext cx="46848" cy="46848"/>
            </a:xfrm>
            <a:custGeom>
              <a:avLst/>
              <a:gdLst/>
              <a:ahLst/>
              <a:cxnLst/>
              <a:rect l="l" t="t" r="r" b="b"/>
              <a:pathLst>
                <a:path w="1911" h="1911" extrusionOk="0">
                  <a:moveTo>
                    <a:pt x="941" y="1"/>
                  </a:moveTo>
                  <a:cubicBezTo>
                    <a:pt x="424" y="1"/>
                    <a:pt x="1" y="424"/>
                    <a:pt x="1" y="941"/>
                  </a:cubicBezTo>
                  <a:cubicBezTo>
                    <a:pt x="1" y="1487"/>
                    <a:pt x="424" y="1910"/>
                    <a:pt x="941" y="1910"/>
                  </a:cubicBezTo>
                  <a:cubicBezTo>
                    <a:pt x="1487" y="1910"/>
                    <a:pt x="1910" y="1487"/>
                    <a:pt x="1910" y="941"/>
                  </a:cubicBezTo>
                  <a:cubicBezTo>
                    <a:pt x="1910" y="424"/>
                    <a:pt x="1487" y="1"/>
                    <a:pt x="9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5" name="Google Shape;5945;p80">
              <a:extLst>
                <a:ext uri="{FF2B5EF4-FFF2-40B4-BE49-F238E27FC236}">
                  <a16:creationId xmlns:a16="http://schemas.microsoft.com/office/drawing/2014/main" id="{FF65B5C6-B4F1-6F76-8FE0-1F2BF601D08C}"/>
                </a:ext>
              </a:extLst>
            </p:cNvPr>
            <p:cNvSpPr/>
            <p:nvPr/>
          </p:nvSpPr>
          <p:spPr>
            <a:xfrm>
              <a:off x="7716643" y="2735489"/>
              <a:ext cx="50746" cy="51457"/>
            </a:xfrm>
            <a:custGeom>
              <a:avLst/>
              <a:gdLst/>
              <a:ahLst/>
              <a:cxnLst/>
              <a:rect l="l" t="t" r="r" b="b"/>
              <a:pathLst>
                <a:path w="2070" h="2099" extrusionOk="0">
                  <a:moveTo>
                    <a:pt x="1035" y="182"/>
                  </a:moveTo>
                  <a:cubicBezTo>
                    <a:pt x="1523" y="182"/>
                    <a:pt x="1917" y="576"/>
                    <a:pt x="1917" y="1035"/>
                  </a:cubicBezTo>
                  <a:cubicBezTo>
                    <a:pt x="1917" y="1523"/>
                    <a:pt x="1523" y="1917"/>
                    <a:pt x="1035" y="1917"/>
                  </a:cubicBezTo>
                  <a:cubicBezTo>
                    <a:pt x="547" y="1917"/>
                    <a:pt x="182" y="1523"/>
                    <a:pt x="182" y="1035"/>
                  </a:cubicBezTo>
                  <a:cubicBezTo>
                    <a:pt x="182" y="576"/>
                    <a:pt x="547" y="182"/>
                    <a:pt x="1035" y="182"/>
                  </a:cubicBezTo>
                  <a:close/>
                  <a:moveTo>
                    <a:pt x="1035" y="0"/>
                  </a:moveTo>
                  <a:cubicBezTo>
                    <a:pt x="488" y="0"/>
                    <a:pt x="0" y="488"/>
                    <a:pt x="0" y="1035"/>
                  </a:cubicBezTo>
                  <a:cubicBezTo>
                    <a:pt x="0" y="1611"/>
                    <a:pt x="488" y="2099"/>
                    <a:pt x="1035" y="2099"/>
                  </a:cubicBezTo>
                  <a:cubicBezTo>
                    <a:pt x="1611" y="2099"/>
                    <a:pt x="2070" y="1611"/>
                    <a:pt x="2070" y="1035"/>
                  </a:cubicBezTo>
                  <a:cubicBezTo>
                    <a:pt x="2070" y="488"/>
                    <a:pt x="1611" y="0"/>
                    <a:pt x="10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6" name="Google Shape;5946;p80">
              <a:extLst>
                <a:ext uri="{FF2B5EF4-FFF2-40B4-BE49-F238E27FC236}">
                  <a16:creationId xmlns:a16="http://schemas.microsoft.com/office/drawing/2014/main" id="{65E21808-FF17-722B-7690-3A6F958B3414}"/>
                </a:ext>
              </a:extLst>
            </p:cNvPr>
            <p:cNvSpPr/>
            <p:nvPr/>
          </p:nvSpPr>
          <p:spPr>
            <a:xfrm>
              <a:off x="5336212" y="3188870"/>
              <a:ext cx="46995" cy="46113"/>
            </a:xfrm>
            <a:custGeom>
              <a:avLst/>
              <a:gdLst/>
              <a:ahLst/>
              <a:cxnLst/>
              <a:rect l="l" t="t" r="r" b="b"/>
              <a:pathLst>
                <a:path w="1917" h="1881" extrusionOk="0">
                  <a:moveTo>
                    <a:pt x="977" y="1"/>
                  </a:moveTo>
                  <a:cubicBezTo>
                    <a:pt x="459" y="1"/>
                    <a:pt x="0" y="423"/>
                    <a:pt x="0" y="941"/>
                  </a:cubicBezTo>
                  <a:cubicBezTo>
                    <a:pt x="0" y="1458"/>
                    <a:pt x="459" y="1881"/>
                    <a:pt x="977" y="1881"/>
                  </a:cubicBezTo>
                  <a:cubicBezTo>
                    <a:pt x="1494" y="1881"/>
                    <a:pt x="1917" y="1458"/>
                    <a:pt x="1917" y="941"/>
                  </a:cubicBezTo>
                  <a:cubicBezTo>
                    <a:pt x="1917" y="423"/>
                    <a:pt x="1494" y="1"/>
                    <a:pt x="9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7" name="Google Shape;5947;p80">
              <a:extLst>
                <a:ext uri="{FF2B5EF4-FFF2-40B4-BE49-F238E27FC236}">
                  <a16:creationId xmlns:a16="http://schemas.microsoft.com/office/drawing/2014/main" id="{9991FF2E-63D2-72DF-EC9E-FBB1BAD2F806}"/>
                </a:ext>
              </a:extLst>
            </p:cNvPr>
            <p:cNvSpPr/>
            <p:nvPr/>
          </p:nvSpPr>
          <p:spPr>
            <a:xfrm>
              <a:off x="5334766" y="3186541"/>
              <a:ext cx="50599" cy="50771"/>
            </a:xfrm>
            <a:custGeom>
              <a:avLst/>
              <a:gdLst/>
              <a:ahLst/>
              <a:cxnLst/>
              <a:rect l="l" t="t" r="r" b="b"/>
              <a:pathLst>
                <a:path w="2064" h="2071" extrusionOk="0">
                  <a:moveTo>
                    <a:pt x="1036" y="154"/>
                  </a:moveTo>
                  <a:cubicBezTo>
                    <a:pt x="1517" y="154"/>
                    <a:pt x="1917" y="548"/>
                    <a:pt x="1917" y="1036"/>
                  </a:cubicBezTo>
                  <a:cubicBezTo>
                    <a:pt x="1917" y="1524"/>
                    <a:pt x="1517" y="1917"/>
                    <a:pt x="1036" y="1917"/>
                  </a:cubicBezTo>
                  <a:cubicBezTo>
                    <a:pt x="547" y="1917"/>
                    <a:pt x="154" y="1524"/>
                    <a:pt x="154" y="1036"/>
                  </a:cubicBezTo>
                  <a:cubicBezTo>
                    <a:pt x="154" y="548"/>
                    <a:pt x="547" y="154"/>
                    <a:pt x="1036" y="154"/>
                  </a:cubicBezTo>
                  <a:close/>
                  <a:moveTo>
                    <a:pt x="1036" y="1"/>
                  </a:moveTo>
                  <a:cubicBezTo>
                    <a:pt x="460" y="1"/>
                    <a:pt x="1" y="460"/>
                    <a:pt x="1" y="1036"/>
                  </a:cubicBezTo>
                  <a:cubicBezTo>
                    <a:pt x="1" y="1611"/>
                    <a:pt x="460" y="2071"/>
                    <a:pt x="1036" y="2071"/>
                  </a:cubicBezTo>
                  <a:cubicBezTo>
                    <a:pt x="1611" y="2071"/>
                    <a:pt x="2063" y="1611"/>
                    <a:pt x="2063" y="1036"/>
                  </a:cubicBezTo>
                  <a:cubicBezTo>
                    <a:pt x="2063" y="460"/>
                    <a:pt x="1611" y="1"/>
                    <a:pt x="1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48" name="Google Shape;5948;p80">
            <a:extLst>
              <a:ext uri="{FF2B5EF4-FFF2-40B4-BE49-F238E27FC236}">
                <a16:creationId xmlns:a16="http://schemas.microsoft.com/office/drawing/2014/main" id="{9F11D5A6-694B-B4E8-6FAE-D60032AD38EC}"/>
              </a:ext>
            </a:extLst>
          </p:cNvPr>
          <p:cNvGrpSpPr/>
          <p:nvPr/>
        </p:nvGrpSpPr>
        <p:grpSpPr>
          <a:xfrm rot="1592550">
            <a:off x="7325856" y="202042"/>
            <a:ext cx="327836" cy="552782"/>
            <a:chOff x="7975964" y="-526551"/>
            <a:chExt cx="961901" cy="1621909"/>
          </a:xfrm>
        </p:grpSpPr>
        <p:sp>
          <p:nvSpPr>
            <p:cNvPr id="5949" name="Google Shape;5949;p80">
              <a:extLst>
                <a:ext uri="{FF2B5EF4-FFF2-40B4-BE49-F238E27FC236}">
                  <a16:creationId xmlns:a16="http://schemas.microsoft.com/office/drawing/2014/main" id="{A59BC63F-60FD-D9FE-4742-004F7D8EE87C}"/>
                </a:ext>
              </a:extLst>
            </p:cNvPr>
            <p:cNvSpPr/>
            <p:nvPr/>
          </p:nvSpPr>
          <p:spPr>
            <a:xfrm>
              <a:off x="8525773" y="-70485"/>
              <a:ext cx="400299" cy="639061"/>
            </a:xfrm>
            <a:custGeom>
              <a:avLst/>
              <a:gdLst/>
              <a:ahLst/>
              <a:cxnLst/>
              <a:rect l="l" t="t" r="r" b="b"/>
              <a:pathLst>
                <a:path w="2089" h="3335" extrusionOk="0">
                  <a:moveTo>
                    <a:pt x="646" y="1"/>
                  </a:moveTo>
                  <a:cubicBezTo>
                    <a:pt x="556" y="1"/>
                    <a:pt x="465" y="17"/>
                    <a:pt x="378" y="51"/>
                  </a:cubicBezTo>
                  <a:lnTo>
                    <a:pt x="1" y="196"/>
                  </a:lnTo>
                  <a:lnTo>
                    <a:pt x="1648" y="3334"/>
                  </a:lnTo>
                  <a:lnTo>
                    <a:pt x="1799" y="3061"/>
                  </a:lnTo>
                  <a:cubicBezTo>
                    <a:pt x="1944" y="2801"/>
                    <a:pt x="2043" y="2510"/>
                    <a:pt x="2060" y="2204"/>
                  </a:cubicBezTo>
                  <a:cubicBezTo>
                    <a:pt x="2089" y="1757"/>
                    <a:pt x="1961" y="1310"/>
                    <a:pt x="1695" y="933"/>
                  </a:cubicBezTo>
                  <a:lnTo>
                    <a:pt x="1248" y="312"/>
                  </a:lnTo>
                  <a:cubicBezTo>
                    <a:pt x="1105" y="111"/>
                    <a:pt x="879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0" name="Google Shape;5950;p80">
              <a:extLst>
                <a:ext uri="{FF2B5EF4-FFF2-40B4-BE49-F238E27FC236}">
                  <a16:creationId xmlns:a16="http://schemas.microsoft.com/office/drawing/2014/main" id="{A92D3D83-EF3B-9C69-8FF8-A0691C7514E2}"/>
                </a:ext>
              </a:extLst>
            </p:cNvPr>
            <p:cNvSpPr/>
            <p:nvPr/>
          </p:nvSpPr>
          <p:spPr>
            <a:xfrm>
              <a:off x="8513996" y="-78832"/>
              <a:ext cx="423869" cy="661098"/>
            </a:xfrm>
            <a:custGeom>
              <a:avLst/>
              <a:gdLst/>
              <a:ahLst/>
              <a:cxnLst/>
              <a:rect l="l" t="t" r="r" b="b"/>
              <a:pathLst>
                <a:path w="2212" h="3450" extrusionOk="0">
                  <a:moveTo>
                    <a:pt x="709" y="1"/>
                  </a:moveTo>
                  <a:cubicBezTo>
                    <a:pt x="612" y="1"/>
                    <a:pt x="513" y="18"/>
                    <a:pt x="418" y="56"/>
                  </a:cubicBezTo>
                  <a:lnTo>
                    <a:pt x="41" y="195"/>
                  </a:lnTo>
                  <a:cubicBezTo>
                    <a:pt x="13" y="207"/>
                    <a:pt x="0" y="242"/>
                    <a:pt x="13" y="270"/>
                  </a:cubicBezTo>
                  <a:cubicBezTo>
                    <a:pt x="22" y="293"/>
                    <a:pt x="41" y="309"/>
                    <a:pt x="64" y="309"/>
                  </a:cubicBezTo>
                  <a:cubicBezTo>
                    <a:pt x="70" y="309"/>
                    <a:pt x="76" y="308"/>
                    <a:pt x="83" y="305"/>
                  </a:cubicBezTo>
                  <a:lnTo>
                    <a:pt x="459" y="160"/>
                  </a:lnTo>
                  <a:cubicBezTo>
                    <a:pt x="539" y="130"/>
                    <a:pt x="623" y="116"/>
                    <a:pt x="705" y="116"/>
                  </a:cubicBezTo>
                  <a:cubicBezTo>
                    <a:pt x="924" y="116"/>
                    <a:pt x="1134" y="218"/>
                    <a:pt x="1266" y="404"/>
                  </a:cubicBezTo>
                  <a:lnTo>
                    <a:pt x="1712" y="1025"/>
                  </a:lnTo>
                  <a:cubicBezTo>
                    <a:pt x="1968" y="1384"/>
                    <a:pt x="2094" y="1819"/>
                    <a:pt x="2072" y="2261"/>
                  </a:cubicBezTo>
                  <a:cubicBezTo>
                    <a:pt x="2054" y="2539"/>
                    <a:pt x="1968" y="2818"/>
                    <a:pt x="1810" y="3089"/>
                  </a:cubicBezTo>
                  <a:lnTo>
                    <a:pt x="1660" y="3362"/>
                  </a:lnTo>
                  <a:cubicBezTo>
                    <a:pt x="1642" y="3391"/>
                    <a:pt x="1654" y="3426"/>
                    <a:pt x="1684" y="3437"/>
                  </a:cubicBezTo>
                  <a:cubicBezTo>
                    <a:pt x="1689" y="3444"/>
                    <a:pt x="1700" y="3450"/>
                    <a:pt x="1712" y="3450"/>
                  </a:cubicBezTo>
                  <a:cubicBezTo>
                    <a:pt x="1730" y="3450"/>
                    <a:pt x="1746" y="3437"/>
                    <a:pt x="1759" y="3421"/>
                  </a:cubicBezTo>
                  <a:lnTo>
                    <a:pt x="1909" y="3148"/>
                  </a:lnTo>
                  <a:cubicBezTo>
                    <a:pt x="2078" y="2858"/>
                    <a:pt x="2164" y="2562"/>
                    <a:pt x="2182" y="2266"/>
                  </a:cubicBezTo>
                  <a:cubicBezTo>
                    <a:pt x="2211" y="1801"/>
                    <a:pt x="2078" y="1338"/>
                    <a:pt x="1805" y="955"/>
                  </a:cubicBezTo>
                  <a:lnTo>
                    <a:pt x="1358" y="334"/>
                  </a:lnTo>
                  <a:cubicBezTo>
                    <a:pt x="1207" y="121"/>
                    <a:pt x="963" y="1"/>
                    <a:pt x="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1" name="Google Shape;5951;p80">
              <a:extLst>
                <a:ext uri="{FF2B5EF4-FFF2-40B4-BE49-F238E27FC236}">
                  <a16:creationId xmlns:a16="http://schemas.microsoft.com/office/drawing/2014/main" id="{D11341E3-E597-9E26-D6C7-23BE131A6EDB}"/>
                </a:ext>
              </a:extLst>
            </p:cNvPr>
            <p:cNvSpPr/>
            <p:nvPr/>
          </p:nvSpPr>
          <p:spPr>
            <a:xfrm>
              <a:off x="8185639" y="63653"/>
              <a:ext cx="720501" cy="920554"/>
            </a:xfrm>
            <a:custGeom>
              <a:avLst/>
              <a:gdLst/>
              <a:ahLst/>
              <a:cxnLst/>
              <a:rect l="l" t="t" r="r" b="b"/>
              <a:pathLst>
                <a:path w="3760" h="4804" extrusionOk="0">
                  <a:moveTo>
                    <a:pt x="2460" y="0"/>
                  </a:moveTo>
                  <a:lnTo>
                    <a:pt x="1828" y="599"/>
                  </a:lnTo>
                  <a:cubicBezTo>
                    <a:pt x="1799" y="1317"/>
                    <a:pt x="1735" y="1979"/>
                    <a:pt x="1074" y="2374"/>
                  </a:cubicBezTo>
                  <a:cubicBezTo>
                    <a:pt x="407" y="2773"/>
                    <a:pt x="6" y="3440"/>
                    <a:pt x="0" y="4155"/>
                  </a:cubicBezTo>
                  <a:lnTo>
                    <a:pt x="0" y="4781"/>
                  </a:lnTo>
                  <a:lnTo>
                    <a:pt x="3214" y="4803"/>
                  </a:lnTo>
                  <a:cubicBezTo>
                    <a:pt x="3012" y="4259"/>
                    <a:pt x="3017" y="3655"/>
                    <a:pt x="3232" y="3116"/>
                  </a:cubicBezTo>
                  <a:lnTo>
                    <a:pt x="3347" y="2808"/>
                  </a:lnTo>
                  <a:cubicBezTo>
                    <a:pt x="3759" y="1759"/>
                    <a:pt x="3457" y="656"/>
                    <a:pt x="24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2" name="Google Shape;5952;p80">
              <a:extLst>
                <a:ext uri="{FF2B5EF4-FFF2-40B4-BE49-F238E27FC236}">
                  <a16:creationId xmlns:a16="http://schemas.microsoft.com/office/drawing/2014/main" id="{C9F402AB-0828-BB34-D9A4-13A158B81203}"/>
                </a:ext>
              </a:extLst>
            </p:cNvPr>
            <p:cNvSpPr/>
            <p:nvPr/>
          </p:nvSpPr>
          <p:spPr>
            <a:xfrm>
              <a:off x="8174524" y="52922"/>
              <a:ext cx="745028" cy="942399"/>
            </a:xfrm>
            <a:custGeom>
              <a:avLst/>
              <a:gdLst/>
              <a:ahLst/>
              <a:cxnLst/>
              <a:rect l="l" t="t" r="r" b="b"/>
              <a:pathLst>
                <a:path w="3888" h="4918" extrusionOk="0">
                  <a:moveTo>
                    <a:pt x="2518" y="1"/>
                  </a:moveTo>
                  <a:cubicBezTo>
                    <a:pt x="2501" y="1"/>
                    <a:pt x="2483" y="10"/>
                    <a:pt x="2471" y="28"/>
                  </a:cubicBezTo>
                  <a:cubicBezTo>
                    <a:pt x="2454" y="51"/>
                    <a:pt x="2460" y="85"/>
                    <a:pt x="2484" y="104"/>
                  </a:cubicBezTo>
                  <a:cubicBezTo>
                    <a:pt x="3435" y="730"/>
                    <a:pt x="3771" y="1780"/>
                    <a:pt x="3354" y="2841"/>
                  </a:cubicBezTo>
                  <a:lnTo>
                    <a:pt x="3237" y="3148"/>
                  </a:lnTo>
                  <a:cubicBezTo>
                    <a:pt x="3028" y="3683"/>
                    <a:pt x="3011" y="4262"/>
                    <a:pt x="3191" y="4802"/>
                  </a:cubicBezTo>
                  <a:lnTo>
                    <a:pt x="111" y="4779"/>
                  </a:lnTo>
                  <a:lnTo>
                    <a:pt x="117" y="4211"/>
                  </a:lnTo>
                  <a:cubicBezTo>
                    <a:pt x="123" y="3514"/>
                    <a:pt x="511" y="2870"/>
                    <a:pt x="1161" y="2481"/>
                  </a:cubicBezTo>
                  <a:cubicBezTo>
                    <a:pt x="1834" y="2075"/>
                    <a:pt x="1914" y="1414"/>
                    <a:pt x="1944" y="660"/>
                  </a:cubicBezTo>
                  <a:cubicBezTo>
                    <a:pt x="1944" y="626"/>
                    <a:pt x="1921" y="602"/>
                    <a:pt x="1892" y="596"/>
                  </a:cubicBezTo>
                  <a:cubicBezTo>
                    <a:pt x="1852" y="596"/>
                    <a:pt x="1834" y="620"/>
                    <a:pt x="1828" y="655"/>
                  </a:cubicBezTo>
                  <a:cubicBezTo>
                    <a:pt x="1799" y="1402"/>
                    <a:pt x="1724" y="2005"/>
                    <a:pt x="1103" y="2383"/>
                  </a:cubicBezTo>
                  <a:cubicBezTo>
                    <a:pt x="418" y="2789"/>
                    <a:pt x="13" y="3474"/>
                    <a:pt x="7" y="4211"/>
                  </a:cubicBezTo>
                  <a:lnTo>
                    <a:pt x="0" y="4831"/>
                  </a:lnTo>
                  <a:cubicBezTo>
                    <a:pt x="0" y="4848"/>
                    <a:pt x="7" y="4866"/>
                    <a:pt x="18" y="4872"/>
                  </a:cubicBezTo>
                  <a:cubicBezTo>
                    <a:pt x="24" y="4883"/>
                    <a:pt x="42" y="4889"/>
                    <a:pt x="53" y="4889"/>
                  </a:cubicBezTo>
                  <a:lnTo>
                    <a:pt x="3272" y="4918"/>
                  </a:lnTo>
                  <a:cubicBezTo>
                    <a:pt x="3290" y="4918"/>
                    <a:pt x="3306" y="4907"/>
                    <a:pt x="3319" y="4894"/>
                  </a:cubicBezTo>
                  <a:cubicBezTo>
                    <a:pt x="3330" y="4877"/>
                    <a:pt x="3330" y="4859"/>
                    <a:pt x="3325" y="4843"/>
                  </a:cubicBezTo>
                  <a:cubicBezTo>
                    <a:pt x="3127" y="4309"/>
                    <a:pt x="3132" y="3723"/>
                    <a:pt x="3341" y="3189"/>
                  </a:cubicBezTo>
                  <a:lnTo>
                    <a:pt x="3464" y="2882"/>
                  </a:lnTo>
                  <a:cubicBezTo>
                    <a:pt x="3887" y="1785"/>
                    <a:pt x="3533" y="655"/>
                    <a:pt x="2548" y="10"/>
                  </a:cubicBezTo>
                  <a:cubicBezTo>
                    <a:pt x="2539" y="4"/>
                    <a:pt x="2529" y="1"/>
                    <a:pt x="2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3" name="Google Shape;5953;p80">
              <a:extLst>
                <a:ext uri="{FF2B5EF4-FFF2-40B4-BE49-F238E27FC236}">
                  <a16:creationId xmlns:a16="http://schemas.microsoft.com/office/drawing/2014/main" id="{BD5EC6E8-976C-BB05-B12E-E857AFCC725D}"/>
                </a:ext>
              </a:extLst>
            </p:cNvPr>
            <p:cNvSpPr/>
            <p:nvPr/>
          </p:nvSpPr>
          <p:spPr>
            <a:xfrm>
              <a:off x="8097875" y="-177795"/>
              <a:ext cx="595946" cy="617791"/>
            </a:xfrm>
            <a:custGeom>
              <a:avLst/>
              <a:gdLst/>
              <a:ahLst/>
              <a:cxnLst/>
              <a:rect l="l" t="t" r="r" b="b"/>
              <a:pathLst>
                <a:path w="3110" h="3224" extrusionOk="0">
                  <a:moveTo>
                    <a:pt x="1531" y="1"/>
                  </a:moveTo>
                  <a:cubicBezTo>
                    <a:pt x="1458" y="1"/>
                    <a:pt x="1391" y="57"/>
                    <a:pt x="1387" y="135"/>
                  </a:cubicBezTo>
                  <a:lnTo>
                    <a:pt x="1369" y="657"/>
                  </a:lnTo>
                  <a:cubicBezTo>
                    <a:pt x="1369" y="773"/>
                    <a:pt x="1312" y="884"/>
                    <a:pt x="1213" y="947"/>
                  </a:cubicBezTo>
                  <a:cubicBezTo>
                    <a:pt x="951" y="1134"/>
                    <a:pt x="726" y="1359"/>
                    <a:pt x="552" y="1626"/>
                  </a:cubicBezTo>
                  <a:lnTo>
                    <a:pt x="169" y="2189"/>
                  </a:lnTo>
                  <a:cubicBezTo>
                    <a:pt x="46" y="2374"/>
                    <a:pt x="0" y="2606"/>
                    <a:pt x="41" y="2826"/>
                  </a:cubicBezTo>
                  <a:cubicBezTo>
                    <a:pt x="70" y="2960"/>
                    <a:pt x="169" y="3070"/>
                    <a:pt x="303" y="3105"/>
                  </a:cubicBezTo>
                  <a:lnTo>
                    <a:pt x="651" y="3209"/>
                  </a:lnTo>
                  <a:cubicBezTo>
                    <a:pt x="684" y="3219"/>
                    <a:pt x="718" y="3224"/>
                    <a:pt x="752" y="3224"/>
                  </a:cubicBezTo>
                  <a:cubicBezTo>
                    <a:pt x="901" y="3224"/>
                    <a:pt x="1039" y="3131"/>
                    <a:pt x="1096" y="2984"/>
                  </a:cubicBezTo>
                  <a:lnTo>
                    <a:pt x="1114" y="2931"/>
                  </a:lnTo>
                  <a:cubicBezTo>
                    <a:pt x="1168" y="2787"/>
                    <a:pt x="1305" y="2692"/>
                    <a:pt x="1457" y="2692"/>
                  </a:cubicBezTo>
                  <a:cubicBezTo>
                    <a:pt x="1471" y="2692"/>
                    <a:pt x="1484" y="2693"/>
                    <a:pt x="1497" y="2694"/>
                  </a:cubicBezTo>
                  <a:lnTo>
                    <a:pt x="1706" y="2711"/>
                  </a:lnTo>
                  <a:cubicBezTo>
                    <a:pt x="1736" y="2713"/>
                    <a:pt x="1767" y="2714"/>
                    <a:pt x="1798" y="2714"/>
                  </a:cubicBezTo>
                  <a:cubicBezTo>
                    <a:pt x="1918" y="2714"/>
                    <a:pt x="2037" y="2697"/>
                    <a:pt x="2153" y="2665"/>
                  </a:cubicBezTo>
                  <a:lnTo>
                    <a:pt x="2662" y="2508"/>
                  </a:lnTo>
                  <a:cubicBezTo>
                    <a:pt x="2790" y="2467"/>
                    <a:pt x="2889" y="2368"/>
                    <a:pt x="2918" y="2242"/>
                  </a:cubicBezTo>
                  <a:lnTo>
                    <a:pt x="3109" y="1412"/>
                  </a:lnTo>
                  <a:cubicBezTo>
                    <a:pt x="2918" y="936"/>
                    <a:pt x="2558" y="872"/>
                    <a:pt x="2362" y="826"/>
                  </a:cubicBezTo>
                  <a:cubicBezTo>
                    <a:pt x="2239" y="797"/>
                    <a:pt x="2147" y="698"/>
                    <a:pt x="2105" y="577"/>
                  </a:cubicBezTo>
                  <a:cubicBezTo>
                    <a:pt x="2014" y="321"/>
                    <a:pt x="1776" y="130"/>
                    <a:pt x="1601" y="20"/>
                  </a:cubicBezTo>
                  <a:cubicBezTo>
                    <a:pt x="1579" y="7"/>
                    <a:pt x="1554" y="1"/>
                    <a:pt x="15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4" name="Google Shape;5954;p80">
              <a:extLst>
                <a:ext uri="{FF2B5EF4-FFF2-40B4-BE49-F238E27FC236}">
                  <a16:creationId xmlns:a16="http://schemas.microsoft.com/office/drawing/2014/main" id="{58CAF9CA-28EE-BD45-30D1-A863B0F49A92}"/>
                </a:ext>
              </a:extLst>
            </p:cNvPr>
            <p:cNvSpPr/>
            <p:nvPr/>
          </p:nvSpPr>
          <p:spPr>
            <a:xfrm>
              <a:off x="8086569" y="-188717"/>
              <a:ext cx="619516" cy="639253"/>
            </a:xfrm>
            <a:custGeom>
              <a:avLst/>
              <a:gdLst/>
              <a:ahLst/>
              <a:cxnLst/>
              <a:rect l="l" t="t" r="r" b="b"/>
              <a:pathLst>
                <a:path w="3233" h="3336" extrusionOk="0">
                  <a:moveTo>
                    <a:pt x="1585" y="0"/>
                  </a:moveTo>
                  <a:cubicBezTo>
                    <a:pt x="1553" y="0"/>
                    <a:pt x="1522" y="8"/>
                    <a:pt x="1492" y="24"/>
                  </a:cubicBezTo>
                  <a:cubicBezTo>
                    <a:pt x="1428" y="59"/>
                    <a:pt x="1393" y="123"/>
                    <a:pt x="1388" y="192"/>
                  </a:cubicBezTo>
                  <a:lnTo>
                    <a:pt x="1376" y="714"/>
                  </a:lnTo>
                  <a:cubicBezTo>
                    <a:pt x="1371" y="813"/>
                    <a:pt x="1318" y="900"/>
                    <a:pt x="1243" y="958"/>
                  </a:cubicBezTo>
                  <a:cubicBezTo>
                    <a:pt x="970" y="1150"/>
                    <a:pt x="744" y="1381"/>
                    <a:pt x="563" y="1654"/>
                  </a:cubicBezTo>
                  <a:lnTo>
                    <a:pt x="181" y="2217"/>
                  </a:lnTo>
                  <a:cubicBezTo>
                    <a:pt x="48" y="2414"/>
                    <a:pt x="1" y="2658"/>
                    <a:pt x="48" y="2896"/>
                  </a:cubicBezTo>
                  <a:cubicBezTo>
                    <a:pt x="76" y="3052"/>
                    <a:pt x="193" y="3174"/>
                    <a:pt x="343" y="3220"/>
                  </a:cubicBezTo>
                  <a:lnTo>
                    <a:pt x="692" y="3319"/>
                  </a:lnTo>
                  <a:cubicBezTo>
                    <a:pt x="732" y="3330"/>
                    <a:pt x="767" y="3336"/>
                    <a:pt x="807" y="3336"/>
                  </a:cubicBezTo>
                  <a:cubicBezTo>
                    <a:pt x="981" y="3336"/>
                    <a:pt x="1144" y="3232"/>
                    <a:pt x="1208" y="3057"/>
                  </a:cubicBezTo>
                  <a:lnTo>
                    <a:pt x="1232" y="3006"/>
                  </a:lnTo>
                  <a:cubicBezTo>
                    <a:pt x="1275" y="2885"/>
                    <a:pt x="1396" y="2802"/>
                    <a:pt x="1526" y="2802"/>
                  </a:cubicBezTo>
                  <a:cubicBezTo>
                    <a:pt x="1534" y="2802"/>
                    <a:pt x="1542" y="2802"/>
                    <a:pt x="1551" y="2803"/>
                  </a:cubicBezTo>
                  <a:lnTo>
                    <a:pt x="1759" y="2826"/>
                  </a:lnTo>
                  <a:cubicBezTo>
                    <a:pt x="1791" y="2829"/>
                    <a:pt x="1823" y="2830"/>
                    <a:pt x="1854" y="2830"/>
                  </a:cubicBezTo>
                  <a:cubicBezTo>
                    <a:pt x="1981" y="2830"/>
                    <a:pt x="2103" y="2811"/>
                    <a:pt x="2228" y="2773"/>
                  </a:cubicBezTo>
                  <a:lnTo>
                    <a:pt x="2739" y="2618"/>
                  </a:lnTo>
                  <a:cubicBezTo>
                    <a:pt x="2884" y="2577"/>
                    <a:pt x="2994" y="2460"/>
                    <a:pt x="3029" y="2310"/>
                  </a:cubicBezTo>
                  <a:cubicBezTo>
                    <a:pt x="3042" y="2281"/>
                    <a:pt x="3018" y="2251"/>
                    <a:pt x="2989" y="2240"/>
                  </a:cubicBezTo>
                  <a:cubicBezTo>
                    <a:pt x="2985" y="2240"/>
                    <a:pt x="2981" y="2239"/>
                    <a:pt x="2978" y="2239"/>
                  </a:cubicBezTo>
                  <a:cubicBezTo>
                    <a:pt x="2952" y="2239"/>
                    <a:pt x="2929" y="2256"/>
                    <a:pt x="2919" y="2286"/>
                  </a:cubicBezTo>
                  <a:cubicBezTo>
                    <a:pt x="2895" y="2391"/>
                    <a:pt x="2815" y="2478"/>
                    <a:pt x="2710" y="2513"/>
                  </a:cubicBezTo>
                  <a:lnTo>
                    <a:pt x="2194" y="2669"/>
                  </a:lnTo>
                  <a:cubicBezTo>
                    <a:pt x="2089" y="2699"/>
                    <a:pt x="1984" y="2714"/>
                    <a:pt x="1877" y="2714"/>
                  </a:cubicBezTo>
                  <a:cubicBezTo>
                    <a:pt x="1842" y="2714"/>
                    <a:pt x="1806" y="2713"/>
                    <a:pt x="1770" y="2709"/>
                  </a:cubicBezTo>
                  <a:lnTo>
                    <a:pt x="1562" y="2693"/>
                  </a:lnTo>
                  <a:cubicBezTo>
                    <a:pt x="1548" y="2691"/>
                    <a:pt x="1535" y="2691"/>
                    <a:pt x="1521" y="2691"/>
                  </a:cubicBezTo>
                  <a:cubicBezTo>
                    <a:pt x="1346" y="2691"/>
                    <a:pt x="1185" y="2799"/>
                    <a:pt x="1120" y="2966"/>
                  </a:cubicBezTo>
                  <a:lnTo>
                    <a:pt x="1104" y="3017"/>
                  </a:lnTo>
                  <a:cubicBezTo>
                    <a:pt x="1056" y="3145"/>
                    <a:pt x="936" y="3222"/>
                    <a:pt x="809" y="3222"/>
                  </a:cubicBezTo>
                  <a:cubicBezTo>
                    <a:pt x="780" y="3222"/>
                    <a:pt x="750" y="3218"/>
                    <a:pt x="721" y="3209"/>
                  </a:cubicBezTo>
                  <a:lnTo>
                    <a:pt x="378" y="3110"/>
                  </a:lnTo>
                  <a:cubicBezTo>
                    <a:pt x="263" y="3076"/>
                    <a:pt x="181" y="2988"/>
                    <a:pt x="158" y="2872"/>
                  </a:cubicBezTo>
                  <a:cubicBezTo>
                    <a:pt x="118" y="2669"/>
                    <a:pt x="158" y="2449"/>
                    <a:pt x="274" y="2281"/>
                  </a:cubicBezTo>
                  <a:lnTo>
                    <a:pt x="657" y="1718"/>
                  </a:lnTo>
                  <a:cubicBezTo>
                    <a:pt x="831" y="1456"/>
                    <a:pt x="1051" y="1231"/>
                    <a:pt x="1307" y="1051"/>
                  </a:cubicBezTo>
                  <a:cubicBezTo>
                    <a:pt x="1417" y="976"/>
                    <a:pt x="1486" y="848"/>
                    <a:pt x="1486" y="714"/>
                  </a:cubicBezTo>
                  <a:lnTo>
                    <a:pt x="1503" y="198"/>
                  </a:lnTo>
                  <a:cubicBezTo>
                    <a:pt x="1503" y="163"/>
                    <a:pt x="1521" y="141"/>
                    <a:pt x="1545" y="123"/>
                  </a:cubicBezTo>
                  <a:cubicBezTo>
                    <a:pt x="1557" y="118"/>
                    <a:pt x="1570" y="115"/>
                    <a:pt x="1583" y="115"/>
                  </a:cubicBezTo>
                  <a:cubicBezTo>
                    <a:pt x="1599" y="115"/>
                    <a:pt x="1615" y="119"/>
                    <a:pt x="1631" y="128"/>
                  </a:cubicBezTo>
                  <a:cubicBezTo>
                    <a:pt x="1800" y="233"/>
                    <a:pt x="2020" y="412"/>
                    <a:pt x="2107" y="656"/>
                  </a:cubicBezTo>
                  <a:cubicBezTo>
                    <a:pt x="2159" y="795"/>
                    <a:pt x="2269" y="907"/>
                    <a:pt x="2408" y="934"/>
                  </a:cubicBezTo>
                  <a:lnTo>
                    <a:pt x="2437" y="941"/>
                  </a:lnTo>
                  <a:cubicBezTo>
                    <a:pt x="2624" y="987"/>
                    <a:pt x="2943" y="1062"/>
                    <a:pt x="3117" y="1486"/>
                  </a:cubicBezTo>
                  <a:cubicBezTo>
                    <a:pt x="3125" y="1509"/>
                    <a:pt x="3145" y="1525"/>
                    <a:pt x="3167" y="1525"/>
                  </a:cubicBezTo>
                  <a:cubicBezTo>
                    <a:pt x="3173" y="1525"/>
                    <a:pt x="3180" y="1523"/>
                    <a:pt x="3186" y="1521"/>
                  </a:cubicBezTo>
                  <a:cubicBezTo>
                    <a:pt x="3216" y="1509"/>
                    <a:pt x="3232" y="1475"/>
                    <a:pt x="3221" y="1445"/>
                  </a:cubicBezTo>
                  <a:cubicBezTo>
                    <a:pt x="3029" y="964"/>
                    <a:pt x="2659" y="877"/>
                    <a:pt x="2461" y="830"/>
                  </a:cubicBezTo>
                  <a:lnTo>
                    <a:pt x="2432" y="824"/>
                  </a:lnTo>
                  <a:cubicBezTo>
                    <a:pt x="2338" y="802"/>
                    <a:pt x="2252" y="726"/>
                    <a:pt x="2217" y="616"/>
                  </a:cubicBezTo>
                  <a:cubicBezTo>
                    <a:pt x="2119" y="343"/>
                    <a:pt x="1875" y="146"/>
                    <a:pt x="1690" y="29"/>
                  </a:cubicBezTo>
                  <a:cubicBezTo>
                    <a:pt x="1658" y="11"/>
                    <a:pt x="1622" y="0"/>
                    <a:pt x="1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5" name="Google Shape;5955;p80">
              <a:extLst>
                <a:ext uri="{FF2B5EF4-FFF2-40B4-BE49-F238E27FC236}">
                  <a16:creationId xmlns:a16="http://schemas.microsoft.com/office/drawing/2014/main" id="{C5D2A436-446D-FF88-0540-9C29A7491E92}"/>
                </a:ext>
              </a:extLst>
            </p:cNvPr>
            <p:cNvSpPr/>
            <p:nvPr/>
          </p:nvSpPr>
          <p:spPr>
            <a:xfrm>
              <a:off x="8830456" y="407236"/>
              <a:ext cx="3449" cy="5749"/>
            </a:xfrm>
            <a:custGeom>
              <a:avLst/>
              <a:gdLst/>
              <a:ahLst/>
              <a:cxnLst/>
              <a:rect l="l" t="t" r="r" b="b"/>
              <a:pathLst>
                <a:path w="18" h="30" extrusionOk="0">
                  <a:moveTo>
                    <a:pt x="0" y="0"/>
                  </a:moveTo>
                  <a:cubicBezTo>
                    <a:pt x="12" y="6"/>
                    <a:pt x="17" y="17"/>
                    <a:pt x="17" y="30"/>
                  </a:cubicBezTo>
                  <a:lnTo>
                    <a:pt x="17" y="30"/>
                  </a:lnTo>
                  <a:lnTo>
                    <a:pt x="17" y="30"/>
                  </a:lnTo>
                  <a:lnTo>
                    <a:pt x="17" y="30"/>
                  </a:lnTo>
                  <a:cubicBezTo>
                    <a:pt x="17" y="17"/>
                    <a:pt x="12" y="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6" name="Google Shape;5956;p80">
              <a:extLst>
                <a:ext uri="{FF2B5EF4-FFF2-40B4-BE49-F238E27FC236}">
                  <a16:creationId xmlns:a16="http://schemas.microsoft.com/office/drawing/2014/main" id="{8070A603-18EA-1A24-4D55-D7FED4527A6F}"/>
                </a:ext>
              </a:extLst>
            </p:cNvPr>
            <p:cNvSpPr/>
            <p:nvPr/>
          </p:nvSpPr>
          <p:spPr>
            <a:xfrm>
              <a:off x="8846935" y="412793"/>
              <a:ext cx="3641" cy="4407"/>
            </a:xfrm>
            <a:custGeom>
              <a:avLst/>
              <a:gdLst/>
              <a:ahLst/>
              <a:cxnLst/>
              <a:rect l="l" t="t" r="r" b="b"/>
              <a:pathLst>
                <a:path w="19" h="23" extrusionOk="0">
                  <a:moveTo>
                    <a:pt x="19" y="1"/>
                  </a:moveTo>
                  <a:cubicBezTo>
                    <a:pt x="13" y="1"/>
                    <a:pt x="1" y="6"/>
                    <a:pt x="1" y="17"/>
                  </a:cubicBezTo>
                  <a:lnTo>
                    <a:pt x="19" y="23"/>
                  </a:lnTo>
                  <a:lnTo>
                    <a:pt x="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7" name="Google Shape;5957;p80">
              <a:extLst>
                <a:ext uri="{FF2B5EF4-FFF2-40B4-BE49-F238E27FC236}">
                  <a16:creationId xmlns:a16="http://schemas.microsoft.com/office/drawing/2014/main" id="{5F580C4C-4EE0-0D29-DC0C-3898B5722BB8}"/>
                </a:ext>
              </a:extLst>
            </p:cNvPr>
            <p:cNvSpPr/>
            <p:nvPr/>
          </p:nvSpPr>
          <p:spPr>
            <a:xfrm>
              <a:off x="8850385" y="412793"/>
              <a:ext cx="5940" cy="5749"/>
            </a:xfrm>
            <a:custGeom>
              <a:avLst/>
              <a:gdLst/>
              <a:ahLst/>
              <a:cxnLst/>
              <a:rect l="l" t="t" r="r" b="b"/>
              <a:pathLst>
                <a:path w="31" h="30" extrusionOk="0">
                  <a:moveTo>
                    <a:pt x="1" y="1"/>
                  </a:moveTo>
                  <a:lnTo>
                    <a:pt x="1" y="23"/>
                  </a:lnTo>
                  <a:lnTo>
                    <a:pt x="30" y="30"/>
                  </a:lnTo>
                  <a:lnTo>
                    <a:pt x="30" y="23"/>
                  </a:lnTo>
                  <a:cubicBezTo>
                    <a:pt x="30" y="12"/>
                    <a:pt x="18" y="1"/>
                    <a:pt x="12" y="1"/>
                  </a:cubicBez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8" name="Google Shape;5958;p80">
              <a:extLst>
                <a:ext uri="{FF2B5EF4-FFF2-40B4-BE49-F238E27FC236}">
                  <a16:creationId xmlns:a16="http://schemas.microsoft.com/office/drawing/2014/main" id="{33D941DB-389D-B638-E933-4F78296E1C57}"/>
                </a:ext>
              </a:extLst>
            </p:cNvPr>
            <p:cNvSpPr/>
            <p:nvPr/>
          </p:nvSpPr>
          <p:spPr>
            <a:xfrm>
              <a:off x="8829306" y="407236"/>
              <a:ext cx="4599" cy="5749"/>
            </a:xfrm>
            <a:custGeom>
              <a:avLst/>
              <a:gdLst/>
              <a:ahLst/>
              <a:cxnLst/>
              <a:rect l="l" t="t" r="r" b="b"/>
              <a:pathLst>
                <a:path w="24" h="30" extrusionOk="0">
                  <a:moveTo>
                    <a:pt x="6" y="0"/>
                  </a:moveTo>
                  <a:lnTo>
                    <a:pt x="1" y="24"/>
                  </a:lnTo>
                  <a:lnTo>
                    <a:pt x="23" y="30"/>
                  </a:lnTo>
                  <a:cubicBezTo>
                    <a:pt x="23" y="17"/>
                    <a:pt x="18" y="6"/>
                    <a:pt x="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9" name="Google Shape;5959;p80">
              <a:extLst>
                <a:ext uri="{FF2B5EF4-FFF2-40B4-BE49-F238E27FC236}">
                  <a16:creationId xmlns:a16="http://schemas.microsoft.com/office/drawing/2014/main" id="{6B5A7F88-1970-EC57-D72C-23DC8F2470AD}"/>
                </a:ext>
              </a:extLst>
            </p:cNvPr>
            <p:cNvSpPr/>
            <p:nvPr/>
          </p:nvSpPr>
          <p:spPr>
            <a:xfrm>
              <a:off x="8842720" y="354922"/>
              <a:ext cx="2299" cy="192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6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0" name="Google Shape;5960;p80">
              <a:extLst>
                <a:ext uri="{FF2B5EF4-FFF2-40B4-BE49-F238E27FC236}">
                  <a16:creationId xmlns:a16="http://schemas.microsoft.com/office/drawing/2014/main" id="{8C4DCA73-6380-8F5D-B9D3-A72F4902274B}"/>
                </a:ext>
              </a:extLst>
            </p:cNvPr>
            <p:cNvSpPr/>
            <p:nvPr/>
          </p:nvSpPr>
          <p:spPr>
            <a:xfrm>
              <a:off x="8844828" y="347257"/>
              <a:ext cx="4791" cy="7857"/>
            </a:xfrm>
            <a:custGeom>
              <a:avLst/>
              <a:gdLst/>
              <a:ahLst/>
              <a:cxnLst/>
              <a:rect l="l" t="t" r="r" b="b"/>
              <a:pathLst>
                <a:path w="25" h="41" extrusionOk="0">
                  <a:moveTo>
                    <a:pt x="1" y="0"/>
                  </a:moveTo>
                  <a:lnTo>
                    <a:pt x="1" y="0"/>
                  </a:lnTo>
                  <a:cubicBezTo>
                    <a:pt x="12" y="0"/>
                    <a:pt x="24" y="11"/>
                    <a:pt x="17" y="24"/>
                  </a:cubicBezTo>
                  <a:cubicBezTo>
                    <a:pt x="17" y="35"/>
                    <a:pt x="6" y="41"/>
                    <a:pt x="1" y="41"/>
                  </a:cubicBezTo>
                  <a:lnTo>
                    <a:pt x="1" y="41"/>
                  </a:lnTo>
                  <a:cubicBezTo>
                    <a:pt x="6" y="41"/>
                    <a:pt x="17" y="35"/>
                    <a:pt x="17" y="24"/>
                  </a:cubicBezTo>
                  <a:cubicBezTo>
                    <a:pt x="24" y="11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1" name="Google Shape;5961;p80">
              <a:extLst>
                <a:ext uri="{FF2B5EF4-FFF2-40B4-BE49-F238E27FC236}">
                  <a16:creationId xmlns:a16="http://schemas.microsoft.com/office/drawing/2014/main" id="{2FA5C754-6394-6A4A-6757-30300CBA589A}"/>
                </a:ext>
              </a:extLst>
            </p:cNvPr>
            <p:cNvSpPr/>
            <p:nvPr/>
          </p:nvSpPr>
          <p:spPr>
            <a:xfrm>
              <a:off x="8834671" y="379450"/>
              <a:ext cx="5749" cy="9006"/>
            </a:xfrm>
            <a:custGeom>
              <a:avLst/>
              <a:gdLst/>
              <a:ahLst/>
              <a:cxnLst/>
              <a:rect l="l" t="t" r="r" b="b"/>
              <a:pathLst>
                <a:path w="30" h="47" extrusionOk="0">
                  <a:moveTo>
                    <a:pt x="13" y="1"/>
                  </a:moveTo>
                  <a:cubicBezTo>
                    <a:pt x="24" y="6"/>
                    <a:pt x="30" y="17"/>
                    <a:pt x="30" y="30"/>
                  </a:cubicBezTo>
                  <a:cubicBezTo>
                    <a:pt x="24" y="41"/>
                    <a:pt x="19" y="47"/>
                    <a:pt x="8" y="47"/>
                  </a:cubicBezTo>
                  <a:lnTo>
                    <a:pt x="1" y="47"/>
                  </a:lnTo>
                  <a:lnTo>
                    <a:pt x="8" y="47"/>
                  </a:lnTo>
                  <a:cubicBezTo>
                    <a:pt x="19" y="47"/>
                    <a:pt x="24" y="41"/>
                    <a:pt x="30" y="30"/>
                  </a:cubicBezTo>
                  <a:cubicBezTo>
                    <a:pt x="30" y="17"/>
                    <a:pt x="24" y="6"/>
                    <a:pt x="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2" name="Google Shape;5962;p80">
              <a:extLst>
                <a:ext uri="{FF2B5EF4-FFF2-40B4-BE49-F238E27FC236}">
                  <a16:creationId xmlns:a16="http://schemas.microsoft.com/office/drawing/2014/main" id="{69965364-542D-CA4B-F6FD-94945AB71470}"/>
                </a:ext>
              </a:extLst>
            </p:cNvPr>
            <p:cNvSpPr/>
            <p:nvPr/>
          </p:nvSpPr>
          <p:spPr>
            <a:xfrm>
              <a:off x="8853642" y="385007"/>
              <a:ext cx="6898" cy="9006"/>
            </a:xfrm>
            <a:custGeom>
              <a:avLst/>
              <a:gdLst/>
              <a:ahLst/>
              <a:cxnLst/>
              <a:rect l="l" t="t" r="r" b="b"/>
              <a:pathLst>
                <a:path w="36" h="47" extrusionOk="0">
                  <a:moveTo>
                    <a:pt x="24" y="1"/>
                  </a:moveTo>
                  <a:cubicBezTo>
                    <a:pt x="13" y="1"/>
                    <a:pt x="6" y="6"/>
                    <a:pt x="1" y="18"/>
                  </a:cubicBezTo>
                  <a:lnTo>
                    <a:pt x="1" y="23"/>
                  </a:lnTo>
                  <a:cubicBezTo>
                    <a:pt x="1" y="36"/>
                    <a:pt x="6" y="41"/>
                    <a:pt x="19" y="47"/>
                  </a:cubicBezTo>
                  <a:lnTo>
                    <a:pt x="35" y="47"/>
                  </a:lnTo>
                  <a:cubicBezTo>
                    <a:pt x="30" y="29"/>
                    <a:pt x="30" y="18"/>
                    <a:pt x="30" y="1"/>
                  </a:cubicBez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3" name="Google Shape;5963;p80">
              <a:extLst>
                <a:ext uri="{FF2B5EF4-FFF2-40B4-BE49-F238E27FC236}">
                  <a16:creationId xmlns:a16="http://schemas.microsoft.com/office/drawing/2014/main" id="{6220A956-904A-6476-16D5-057E3DD489AD}"/>
                </a:ext>
              </a:extLst>
            </p:cNvPr>
            <p:cNvSpPr/>
            <p:nvPr/>
          </p:nvSpPr>
          <p:spPr>
            <a:xfrm>
              <a:off x="8842720" y="351664"/>
              <a:ext cx="2299" cy="3449"/>
            </a:xfrm>
            <a:custGeom>
              <a:avLst/>
              <a:gdLst/>
              <a:ahLst/>
              <a:cxnLst/>
              <a:rect l="l" t="t" r="r" b="b"/>
              <a:pathLst>
                <a:path w="12" h="18" extrusionOk="0">
                  <a:moveTo>
                    <a:pt x="6" y="1"/>
                  </a:moveTo>
                  <a:lnTo>
                    <a:pt x="0" y="18"/>
                  </a:lnTo>
                  <a:lnTo>
                    <a:pt x="12" y="18"/>
                  </a:lnTo>
                  <a:cubicBezTo>
                    <a:pt x="12" y="12"/>
                    <a:pt x="6" y="6"/>
                    <a:pt x="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4" name="Google Shape;5964;p80">
              <a:extLst>
                <a:ext uri="{FF2B5EF4-FFF2-40B4-BE49-F238E27FC236}">
                  <a16:creationId xmlns:a16="http://schemas.microsoft.com/office/drawing/2014/main" id="{CDF641BC-10FE-D2A2-4790-28ED1953AF16}"/>
                </a:ext>
              </a:extLst>
            </p:cNvPr>
            <p:cNvSpPr/>
            <p:nvPr/>
          </p:nvSpPr>
          <p:spPr>
            <a:xfrm>
              <a:off x="8843869" y="347257"/>
              <a:ext cx="5749" cy="7857"/>
            </a:xfrm>
            <a:custGeom>
              <a:avLst/>
              <a:gdLst/>
              <a:ahLst/>
              <a:cxnLst/>
              <a:rect l="l" t="t" r="r" b="b"/>
              <a:pathLst>
                <a:path w="30" h="41" extrusionOk="0">
                  <a:moveTo>
                    <a:pt x="6" y="0"/>
                  </a:moveTo>
                  <a:lnTo>
                    <a:pt x="0" y="24"/>
                  </a:lnTo>
                  <a:cubicBezTo>
                    <a:pt x="0" y="29"/>
                    <a:pt x="6" y="35"/>
                    <a:pt x="6" y="41"/>
                  </a:cubicBezTo>
                  <a:cubicBezTo>
                    <a:pt x="11" y="41"/>
                    <a:pt x="22" y="35"/>
                    <a:pt x="22" y="24"/>
                  </a:cubicBezTo>
                  <a:cubicBezTo>
                    <a:pt x="29" y="11"/>
                    <a:pt x="17" y="0"/>
                    <a:pt x="6" y="0"/>
                  </a:cubicBez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5" name="Google Shape;5965;p80">
              <a:extLst>
                <a:ext uri="{FF2B5EF4-FFF2-40B4-BE49-F238E27FC236}">
                  <a16:creationId xmlns:a16="http://schemas.microsoft.com/office/drawing/2014/main" id="{19852967-B5FE-AD7B-A9D3-5C983EFD7114}"/>
                </a:ext>
              </a:extLst>
            </p:cNvPr>
            <p:cNvSpPr/>
            <p:nvPr/>
          </p:nvSpPr>
          <p:spPr>
            <a:xfrm>
              <a:off x="8834671" y="379450"/>
              <a:ext cx="5749" cy="9006"/>
            </a:xfrm>
            <a:custGeom>
              <a:avLst/>
              <a:gdLst/>
              <a:ahLst/>
              <a:cxnLst/>
              <a:rect l="l" t="t" r="r" b="b"/>
              <a:pathLst>
                <a:path w="30" h="47" extrusionOk="0">
                  <a:moveTo>
                    <a:pt x="13" y="1"/>
                  </a:moveTo>
                  <a:lnTo>
                    <a:pt x="1" y="47"/>
                  </a:lnTo>
                  <a:lnTo>
                    <a:pt x="8" y="47"/>
                  </a:lnTo>
                  <a:cubicBezTo>
                    <a:pt x="19" y="47"/>
                    <a:pt x="24" y="41"/>
                    <a:pt x="30" y="30"/>
                  </a:cubicBezTo>
                  <a:cubicBezTo>
                    <a:pt x="30" y="17"/>
                    <a:pt x="24" y="6"/>
                    <a:pt x="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6" name="Google Shape;5966;p80">
              <a:extLst>
                <a:ext uri="{FF2B5EF4-FFF2-40B4-BE49-F238E27FC236}">
                  <a16:creationId xmlns:a16="http://schemas.microsoft.com/office/drawing/2014/main" id="{9B43E18F-728E-A648-B875-7B224F9E9B2D}"/>
                </a:ext>
              </a:extLst>
            </p:cNvPr>
            <p:cNvSpPr/>
            <p:nvPr/>
          </p:nvSpPr>
          <p:spPr>
            <a:xfrm>
              <a:off x="8824899" y="501707"/>
              <a:ext cx="9006" cy="5749"/>
            </a:xfrm>
            <a:custGeom>
              <a:avLst/>
              <a:gdLst/>
              <a:ahLst/>
              <a:cxnLst/>
              <a:rect l="l" t="t" r="r" b="b"/>
              <a:pathLst>
                <a:path w="47" h="30" extrusionOk="0">
                  <a:moveTo>
                    <a:pt x="24" y="0"/>
                  </a:moveTo>
                  <a:cubicBezTo>
                    <a:pt x="11" y="0"/>
                    <a:pt x="6" y="6"/>
                    <a:pt x="0" y="18"/>
                  </a:cubicBezTo>
                  <a:lnTo>
                    <a:pt x="46" y="29"/>
                  </a:lnTo>
                  <a:lnTo>
                    <a:pt x="46" y="24"/>
                  </a:lnTo>
                  <a:cubicBezTo>
                    <a:pt x="46" y="11"/>
                    <a:pt x="41" y="0"/>
                    <a:pt x="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7" name="Google Shape;5967;p80">
              <a:extLst>
                <a:ext uri="{FF2B5EF4-FFF2-40B4-BE49-F238E27FC236}">
                  <a16:creationId xmlns:a16="http://schemas.microsoft.com/office/drawing/2014/main" id="{5F96A03C-DB46-3A79-CA01-E2623AAA9ADD}"/>
                </a:ext>
              </a:extLst>
            </p:cNvPr>
            <p:cNvSpPr/>
            <p:nvPr/>
          </p:nvSpPr>
          <p:spPr>
            <a:xfrm>
              <a:off x="8846935" y="507264"/>
              <a:ext cx="6898" cy="4791"/>
            </a:xfrm>
            <a:custGeom>
              <a:avLst/>
              <a:gdLst/>
              <a:ahLst/>
              <a:cxnLst/>
              <a:rect l="l" t="t" r="r" b="b"/>
              <a:pathLst>
                <a:path w="36" h="25" extrusionOk="0">
                  <a:moveTo>
                    <a:pt x="24" y="0"/>
                  </a:moveTo>
                  <a:cubicBezTo>
                    <a:pt x="13" y="0"/>
                    <a:pt x="6" y="6"/>
                    <a:pt x="1" y="17"/>
                  </a:cubicBezTo>
                  <a:lnTo>
                    <a:pt x="3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8" name="Google Shape;5968;p80">
              <a:extLst>
                <a:ext uri="{FF2B5EF4-FFF2-40B4-BE49-F238E27FC236}">
                  <a16:creationId xmlns:a16="http://schemas.microsoft.com/office/drawing/2014/main" id="{8B962850-4BE4-C1CB-8AA2-2D5D1F564868}"/>
                </a:ext>
              </a:extLst>
            </p:cNvPr>
            <p:cNvSpPr/>
            <p:nvPr/>
          </p:nvSpPr>
          <p:spPr>
            <a:xfrm>
              <a:off x="8827965" y="412793"/>
              <a:ext cx="5940" cy="3449"/>
            </a:xfrm>
            <a:custGeom>
              <a:avLst/>
              <a:gdLst/>
              <a:ahLst/>
              <a:cxnLst/>
              <a:rect l="l" t="t" r="r" b="b"/>
              <a:pathLst>
                <a:path w="31" h="18" extrusionOk="0">
                  <a:moveTo>
                    <a:pt x="30" y="1"/>
                  </a:moveTo>
                  <a:lnTo>
                    <a:pt x="30" y="1"/>
                  </a:lnTo>
                  <a:cubicBezTo>
                    <a:pt x="25" y="12"/>
                    <a:pt x="19" y="17"/>
                    <a:pt x="8" y="17"/>
                  </a:cubicBezTo>
                  <a:lnTo>
                    <a:pt x="1" y="17"/>
                  </a:lnTo>
                  <a:lnTo>
                    <a:pt x="8" y="17"/>
                  </a:lnTo>
                  <a:cubicBezTo>
                    <a:pt x="19" y="17"/>
                    <a:pt x="25" y="12"/>
                    <a:pt x="30" y="1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9" name="Google Shape;5969;p80">
              <a:extLst>
                <a:ext uri="{FF2B5EF4-FFF2-40B4-BE49-F238E27FC236}">
                  <a16:creationId xmlns:a16="http://schemas.microsoft.com/office/drawing/2014/main" id="{7485C075-34E4-32E7-6E57-D7A14CD22B42}"/>
                </a:ext>
              </a:extLst>
            </p:cNvPr>
            <p:cNvSpPr/>
            <p:nvPr/>
          </p:nvSpPr>
          <p:spPr>
            <a:xfrm>
              <a:off x="8846935" y="416050"/>
              <a:ext cx="3641" cy="5749"/>
            </a:xfrm>
            <a:custGeom>
              <a:avLst/>
              <a:gdLst/>
              <a:ahLst/>
              <a:cxnLst/>
              <a:rect l="l" t="t" r="r" b="b"/>
              <a:pathLst>
                <a:path w="19" h="30" extrusionOk="0">
                  <a:moveTo>
                    <a:pt x="1" y="0"/>
                  </a:moveTo>
                  <a:lnTo>
                    <a:pt x="1" y="6"/>
                  </a:lnTo>
                  <a:cubicBezTo>
                    <a:pt x="1" y="18"/>
                    <a:pt x="6" y="24"/>
                    <a:pt x="19" y="30"/>
                  </a:cubicBezTo>
                  <a:lnTo>
                    <a:pt x="19" y="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0" name="Google Shape;5970;p80">
              <a:extLst>
                <a:ext uri="{FF2B5EF4-FFF2-40B4-BE49-F238E27FC236}">
                  <a16:creationId xmlns:a16="http://schemas.microsoft.com/office/drawing/2014/main" id="{901C0C35-18EC-4D51-5161-A31E30A5C1C8}"/>
                </a:ext>
              </a:extLst>
            </p:cNvPr>
            <p:cNvSpPr/>
            <p:nvPr/>
          </p:nvSpPr>
          <p:spPr>
            <a:xfrm>
              <a:off x="8850385" y="417008"/>
              <a:ext cx="5940" cy="4791"/>
            </a:xfrm>
            <a:custGeom>
              <a:avLst/>
              <a:gdLst/>
              <a:ahLst/>
              <a:cxnLst/>
              <a:rect l="l" t="t" r="r" b="b"/>
              <a:pathLst>
                <a:path w="31" h="25" extrusionOk="0">
                  <a:moveTo>
                    <a:pt x="1" y="1"/>
                  </a:moveTo>
                  <a:lnTo>
                    <a:pt x="1" y="25"/>
                  </a:lnTo>
                  <a:lnTo>
                    <a:pt x="6" y="25"/>
                  </a:lnTo>
                  <a:cubicBezTo>
                    <a:pt x="18" y="25"/>
                    <a:pt x="23" y="19"/>
                    <a:pt x="30" y="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1" name="Google Shape;5971;p80">
              <a:extLst>
                <a:ext uri="{FF2B5EF4-FFF2-40B4-BE49-F238E27FC236}">
                  <a16:creationId xmlns:a16="http://schemas.microsoft.com/office/drawing/2014/main" id="{A6EF8F76-7FDC-194D-E420-DF9805B4E9EF}"/>
                </a:ext>
              </a:extLst>
            </p:cNvPr>
            <p:cNvSpPr/>
            <p:nvPr/>
          </p:nvSpPr>
          <p:spPr>
            <a:xfrm>
              <a:off x="8821449" y="435021"/>
              <a:ext cx="5749" cy="9006"/>
            </a:xfrm>
            <a:custGeom>
              <a:avLst/>
              <a:gdLst/>
              <a:ahLst/>
              <a:cxnLst/>
              <a:rect l="l" t="t" r="r" b="b"/>
              <a:pathLst>
                <a:path w="30" h="47" extrusionOk="0">
                  <a:moveTo>
                    <a:pt x="13" y="0"/>
                  </a:moveTo>
                  <a:cubicBezTo>
                    <a:pt x="24" y="6"/>
                    <a:pt x="29" y="18"/>
                    <a:pt x="24" y="29"/>
                  </a:cubicBezTo>
                  <a:cubicBezTo>
                    <a:pt x="24" y="41"/>
                    <a:pt x="13" y="46"/>
                    <a:pt x="7" y="46"/>
                  </a:cubicBezTo>
                  <a:lnTo>
                    <a:pt x="0" y="46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7" y="46"/>
                  </a:lnTo>
                  <a:cubicBezTo>
                    <a:pt x="13" y="46"/>
                    <a:pt x="24" y="41"/>
                    <a:pt x="24" y="29"/>
                  </a:cubicBezTo>
                  <a:cubicBezTo>
                    <a:pt x="29" y="18"/>
                    <a:pt x="24" y="6"/>
                    <a:pt x="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2" name="Google Shape;5972;p80">
              <a:extLst>
                <a:ext uri="{FF2B5EF4-FFF2-40B4-BE49-F238E27FC236}">
                  <a16:creationId xmlns:a16="http://schemas.microsoft.com/office/drawing/2014/main" id="{9A562258-7210-B627-E3B4-6BD69502EBA1}"/>
                </a:ext>
              </a:extLst>
            </p:cNvPr>
            <p:cNvSpPr/>
            <p:nvPr/>
          </p:nvSpPr>
          <p:spPr>
            <a:xfrm>
              <a:off x="8840229" y="440578"/>
              <a:ext cx="8048" cy="9006"/>
            </a:xfrm>
            <a:custGeom>
              <a:avLst/>
              <a:gdLst/>
              <a:ahLst/>
              <a:cxnLst/>
              <a:rect l="l" t="t" r="r" b="b"/>
              <a:pathLst>
                <a:path w="42" h="47" extrusionOk="0">
                  <a:moveTo>
                    <a:pt x="19" y="0"/>
                  </a:moveTo>
                  <a:cubicBezTo>
                    <a:pt x="13" y="0"/>
                    <a:pt x="1" y="6"/>
                    <a:pt x="1" y="17"/>
                  </a:cubicBezTo>
                  <a:lnTo>
                    <a:pt x="1" y="24"/>
                  </a:lnTo>
                  <a:cubicBezTo>
                    <a:pt x="1" y="35"/>
                    <a:pt x="7" y="41"/>
                    <a:pt x="19" y="46"/>
                  </a:cubicBezTo>
                  <a:cubicBezTo>
                    <a:pt x="30" y="46"/>
                    <a:pt x="41" y="41"/>
                    <a:pt x="41" y="30"/>
                  </a:cubicBezTo>
                  <a:lnTo>
                    <a:pt x="41" y="24"/>
                  </a:lnTo>
                  <a:cubicBezTo>
                    <a:pt x="41" y="12"/>
                    <a:pt x="36" y="6"/>
                    <a:pt x="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3" name="Google Shape;5973;p80">
              <a:extLst>
                <a:ext uri="{FF2B5EF4-FFF2-40B4-BE49-F238E27FC236}">
                  <a16:creationId xmlns:a16="http://schemas.microsoft.com/office/drawing/2014/main" id="{59C19346-D618-20DB-12EA-82B2E7EE9FFC}"/>
                </a:ext>
              </a:extLst>
            </p:cNvPr>
            <p:cNvSpPr/>
            <p:nvPr/>
          </p:nvSpPr>
          <p:spPr>
            <a:xfrm>
              <a:off x="8831414" y="473921"/>
              <a:ext cx="9006" cy="9006"/>
            </a:xfrm>
            <a:custGeom>
              <a:avLst/>
              <a:gdLst/>
              <a:ahLst/>
              <a:cxnLst/>
              <a:rect l="l" t="t" r="r" b="b"/>
              <a:pathLst>
                <a:path w="47" h="47" extrusionOk="0">
                  <a:moveTo>
                    <a:pt x="25" y="0"/>
                  </a:moveTo>
                  <a:cubicBezTo>
                    <a:pt x="12" y="0"/>
                    <a:pt x="7" y="6"/>
                    <a:pt x="1" y="17"/>
                  </a:cubicBezTo>
                  <a:lnTo>
                    <a:pt x="1" y="24"/>
                  </a:lnTo>
                  <a:cubicBezTo>
                    <a:pt x="1" y="35"/>
                    <a:pt x="7" y="41"/>
                    <a:pt x="18" y="46"/>
                  </a:cubicBezTo>
                  <a:lnTo>
                    <a:pt x="25" y="46"/>
                  </a:lnTo>
                  <a:cubicBezTo>
                    <a:pt x="36" y="46"/>
                    <a:pt x="41" y="41"/>
                    <a:pt x="47" y="30"/>
                  </a:cubicBezTo>
                  <a:lnTo>
                    <a:pt x="47" y="24"/>
                  </a:lnTo>
                  <a:cubicBezTo>
                    <a:pt x="47" y="12"/>
                    <a:pt x="41" y="6"/>
                    <a:pt x="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4" name="Google Shape;5974;p80">
              <a:extLst>
                <a:ext uri="{FF2B5EF4-FFF2-40B4-BE49-F238E27FC236}">
                  <a16:creationId xmlns:a16="http://schemas.microsoft.com/office/drawing/2014/main" id="{1650DCBD-15C0-DC28-1033-F3FFB097EC68}"/>
                </a:ext>
              </a:extLst>
            </p:cNvPr>
            <p:cNvSpPr/>
            <p:nvPr/>
          </p:nvSpPr>
          <p:spPr>
            <a:xfrm>
              <a:off x="8853642" y="479478"/>
              <a:ext cx="4791" cy="9006"/>
            </a:xfrm>
            <a:custGeom>
              <a:avLst/>
              <a:gdLst/>
              <a:ahLst/>
              <a:cxnLst/>
              <a:rect l="l" t="t" r="r" b="b"/>
              <a:pathLst>
                <a:path w="25" h="47" extrusionOk="0">
                  <a:moveTo>
                    <a:pt x="24" y="1"/>
                  </a:moveTo>
                  <a:cubicBezTo>
                    <a:pt x="13" y="1"/>
                    <a:pt x="6" y="6"/>
                    <a:pt x="1" y="17"/>
                  </a:cubicBezTo>
                  <a:lnTo>
                    <a:pt x="1" y="23"/>
                  </a:lnTo>
                  <a:cubicBezTo>
                    <a:pt x="1" y="35"/>
                    <a:pt x="6" y="41"/>
                    <a:pt x="19" y="47"/>
                  </a:cubicBezTo>
                  <a:cubicBezTo>
                    <a:pt x="19" y="30"/>
                    <a:pt x="24" y="17"/>
                    <a:pt x="24" y="1"/>
                  </a:cubicBez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5" name="Google Shape;5975;p80">
              <a:extLst>
                <a:ext uri="{FF2B5EF4-FFF2-40B4-BE49-F238E27FC236}">
                  <a16:creationId xmlns:a16="http://schemas.microsoft.com/office/drawing/2014/main" id="{6DCC857C-00A0-9820-8B86-725E01548988}"/>
                </a:ext>
              </a:extLst>
            </p:cNvPr>
            <p:cNvSpPr/>
            <p:nvPr/>
          </p:nvSpPr>
          <p:spPr>
            <a:xfrm>
              <a:off x="8827965" y="411835"/>
              <a:ext cx="5940" cy="4407"/>
            </a:xfrm>
            <a:custGeom>
              <a:avLst/>
              <a:gdLst/>
              <a:ahLst/>
              <a:cxnLst/>
              <a:rect l="l" t="t" r="r" b="b"/>
              <a:pathLst>
                <a:path w="31" h="23" extrusionOk="0">
                  <a:moveTo>
                    <a:pt x="8" y="0"/>
                  </a:moveTo>
                  <a:lnTo>
                    <a:pt x="1" y="22"/>
                  </a:lnTo>
                  <a:lnTo>
                    <a:pt x="8" y="22"/>
                  </a:lnTo>
                  <a:cubicBezTo>
                    <a:pt x="19" y="22"/>
                    <a:pt x="25" y="17"/>
                    <a:pt x="30" y="6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6" name="Google Shape;5976;p80">
              <a:extLst>
                <a:ext uri="{FF2B5EF4-FFF2-40B4-BE49-F238E27FC236}">
                  <a16:creationId xmlns:a16="http://schemas.microsoft.com/office/drawing/2014/main" id="{757D94D8-936F-79FA-CEE5-8A30C52466E2}"/>
                </a:ext>
              </a:extLst>
            </p:cNvPr>
            <p:cNvSpPr/>
            <p:nvPr/>
          </p:nvSpPr>
          <p:spPr>
            <a:xfrm>
              <a:off x="8821449" y="435021"/>
              <a:ext cx="5749" cy="9006"/>
            </a:xfrm>
            <a:custGeom>
              <a:avLst/>
              <a:gdLst/>
              <a:ahLst/>
              <a:cxnLst/>
              <a:rect l="l" t="t" r="r" b="b"/>
              <a:pathLst>
                <a:path w="30" h="47" extrusionOk="0">
                  <a:moveTo>
                    <a:pt x="7" y="0"/>
                  </a:moveTo>
                  <a:lnTo>
                    <a:pt x="0" y="46"/>
                  </a:lnTo>
                  <a:lnTo>
                    <a:pt x="7" y="46"/>
                  </a:lnTo>
                  <a:cubicBezTo>
                    <a:pt x="13" y="46"/>
                    <a:pt x="24" y="41"/>
                    <a:pt x="24" y="29"/>
                  </a:cubicBezTo>
                  <a:cubicBezTo>
                    <a:pt x="29" y="18"/>
                    <a:pt x="24" y="6"/>
                    <a:pt x="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7" name="Google Shape;5977;p80">
              <a:extLst>
                <a:ext uri="{FF2B5EF4-FFF2-40B4-BE49-F238E27FC236}">
                  <a16:creationId xmlns:a16="http://schemas.microsoft.com/office/drawing/2014/main" id="{EAB24EF5-A32A-01F9-55AA-328ED256AAEF}"/>
                </a:ext>
              </a:extLst>
            </p:cNvPr>
            <p:cNvSpPr/>
            <p:nvPr/>
          </p:nvSpPr>
          <p:spPr>
            <a:xfrm>
              <a:off x="8824899" y="595028"/>
              <a:ext cx="4599" cy="4791"/>
            </a:xfrm>
            <a:custGeom>
              <a:avLst/>
              <a:gdLst/>
              <a:ahLst/>
              <a:cxnLst/>
              <a:rect l="l" t="t" r="r" b="b"/>
              <a:pathLst>
                <a:path w="24" h="25" extrusionOk="0">
                  <a:moveTo>
                    <a:pt x="24" y="0"/>
                  </a:moveTo>
                  <a:cubicBezTo>
                    <a:pt x="11" y="0"/>
                    <a:pt x="6" y="12"/>
                    <a:pt x="0" y="19"/>
                  </a:cubicBezTo>
                  <a:lnTo>
                    <a:pt x="17" y="24"/>
                  </a:lnTo>
                  <a:cubicBezTo>
                    <a:pt x="17" y="19"/>
                    <a:pt x="24" y="12"/>
                    <a:pt x="24" y="0"/>
                  </a:cubicBez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8" name="Google Shape;5978;p80">
              <a:extLst>
                <a:ext uri="{FF2B5EF4-FFF2-40B4-BE49-F238E27FC236}">
                  <a16:creationId xmlns:a16="http://schemas.microsoft.com/office/drawing/2014/main" id="{7E7FAF46-87E1-1E66-AFB4-8019F98B4AD3}"/>
                </a:ext>
              </a:extLst>
            </p:cNvPr>
            <p:cNvSpPr/>
            <p:nvPr/>
          </p:nvSpPr>
          <p:spPr>
            <a:xfrm>
              <a:off x="8824899" y="505156"/>
              <a:ext cx="9006" cy="5557"/>
            </a:xfrm>
            <a:custGeom>
              <a:avLst/>
              <a:gdLst/>
              <a:ahLst/>
              <a:cxnLst/>
              <a:rect l="l" t="t" r="r" b="b"/>
              <a:pathLst>
                <a:path w="47" h="29" extrusionOk="0">
                  <a:moveTo>
                    <a:pt x="0" y="0"/>
                  </a:moveTo>
                  <a:lnTo>
                    <a:pt x="0" y="6"/>
                  </a:lnTo>
                  <a:cubicBezTo>
                    <a:pt x="0" y="11"/>
                    <a:pt x="6" y="23"/>
                    <a:pt x="17" y="23"/>
                  </a:cubicBezTo>
                  <a:cubicBezTo>
                    <a:pt x="17" y="28"/>
                    <a:pt x="24" y="28"/>
                    <a:pt x="24" y="28"/>
                  </a:cubicBezTo>
                  <a:cubicBezTo>
                    <a:pt x="35" y="28"/>
                    <a:pt x="41" y="17"/>
                    <a:pt x="46" y="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9" name="Google Shape;5979;p80">
              <a:extLst>
                <a:ext uri="{FF2B5EF4-FFF2-40B4-BE49-F238E27FC236}">
                  <a16:creationId xmlns:a16="http://schemas.microsoft.com/office/drawing/2014/main" id="{3DBD786F-B904-ECD3-21FA-FDF13BFCFD52}"/>
                </a:ext>
              </a:extLst>
            </p:cNvPr>
            <p:cNvSpPr/>
            <p:nvPr/>
          </p:nvSpPr>
          <p:spPr>
            <a:xfrm>
              <a:off x="8846935" y="510521"/>
              <a:ext cx="6898" cy="4599"/>
            </a:xfrm>
            <a:custGeom>
              <a:avLst/>
              <a:gdLst/>
              <a:ahLst/>
              <a:cxnLst/>
              <a:rect l="l" t="t" r="r" b="b"/>
              <a:pathLst>
                <a:path w="36" h="24" extrusionOk="0">
                  <a:moveTo>
                    <a:pt x="1" y="0"/>
                  </a:moveTo>
                  <a:lnTo>
                    <a:pt x="1" y="7"/>
                  </a:lnTo>
                  <a:cubicBezTo>
                    <a:pt x="1" y="13"/>
                    <a:pt x="6" y="24"/>
                    <a:pt x="19" y="24"/>
                  </a:cubicBezTo>
                  <a:lnTo>
                    <a:pt x="30" y="24"/>
                  </a:lnTo>
                  <a:cubicBezTo>
                    <a:pt x="30" y="18"/>
                    <a:pt x="30" y="13"/>
                    <a:pt x="36" y="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0" name="Google Shape;5980;p80">
              <a:extLst>
                <a:ext uri="{FF2B5EF4-FFF2-40B4-BE49-F238E27FC236}">
                  <a16:creationId xmlns:a16="http://schemas.microsoft.com/office/drawing/2014/main" id="{CD157D22-8D1D-106F-A661-998EAAECBD23}"/>
                </a:ext>
              </a:extLst>
            </p:cNvPr>
            <p:cNvSpPr/>
            <p:nvPr/>
          </p:nvSpPr>
          <p:spPr>
            <a:xfrm>
              <a:off x="8818192" y="529492"/>
              <a:ext cx="9006" cy="9198"/>
            </a:xfrm>
            <a:custGeom>
              <a:avLst/>
              <a:gdLst/>
              <a:ahLst/>
              <a:cxnLst/>
              <a:rect l="l" t="t" r="r" b="b"/>
              <a:pathLst>
                <a:path w="47" h="48" extrusionOk="0">
                  <a:moveTo>
                    <a:pt x="24" y="0"/>
                  </a:moveTo>
                  <a:cubicBezTo>
                    <a:pt x="12" y="0"/>
                    <a:pt x="0" y="6"/>
                    <a:pt x="0" y="18"/>
                  </a:cubicBezTo>
                  <a:lnTo>
                    <a:pt x="0" y="24"/>
                  </a:lnTo>
                  <a:cubicBezTo>
                    <a:pt x="0" y="35"/>
                    <a:pt x="6" y="40"/>
                    <a:pt x="17" y="47"/>
                  </a:cubicBezTo>
                  <a:lnTo>
                    <a:pt x="24" y="47"/>
                  </a:lnTo>
                  <a:cubicBezTo>
                    <a:pt x="30" y="47"/>
                    <a:pt x="41" y="40"/>
                    <a:pt x="46" y="29"/>
                  </a:cubicBezTo>
                  <a:lnTo>
                    <a:pt x="46" y="24"/>
                  </a:lnTo>
                  <a:cubicBezTo>
                    <a:pt x="46" y="13"/>
                    <a:pt x="35" y="6"/>
                    <a:pt x="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1" name="Google Shape;5981;p80">
              <a:extLst>
                <a:ext uri="{FF2B5EF4-FFF2-40B4-BE49-F238E27FC236}">
                  <a16:creationId xmlns:a16="http://schemas.microsoft.com/office/drawing/2014/main" id="{71C5EA82-6EA2-41B9-ED9D-0B089D8D7654}"/>
                </a:ext>
              </a:extLst>
            </p:cNvPr>
            <p:cNvSpPr/>
            <p:nvPr/>
          </p:nvSpPr>
          <p:spPr>
            <a:xfrm>
              <a:off x="8840229" y="535049"/>
              <a:ext cx="8048" cy="9006"/>
            </a:xfrm>
            <a:custGeom>
              <a:avLst/>
              <a:gdLst/>
              <a:ahLst/>
              <a:cxnLst/>
              <a:rect l="l" t="t" r="r" b="b"/>
              <a:pathLst>
                <a:path w="42" h="47" extrusionOk="0">
                  <a:moveTo>
                    <a:pt x="25" y="0"/>
                  </a:moveTo>
                  <a:cubicBezTo>
                    <a:pt x="13" y="0"/>
                    <a:pt x="1" y="6"/>
                    <a:pt x="1" y="18"/>
                  </a:cubicBezTo>
                  <a:lnTo>
                    <a:pt x="1" y="24"/>
                  </a:lnTo>
                  <a:cubicBezTo>
                    <a:pt x="1" y="35"/>
                    <a:pt x="7" y="41"/>
                    <a:pt x="19" y="46"/>
                  </a:cubicBezTo>
                  <a:lnTo>
                    <a:pt x="25" y="46"/>
                  </a:lnTo>
                  <a:cubicBezTo>
                    <a:pt x="25" y="46"/>
                    <a:pt x="30" y="46"/>
                    <a:pt x="30" y="41"/>
                  </a:cubicBezTo>
                  <a:cubicBezTo>
                    <a:pt x="36" y="29"/>
                    <a:pt x="36" y="18"/>
                    <a:pt x="41" y="6"/>
                  </a:cubicBezTo>
                  <a:cubicBezTo>
                    <a:pt x="36" y="6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2" name="Google Shape;5982;p80">
              <a:extLst>
                <a:ext uri="{FF2B5EF4-FFF2-40B4-BE49-F238E27FC236}">
                  <a16:creationId xmlns:a16="http://schemas.microsoft.com/office/drawing/2014/main" id="{CE890C33-9A9C-D4D7-F59F-FA36EAD6CE4B}"/>
                </a:ext>
              </a:extLst>
            </p:cNvPr>
            <p:cNvSpPr/>
            <p:nvPr/>
          </p:nvSpPr>
          <p:spPr>
            <a:xfrm>
              <a:off x="8831414" y="568392"/>
              <a:ext cx="8048" cy="9006"/>
            </a:xfrm>
            <a:custGeom>
              <a:avLst/>
              <a:gdLst/>
              <a:ahLst/>
              <a:cxnLst/>
              <a:rect l="l" t="t" r="r" b="b"/>
              <a:pathLst>
                <a:path w="42" h="47" extrusionOk="0">
                  <a:moveTo>
                    <a:pt x="25" y="0"/>
                  </a:moveTo>
                  <a:cubicBezTo>
                    <a:pt x="18" y="0"/>
                    <a:pt x="7" y="6"/>
                    <a:pt x="1" y="18"/>
                  </a:cubicBezTo>
                  <a:lnTo>
                    <a:pt x="1" y="24"/>
                  </a:lnTo>
                  <a:cubicBezTo>
                    <a:pt x="1" y="30"/>
                    <a:pt x="12" y="41"/>
                    <a:pt x="18" y="46"/>
                  </a:cubicBezTo>
                  <a:lnTo>
                    <a:pt x="25" y="46"/>
                  </a:lnTo>
                  <a:cubicBezTo>
                    <a:pt x="30" y="30"/>
                    <a:pt x="36" y="18"/>
                    <a:pt x="41" y="6"/>
                  </a:cubicBezTo>
                  <a:cubicBezTo>
                    <a:pt x="36" y="0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3" name="Google Shape;5983;p80">
              <a:extLst>
                <a:ext uri="{FF2B5EF4-FFF2-40B4-BE49-F238E27FC236}">
                  <a16:creationId xmlns:a16="http://schemas.microsoft.com/office/drawing/2014/main" id="{62B7B883-81DD-EB05-F4F9-808DC4F7C074}"/>
                </a:ext>
              </a:extLst>
            </p:cNvPr>
            <p:cNvSpPr/>
            <p:nvPr/>
          </p:nvSpPr>
          <p:spPr>
            <a:xfrm>
              <a:off x="8824899" y="598477"/>
              <a:ext cx="3258" cy="4407"/>
            </a:xfrm>
            <a:custGeom>
              <a:avLst/>
              <a:gdLst/>
              <a:ahLst/>
              <a:cxnLst/>
              <a:rect l="l" t="t" r="r" b="b"/>
              <a:pathLst>
                <a:path w="17" h="23" extrusionOk="0">
                  <a:moveTo>
                    <a:pt x="0" y="1"/>
                  </a:moveTo>
                  <a:lnTo>
                    <a:pt x="0" y="6"/>
                  </a:lnTo>
                  <a:cubicBezTo>
                    <a:pt x="0" y="17"/>
                    <a:pt x="6" y="23"/>
                    <a:pt x="11" y="23"/>
                  </a:cubicBezTo>
                  <a:lnTo>
                    <a:pt x="11" y="17"/>
                  </a:lnTo>
                  <a:cubicBezTo>
                    <a:pt x="17" y="12"/>
                    <a:pt x="17" y="12"/>
                    <a:pt x="17" y="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4" name="Google Shape;5984;p80">
              <a:extLst>
                <a:ext uri="{FF2B5EF4-FFF2-40B4-BE49-F238E27FC236}">
                  <a16:creationId xmlns:a16="http://schemas.microsoft.com/office/drawing/2014/main" id="{6B9C1127-A014-04C8-FD23-422ECC9E477F}"/>
                </a:ext>
              </a:extLst>
            </p:cNvPr>
            <p:cNvSpPr/>
            <p:nvPr/>
          </p:nvSpPr>
          <p:spPr>
            <a:xfrm>
              <a:off x="8824899" y="312765"/>
              <a:ext cx="9006" cy="5749"/>
            </a:xfrm>
            <a:custGeom>
              <a:avLst/>
              <a:gdLst/>
              <a:ahLst/>
              <a:cxnLst/>
              <a:rect l="l" t="t" r="r" b="b"/>
              <a:pathLst>
                <a:path w="47" h="30" extrusionOk="0">
                  <a:moveTo>
                    <a:pt x="24" y="1"/>
                  </a:moveTo>
                  <a:cubicBezTo>
                    <a:pt x="11" y="1"/>
                    <a:pt x="0" y="6"/>
                    <a:pt x="0" y="17"/>
                  </a:cubicBezTo>
                  <a:lnTo>
                    <a:pt x="41" y="30"/>
                  </a:lnTo>
                  <a:lnTo>
                    <a:pt x="46" y="23"/>
                  </a:lnTo>
                  <a:cubicBezTo>
                    <a:pt x="41" y="12"/>
                    <a:pt x="35" y="6"/>
                    <a:pt x="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5" name="Google Shape;5985;p80">
              <a:extLst>
                <a:ext uri="{FF2B5EF4-FFF2-40B4-BE49-F238E27FC236}">
                  <a16:creationId xmlns:a16="http://schemas.microsoft.com/office/drawing/2014/main" id="{C0DCC275-6EE8-4A50-128C-EDF91C6AA1EF}"/>
                </a:ext>
              </a:extLst>
            </p:cNvPr>
            <p:cNvSpPr/>
            <p:nvPr/>
          </p:nvSpPr>
          <p:spPr>
            <a:xfrm>
              <a:off x="8846935" y="320430"/>
              <a:ext cx="1341" cy="1341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1" y="1"/>
                  </a:moveTo>
                  <a:lnTo>
                    <a:pt x="1" y="6"/>
                  </a:lnTo>
                  <a:lnTo>
                    <a:pt x="6" y="6"/>
                  </a:lnTo>
                  <a:cubicBezTo>
                    <a:pt x="6" y="6"/>
                    <a:pt x="6" y="1"/>
                    <a:pt x="1" y="1"/>
                  </a:cubicBez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6" name="Google Shape;5986;p80">
              <a:extLst>
                <a:ext uri="{FF2B5EF4-FFF2-40B4-BE49-F238E27FC236}">
                  <a16:creationId xmlns:a16="http://schemas.microsoft.com/office/drawing/2014/main" id="{03604381-6D2A-5319-7A2E-F8D4291CACEE}"/>
                </a:ext>
              </a:extLst>
            </p:cNvPr>
            <p:cNvSpPr/>
            <p:nvPr/>
          </p:nvSpPr>
          <p:spPr>
            <a:xfrm>
              <a:off x="8817042" y="247229"/>
              <a:ext cx="6898" cy="9006"/>
            </a:xfrm>
            <a:custGeom>
              <a:avLst/>
              <a:gdLst/>
              <a:ahLst/>
              <a:cxnLst/>
              <a:rect l="l" t="t" r="r" b="b"/>
              <a:pathLst>
                <a:path w="36" h="47" extrusionOk="0">
                  <a:moveTo>
                    <a:pt x="18" y="0"/>
                  </a:moveTo>
                  <a:cubicBezTo>
                    <a:pt x="12" y="0"/>
                    <a:pt x="6" y="6"/>
                    <a:pt x="1" y="17"/>
                  </a:cubicBezTo>
                  <a:lnTo>
                    <a:pt x="1" y="24"/>
                  </a:lnTo>
                  <a:cubicBezTo>
                    <a:pt x="1" y="29"/>
                    <a:pt x="6" y="40"/>
                    <a:pt x="18" y="40"/>
                  </a:cubicBezTo>
                  <a:cubicBezTo>
                    <a:pt x="23" y="40"/>
                    <a:pt x="23" y="46"/>
                    <a:pt x="23" y="46"/>
                  </a:cubicBezTo>
                  <a:cubicBezTo>
                    <a:pt x="30" y="46"/>
                    <a:pt x="36" y="40"/>
                    <a:pt x="36" y="40"/>
                  </a:cubicBezTo>
                  <a:cubicBezTo>
                    <a:pt x="30" y="24"/>
                    <a:pt x="23" y="11"/>
                    <a:pt x="18" y="0"/>
                  </a:cubicBez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7" name="Google Shape;5987;p80">
              <a:extLst>
                <a:ext uri="{FF2B5EF4-FFF2-40B4-BE49-F238E27FC236}">
                  <a16:creationId xmlns:a16="http://schemas.microsoft.com/office/drawing/2014/main" id="{8DF68E64-62D2-94D5-08C4-808B300F515B}"/>
                </a:ext>
              </a:extLst>
            </p:cNvPr>
            <p:cNvSpPr/>
            <p:nvPr/>
          </p:nvSpPr>
          <p:spPr>
            <a:xfrm>
              <a:off x="8831414" y="284979"/>
              <a:ext cx="8048" cy="9006"/>
            </a:xfrm>
            <a:custGeom>
              <a:avLst/>
              <a:gdLst/>
              <a:ahLst/>
              <a:cxnLst/>
              <a:rect l="l" t="t" r="r" b="b"/>
              <a:pathLst>
                <a:path w="42" h="47" extrusionOk="0">
                  <a:moveTo>
                    <a:pt x="25" y="1"/>
                  </a:moveTo>
                  <a:cubicBezTo>
                    <a:pt x="12" y="1"/>
                    <a:pt x="1" y="12"/>
                    <a:pt x="1" y="17"/>
                  </a:cubicBezTo>
                  <a:lnTo>
                    <a:pt x="1" y="23"/>
                  </a:lnTo>
                  <a:cubicBezTo>
                    <a:pt x="1" y="36"/>
                    <a:pt x="7" y="47"/>
                    <a:pt x="18" y="47"/>
                  </a:cubicBezTo>
                  <a:lnTo>
                    <a:pt x="25" y="47"/>
                  </a:lnTo>
                  <a:cubicBezTo>
                    <a:pt x="30" y="47"/>
                    <a:pt x="36" y="47"/>
                    <a:pt x="41" y="41"/>
                  </a:cubicBezTo>
                  <a:cubicBezTo>
                    <a:pt x="36" y="29"/>
                    <a:pt x="30" y="17"/>
                    <a:pt x="30" y="6"/>
                  </a:cubicBezTo>
                  <a:cubicBezTo>
                    <a:pt x="25" y="6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8" name="Google Shape;5988;p80">
              <a:extLst>
                <a:ext uri="{FF2B5EF4-FFF2-40B4-BE49-F238E27FC236}">
                  <a16:creationId xmlns:a16="http://schemas.microsoft.com/office/drawing/2014/main" id="{3F188BF6-8B4D-4453-2578-6A48E327FD0A}"/>
                </a:ext>
              </a:extLst>
            </p:cNvPr>
            <p:cNvSpPr/>
            <p:nvPr/>
          </p:nvSpPr>
          <p:spPr>
            <a:xfrm>
              <a:off x="8824899" y="407236"/>
              <a:ext cx="5749" cy="4791"/>
            </a:xfrm>
            <a:custGeom>
              <a:avLst/>
              <a:gdLst/>
              <a:ahLst/>
              <a:cxnLst/>
              <a:rect l="l" t="t" r="r" b="b"/>
              <a:pathLst>
                <a:path w="30" h="25" extrusionOk="0">
                  <a:moveTo>
                    <a:pt x="24" y="0"/>
                  </a:moveTo>
                  <a:cubicBezTo>
                    <a:pt x="11" y="0"/>
                    <a:pt x="0" y="6"/>
                    <a:pt x="0" y="17"/>
                  </a:cubicBezTo>
                  <a:lnTo>
                    <a:pt x="24" y="24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9" name="Google Shape;5989;p80">
              <a:extLst>
                <a:ext uri="{FF2B5EF4-FFF2-40B4-BE49-F238E27FC236}">
                  <a16:creationId xmlns:a16="http://schemas.microsoft.com/office/drawing/2014/main" id="{7DA26619-4AC9-2D8C-C9C7-2BDA262B6399}"/>
                </a:ext>
              </a:extLst>
            </p:cNvPr>
            <p:cNvSpPr/>
            <p:nvPr/>
          </p:nvSpPr>
          <p:spPr>
            <a:xfrm>
              <a:off x="8844828" y="346107"/>
              <a:ext cx="192" cy="1341"/>
            </a:xfrm>
            <a:custGeom>
              <a:avLst/>
              <a:gdLst/>
              <a:ahLst/>
              <a:cxnLst/>
              <a:rect l="l" t="t" r="r" b="b"/>
              <a:pathLst>
                <a:path w="1" h="7" extrusionOk="0">
                  <a:moveTo>
                    <a:pt x="1" y="1"/>
                  </a:moveTo>
                  <a:lnTo>
                    <a:pt x="1" y="6"/>
                  </a:lnTo>
                  <a:lnTo>
                    <a:pt x="1" y="6"/>
                  </a:lnTo>
                  <a:lnTo>
                    <a:pt x="1" y="6"/>
                  </a:ln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0" name="Google Shape;5990;p80">
              <a:extLst>
                <a:ext uri="{FF2B5EF4-FFF2-40B4-BE49-F238E27FC236}">
                  <a16:creationId xmlns:a16="http://schemas.microsoft.com/office/drawing/2014/main" id="{156BA469-156A-7512-B92C-2548DB067B43}"/>
                </a:ext>
              </a:extLst>
            </p:cNvPr>
            <p:cNvSpPr/>
            <p:nvPr/>
          </p:nvSpPr>
          <p:spPr>
            <a:xfrm>
              <a:off x="8842720" y="354922"/>
              <a:ext cx="192" cy="19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1" name="Google Shape;5991;p80">
              <a:extLst>
                <a:ext uri="{FF2B5EF4-FFF2-40B4-BE49-F238E27FC236}">
                  <a16:creationId xmlns:a16="http://schemas.microsoft.com/office/drawing/2014/main" id="{4CA43059-55FA-09C1-853F-B5251B9F9431}"/>
                </a:ext>
              </a:extLst>
            </p:cNvPr>
            <p:cNvSpPr/>
            <p:nvPr/>
          </p:nvSpPr>
          <p:spPr>
            <a:xfrm>
              <a:off x="8824899" y="316022"/>
              <a:ext cx="7857" cy="5749"/>
            </a:xfrm>
            <a:custGeom>
              <a:avLst/>
              <a:gdLst/>
              <a:ahLst/>
              <a:cxnLst/>
              <a:rect l="l" t="t" r="r" b="b"/>
              <a:pathLst>
                <a:path w="41" h="30" extrusionOk="0">
                  <a:moveTo>
                    <a:pt x="0" y="0"/>
                  </a:moveTo>
                  <a:lnTo>
                    <a:pt x="0" y="6"/>
                  </a:lnTo>
                  <a:cubicBezTo>
                    <a:pt x="0" y="18"/>
                    <a:pt x="6" y="24"/>
                    <a:pt x="17" y="29"/>
                  </a:cubicBezTo>
                  <a:lnTo>
                    <a:pt x="24" y="29"/>
                  </a:lnTo>
                  <a:cubicBezTo>
                    <a:pt x="29" y="29"/>
                    <a:pt x="41" y="24"/>
                    <a:pt x="41" y="1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2" name="Google Shape;5992;p80">
              <a:extLst>
                <a:ext uri="{FF2B5EF4-FFF2-40B4-BE49-F238E27FC236}">
                  <a16:creationId xmlns:a16="http://schemas.microsoft.com/office/drawing/2014/main" id="{B801878F-7D72-7D3B-3404-6E0B4908BC66}"/>
                </a:ext>
              </a:extLst>
            </p:cNvPr>
            <p:cNvSpPr/>
            <p:nvPr/>
          </p:nvSpPr>
          <p:spPr>
            <a:xfrm>
              <a:off x="8845977" y="321579"/>
              <a:ext cx="3641" cy="5749"/>
            </a:xfrm>
            <a:custGeom>
              <a:avLst/>
              <a:gdLst/>
              <a:ahLst/>
              <a:cxnLst/>
              <a:rect l="l" t="t" r="r" b="b"/>
              <a:pathLst>
                <a:path w="19" h="30" extrusionOk="0">
                  <a:moveTo>
                    <a:pt x="6" y="0"/>
                  </a:moveTo>
                  <a:cubicBezTo>
                    <a:pt x="0" y="12"/>
                    <a:pt x="6" y="24"/>
                    <a:pt x="18" y="30"/>
                  </a:cubicBezTo>
                  <a:cubicBezTo>
                    <a:pt x="18" y="19"/>
                    <a:pt x="11" y="12"/>
                    <a:pt x="11" y="0"/>
                  </a:cubicBez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3" name="Google Shape;5993;p80">
              <a:extLst>
                <a:ext uri="{FF2B5EF4-FFF2-40B4-BE49-F238E27FC236}">
                  <a16:creationId xmlns:a16="http://schemas.microsoft.com/office/drawing/2014/main" id="{F914E710-191F-065D-AB15-4EFB2591B94B}"/>
                </a:ext>
              </a:extLst>
            </p:cNvPr>
            <p:cNvSpPr/>
            <p:nvPr/>
          </p:nvSpPr>
          <p:spPr>
            <a:xfrm>
              <a:off x="8817042" y="340550"/>
              <a:ext cx="9006" cy="9006"/>
            </a:xfrm>
            <a:custGeom>
              <a:avLst/>
              <a:gdLst/>
              <a:ahLst/>
              <a:cxnLst/>
              <a:rect l="l" t="t" r="r" b="b"/>
              <a:pathLst>
                <a:path w="47" h="47" extrusionOk="0">
                  <a:moveTo>
                    <a:pt x="23" y="0"/>
                  </a:moveTo>
                  <a:cubicBezTo>
                    <a:pt x="18" y="0"/>
                    <a:pt x="6" y="11"/>
                    <a:pt x="6" y="17"/>
                  </a:cubicBezTo>
                  <a:lnTo>
                    <a:pt x="1" y="24"/>
                  </a:lnTo>
                  <a:cubicBezTo>
                    <a:pt x="1" y="35"/>
                    <a:pt x="12" y="46"/>
                    <a:pt x="18" y="46"/>
                  </a:cubicBezTo>
                  <a:lnTo>
                    <a:pt x="23" y="46"/>
                  </a:lnTo>
                  <a:cubicBezTo>
                    <a:pt x="36" y="46"/>
                    <a:pt x="47" y="41"/>
                    <a:pt x="47" y="30"/>
                  </a:cubicBezTo>
                  <a:lnTo>
                    <a:pt x="47" y="24"/>
                  </a:lnTo>
                  <a:cubicBezTo>
                    <a:pt x="47" y="17"/>
                    <a:pt x="41" y="6"/>
                    <a:pt x="30" y="6"/>
                  </a:cubicBezTo>
                  <a:cubicBezTo>
                    <a:pt x="30" y="6"/>
                    <a:pt x="30" y="0"/>
                    <a:pt x="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4" name="Google Shape;5994;p80">
              <a:extLst>
                <a:ext uri="{FF2B5EF4-FFF2-40B4-BE49-F238E27FC236}">
                  <a16:creationId xmlns:a16="http://schemas.microsoft.com/office/drawing/2014/main" id="{5E1BEB34-402B-6249-53A1-6AAE80599797}"/>
                </a:ext>
              </a:extLst>
            </p:cNvPr>
            <p:cNvSpPr/>
            <p:nvPr/>
          </p:nvSpPr>
          <p:spPr>
            <a:xfrm>
              <a:off x="8839270" y="346107"/>
              <a:ext cx="4791" cy="9006"/>
            </a:xfrm>
            <a:custGeom>
              <a:avLst/>
              <a:gdLst/>
              <a:ahLst/>
              <a:cxnLst/>
              <a:rect l="l" t="t" r="r" b="b"/>
              <a:pathLst>
                <a:path w="25" h="47" extrusionOk="0">
                  <a:moveTo>
                    <a:pt x="18" y="1"/>
                  </a:moveTo>
                  <a:cubicBezTo>
                    <a:pt x="12" y="6"/>
                    <a:pt x="6" y="12"/>
                    <a:pt x="0" y="17"/>
                  </a:cubicBezTo>
                  <a:cubicBezTo>
                    <a:pt x="0" y="30"/>
                    <a:pt x="6" y="47"/>
                    <a:pt x="18" y="47"/>
                  </a:cubicBezTo>
                  <a:lnTo>
                    <a:pt x="24" y="30"/>
                  </a:lnTo>
                  <a:cubicBezTo>
                    <a:pt x="24" y="17"/>
                    <a:pt x="24" y="12"/>
                    <a:pt x="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5" name="Google Shape;5995;p80">
              <a:extLst>
                <a:ext uri="{FF2B5EF4-FFF2-40B4-BE49-F238E27FC236}">
                  <a16:creationId xmlns:a16="http://schemas.microsoft.com/office/drawing/2014/main" id="{D868E0C5-512F-FD55-0DE2-B8A3256B2400}"/>
                </a:ext>
              </a:extLst>
            </p:cNvPr>
            <p:cNvSpPr/>
            <p:nvPr/>
          </p:nvSpPr>
          <p:spPr>
            <a:xfrm>
              <a:off x="8842720" y="346107"/>
              <a:ext cx="2299" cy="5749"/>
            </a:xfrm>
            <a:custGeom>
              <a:avLst/>
              <a:gdLst/>
              <a:ahLst/>
              <a:cxnLst/>
              <a:rect l="l" t="t" r="r" b="b"/>
              <a:pathLst>
                <a:path w="12" h="30" extrusionOk="0">
                  <a:moveTo>
                    <a:pt x="0" y="1"/>
                  </a:moveTo>
                  <a:cubicBezTo>
                    <a:pt x="6" y="12"/>
                    <a:pt x="6" y="17"/>
                    <a:pt x="6" y="30"/>
                  </a:cubicBezTo>
                  <a:lnTo>
                    <a:pt x="12" y="6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rgbClr val="4141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6" name="Google Shape;5996;p80">
              <a:extLst>
                <a:ext uri="{FF2B5EF4-FFF2-40B4-BE49-F238E27FC236}">
                  <a16:creationId xmlns:a16="http://schemas.microsoft.com/office/drawing/2014/main" id="{112B0095-BCE5-040B-9B25-359211DBF874}"/>
                </a:ext>
              </a:extLst>
            </p:cNvPr>
            <p:cNvSpPr/>
            <p:nvPr/>
          </p:nvSpPr>
          <p:spPr>
            <a:xfrm>
              <a:off x="8831414" y="379450"/>
              <a:ext cx="5940" cy="9006"/>
            </a:xfrm>
            <a:custGeom>
              <a:avLst/>
              <a:gdLst/>
              <a:ahLst/>
              <a:cxnLst/>
              <a:rect l="l" t="t" r="r" b="b"/>
              <a:pathLst>
                <a:path w="31" h="47" extrusionOk="0">
                  <a:moveTo>
                    <a:pt x="25" y="1"/>
                  </a:moveTo>
                  <a:cubicBezTo>
                    <a:pt x="12" y="1"/>
                    <a:pt x="7" y="6"/>
                    <a:pt x="1" y="17"/>
                  </a:cubicBezTo>
                  <a:cubicBezTo>
                    <a:pt x="1" y="30"/>
                    <a:pt x="7" y="41"/>
                    <a:pt x="18" y="47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7" name="Google Shape;5997;p80">
              <a:extLst>
                <a:ext uri="{FF2B5EF4-FFF2-40B4-BE49-F238E27FC236}">
                  <a16:creationId xmlns:a16="http://schemas.microsoft.com/office/drawing/2014/main" id="{2975E8FC-E7C0-47B5-EB01-E6B687494286}"/>
                </a:ext>
              </a:extLst>
            </p:cNvPr>
            <p:cNvSpPr/>
            <p:nvPr/>
          </p:nvSpPr>
          <p:spPr>
            <a:xfrm>
              <a:off x="8820300" y="443836"/>
              <a:ext cx="1341" cy="192"/>
            </a:xfrm>
            <a:custGeom>
              <a:avLst/>
              <a:gdLst/>
              <a:ahLst/>
              <a:cxnLst/>
              <a:rect l="l" t="t" r="r" b="b"/>
              <a:pathLst>
                <a:path w="7" h="1" extrusionOk="0">
                  <a:moveTo>
                    <a:pt x="1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8" name="Google Shape;5998;p80">
              <a:extLst>
                <a:ext uri="{FF2B5EF4-FFF2-40B4-BE49-F238E27FC236}">
                  <a16:creationId xmlns:a16="http://schemas.microsoft.com/office/drawing/2014/main" id="{8C142AB1-A2D0-6A97-A1C5-5952345A7D7B}"/>
                </a:ext>
              </a:extLst>
            </p:cNvPr>
            <p:cNvSpPr/>
            <p:nvPr/>
          </p:nvSpPr>
          <p:spPr>
            <a:xfrm>
              <a:off x="8823749" y="410493"/>
              <a:ext cx="5749" cy="5749"/>
            </a:xfrm>
            <a:custGeom>
              <a:avLst/>
              <a:gdLst/>
              <a:ahLst/>
              <a:cxnLst/>
              <a:rect l="l" t="t" r="r" b="b"/>
              <a:pathLst>
                <a:path w="30" h="30" extrusionOk="0">
                  <a:moveTo>
                    <a:pt x="6" y="0"/>
                  </a:moveTo>
                  <a:cubicBezTo>
                    <a:pt x="1" y="13"/>
                    <a:pt x="12" y="24"/>
                    <a:pt x="23" y="29"/>
                  </a:cubicBezTo>
                  <a:lnTo>
                    <a:pt x="30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9" name="Google Shape;5999;p80">
              <a:extLst>
                <a:ext uri="{FF2B5EF4-FFF2-40B4-BE49-F238E27FC236}">
                  <a16:creationId xmlns:a16="http://schemas.microsoft.com/office/drawing/2014/main" id="{E15CCBC2-9643-C7F9-159A-2313E9819B6F}"/>
                </a:ext>
              </a:extLst>
            </p:cNvPr>
            <p:cNvSpPr/>
            <p:nvPr/>
          </p:nvSpPr>
          <p:spPr>
            <a:xfrm>
              <a:off x="8817042" y="435021"/>
              <a:ext cx="5940" cy="9006"/>
            </a:xfrm>
            <a:custGeom>
              <a:avLst/>
              <a:gdLst/>
              <a:ahLst/>
              <a:cxnLst/>
              <a:rect l="l" t="t" r="r" b="b"/>
              <a:pathLst>
                <a:path w="31" h="47" extrusionOk="0">
                  <a:moveTo>
                    <a:pt x="30" y="0"/>
                  </a:moveTo>
                  <a:cubicBezTo>
                    <a:pt x="18" y="0"/>
                    <a:pt x="6" y="6"/>
                    <a:pt x="6" y="18"/>
                  </a:cubicBezTo>
                  <a:cubicBezTo>
                    <a:pt x="1" y="29"/>
                    <a:pt x="6" y="41"/>
                    <a:pt x="18" y="46"/>
                  </a:cubicBezTo>
                  <a:lnTo>
                    <a:pt x="23" y="46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0" name="Google Shape;6000;p80">
              <a:extLst>
                <a:ext uri="{FF2B5EF4-FFF2-40B4-BE49-F238E27FC236}">
                  <a16:creationId xmlns:a16="http://schemas.microsoft.com/office/drawing/2014/main" id="{688DCC01-5B6C-6011-3969-46A468254A49}"/>
                </a:ext>
              </a:extLst>
            </p:cNvPr>
            <p:cNvSpPr/>
            <p:nvPr/>
          </p:nvSpPr>
          <p:spPr>
            <a:xfrm>
              <a:off x="8124510" y="949342"/>
              <a:ext cx="742729" cy="136244"/>
            </a:xfrm>
            <a:custGeom>
              <a:avLst/>
              <a:gdLst/>
              <a:ahLst/>
              <a:cxnLst/>
              <a:rect l="l" t="t" r="r" b="b"/>
              <a:pathLst>
                <a:path w="3876" h="711" extrusionOk="0">
                  <a:moveTo>
                    <a:pt x="287" y="1"/>
                  </a:moveTo>
                  <a:cubicBezTo>
                    <a:pt x="262" y="1"/>
                    <a:pt x="237" y="22"/>
                    <a:pt x="226" y="42"/>
                  </a:cubicBezTo>
                  <a:lnTo>
                    <a:pt x="17" y="577"/>
                  </a:lnTo>
                  <a:cubicBezTo>
                    <a:pt x="1" y="623"/>
                    <a:pt x="35" y="676"/>
                    <a:pt x="81" y="676"/>
                  </a:cubicBezTo>
                  <a:lnTo>
                    <a:pt x="3789" y="710"/>
                  </a:lnTo>
                  <a:cubicBezTo>
                    <a:pt x="3840" y="710"/>
                    <a:pt x="3875" y="652"/>
                    <a:pt x="3853" y="606"/>
                  </a:cubicBezTo>
                  <a:lnTo>
                    <a:pt x="3580" y="66"/>
                  </a:lnTo>
                  <a:cubicBezTo>
                    <a:pt x="3567" y="42"/>
                    <a:pt x="3545" y="25"/>
                    <a:pt x="3516" y="25"/>
                  </a:cubicBezTo>
                  <a:lnTo>
                    <a:pt x="296" y="2"/>
                  </a:lnTo>
                  <a:cubicBezTo>
                    <a:pt x="293" y="1"/>
                    <a:pt x="290" y="1"/>
                    <a:pt x="2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1" name="Google Shape;6001;p80">
              <a:extLst>
                <a:ext uri="{FF2B5EF4-FFF2-40B4-BE49-F238E27FC236}">
                  <a16:creationId xmlns:a16="http://schemas.microsoft.com/office/drawing/2014/main" id="{AB9E7638-F42D-5BAA-A1CE-BBD82C428C43}"/>
                </a:ext>
              </a:extLst>
            </p:cNvPr>
            <p:cNvSpPr/>
            <p:nvPr/>
          </p:nvSpPr>
          <p:spPr>
            <a:xfrm>
              <a:off x="8114354" y="938611"/>
              <a:ext cx="761891" cy="156747"/>
            </a:xfrm>
            <a:custGeom>
              <a:avLst/>
              <a:gdLst/>
              <a:ahLst/>
              <a:cxnLst/>
              <a:rect l="l" t="t" r="r" b="b"/>
              <a:pathLst>
                <a:path w="3976" h="818" extrusionOk="0">
                  <a:moveTo>
                    <a:pt x="349" y="111"/>
                  </a:moveTo>
                  <a:lnTo>
                    <a:pt x="3569" y="140"/>
                  </a:lnTo>
                  <a:cubicBezTo>
                    <a:pt x="3575" y="140"/>
                    <a:pt x="3580" y="140"/>
                    <a:pt x="3580" y="145"/>
                  </a:cubicBezTo>
                  <a:lnTo>
                    <a:pt x="3853" y="684"/>
                  </a:lnTo>
                  <a:lnTo>
                    <a:pt x="3853" y="702"/>
                  </a:lnTo>
                  <a:cubicBezTo>
                    <a:pt x="3847" y="702"/>
                    <a:pt x="3847" y="702"/>
                    <a:pt x="3842" y="708"/>
                  </a:cubicBezTo>
                  <a:lnTo>
                    <a:pt x="134" y="673"/>
                  </a:lnTo>
                  <a:cubicBezTo>
                    <a:pt x="129" y="673"/>
                    <a:pt x="129" y="673"/>
                    <a:pt x="123" y="667"/>
                  </a:cubicBezTo>
                  <a:lnTo>
                    <a:pt x="123" y="655"/>
                  </a:lnTo>
                  <a:lnTo>
                    <a:pt x="332" y="122"/>
                  </a:lnTo>
                  <a:cubicBezTo>
                    <a:pt x="338" y="116"/>
                    <a:pt x="343" y="111"/>
                    <a:pt x="349" y="111"/>
                  </a:cubicBezTo>
                  <a:close/>
                  <a:moveTo>
                    <a:pt x="349" y="1"/>
                  </a:moveTo>
                  <a:cubicBezTo>
                    <a:pt x="297" y="1"/>
                    <a:pt x="244" y="28"/>
                    <a:pt x="228" y="81"/>
                  </a:cubicBezTo>
                  <a:lnTo>
                    <a:pt x="19" y="615"/>
                  </a:lnTo>
                  <a:cubicBezTo>
                    <a:pt x="1" y="655"/>
                    <a:pt x="8" y="697"/>
                    <a:pt x="30" y="732"/>
                  </a:cubicBezTo>
                  <a:cubicBezTo>
                    <a:pt x="54" y="766"/>
                    <a:pt x="94" y="789"/>
                    <a:pt x="134" y="789"/>
                  </a:cubicBezTo>
                  <a:lnTo>
                    <a:pt x="3836" y="818"/>
                  </a:lnTo>
                  <a:lnTo>
                    <a:pt x="3842" y="818"/>
                  </a:lnTo>
                  <a:cubicBezTo>
                    <a:pt x="3882" y="818"/>
                    <a:pt x="3923" y="794"/>
                    <a:pt x="3946" y="759"/>
                  </a:cubicBezTo>
                  <a:cubicBezTo>
                    <a:pt x="3975" y="719"/>
                    <a:pt x="3975" y="673"/>
                    <a:pt x="3952" y="633"/>
                  </a:cubicBezTo>
                  <a:lnTo>
                    <a:pt x="3685" y="93"/>
                  </a:lnTo>
                  <a:cubicBezTo>
                    <a:pt x="3662" y="52"/>
                    <a:pt x="3620" y="23"/>
                    <a:pt x="3569" y="23"/>
                  </a:cubicBezTo>
                  <a:lnTo>
                    <a:pt x="3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2" name="Google Shape;6002;p80">
              <a:extLst>
                <a:ext uri="{FF2B5EF4-FFF2-40B4-BE49-F238E27FC236}">
                  <a16:creationId xmlns:a16="http://schemas.microsoft.com/office/drawing/2014/main" id="{C5C56F69-00D9-7958-DE11-6BD94DA9E06C}"/>
                </a:ext>
              </a:extLst>
            </p:cNvPr>
            <p:cNvSpPr/>
            <p:nvPr/>
          </p:nvSpPr>
          <p:spPr>
            <a:xfrm>
              <a:off x="8144631" y="895112"/>
              <a:ext cx="688116" cy="59211"/>
            </a:xfrm>
            <a:custGeom>
              <a:avLst/>
              <a:gdLst/>
              <a:ahLst/>
              <a:cxnLst/>
              <a:rect l="l" t="t" r="r" b="b"/>
              <a:pathLst>
                <a:path w="3591" h="309" extrusionOk="0">
                  <a:moveTo>
                    <a:pt x="24" y="1"/>
                  </a:moveTo>
                  <a:cubicBezTo>
                    <a:pt x="11" y="1"/>
                    <a:pt x="0" y="6"/>
                    <a:pt x="0" y="19"/>
                  </a:cubicBezTo>
                  <a:lnTo>
                    <a:pt x="0" y="262"/>
                  </a:lnTo>
                  <a:cubicBezTo>
                    <a:pt x="0" y="274"/>
                    <a:pt x="11" y="279"/>
                    <a:pt x="24" y="279"/>
                  </a:cubicBezTo>
                  <a:lnTo>
                    <a:pt x="3567" y="308"/>
                  </a:lnTo>
                  <a:cubicBezTo>
                    <a:pt x="3579" y="308"/>
                    <a:pt x="3591" y="303"/>
                    <a:pt x="3591" y="290"/>
                  </a:cubicBezTo>
                  <a:lnTo>
                    <a:pt x="3591" y="47"/>
                  </a:lnTo>
                  <a:cubicBezTo>
                    <a:pt x="3591" y="36"/>
                    <a:pt x="3579" y="30"/>
                    <a:pt x="3567" y="30"/>
                  </a:cubicBezTo>
                  <a:lnTo>
                    <a:pt x="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3" name="Google Shape;6003;p80">
              <a:extLst>
                <a:ext uri="{FF2B5EF4-FFF2-40B4-BE49-F238E27FC236}">
                  <a16:creationId xmlns:a16="http://schemas.microsoft.com/office/drawing/2014/main" id="{BB0B7214-F74F-D0BA-AEDC-49D09B3E4F2A}"/>
                </a:ext>
              </a:extLst>
            </p:cNvPr>
            <p:cNvSpPr/>
            <p:nvPr/>
          </p:nvSpPr>
          <p:spPr>
            <a:xfrm>
              <a:off x="8136825" y="883998"/>
              <a:ext cx="710728" cy="81440"/>
            </a:xfrm>
            <a:custGeom>
              <a:avLst/>
              <a:gdLst/>
              <a:ahLst/>
              <a:cxnLst/>
              <a:rect l="l" t="t" r="r" b="b"/>
              <a:pathLst>
                <a:path w="3709" h="425" extrusionOk="0">
                  <a:moveTo>
                    <a:pt x="204" y="117"/>
                  </a:moveTo>
                  <a:lnTo>
                    <a:pt x="3510" y="139"/>
                  </a:lnTo>
                  <a:cubicBezTo>
                    <a:pt x="3528" y="139"/>
                    <a:pt x="3551" y="152"/>
                    <a:pt x="3569" y="169"/>
                  </a:cubicBezTo>
                  <a:cubicBezTo>
                    <a:pt x="3586" y="181"/>
                    <a:pt x="3591" y="203"/>
                    <a:pt x="3591" y="227"/>
                  </a:cubicBezTo>
                  <a:cubicBezTo>
                    <a:pt x="3591" y="251"/>
                    <a:pt x="3580" y="268"/>
                    <a:pt x="3569" y="286"/>
                  </a:cubicBezTo>
                  <a:cubicBezTo>
                    <a:pt x="3551" y="302"/>
                    <a:pt x="3528" y="308"/>
                    <a:pt x="3505" y="308"/>
                  </a:cubicBezTo>
                  <a:lnTo>
                    <a:pt x="198" y="286"/>
                  </a:lnTo>
                  <a:cubicBezTo>
                    <a:pt x="152" y="286"/>
                    <a:pt x="118" y="244"/>
                    <a:pt x="118" y="198"/>
                  </a:cubicBezTo>
                  <a:cubicBezTo>
                    <a:pt x="118" y="152"/>
                    <a:pt x="158" y="117"/>
                    <a:pt x="198" y="117"/>
                  </a:cubicBezTo>
                  <a:close/>
                  <a:moveTo>
                    <a:pt x="204" y="0"/>
                  </a:moveTo>
                  <a:cubicBezTo>
                    <a:pt x="94" y="7"/>
                    <a:pt x="1" y="88"/>
                    <a:pt x="1" y="198"/>
                  </a:cubicBezTo>
                  <a:cubicBezTo>
                    <a:pt x="1" y="308"/>
                    <a:pt x="88" y="396"/>
                    <a:pt x="198" y="396"/>
                  </a:cubicBezTo>
                  <a:lnTo>
                    <a:pt x="3505" y="425"/>
                  </a:lnTo>
                  <a:cubicBezTo>
                    <a:pt x="3563" y="425"/>
                    <a:pt x="3609" y="407"/>
                    <a:pt x="3644" y="366"/>
                  </a:cubicBezTo>
                  <a:cubicBezTo>
                    <a:pt x="3684" y="332"/>
                    <a:pt x="3708" y="279"/>
                    <a:pt x="3708" y="227"/>
                  </a:cubicBezTo>
                  <a:cubicBezTo>
                    <a:pt x="3708" y="117"/>
                    <a:pt x="3620" y="29"/>
                    <a:pt x="3510" y="29"/>
                  </a:cubicBezTo>
                  <a:lnTo>
                    <a:pt x="2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4" name="Google Shape;6004;p80">
              <a:extLst>
                <a:ext uri="{FF2B5EF4-FFF2-40B4-BE49-F238E27FC236}">
                  <a16:creationId xmlns:a16="http://schemas.microsoft.com/office/drawing/2014/main" id="{77E3E769-0DB2-39C7-9DFD-D5BD0EB47220}"/>
                </a:ext>
              </a:extLst>
            </p:cNvPr>
            <p:cNvSpPr/>
            <p:nvPr/>
          </p:nvSpPr>
          <p:spPr>
            <a:xfrm>
              <a:off x="8374581" y="128230"/>
              <a:ext cx="41390" cy="18971"/>
            </a:xfrm>
            <a:custGeom>
              <a:avLst/>
              <a:gdLst/>
              <a:ahLst/>
              <a:cxnLst/>
              <a:rect l="l" t="t" r="r" b="b"/>
              <a:pathLst>
                <a:path w="216" h="99" extrusionOk="0">
                  <a:moveTo>
                    <a:pt x="144" y="0"/>
                  </a:moveTo>
                  <a:cubicBezTo>
                    <a:pt x="59" y="0"/>
                    <a:pt x="0" y="99"/>
                    <a:pt x="0" y="99"/>
                  </a:cubicBezTo>
                  <a:lnTo>
                    <a:pt x="216" y="24"/>
                  </a:lnTo>
                  <a:cubicBezTo>
                    <a:pt x="191" y="7"/>
                    <a:pt x="166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5" name="Google Shape;6005;p80">
              <a:extLst>
                <a:ext uri="{FF2B5EF4-FFF2-40B4-BE49-F238E27FC236}">
                  <a16:creationId xmlns:a16="http://schemas.microsoft.com/office/drawing/2014/main" id="{1D23056A-9743-F58E-F2E7-B8CA1C775786}"/>
                </a:ext>
              </a:extLst>
            </p:cNvPr>
            <p:cNvSpPr/>
            <p:nvPr/>
          </p:nvSpPr>
          <p:spPr>
            <a:xfrm>
              <a:off x="8362508" y="117307"/>
              <a:ext cx="65535" cy="41199"/>
            </a:xfrm>
            <a:custGeom>
              <a:avLst/>
              <a:gdLst/>
              <a:ahLst/>
              <a:cxnLst/>
              <a:rect l="l" t="t" r="r" b="b"/>
              <a:pathLst>
                <a:path w="342" h="215" extrusionOk="0">
                  <a:moveTo>
                    <a:pt x="211" y="1"/>
                  </a:moveTo>
                  <a:cubicBezTo>
                    <a:pt x="199" y="1"/>
                    <a:pt x="187" y="2"/>
                    <a:pt x="175" y="6"/>
                  </a:cubicBezTo>
                  <a:cubicBezTo>
                    <a:pt x="81" y="28"/>
                    <a:pt x="23" y="116"/>
                    <a:pt x="12" y="127"/>
                  </a:cubicBezTo>
                  <a:cubicBezTo>
                    <a:pt x="1" y="150"/>
                    <a:pt x="6" y="191"/>
                    <a:pt x="35" y="202"/>
                  </a:cubicBezTo>
                  <a:cubicBezTo>
                    <a:pt x="41" y="208"/>
                    <a:pt x="52" y="214"/>
                    <a:pt x="63" y="214"/>
                  </a:cubicBezTo>
                  <a:cubicBezTo>
                    <a:pt x="81" y="214"/>
                    <a:pt x="98" y="202"/>
                    <a:pt x="111" y="185"/>
                  </a:cubicBezTo>
                  <a:cubicBezTo>
                    <a:pt x="116" y="173"/>
                    <a:pt x="156" y="127"/>
                    <a:pt x="197" y="116"/>
                  </a:cubicBezTo>
                  <a:cubicBezTo>
                    <a:pt x="209" y="116"/>
                    <a:pt x="226" y="116"/>
                    <a:pt x="250" y="127"/>
                  </a:cubicBezTo>
                  <a:cubicBezTo>
                    <a:pt x="258" y="134"/>
                    <a:pt x="268" y="137"/>
                    <a:pt x="278" y="137"/>
                  </a:cubicBezTo>
                  <a:cubicBezTo>
                    <a:pt x="296" y="137"/>
                    <a:pt x="314" y="128"/>
                    <a:pt x="325" y="110"/>
                  </a:cubicBezTo>
                  <a:cubicBezTo>
                    <a:pt x="342" y="86"/>
                    <a:pt x="336" y="52"/>
                    <a:pt x="314" y="33"/>
                  </a:cubicBezTo>
                  <a:cubicBezTo>
                    <a:pt x="279" y="13"/>
                    <a:pt x="245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6" name="Google Shape;6006;p80">
              <a:extLst>
                <a:ext uri="{FF2B5EF4-FFF2-40B4-BE49-F238E27FC236}">
                  <a16:creationId xmlns:a16="http://schemas.microsoft.com/office/drawing/2014/main" id="{80882AB4-C959-D262-7224-629EA5096CA1}"/>
                </a:ext>
              </a:extLst>
            </p:cNvPr>
            <p:cNvSpPr/>
            <p:nvPr/>
          </p:nvSpPr>
          <p:spPr>
            <a:xfrm>
              <a:off x="8393551" y="-95204"/>
              <a:ext cx="30276" cy="61319"/>
            </a:xfrm>
            <a:custGeom>
              <a:avLst/>
              <a:gdLst/>
              <a:ahLst/>
              <a:cxnLst/>
              <a:rect l="l" t="t" r="r" b="b"/>
              <a:pathLst>
                <a:path w="158" h="320" extrusionOk="0">
                  <a:moveTo>
                    <a:pt x="0" y="1"/>
                  </a:moveTo>
                  <a:lnTo>
                    <a:pt x="157" y="320"/>
                  </a:lnTo>
                  <a:cubicBezTo>
                    <a:pt x="157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7" name="Google Shape;6007;p80">
              <a:extLst>
                <a:ext uri="{FF2B5EF4-FFF2-40B4-BE49-F238E27FC236}">
                  <a16:creationId xmlns:a16="http://schemas.microsoft.com/office/drawing/2014/main" id="{0CB7EB75-A5F8-8D24-952C-0DCAFD32C895}"/>
                </a:ext>
              </a:extLst>
            </p:cNvPr>
            <p:cNvSpPr/>
            <p:nvPr/>
          </p:nvSpPr>
          <p:spPr>
            <a:xfrm>
              <a:off x="8382437" y="-106319"/>
              <a:ext cx="52313" cy="83356"/>
            </a:xfrm>
            <a:custGeom>
              <a:avLst/>
              <a:gdLst/>
              <a:ahLst/>
              <a:cxnLst/>
              <a:rect l="l" t="t" r="r" b="b"/>
              <a:pathLst>
                <a:path w="273" h="435" extrusionOk="0">
                  <a:moveTo>
                    <a:pt x="58" y="0"/>
                  </a:moveTo>
                  <a:cubicBezTo>
                    <a:pt x="29" y="0"/>
                    <a:pt x="7" y="24"/>
                    <a:pt x="1" y="52"/>
                  </a:cubicBezTo>
                  <a:cubicBezTo>
                    <a:pt x="1" y="81"/>
                    <a:pt x="23" y="110"/>
                    <a:pt x="52" y="110"/>
                  </a:cubicBezTo>
                  <a:cubicBezTo>
                    <a:pt x="87" y="116"/>
                    <a:pt x="157" y="174"/>
                    <a:pt x="157" y="378"/>
                  </a:cubicBezTo>
                  <a:cubicBezTo>
                    <a:pt x="157" y="407"/>
                    <a:pt x="181" y="435"/>
                    <a:pt x="215" y="435"/>
                  </a:cubicBezTo>
                  <a:cubicBezTo>
                    <a:pt x="245" y="435"/>
                    <a:pt x="272" y="407"/>
                    <a:pt x="272" y="378"/>
                  </a:cubicBezTo>
                  <a:cubicBezTo>
                    <a:pt x="272" y="6"/>
                    <a:pt x="71" y="0"/>
                    <a:pt x="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8" name="Google Shape;6008;p80">
              <a:extLst>
                <a:ext uri="{FF2B5EF4-FFF2-40B4-BE49-F238E27FC236}">
                  <a16:creationId xmlns:a16="http://schemas.microsoft.com/office/drawing/2014/main" id="{E99FE25A-79DC-AAB1-A3EF-420CBEBEFA6A}"/>
                </a:ext>
              </a:extLst>
            </p:cNvPr>
            <p:cNvSpPr/>
            <p:nvPr/>
          </p:nvSpPr>
          <p:spPr>
            <a:xfrm>
              <a:off x="8665850" y="-338759"/>
              <a:ext cx="160196" cy="160388"/>
            </a:xfrm>
            <a:custGeom>
              <a:avLst/>
              <a:gdLst/>
              <a:ahLst/>
              <a:cxnLst/>
              <a:rect l="l" t="t" r="r" b="b"/>
              <a:pathLst>
                <a:path w="836" h="837" extrusionOk="0">
                  <a:moveTo>
                    <a:pt x="836" y="1"/>
                  </a:moveTo>
                  <a:lnTo>
                    <a:pt x="0" y="8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9" name="Google Shape;6009;p80">
              <a:extLst>
                <a:ext uri="{FF2B5EF4-FFF2-40B4-BE49-F238E27FC236}">
                  <a16:creationId xmlns:a16="http://schemas.microsoft.com/office/drawing/2014/main" id="{451E9625-F458-A0B4-5CA8-F3B8A36EF71C}"/>
                </a:ext>
              </a:extLst>
            </p:cNvPr>
            <p:cNvSpPr/>
            <p:nvPr/>
          </p:nvSpPr>
          <p:spPr>
            <a:xfrm>
              <a:off x="8653586" y="-349873"/>
              <a:ext cx="183766" cy="181658"/>
            </a:xfrm>
            <a:custGeom>
              <a:avLst/>
              <a:gdLst/>
              <a:ahLst/>
              <a:cxnLst/>
              <a:rect l="l" t="t" r="r" b="b"/>
              <a:pathLst>
                <a:path w="959" h="948" extrusionOk="0">
                  <a:moveTo>
                    <a:pt x="900" y="1"/>
                  </a:moveTo>
                  <a:cubicBezTo>
                    <a:pt x="886" y="1"/>
                    <a:pt x="871" y="7"/>
                    <a:pt x="859" y="18"/>
                  </a:cubicBezTo>
                  <a:lnTo>
                    <a:pt x="24" y="854"/>
                  </a:lnTo>
                  <a:cubicBezTo>
                    <a:pt x="0" y="870"/>
                    <a:pt x="0" y="912"/>
                    <a:pt x="24" y="929"/>
                  </a:cubicBezTo>
                  <a:cubicBezTo>
                    <a:pt x="35" y="940"/>
                    <a:pt x="53" y="947"/>
                    <a:pt x="64" y="947"/>
                  </a:cubicBezTo>
                  <a:cubicBezTo>
                    <a:pt x="83" y="947"/>
                    <a:pt x="94" y="940"/>
                    <a:pt x="105" y="929"/>
                  </a:cubicBezTo>
                  <a:lnTo>
                    <a:pt x="940" y="99"/>
                  </a:lnTo>
                  <a:cubicBezTo>
                    <a:pt x="958" y="77"/>
                    <a:pt x="958" y="42"/>
                    <a:pt x="940" y="18"/>
                  </a:cubicBezTo>
                  <a:cubicBezTo>
                    <a:pt x="929" y="7"/>
                    <a:pt x="915" y="1"/>
                    <a:pt x="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0" name="Google Shape;6010;p80">
              <a:extLst>
                <a:ext uri="{FF2B5EF4-FFF2-40B4-BE49-F238E27FC236}">
                  <a16:creationId xmlns:a16="http://schemas.microsoft.com/office/drawing/2014/main" id="{AE5A4AC6-7D4E-1E31-B99A-203618FF7971}"/>
                </a:ext>
              </a:extLst>
            </p:cNvPr>
            <p:cNvSpPr/>
            <p:nvPr/>
          </p:nvSpPr>
          <p:spPr>
            <a:xfrm>
              <a:off x="8440116" y="-515246"/>
              <a:ext cx="192" cy="216725"/>
            </a:xfrm>
            <a:custGeom>
              <a:avLst/>
              <a:gdLst/>
              <a:ahLst/>
              <a:cxnLst/>
              <a:rect l="l" t="t" r="r" b="b"/>
              <a:pathLst>
                <a:path w="1" h="1131" extrusionOk="0">
                  <a:moveTo>
                    <a:pt x="1" y="0"/>
                  </a:moveTo>
                  <a:lnTo>
                    <a:pt x="1" y="11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1" name="Google Shape;6011;p80">
              <a:extLst>
                <a:ext uri="{FF2B5EF4-FFF2-40B4-BE49-F238E27FC236}">
                  <a16:creationId xmlns:a16="http://schemas.microsoft.com/office/drawing/2014/main" id="{233C53F3-6609-5B76-0845-504D74380D19}"/>
                </a:ext>
              </a:extLst>
            </p:cNvPr>
            <p:cNvSpPr/>
            <p:nvPr/>
          </p:nvSpPr>
          <p:spPr>
            <a:xfrm>
              <a:off x="8429194" y="-526551"/>
              <a:ext cx="22420" cy="239337"/>
            </a:xfrm>
            <a:custGeom>
              <a:avLst/>
              <a:gdLst/>
              <a:ahLst/>
              <a:cxnLst/>
              <a:rect l="l" t="t" r="r" b="b"/>
              <a:pathLst>
                <a:path w="117" h="1249" extrusionOk="0">
                  <a:moveTo>
                    <a:pt x="58" y="1"/>
                  </a:moveTo>
                  <a:cubicBezTo>
                    <a:pt x="23" y="1"/>
                    <a:pt x="1" y="30"/>
                    <a:pt x="1" y="59"/>
                  </a:cubicBezTo>
                  <a:lnTo>
                    <a:pt x="1" y="1190"/>
                  </a:lnTo>
                  <a:cubicBezTo>
                    <a:pt x="1" y="1219"/>
                    <a:pt x="23" y="1248"/>
                    <a:pt x="58" y="1248"/>
                  </a:cubicBezTo>
                  <a:cubicBezTo>
                    <a:pt x="87" y="1248"/>
                    <a:pt x="116" y="1219"/>
                    <a:pt x="116" y="1190"/>
                  </a:cubicBezTo>
                  <a:lnTo>
                    <a:pt x="116" y="59"/>
                  </a:lnTo>
                  <a:cubicBezTo>
                    <a:pt x="116" y="30"/>
                    <a:pt x="87" y="1"/>
                    <a:pt x="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2" name="Google Shape;6012;p80">
              <a:extLst>
                <a:ext uri="{FF2B5EF4-FFF2-40B4-BE49-F238E27FC236}">
                  <a16:creationId xmlns:a16="http://schemas.microsoft.com/office/drawing/2014/main" id="{14D354DD-A79E-5D47-C443-3F291C27F041}"/>
                </a:ext>
              </a:extLst>
            </p:cNvPr>
            <p:cNvSpPr/>
            <p:nvPr/>
          </p:nvSpPr>
          <p:spPr>
            <a:xfrm rot="-5278342">
              <a:off x="7978104" y="-349876"/>
              <a:ext cx="183768" cy="181660"/>
            </a:xfrm>
            <a:custGeom>
              <a:avLst/>
              <a:gdLst/>
              <a:ahLst/>
              <a:cxnLst/>
              <a:rect l="l" t="t" r="r" b="b"/>
              <a:pathLst>
                <a:path w="959" h="948" extrusionOk="0">
                  <a:moveTo>
                    <a:pt x="900" y="1"/>
                  </a:moveTo>
                  <a:cubicBezTo>
                    <a:pt x="886" y="1"/>
                    <a:pt x="871" y="7"/>
                    <a:pt x="859" y="18"/>
                  </a:cubicBezTo>
                  <a:lnTo>
                    <a:pt x="24" y="854"/>
                  </a:lnTo>
                  <a:cubicBezTo>
                    <a:pt x="0" y="870"/>
                    <a:pt x="0" y="912"/>
                    <a:pt x="24" y="929"/>
                  </a:cubicBezTo>
                  <a:cubicBezTo>
                    <a:pt x="35" y="940"/>
                    <a:pt x="53" y="947"/>
                    <a:pt x="64" y="947"/>
                  </a:cubicBezTo>
                  <a:cubicBezTo>
                    <a:pt x="83" y="947"/>
                    <a:pt x="94" y="940"/>
                    <a:pt x="105" y="929"/>
                  </a:cubicBezTo>
                  <a:lnTo>
                    <a:pt x="940" y="99"/>
                  </a:lnTo>
                  <a:cubicBezTo>
                    <a:pt x="958" y="77"/>
                    <a:pt x="958" y="42"/>
                    <a:pt x="940" y="18"/>
                  </a:cubicBezTo>
                  <a:cubicBezTo>
                    <a:pt x="929" y="7"/>
                    <a:pt x="915" y="1"/>
                    <a:pt x="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82490358"/>
      </p:ext>
    </p:extLst>
  </p:cSld>
  <p:clrMapOvr>
    <a:masterClrMapping/>
  </p:clrMapOvr>
</p:sld>
</file>

<file path=ppt/theme/theme1.xml><?xml version="1.0" encoding="utf-8"?>
<a:theme xmlns:a="http://schemas.openxmlformats.org/drawingml/2006/main" name="Team Building Workshop by Slidesgo ">
  <a:themeElements>
    <a:clrScheme name="Simple Light">
      <a:dk1>
        <a:srgbClr val="2D2D48"/>
      </a:dk1>
      <a:lt1>
        <a:srgbClr val="FFFFFF"/>
      </a:lt1>
      <a:dk2>
        <a:srgbClr val="81B0C5"/>
      </a:dk2>
      <a:lt2>
        <a:srgbClr val="AFE2EF"/>
      </a:lt2>
      <a:accent1>
        <a:srgbClr val="D1EDEC"/>
      </a:accent1>
      <a:accent2>
        <a:srgbClr val="FFCF7B"/>
      </a:accent2>
      <a:accent3>
        <a:srgbClr val="FFD58F"/>
      </a:accent3>
      <a:accent4>
        <a:srgbClr val="FF555E"/>
      </a:accent4>
      <a:accent5>
        <a:srgbClr val="FFE6D6"/>
      </a:accent5>
      <a:accent6>
        <a:srgbClr val="F9F7F5"/>
      </a:accent6>
      <a:hlink>
        <a:srgbClr val="2D2D4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1202</TotalTime>
  <Words>665</Words>
  <Application>Microsoft Macintosh PowerPoint</Application>
  <PresentationFormat>On-screen Show (16:9)</PresentationFormat>
  <Paragraphs>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Figtree</vt:lpstr>
      <vt:lpstr>Bebas Neue</vt:lpstr>
      <vt:lpstr>Arial</vt:lpstr>
      <vt:lpstr>Wingdings</vt:lpstr>
      <vt:lpstr>Figtree ExtraBold</vt:lpstr>
      <vt:lpstr>Fredoka One</vt:lpstr>
      <vt:lpstr>Team Building Workshop by Slidesgo </vt:lpstr>
      <vt:lpstr>Gayanara E-commerce Perfomance Review</vt:lpstr>
      <vt:lpstr>Executive Summary</vt:lpstr>
      <vt:lpstr>Rp. 1,265M</vt:lpstr>
      <vt:lpstr>The Revenue Timeline</vt:lpstr>
      <vt:lpstr>Retention doesn't decay — and that tells us something</vt:lpstr>
      <vt:lpstr>This growth is heavily concentrated in two dominant markets: Semarang (Rp77M) and Depok (Rp76M)</vt:lpstr>
      <vt:lpstr>Rp31.4M in discounts, zero basket lift</vt:lpstr>
      <vt:lpstr>Anteraja's cancellation rate is 14.3% — worth  investigating, not yet conclusive</vt:lpstr>
      <vt:lpstr>A critical retention risk exists, with 135 VIP customers currently 'At Risk' and 343 customers lost to inactivity</vt:lpstr>
      <vt:lpstr>Immediate Priorities: Restructure Promos, Reroute  Logistics, and Deploy VIP Win-Backs.</vt:lpstr>
      <vt:lpstr>What this analysis can and can't tell us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Renaldy Bilal</cp:lastModifiedBy>
  <cp:revision>15</cp:revision>
  <dcterms:modified xsi:type="dcterms:W3CDTF">2026-08-05T16:02:20Z</dcterms:modified>
</cp:coreProperties>
</file>